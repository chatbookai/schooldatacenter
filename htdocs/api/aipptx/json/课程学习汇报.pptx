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10" Target="ppt/slideLayouts/slideLayout7.xml" Type="http://schemas.openxmlformats.org/officeDocument/2006/relationships/slideLayou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ppt/slideLayouts/slideLayout2.xml" Type="http://schemas.openxmlformats.org/officeDocument/2006/relationships/slideLayout"/><Relationship Id="rId6" Target="ppt/slideLayouts/slideLayout3.xml" Type="http://schemas.openxmlformats.org/officeDocument/2006/relationships/slideLayout"/><Relationship Id="rId7" Target="ppt/slideLayouts/slideLayout4.xml" Type="http://schemas.openxmlformats.org/officeDocument/2006/relationships/slideLayout"/><Relationship Id="rId8" Target="ppt/slideLayouts/slideLayout5.xml" Type="http://schemas.openxmlformats.org/officeDocument/2006/relationships/slideLayout"/><Relationship Id="rId9" Target="ppt/slideLayouts/slideLayout6.xml" Type="http://schemas.openxmlformats.org/officeDocument/2006/relationships/slideLayout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14" d="100"/>
          <a:sy n="114" d="100"/>
        </p:scale>
        <p:origin x="912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2.png" Type="http://schemas.openxmlformats.org/officeDocument/2006/relationships/image"/><Relationship Id="rId3" Target="../media/image1.png" Type="http://schemas.openxmlformats.org/officeDocument/2006/relationships/image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2.png" Type="http://schemas.openxmlformats.org/officeDocument/2006/relationships/image"/><Relationship Id="rId3" Target="../media/image1.png" Type="http://schemas.openxmlformats.org/officeDocument/2006/relationships/image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2.png" Type="http://schemas.openxmlformats.org/officeDocument/2006/relationships/image"/><Relationship Id="rId3" Target="../media/image1.png" Type="http://schemas.openxmlformats.org/officeDocument/2006/relationships/image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1">
            <a:alpha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anchor="ctr" tIns="45720" lIns="91440" bIns="45720" rIns="91440"/>
          <a:p>
            <a:pPr algn="ctr" marL="0">
              <a:buNone/>
            </a:pPr>
          </a:p>
        </p:txBody>
      </p:sp>
      <p:sp>
        <p:nvSpPr>
          <p:cNvPr name="AutoShape 3" id="3"/>
          <p:cNvSpPr/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anchor="ctr" tIns="45720" lIns="91440" bIns="45720" rIns="91440"/>
          <a:p>
            <a:pPr algn="l" marL="0">
              <a:buNone/>
            </a:pPr>
          </a:p>
        </p:txBody>
      </p:sp>
      <p:sp>
        <p:nvSpPr>
          <p:cNvPr name="AutoShape 4" id="4"/>
          <p:cNvSpPr/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anchor="ctr" tIns="45720" lIns="91440" bIns="45720" rIns="91440"/>
          <a:p>
            <a:pPr algn="r" marL="0">
              <a:buNone/>
            </a:pPr>
            <a:fld type="slidenum" id="{3386411A-70EE-422D-B97C-F56BEE3FF077}">
              <a:rPr lang="en-US" b="false" i="false" sz="1200" baseline="0" u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false">
  <p:cSld name="Title Slide">
    <p:bg>
      <p:bgPr>
        <a:solidFill>
          <a:schemeClr val="accent1">
            <a:alpha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549425" y="189116"/>
            <a:ext cx="10772621" cy="6767590"/>
            <a:chOff x="549425" y="189116"/>
            <a:chExt cx="10772621" cy="6767590"/>
          </a:xfrm>
        </p:grpSpPr>
        <p:grpSp>
          <p:nvGrpSpPr>
            <p:cNvPr name="Group 3" id="3"/>
            <p:cNvGrpSpPr/>
            <p:nvPr/>
          </p:nvGrpSpPr>
          <p:grpSpPr>
            <a:xfrm>
              <a:off x="863601" y="189116"/>
              <a:ext cx="10458445" cy="6767590"/>
              <a:chOff x="1066977" y="269771"/>
              <a:chExt cx="10116040" cy="6546021"/>
            </a:xfrm>
          </p:grpSpPr>
          <p:pic>
            <p:nvPicPr>
              <p:cNvPr name="image2.png" id="4"/>
              <p:cNvPicPr>
                <a:picLocks noChangeAspect="true"/>
              </p:cNvPicPr>
              <p:nvPr/>
            </p:nvPicPr>
            <p:blipFill>
              <a:blip r:embed="rId2"/>
              <a:srcRect t="11074" l="12085" r="4664"/>
              <a:stretch>
                <a:fillRect t="0" l="0" b="0" r="0"/>
              </a:stretch>
            </p:blipFill>
            <p:spPr>
              <a:xfrm>
                <a:off x="1066977" y="269771"/>
                <a:ext cx="4736462" cy="4743119"/>
              </a:xfrm>
              <a:custGeom>
                <a:pathLst>
                  <a:path w="4356099" h="4362221" stroke="true" fill="norm" extrusionOk="true">
                    <a:moveTo>
                      <a:pt x="0" y="0"/>
                    </a:moveTo>
                    <a:lnTo>
                      <a:pt x="4356099" y="0"/>
                    </a:lnTo>
                    <a:lnTo>
                      <a:pt x="4356099" y="4362221"/>
                    </a:lnTo>
                    <a:lnTo>
                      <a:pt x="0" y="4362221"/>
                    </a:lnTo>
                    <a:close/>
                  </a:path>
                </a:pathLst>
              </a:custGeom>
            </p:spPr>
          </p:pic>
          <p:pic>
            <p:nvPicPr>
              <p:cNvPr name="image1.png" id="5"/>
              <p:cNvPicPr>
                <a:picLocks noChangeAspect="true"/>
              </p:cNvPicPr>
              <p:nvPr/>
            </p:nvPicPr>
            <p:blipFill>
              <a:blip r:embed="rId3"/>
              <a:srcRect b="12890" r="7487"/>
              <a:stretch>
                <a:fillRect t="0" l="0" b="0" r="0"/>
              </a:stretch>
            </p:blipFill>
            <p:spPr>
              <a:xfrm>
                <a:off x="6107329" y="1583287"/>
                <a:ext cx="5075688" cy="5232505"/>
              </a:xfrm>
              <a:custGeom>
                <a:pathLst>
                  <a:path w="5075688" h="5232505" stroke="true" fill="norm" extrusionOk="true">
                    <a:moveTo>
                      <a:pt x="0" y="0"/>
                    </a:moveTo>
                    <a:lnTo>
                      <a:pt x="5075688" y="0"/>
                    </a:lnTo>
                    <a:lnTo>
                      <a:pt x="5075688" y="5232505"/>
                    </a:lnTo>
                    <a:lnTo>
                      <a:pt x="0" y="5232505"/>
                    </a:lnTo>
                    <a:close/>
                  </a:path>
                </a:pathLst>
              </a:custGeom>
            </p:spPr>
          </p:pic>
        </p:grpSp>
        <p:sp>
          <p:nvSpPr>
            <p:cNvPr name="Freeform 6" id="6"/>
            <p:cNvSpPr/>
            <p:nvPr/>
          </p:nvSpPr>
          <p:spPr>
            <a:xfrm>
              <a:off x="3187240" y="308610"/>
              <a:ext cx="5811169" cy="6549390"/>
            </a:xfrm>
            <a:custGeom>
              <a:avLst/>
              <a:gdLst/>
              <a:ahLst/>
              <a:cxnLst/>
              <a:rect r="r" b="b" t="t" l="l"/>
              <a:pathLst>
                <a:path w="5817520" h="6526186" stroke="true" fill="norm" extrusionOk="true">
                  <a:moveTo>
                    <a:pt x="0" y="6526186"/>
                  </a:moveTo>
                  <a:lnTo>
                    <a:pt x="0" y="2908760"/>
                  </a:lnTo>
                  <a:cubicBezTo>
                    <a:pt x="0" y="1302296"/>
                    <a:pt x="1302296" y="0"/>
                    <a:pt x="2908760" y="0"/>
                  </a:cubicBezTo>
                  <a:cubicBezTo>
                    <a:pt x="4515224" y="0"/>
                    <a:pt x="5817520" y="1302296"/>
                    <a:pt x="5817520" y="2908760"/>
                  </a:cubicBezTo>
                  <a:lnTo>
                    <a:pt x="5817520" y="6526186"/>
                  </a:lnTo>
                </a:path>
              </a:pathLst>
            </a:custGeom>
            <a:noFill/>
            <a:ln w="38100">
              <a:solidFill>
                <a:schemeClr val="tx1"/>
              </a:solidFill>
            </a:ln>
            <a:effectLst/>
          </p:spPr>
          <p:txBody>
            <a:bodyPr vert="horz" rot="0" anchor="t" wrap="square" tIns="45720" lIns="91440" bIns="45720" rIns="91440">
              <a:prstTxWarp prst="textNoShape">
                <a:avLst/>
              </a:prstTxWarp>
              <a:noAutofit/>
            </a:bodyPr>
            <a:p>
              <a:pPr algn="ctr" marL="0"/>
            </a:p>
          </p:txBody>
        </p:sp>
        <p:sp>
          <p:nvSpPr>
            <p:cNvPr name="Freeform 7" id="7"/>
            <p:cNvSpPr/>
            <p:nvPr/>
          </p:nvSpPr>
          <p:spPr>
            <a:xfrm>
              <a:off x="7181199" y="308610"/>
              <a:ext cx="2311911" cy="2297492"/>
            </a:xfrm>
            <a:custGeom>
              <a:avLst/>
              <a:gdLst/>
              <a:ahLst/>
              <a:cxnLst/>
              <a:rect r="r" b="b" t="t" l="l"/>
              <a:pathLst>
                <a:path w="4581524" h="4552950" stroke="true" fill="norm" extrusionOk="true">
                  <a:moveTo>
                    <a:pt x="2305050" y="0"/>
                  </a:moveTo>
                  <a:cubicBezTo>
                    <a:pt x="2303526" y="225076"/>
                    <a:pt x="2292953" y="558737"/>
                    <a:pt x="2247900" y="962025"/>
                  </a:cubicBezTo>
                  <a:cubicBezTo>
                    <a:pt x="2191036" y="1471517"/>
                    <a:pt x="2159889" y="1729454"/>
                    <a:pt x="2028825" y="1885950"/>
                  </a:cubicBezTo>
                  <a:cubicBezTo>
                    <a:pt x="1808988" y="2148364"/>
                    <a:pt x="1457706" y="2187797"/>
                    <a:pt x="838200" y="2257425"/>
                  </a:cubicBezTo>
                  <a:cubicBezTo>
                    <a:pt x="492157" y="2296287"/>
                    <a:pt x="201930" y="2294858"/>
                    <a:pt x="0" y="2286000"/>
                  </a:cubicBezTo>
                  <a:cubicBezTo>
                    <a:pt x="341186" y="2293715"/>
                    <a:pt x="645128" y="2308003"/>
                    <a:pt x="904875" y="2324100"/>
                  </a:cubicBezTo>
                  <a:cubicBezTo>
                    <a:pt x="1214533" y="2343245"/>
                    <a:pt x="1387793" y="2360295"/>
                    <a:pt x="1597152" y="2448211"/>
                  </a:cubicBezTo>
                  <a:cubicBezTo>
                    <a:pt x="1712214" y="2496502"/>
                    <a:pt x="1849850" y="2554319"/>
                    <a:pt x="1971675" y="2676525"/>
                  </a:cubicBezTo>
                  <a:cubicBezTo>
                    <a:pt x="2044922" y="2750058"/>
                    <a:pt x="2187988" y="2922556"/>
                    <a:pt x="2257425" y="3619500"/>
                  </a:cubicBezTo>
                  <a:cubicBezTo>
                    <a:pt x="2280190" y="3847624"/>
                    <a:pt x="2298478" y="4167092"/>
                    <a:pt x="2276475" y="4552950"/>
                  </a:cubicBezTo>
                  <a:cubicBezTo>
                    <a:pt x="2252758" y="4053745"/>
                    <a:pt x="2307717" y="3653219"/>
                    <a:pt x="2362200" y="3381375"/>
                  </a:cubicBezTo>
                  <a:cubicBezTo>
                    <a:pt x="2440972" y="2988183"/>
                    <a:pt x="2483739" y="2788349"/>
                    <a:pt x="2647950" y="2628900"/>
                  </a:cubicBezTo>
                  <a:cubicBezTo>
                    <a:pt x="2704529" y="2573941"/>
                    <a:pt x="2867406" y="2433257"/>
                    <a:pt x="3657600" y="2352675"/>
                  </a:cubicBezTo>
                  <a:cubicBezTo>
                    <a:pt x="4034600" y="2314194"/>
                    <a:pt x="4352259" y="2310098"/>
                    <a:pt x="4581525" y="2314575"/>
                  </a:cubicBezTo>
                  <a:cubicBezTo>
                    <a:pt x="4451700" y="2305622"/>
                    <a:pt x="3412141" y="2292287"/>
                    <a:pt x="3198209" y="2238756"/>
                  </a:cubicBezTo>
                  <a:cubicBezTo>
                    <a:pt x="3029331" y="2196465"/>
                    <a:pt x="2759393" y="2128933"/>
                    <a:pt x="2571750" y="1905000"/>
                  </a:cubicBezTo>
                  <a:cubicBezTo>
                    <a:pt x="2459831" y="1771460"/>
                    <a:pt x="2406396" y="1621536"/>
                    <a:pt x="2362200" y="1247775"/>
                  </a:cubicBezTo>
                  <a:cubicBezTo>
                    <a:pt x="2326100" y="941642"/>
                    <a:pt x="2292953" y="517684"/>
                    <a:pt x="2305050" y="0"/>
                  </a:cubicBez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 cap="flat">
              <a:noFill/>
              <a:prstDash val="solid"/>
              <a:miter lim="800000"/>
            </a:ln>
          </p:spPr>
          <p:txBody>
            <a:bodyPr vert="horz" anchor="ctr" tIns="45720" lIns="91440" bIns="45720" rIns="91440"/>
            <a:p>
              <a:pPr algn="l" marL="0"/>
            </a:p>
          </p:txBody>
        </p:sp>
        <p:sp>
          <p:nvSpPr>
            <p:cNvPr name="Freeform 8" id="8"/>
            <p:cNvSpPr/>
            <p:nvPr/>
          </p:nvSpPr>
          <p:spPr>
            <a:xfrm>
              <a:off x="549425" y="4995657"/>
              <a:ext cx="1026042" cy="1019643"/>
            </a:xfrm>
            <a:custGeom>
              <a:avLst/>
              <a:gdLst/>
              <a:ahLst/>
              <a:cxnLst/>
              <a:rect r="r" b="b" t="t" l="l"/>
              <a:pathLst>
                <a:path w="4581524" h="4552950" stroke="true" fill="norm" extrusionOk="true">
                  <a:moveTo>
                    <a:pt x="2305050" y="0"/>
                  </a:moveTo>
                  <a:cubicBezTo>
                    <a:pt x="2303526" y="225076"/>
                    <a:pt x="2292953" y="558737"/>
                    <a:pt x="2247900" y="962025"/>
                  </a:cubicBezTo>
                  <a:cubicBezTo>
                    <a:pt x="2191036" y="1471517"/>
                    <a:pt x="2159889" y="1729454"/>
                    <a:pt x="2028825" y="1885950"/>
                  </a:cubicBezTo>
                  <a:cubicBezTo>
                    <a:pt x="1808988" y="2148364"/>
                    <a:pt x="1457706" y="2187797"/>
                    <a:pt x="838200" y="2257425"/>
                  </a:cubicBezTo>
                  <a:cubicBezTo>
                    <a:pt x="492157" y="2296287"/>
                    <a:pt x="201930" y="2294858"/>
                    <a:pt x="0" y="2286000"/>
                  </a:cubicBezTo>
                  <a:cubicBezTo>
                    <a:pt x="341186" y="2293715"/>
                    <a:pt x="645128" y="2308003"/>
                    <a:pt x="904875" y="2324100"/>
                  </a:cubicBezTo>
                  <a:cubicBezTo>
                    <a:pt x="1214533" y="2343245"/>
                    <a:pt x="1387793" y="2360295"/>
                    <a:pt x="1597152" y="2448211"/>
                  </a:cubicBezTo>
                  <a:cubicBezTo>
                    <a:pt x="1712214" y="2496502"/>
                    <a:pt x="1849850" y="2554319"/>
                    <a:pt x="1971675" y="2676525"/>
                  </a:cubicBezTo>
                  <a:cubicBezTo>
                    <a:pt x="2044922" y="2750058"/>
                    <a:pt x="2187988" y="2922556"/>
                    <a:pt x="2257425" y="3619500"/>
                  </a:cubicBezTo>
                  <a:cubicBezTo>
                    <a:pt x="2280190" y="3847624"/>
                    <a:pt x="2298478" y="4167092"/>
                    <a:pt x="2276475" y="4552950"/>
                  </a:cubicBezTo>
                  <a:cubicBezTo>
                    <a:pt x="2252758" y="4053745"/>
                    <a:pt x="2307717" y="3653219"/>
                    <a:pt x="2362200" y="3381375"/>
                  </a:cubicBezTo>
                  <a:cubicBezTo>
                    <a:pt x="2440972" y="2988183"/>
                    <a:pt x="2483739" y="2788349"/>
                    <a:pt x="2647950" y="2628900"/>
                  </a:cubicBezTo>
                  <a:cubicBezTo>
                    <a:pt x="2704529" y="2573941"/>
                    <a:pt x="2867406" y="2433257"/>
                    <a:pt x="3657600" y="2352675"/>
                  </a:cubicBezTo>
                  <a:cubicBezTo>
                    <a:pt x="4034600" y="2314194"/>
                    <a:pt x="4352259" y="2310098"/>
                    <a:pt x="4581525" y="2314575"/>
                  </a:cubicBezTo>
                  <a:cubicBezTo>
                    <a:pt x="4451700" y="2305622"/>
                    <a:pt x="3412141" y="2292287"/>
                    <a:pt x="3198209" y="2238756"/>
                  </a:cubicBezTo>
                  <a:cubicBezTo>
                    <a:pt x="3029331" y="2196465"/>
                    <a:pt x="2759393" y="2128933"/>
                    <a:pt x="2571750" y="1905000"/>
                  </a:cubicBezTo>
                  <a:cubicBezTo>
                    <a:pt x="2459831" y="1771460"/>
                    <a:pt x="2406396" y="1621536"/>
                    <a:pt x="2362200" y="1247775"/>
                  </a:cubicBezTo>
                  <a:cubicBezTo>
                    <a:pt x="2326100" y="941642"/>
                    <a:pt x="2292953" y="517684"/>
                    <a:pt x="2305050" y="0"/>
                  </a:cubicBez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 cap="flat">
              <a:noFill/>
              <a:prstDash val="solid"/>
              <a:miter lim="800000"/>
            </a:ln>
          </p:spPr>
          <p:txBody>
            <a:bodyPr vert="horz" anchor="ctr" tIns="45720" lIns="91440" bIns="45720" rIns="91440"/>
            <a:p>
              <a:pPr algn="l" marL="0"/>
            </a:p>
          </p:txBody>
        </p:sp>
      </p:grpSp>
      <p:sp>
        <p:nvSpPr>
          <p:cNvPr name="AutoShape 9" id="9"/>
          <p:cNvSpPr/>
          <p:nvPr>
            <p:ph type="ctrTitle"/>
          </p:nvPr>
        </p:nvSpPr>
        <p:spPr>
          <a:xfrm>
            <a:off x="2509834" y="1595390"/>
            <a:ext cx="7172331" cy="2249757"/>
          </a:xfrm>
          <a:prstGeom prst="rect">
            <a:avLst/>
          </a:prstGeom>
        </p:spPr>
        <p:txBody>
          <a:bodyPr vert="horz" anchor="b" wrap="square" tIns="45720" lIns="91440" bIns="45720" rIns="91440">
            <a:normAutofit/>
          </a:bodyPr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b="true" i="false" sz="4800" baseline="0" u="none">
                <a:solidFill>
                  <a:schemeClr val="tx1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name="AutoShape 10" id="10"/>
          <p:cNvSpPr/>
          <p:nvPr>
            <p:ph type="subTitle" sz="quarter" idx="1"/>
          </p:nvPr>
        </p:nvSpPr>
        <p:spPr>
          <a:xfrm>
            <a:off x="2509834" y="4076383"/>
            <a:ext cx="7172331" cy="64335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vert="horz" anchor="t" wrap="square" tIns="45720" lIns="91440" bIns="45720" rIns="91440">
            <a:normAutofit/>
          </a:bodyPr>
          <a:p>
            <a:pPr algn="ctr" indent="0" marL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b="false" i="false" sz="2000" baseline="0" u="none">
                <a:solidFill>
                  <a:schemeClr val="tx1"/>
                </a:solidFill>
                <a:latin typeface="Arial"/>
                <a:ea typeface="Arial"/>
              </a:rPr>
              <a:t>Click to add subtitle</a:t>
            </a:r>
          </a:p>
        </p:txBody>
      </p:sp>
    </p:spTree>
  </p:cSld>
  <p:clrMapOvr>
    <a:overrideClrMapping accent6="accent6" accent4="accent4" accent5="accent5" accent2="accent2" accent3="accent3" accent1="accent1" bg2="lt2" tx1="dk1" bg1="lt1" hlink="hlink" tx2="dk2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bg>
      <p:bgPr>
        <a:solidFill>
          <a:schemeClr val="accent1">
            <a:alpha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/>
          <a:p>
            <a:pPr algn="l">
              <a:lnSpc>
                <a:spcPct val="100000"/>
              </a:lnSpc>
              <a:spcBef>
                <a:spcPct val="0"/>
              </a:spcBef>
              <a:buNone/>
            </a:pPr>
            <a:r>
              <a:rPr lang="en-US" b="true" i="false" sz="2800" baseline="0" u="none">
                <a:solidFill>
                  <a:schemeClr val="tx1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name="AutoShape 3" id="3"/>
          <p:cNvSpPr/>
          <p:nvPr>
            <p:ph type="obj" idx="1"/>
          </p:nvPr>
        </p:nvSpPr>
        <p:spPr>
          <a:xfrm>
            <a:off x="660400" y="1130300"/>
            <a:ext cx="10858500" cy="5003800"/>
          </a:xfrm>
        </p:spPr>
        <p:txBody>
          <a:bodyPr vert="horz" anchor="t" tIns="45720" lIns="91440" bIns="45720" rIns="91440"/>
          <a:p>
            <a:pPr algn="l" indent="-228600" marL="228600">
              <a:lnSpc>
                <a:spcPct val="120000"/>
              </a:lnSpc>
              <a:spcBef>
                <a:spcPts val="1000"/>
              </a:spcBef>
              <a:buNone/>
            </a:pPr>
            <a:r>
              <a:rPr lang="en-US" b="false" i="false" sz="1800" baseline="0" u="none">
                <a:solidFill>
                  <a:schemeClr val="tx1"/>
                </a:solidFill>
                <a:latin typeface="Arial"/>
                <a:ea typeface="Arial"/>
              </a:rPr>
              <a:t>Click to add text</a:t>
            </a:r>
          </a:p>
          <a:p>
            <a:pPr algn="l" indent="-228600" lvl="1" marL="68580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b="false" i="false" sz="1600" baseline="0" u="none">
                <a:solidFill>
                  <a:schemeClr val="tx1"/>
                </a:solidFill>
                <a:latin typeface="Arial"/>
                <a:ea typeface="Arial"/>
              </a:rPr>
              <a:t>Second level</a:t>
            </a:r>
          </a:p>
          <a:p>
            <a:pPr algn="l" indent="-228600" lvl="2" marL="114300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b="false" i="false" sz="1400" baseline="0" u="none">
                <a:solidFill>
                  <a:schemeClr val="tx1"/>
                </a:solidFill>
                <a:latin typeface="Arial"/>
                <a:ea typeface="Arial"/>
              </a:rPr>
              <a:t>Third level</a:t>
            </a:r>
          </a:p>
          <a:p>
            <a:pPr algn="l" indent="-228600" lvl="3" marL="160020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b="false" i="false" sz="1200" baseline="0" u="none">
                <a:solidFill>
                  <a:schemeClr val="tx1"/>
                </a:solidFill>
                <a:latin typeface="Arial"/>
                <a:ea typeface="Arial"/>
              </a:rPr>
              <a:t>Fourth level</a:t>
            </a:r>
          </a:p>
          <a:p>
            <a:pPr algn="l" indent="-228600" lvl="4" marL="205740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b="false" i="false" sz="1200" baseline="0" u="none">
                <a:solidFill>
                  <a:schemeClr val="tx1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name="AutoShape 4" id="4"/>
          <p:cNvSpPr/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anchor="ctr" tIns="45720" lIns="91440" bIns="45720" rIns="91440"/>
          <a:p>
            <a:pPr algn="ctr" marL="0">
              <a:buNone/>
            </a:pPr>
          </a:p>
        </p:txBody>
      </p:sp>
      <p:sp>
        <p:nvSpPr>
          <p:cNvPr name="AutoShape 5" id="5"/>
          <p:cNvSpPr/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anchor="ctr" tIns="45720" lIns="91440" bIns="45720" rIns="91440"/>
          <a:p>
            <a:pPr algn="l" marL="0">
              <a:buNone/>
            </a:pPr>
          </a:p>
        </p:txBody>
      </p:sp>
      <p:sp>
        <p:nvSpPr>
          <p:cNvPr name="AutoShape 6" id="6"/>
          <p:cNvSpPr/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anchor="ctr" tIns="45720" lIns="91440" bIns="45720" rIns="91440"/>
          <a:p>
            <a:pPr algn="r" marL="0">
              <a:buNone/>
            </a:pPr>
            <a:fld type="slidenum" id="{3386411A-70EE-422D-B97C-F56BEE3FF077}">
              <a:rPr lang="en-US" b="false" i="false" sz="1200" baseline="0" u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1">
            <a:alpha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751301" y="1215367"/>
            <a:ext cx="1606888" cy="1503720"/>
          </a:xfrm>
          <a:prstGeom prst="rect">
            <a:avLst/>
          </a:prstGeom>
          <a:noFill/>
        </p:spPr>
        <p:txBody>
          <a:bodyPr vert="horz" anchor="b" tIns="45720" lIns="91440" bIns="45720" rIns="91440">
            <a:normAutofit/>
          </a:bodyPr>
          <a:p>
            <a:pPr algn="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b="true" i="false" sz="2800" baseline="0" u="none">
                <a:solidFill>
                  <a:schemeClr val="tx1"/>
                </a:solidFill>
                <a:latin typeface="Arial"/>
                <a:ea typeface="Arial"/>
              </a:rPr>
              <a:t>Agenda</a:t>
            </a:r>
          </a:p>
        </p:txBody>
      </p:sp>
      <p:sp>
        <p:nvSpPr>
          <p:cNvPr name="AutoShape 3" id="3"/>
          <p:cNvSpPr/>
          <p:nvPr>
            <p:ph type="obj" sz="quarter" idx="1"/>
          </p:nvPr>
        </p:nvSpPr>
        <p:spPr>
          <a:xfrm>
            <a:off x="2743200" y="3023118"/>
            <a:ext cx="8775687" cy="3110982"/>
          </a:xfrm>
        </p:spPr>
        <p:txBody>
          <a:bodyPr vert="horz" anchor="t" tIns="45720" lIns="91440" bIns="45720" rIns="91440"/>
          <a:p>
            <a:pPr algn="l" indent="-342900" marL="34290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b="false" i="false" sz="1800" baseline="0" u="none">
                <a:solidFill>
                  <a:schemeClr val="tx1"/>
                </a:solidFill>
                <a:latin typeface="Arial"/>
                <a:ea typeface="Arial"/>
              </a:rPr>
              <a:t>Click to add text</a:t>
            </a:r>
          </a:p>
          <a:p>
            <a:pPr algn="l" indent="-342900" lvl="1" marL="800100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b="false" i="false" sz="1600" baseline="0" u="none">
                <a:solidFill>
                  <a:schemeClr val="tx1"/>
                </a:solidFill>
                <a:latin typeface="Arial"/>
                <a:ea typeface="Arial"/>
              </a:rPr>
              <a:t>Second level</a:t>
            </a:r>
          </a:p>
          <a:p>
            <a:pPr algn="l" indent="-342900" lvl="2" marL="1257300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b="false" i="false" sz="1400" baseline="0" u="none">
                <a:solidFill>
                  <a:schemeClr val="tx1"/>
                </a:solidFill>
                <a:latin typeface="Arial"/>
                <a:ea typeface="Arial"/>
              </a:rPr>
              <a:t>Third level</a:t>
            </a:r>
          </a:p>
          <a:p>
            <a:pPr algn="l" indent="-228600" lvl="3" marL="1600200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b="false" i="false" sz="1200" baseline="0" u="none">
                <a:solidFill>
                  <a:schemeClr val="tx1"/>
                </a:solidFill>
                <a:latin typeface="Arial"/>
                <a:ea typeface="Arial"/>
              </a:rPr>
              <a:t>Fourth level</a:t>
            </a:r>
          </a:p>
          <a:p>
            <a:pPr algn="l" indent="-228600" lvl="4" marL="2057400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b="false" i="false" sz="1200" baseline="0" u="none">
                <a:solidFill>
                  <a:schemeClr val="tx1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name="AutoShape 4" id="4"/>
          <p:cNvSpPr/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anchor="ctr" tIns="45720" lIns="91440" bIns="45720" rIns="91440"/>
          <a:p>
            <a:pPr algn="ctr" marL="0">
              <a:buNone/>
            </a:pPr>
          </a:p>
        </p:txBody>
      </p:sp>
      <p:sp>
        <p:nvSpPr>
          <p:cNvPr name="AutoShape 5" id="5"/>
          <p:cNvSpPr/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anchor="ctr" tIns="45720" lIns="91440" bIns="45720" rIns="91440"/>
          <a:p>
            <a:pPr algn="l" marL="0">
              <a:buNone/>
            </a:pPr>
          </a:p>
        </p:txBody>
      </p:sp>
      <p:sp>
        <p:nvSpPr>
          <p:cNvPr name="AutoShape 6" id="6"/>
          <p:cNvSpPr/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anchor="ctr" tIns="45720" lIns="91440" bIns="45720" rIns="91440"/>
          <a:p>
            <a:pPr algn="r" marL="0">
              <a:buNone/>
            </a:pPr>
            <a:fld type="slidenum" id="{3386411A-70EE-422D-B97C-F56BEE3FF077}">
              <a:rPr lang="en-US" b="false" i="false" sz="1200" baseline="0" u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</a:rPr>
              <a:t>‹#›</a:t>
            </a:fld>
          </a:p>
        </p:txBody>
      </p:sp>
    </p:spTree>
  </p:cSld>
  <p:clrMapOvr>
    <a:overrideClrMapping accent6="accent6" accent4="accent4" accent5="accent5" accent2="accent2" accent3="accent3" accent1="accent1" bg2="lt2" tx1="dk1" bg1="lt1" hlink="hlink" tx2="dk2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showMasterSp="false">
  <p:cSld name="Section Header">
    <p:bg>
      <p:bgPr>
        <a:solidFill>
          <a:schemeClr val="accent1">
            <a:alpha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flipH="true">
            <a:off x="549425" y="189116"/>
            <a:ext cx="10772621" cy="6767590"/>
            <a:chOff x="549425" y="189116"/>
            <a:chExt cx="10772621" cy="6767590"/>
          </a:xfrm>
        </p:grpSpPr>
        <p:grpSp>
          <p:nvGrpSpPr>
            <p:cNvPr name="Group 3" id="3"/>
            <p:cNvGrpSpPr/>
            <p:nvPr/>
          </p:nvGrpSpPr>
          <p:grpSpPr>
            <a:xfrm>
              <a:off x="863601" y="189116"/>
              <a:ext cx="10458445" cy="6767590"/>
              <a:chOff x="1066977" y="269771"/>
              <a:chExt cx="10116040" cy="6546021"/>
            </a:xfrm>
          </p:grpSpPr>
          <p:pic>
            <p:nvPicPr>
              <p:cNvPr name="image2.png" id="4"/>
              <p:cNvPicPr>
                <a:picLocks noChangeAspect="true"/>
              </p:cNvPicPr>
              <p:nvPr/>
            </p:nvPicPr>
            <p:blipFill>
              <a:blip r:embed="rId2"/>
              <a:srcRect t="11074" l="12085" r="4664"/>
              <a:stretch>
                <a:fillRect t="0" l="0" b="0" r="0"/>
              </a:stretch>
            </p:blipFill>
            <p:spPr>
              <a:xfrm>
                <a:off x="1066977" y="269771"/>
                <a:ext cx="4736462" cy="4743119"/>
              </a:xfrm>
              <a:custGeom>
                <a:pathLst>
                  <a:path w="4356099" h="4362221" stroke="true" fill="norm" extrusionOk="true">
                    <a:moveTo>
                      <a:pt x="0" y="0"/>
                    </a:moveTo>
                    <a:lnTo>
                      <a:pt x="4356099" y="0"/>
                    </a:lnTo>
                    <a:lnTo>
                      <a:pt x="4356099" y="4362221"/>
                    </a:lnTo>
                    <a:lnTo>
                      <a:pt x="0" y="4362221"/>
                    </a:lnTo>
                    <a:close/>
                  </a:path>
                </a:pathLst>
              </a:custGeom>
            </p:spPr>
          </p:pic>
          <p:pic>
            <p:nvPicPr>
              <p:cNvPr name="image1.png" id="5"/>
              <p:cNvPicPr>
                <a:picLocks noChangeAspect="true"/>
              </p:cNvPicPr>
              <p:nvPr/>
            </p:nvPicPr>
            <p:blipFill>
              <a:blip r:embed="rId3"/>
              <a:srcRect b="12890" r="7487"/>
              <a:stretch>
                <a:fillRect t="0" l="0" b="0" r="0"/>
              </a:stretch>
            </p:blipFill>
            <p:spPr>
              <a:xfrm>
                <a:off x="6107329" y="1583287"/>
                <a:ext cx="5075688" cy="5232505"/>
              </a:xfrm>
              <a:custGeom>
                <a:pathLst>
                  <a:path w="5075688" h="5232505" stroke="true" fill="norm" extrusionOk="true">
                    <a:moveTo>
                      <a:pt x="0" y="0"/>
                    </a:moveTo>
                    <a:lnTo>
                      <a:pt x="5075688" y="0"/>
                    </a:lnTo>
                    <a:lnTo>
                      <a:pt x="5075688" y="5232505"/>
                    </a:lnTo>
                    <a:lnTo>
                      <a:pt x="0" y="5232505"/>
                    </a:lnTo>
                    <a:close/>
                  </a:path>
                </a:pathLst>
              </a:custGeom>
            </p:spPr>
          </p:pic>
        </p:grpSp>
        <p:sp>
          <p:nvSpPr>
            <p:cNvPr name="Freeform 6" id="6"/>
            <p:cNvSpPr/>
            <p:nvPr/>
          </p:nvSpPr>
          <p:spPr>
            <a:xfrm>
              <a:off x="3187240" y="308610"/>
              <a:ext cx="5811169" cy="6549390"/>
            </a:xfrm>
            <a:custGeom>
              <a:avLst/>
              <a:gdLst/>
              <a:ahLst/>
              <a:cxnLst/>
              <a:rect r="r" b="b" t="t" l="l"/>
              <a:pathLst>
                <a:path w="5817520" h="6526186" stroke="true" fill="norm" extrusionOk="true">
                  <a:moveTo>
                    <a:pt x="0" y="6526186"/>
                  </a:moveTo>
                  <a:lnTo>
                    <a:pt x="0" y="2908760"/>
                  </a:lnTo>
                  <a:cubicBezTo>
                    <a:pt x="0" y="1302296"/>
                    <a:pt x="1302296" y="0"/>
                    <a:pt x="2908760" y="0"/>
                  </a:cubicBezTo>
                  <a:cubicBezTo>
                    <a:pt x="4515224" y="0"/>
                    <a:pt x="5817520" y="1302296"/>
                    <a:pt x="5817520" y="2908760"/>
                  </a:cubicBezTo>
                  <a:lnTo>
                    <a:pt x="5817520" y="6526186"/>
                  </a:lnTo>
                </a:path>
              </a:pathLst>
            </a:custGeom>
            <a:noFill/>
            <a:ln w="38100">
              <a:solidFill>
                <a:schemeClr val="tx1"/>
              </a:solidFill>
            </a:ln>
            <a:effectLst/>
          </p:spPr>
          <p:txBody>
            <a:bodyPr vert="horz" rot="0" anchor="t" wrap="square" tIns="45720" lIns="91440" bIns="45720" rIns="91440">
              <a:prstTxWarp prst="textNoShape">
                <a:avLst/>
              </a:prstTxWarp>
              <a:noAutofit/>
            </a:bodyPr>
            <a:p>
              <a:pPr algn="ctr" marL="0"/>
            </a:p>
          </p:txBody>
        </p:sp>
        <p:sp>
          <p:nvSpPr>
            <p:cNvPr name="Freeform 7" id="7"/>
            <p:cNvSpPr/>
            <p:nvPr/>
          </p:nvSpPr>
          <p:spPr>
            <a:xfrm>
              <a:off x="7181199" y="308610"/>
              <a:ext cx="2311911" cy="2297492"/>
            </a:xfrm>
            <a:custGeom>
              <a:avLst/>
              <a:gdLst/>
              <a:ahLst/>
              <a:cxnLst/>
              <a:rect r="r" b="b" t="t" l="l"/>
              <a:pathLst>
                <a:path w="4581524" h="4552950" stroke="true" fill="norm" extrusionOk="true">
                  <a:moveTo>
                    <a:pt x="2305050" y="0"/>
                  </a:moveTo>
                  <a:cubicBezTo>
                    <a:pt x="2303526" y="225076"/>
                    <a:pt x="2292953" y="558737"/>
                    <a:pt x="2247900" y="962025"/>
                  </a:cubicBezTo>
                  <a:cubicBezTo>
                    <a:pt x="2191036" y="1471517"/>
                    <a:pt x="2159889" y="1729454"/>
                    <a:pt x="2028825" y="1885950"/>
                  </a:cubicBezTo>
                  <a:cubicBezTo>
                    <a:pt x="1808988" y="2148364"/>
                    <a:pt x="1457706" y="2187797"/>
                    <a:pt x="838200" y="2257425"/>
                  </a:cubicBezTo>
                  <a:cubicBezTo>
                    <a:pt x="492157" y="2296287"/>
                    <a:pt x="201930" y="2294858"/>
                    <a:pt x="0" y="2286000"/>
                  </a:cubicBezTo>
                  <a:cubicBezTo>
                    <a:pt x="341186" y="2293715"/>
                    <a:pt x="645128" y="2308003"/>
                    <a:pt x="904875" y="2324100"/>
                  </a:cubicBezTo>
                  <a:cubicBezTo>
                    <a:pt x="1214533" y="2343245"/>
                    <a:pt x="1387793" y="2360295"/>
                    <a:pt x="1597152" y="2448211"/>
                  </a:cubicBezTo>
                  <a:cubicBezTo>
                    <a:pt x="1712214" y="2496502"/>
                    <a:pt x="1849850" y="2554319"/>
                    <a:pt x="1971675" y="2676525"/>
                  </a:cubicBezTo>
                  <a:cubicBezTo>
                    <a:pt x="2044922" y="2750058"/>
                    <a:pt x="2187988" y="2922556"/>
                    <a:pt x="2257425" y="3619500"/>
                  </a:cubicBezTo>
                  <a:cubicBezTo>
                    <a:pt x="2280190" y="3847624"/>
                    <a:pt x="2298478" y="4167092"/>
                    <a:pt x="2276475" y="4552950"/>
                  </a:cubicBezTo>
                  <a:cubicBezTo>
                    <a:pt x="2252758" y="4053745"/>
                    <a:pt x="2307717" y="3653219"/>
                    <a:pt x="2362200" y="3381375"/>
                  </a:cubicBezTo>
                  <a:cubicBezTo>
                    <a:pt x="2440972" y="2988183"/>
                    <a:pt x="2483739" y="2788349"/>
                    <a:pt x="2647950" y="2628900"/>
                  </a:cubicBezTo>
                  <a:cubicBezTo>
                    <a:pt x="2704529" y="2573941"/>
                    <a:pt x="2867406" y="2433257"/>
                    <a:pt x="3657600" y="2352675"/>
                  </a:cubicBezTo>
                  <a:cubicBezTo>
                    <a:pt x="4034600" y="2314194"/>
                    <a:pt x="4352259" y="2310098"/>
                    <a:pt x="4581525" y="2314575"/>
                  </a:cubicBezTo>
                  <a:cubicBezTo>
                    <a:pt x="4451700" y="2305622"/>
                    <a:pt x="3412141" y="2292287"/>
                    <a:pt x="3198209" y="2238756"/>
                  </a:cubicBezTo>
                  <a:cubicBezTo>
                    <a:pt x="3029331" y="2196465"/>
                    <a:pt x="2759393" y="2128933"/>
                    <a:pt x="2571750" y="1905000"/>
                  </a:cubicBezTo>
                  <a:cubicBezTo>
                    <a:pt x="2459831" y="1771460"/>
                    <a:pt x="2406396" y="1621536"/>
                    <a:pt x="2362200" y="1247775"/>
                  </a:cubicBezTo>
                  <a:cubicBezTo>
                    <a:pt x="2326100" y="941642"/>
                    <a:pt x="2292953" y="517684"/>
                    <a:pt x="2305050" y="0"/>
                  </a:cubicBez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 cap="flat">
              <a:noFill/>
              <a:prstDash val="solid"/>
              <a:miter lim="800000"/>
            </a:ln>
          </p:spPr>
          <p:txBody>
            <a:bodyPr vert="horz" anchor="ctr" tIns="45720" lIns="91440" bIns="45720" rIns="91440"/>
            <a:p>
              <a:pPr algn="l" marL="0"/>
            </a:p>
          </p:txBody>
        </p:sp>
        <p:sp>
          <p:nvSpPr>
            <p:cNvPr name="Freeform 8" id="8"/>
            <p:cNvSpPr/>
            <p:nvPr/>
          </p:nvSpPr>
          <p:spPr>
            <a:xfrm>
              <a:off x="549425" y="4995657"/>
              <a:ext cx="1026042" cy="1019643"/>
            </a:xfrm>
            <a:custGeom>
              <a:avLst/>
              <a:gdLst/>
              <a:ahLst/>
              <a:cxnLst/>
              <a:rect r="r" b="b" t="t" l="l"/>
              <a:pathLst>
                <a:path w="4581524" h="4552950" stroke="true" fill="norm" extrusionOk="true">
                  <a:moveTo>
                    <a:pt x="2305050" y="0"/>
                  </a:moveTo>
                  <a:cubicBezTo>
                    <a:pt x="2303526" y="225076"/>
                    <a:pt x="2292953" y="558737"/>
                    <a:pt x="2247900" y="962025"/>
                  </a:cubicBezTo>
                  <a:cubicBezTo>
                    <a:pt x="2191036" y="1471517"/>
                    <a:pt x="2159889" y="1729454"/>
                    <a:pt x="2028825" y="1885950"/>
                  </a:cubicBezTo>
                  <a:cubicBezTo>
                    <a:pt x="1808988" y="2148364"/>
                    <a:pt x="1457706" y="2187797"/>
                    <a:pt x="838200" y="2257425"/>
                  </a:cubicBezTo>
                  <a:cubicBezTo>
                    <a:pt x="492157" y="2296287"/>
                    <a:pt x="201930" y="2294858"/>
                    <a:pt x="0" y="2286000"/>
                  </a:cubicBezTo>
                  <a:cubicBezTo>
                    <a:pt x="341186" y="2293715"/>
                    <a:pt x="645128" y="2308003"/>
                    <a:pt x="904875" y="2324100"/>
                  </a:cubicBezTo>
                  <a:cubicBezTo>
                    <a:pt x="1214533" y="2343245"/>
                    <a:pt x="1387793" y="2360295"/>
                    <a:pt x="1597152" y="2448211"/>
                  </a:cubicBezTo>
                  <a:cubicBezTo>
                    <a:pt x="1712214" y="2496502"/>
                    <a:pt x="1849850" y="2554319"/>
                    <a:pt x="1971675" y="2676525"/>
                  </a:cubicBezTo>
                  <a:cubicBezTo>
                    <a:pt x="2044922" y="2750058"/>
                    <a:pt x="2187988" y="2922556"/>
                    <a:pt x="2257425" y="3619500"/>
                  </a:cubicBezTo>
                  <a:cubicBezTo>
                    <a:pt x="2280190" y="3847624"/>
                    <a:pt x="2298478" y="4167092"/>
                    <a:pt x="2276475" y="4552950"/>
                  </a:cubicBezTo>
                  <a:cubicBezTo>
                    <a:pt x="2252758" y="4053745"/>
                    <a:pt x="2307717" y="3653219"/>
                    <a:pt x="2362200" y="3381375"/>
                  </a:cubicBezTo>
                  <a:cubicBezTo>
                    <a:pt x="2440972" y="2988183"/>
                    <a:pt x="2483739" y="2788349"/>
                    <a:pt x="2647950" y="2628900"/>
                  </a:cubicBezTo>
                  <a:cubicBezTo>
                    <a:pt x="2704529" y="2573941"/>
                    <a:pt x="2867406" y="2433257"/>
                    <a:pt x="3657600" y="2352675"/>
                  </a:cubicBezTo>
                  <a:cubicBezTo>
                    <a:pt x="4034600" y="2314194"/>
                    <a:pt x="4352259" y="2310098"/>
                    <a:pt x="4581525" y="2314575"/>
                  </a:cubicBezTo>
                  <a:cubicBezTo>
                    <a:pt x="4451700" y="2305622"/>
                    <a:pt x="3412141" y="2292287"/>
                    <a:pt x="3198209" y="2238756"/>
                  </a:cubicBezTo>
                  <a:cubicBezTo>
                    <a:pt x="3029331" y="2196465"/>
                    <a:pt x="2759393" y="2128933"/>
                    <a:pt x="2571750" y="1905000"/>
                  </a:cubicBezTo>
                  <a:cubicBezTo>
                    <a:pt x="2459831" y="1771460"/>
                    <a:pt x="2406396" y="1621536"/>
                    <a:pt x="2362200" y="1247775"/>
                  </a:cubicBezTo>
                  <a:cubicBezTo>
                    <a:pt x="2326100" y="941642"/>
                    <a:pt x="2292953" y="517684"/>
                    <a:pt x="2305050" y="0"/>
                  </a:cubicBez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 cap="flat">
              <a:noFill/>
              <a:prstDash val="solid"/>
              <a:miter lim="800000"/>
            </a:ln>
          </p:spPr>
          <p:txBody>
            <a:bodyPr vert="horz" anchor="ctr" tIns="45720" lIns="91440" bIns="45720" rIns="91440"/>
            <a:p>
              <a:pPr algn="l" marL="0"/>
            </a:p>
          </p:txBody>
        </p:sp>
      </p:grpSp>
      <p:sp>
        <p:nvSpPr>
          <p:cNvPr name="AutoShape 9" id="9"/>
          <p:cNvSpPr/>
          <p:nvPr>
            <p:ph type="title"/>
          </p:nvPr>
        </p:nvSpPr>
        <p:spPr>
          <a:xfrm>
            <a:off x="3045304" y="2009402"/>
            <a:ext cx="6101392" cy="1562100"/>
          </a:xfrm>
          <a:prstGeom prst="rect">
            <a:avLst/>
          </a:prstGeom>
        </p:spPr>
        <p:txBody>
          <a:bodyPr vert="horz" anchor="b" tIns="45720" lIns="91440" bIns="45720" rIns="91440">
            <a:normAutofit/>
          </a:bodyPr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b="true" i="false" sz="3600" baseline="0" u="none">
                <a:solidFill>
                  <a:schemeClr val="tx1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name="AutoShape 10" id="10"/>
          <p:cNvSpPr/>
          <p:nvPr>
            <p:ph type="body" sz="quarter" idx="1"/>
          </p:nvPr>
        </p:nvSpPr>
        <p:spPr>
          <a:xfrm>
            <a:off x="3045304" y="3634155"/>
            <a:ext cx="6101392" cy="1125543"/>
          </a:xfrm>
          <a:prstGeom prst="rect">
            <a:avLst/>
          </a:prstGeom>
        </p:spPr>
        <p:txBody>
          <a:bodyPr vert="horz" anchor="t" tIns="45720" lIns="91440" bIns="45720" rIns="91440">
            <a:normAutofit/>
          </a:bodyPr>
          <a:p>
            <a:pPr algn="ctr" indent="0" marL="0">
              <a:lnSpc>
                <a:spcPct val="120000"/>
              </a:lnSpc>
              <a:spcBef>
                <a:spcPts val="1000"/>
              </a:spcBef>
              <a:buNone/>
            </a:pPr>
            <a:r>
              <a:rPr lang="en-US" b="false" i="false" sz="2000" baseline="0" u="none">
                <a:solidFill>
                  <a:schemeClr val="tx1"/>
                </a:solidFill>
                <a:latin typeface="Arial"/>
                <a:ea typeface="Arial"/>
              </a:rPr>
              <a:t>Click to add text</a:t>
            </a:r>
          </a:p>
        </p:txBody>
      </p:sp>
    </p:spTree>
  </p:cSld>
  <p:clrMapOvr>
    <a:overrideClrMapping accent6="accent6" accent4="accent4" accent5="accent5" accent2="accent2" accent3="accent3" accent1="accent1" bg2="lt2" tx1="dk1" bg1="lt1" hlink="hlink" tx2="dk2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bg>
      <p:bgPr>
        <a:solidFill>
          <a:schemeClr val="accent1">
            <a:alpha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/>
          <a:p>
            <a:pPr algn="l">
              <a:lnSpc>
                <a:spcPct val="100000"/>
              </a:lnSpc>
              <a:spcBef>
                <a:spcPct val="0"/>
              </a:spcBef>
              <a:buNone/>
            </a:pPr>
            <a:r>
              <a:rPr lang="en-US" b="true" i="false" sz="2800" baseline="0" u="none">
                <a:solidFill>
                  <a:schemeClr val="tx1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name="AutoShape 3" id="3"/>
          <p:cNvSpPr/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anchor="ctr" tIns="45720" lIns="91440" bIns="45720" rIns="91440"/>
          <a:p>
            <a:pPr algn="ctr" marL="0">
              <a:buNone/>
            </a:pPr>
          </a:p>
        </p:txBody>
      </p:sp>
      <p:sp>
        <p:nvSpPr>
          <p:cNvPr name="AutoShape 4" id="4"/>
          <p:cNvSpPr/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anchor="ctr" tIns="45720" lIns="91440" bIns="45720" rIns="91440"/>
          <a:p>
            <a:pPr algn="l" marL="0">
              <a:buNone/>
            </a:pPr>
          </a:p>
        </p:txBody>
      </p:sp>
      <p:sp>
        <p:nvSpPr>
          <p:cNvPr name="AutoShape 5" id="5"/>
          <p:cNvSpPr/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anchor="ctr" tIns="45720" lIns="91440" bIns="45720" rIns="91440"/>
          <a:p>
            <a:pPr algn="r" marL="0">
              <a:buNone/>
            </a:pPr>
            <a:fld type="slidenum" id="{3386411A-70EE-422D-B97C-F56BEE3FF077}">
              <a:rPr lang="en-US" b="false" i="false" sz="1200" baseline="0" u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false">
  <p:cSld name="Closing">
    <p:bg>
      <p:bgPr>
        <a:solidFill>
          <a:schemeClr val="accent1">
            <a:alpha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549425" y="189116"/>
            <a:ext cx="10772621" cy="6767590"/>
            <a:chOff x="549425" y="189116"/>
            <a:chExt cx="10772621" cy="6767590"/>
          </a:xfrm>
        </p:grpSpPr>
        <p:grpSp>
          <p:nvGrpSpPr>
            <p:cNvPr name="Group 3" id="3"/>
            <p:cNvGrpSpPr/>
            <p:nvPr/>
          </p:nvGrpSpPr>
          <p:grpSpPr>
            <a:xfrm>
              <a:off x="863601" y="189116"/>
              <a:ext cx="10458445" cy="6767590"/>
              <a:chOff x="1066977" y="269771"/>
              <a:chExt cx="10116040" cy="6546021"/>
            </a:xfrm>
          </p:grpSpPr>
          <p:pic>
            <p:nvPicPr>
              <p:cNvPr name="image2.png" id="4"/>
              <p:cNvPicPr>
                <a:picLocks noChangeAspect="true"/>
              </p:cNvPicPr>
              <p:nvPr/>
            </p:nvPicPr>
            <p:blipFill>
              <a:blip r:embed="rId2"/>
              <a:srcRect t="11074" l="12085" r="4664"/>
              <a:stretch>
                <a:fillRect t="0" l="0" b="0" r="0"/>
              </a:stretch>
            </p:blipFill>
            <p:spPr>
              <a:xfrm>
                <a:off x="1066977" y="269771"/>
                <a:ext cx="4736462" cy="4743119"/>
              </a:xfrm>
              <a:custGeom>
                <a:pathLst>
                  <a:path w="4356099" h="4362221" stroke="true" fill="norm" extrusionOk="true">
                    <a:moveTo>
                      <a:pt x="0" y="0"/>
                    </a:moveTo>
                    <a:lnTo>
                      <a:pt x="4356099" y="0"/>
                    </a:lnTo>
                    <a:lnTo>
                      <a:pt x="4356099" y="4362221"/>
                    </a:lnTo>
                    <a:lnTo>
                      <a:pt x="0" y="4362221"/>
                    </a:lnTo>
                    <a:close/>
                  </a:path>
                </a:pathLst>
              </a:custGeom>
            </p:spPr>
          </p:pic>
          <p:pic>
            <p:nvPicPr>
              <p:cNvPr name="image1.png" id="5"/>
              <p:cNvPicPr>
                <a:picLocks noChangeAspect="true"/>
              </p:cNvPicPr>
              <p:nvPr/>
            </p:nvPicPr>
            <p:blipFill>
              <a:blip r:embed="rId3"/>
              <a:srcRect b="12890" r="7487"/>
              <a:stretch>
                <a:fillRect t="0" l="0" b="0" r="0"/>
              </a:stretch>
            </p:blipFill>
            <p:spPr>
              <a:xfrm>
                <a:off x="6107329" y="1583287"/>
                <a:ext cx="5075688" cy="5232505"/>
              </a:xfrm>
              <a:custGeom>
                <a:pathLst>
                  <a:path w="5075688" h="5232505" stroke="true" fill="norm" extrusionOk="true">
                    <a:moveTo>
                      <a:pt x="0" y="0"/>
                    </a:moveTo>
                    <a:lnTo>
                      <a:pt x="5075688" y="0"/>
                    </a:lnTo>
                    <a:lnTo>
                      <a:pt x="5075688" y="5232505"/>
                    </a:lnTo>
                    <a:lnTo>
                      <a:pt x="0" y="5232505"/>
                    </a:lnTo>
                    <a:close/>
                  </a:path>
                </a:pathLst>
              </a:custGeom>
            </p:spPr>
          </p:pic>
        </p:grpSp>
        <p:sp>
          <p:nvSpPr>
            <p:cNvPr name="Freeform 6" id="6"/>
            <p:cNvSpPr/>
            <p:nvPr/>
          </p:nvSpPr>
          <p:spPr>
            <a:xfrm>
              <a:off x="3187240" y="308610"/>
              <a:ext cx="5811169" cy="6549390"/>
            </a:xfrm>
            <a:custGeom>
              <a:avLst/>
              <a:gdLst/>
              <a:ahLst/>
              <a:cxnLst/>
              <a:rect r="r" b="b" t="t" l="l"/>
              <a:pathLst>
                <a:path w="5817520" h="6526186" stroke="true" fill="norm" extrusionOk="true">
                  <a:moveTo>
                    <a:pt x="0" y="6526186"/>
                  </a:moveTo>
                  <a:lnTo>
                    <a:pt x="0" y="2908760"/>
                  </a:lnTo>
                  <a:cubicBezTo>
                    <a:pt x="0" y="1302296"/>
                    <a:pt x="1302296" y="0"/>
                    <a:pt x="2908760" y="0"/>
                  </a:cubicBezTo>
                  <a:cubicBezTo>
                    <a:pt x="4515224" y="0"/>
                    <a:pt x="5817520" y="1302296"/>
                    <a:pt x="5817520" y="2908760"/>
                  </a:cubicBezTo>
                  <a:lnTo>
                    <a:pt x="5817520" y="6526186"/>
                  </a:lnTo>
                </a:path>
              </a:pathLst>
            </a:custGeom>
            <a:noFill/>
            <a:ln w="38100">
              <a:solidFill>
                <a:schemeClr val="tx1"/>
              </a:solidFill>
            </a:ln>
            <a:effectLst/>
          </p:spPr>
          <p:txBody>
            <a:bodyPr vert="horz" rot="0" anchor="t" wrap="square" tIns="45720" lIns="91440" bIns="45720" rIns="91440">
              <a:prstTxWarp prst="textNoShape">
                <a:avLst/>
              </a:prstTxWarp>
              <a:noAutofit/>
            </a:bodyPr>
            <a:p>
              <a:pPr algn="ctr" marL="0"/>
            </a:p>
          </p:txBody>
        </p:sp>
        <p:sp>
          <p:nvSpPr>
            <p:cNvPr name="Freeform 7" id="7"/>
            <p:cNvSpPr/>
            <p:nvPr/>
          </p:nvSpPr>
          <p:spPr>
            <a:xfrm>
              <a:off x="7181199" y="308610"/>
              <a:ext cx="2311911" cy="2297492"/>
            </a:xfrm>
            <a:custGeom>
              <a:avLst/>
              <a:gdLst/>
              <a:ahLst/>
              <a:cxnLst/>
              <a:rect r="r" b="b" t="t" l="l"/>
              <a:pathLst>
                <a:path w="4581524" h="4552950" stroke="true" fill="norm" extrusionOk="true">
                  <a:moveTo>
                    <a:pt x="2305050" y="0"/>
                  </a:moveTo>
                  <a:cubicBezTo>
                    <a:pt x="2303526" y="225076"/>
                    <a:pt x="2292953" y="558737"/>
                    <a:pt x="2247900" y="962025"/>
                  </a:cubicBezTo>
                  <a:cubicBezTo>
                    <a:pt x="2191036" y="1471517"/>
                    <a:pt x="2159889" y="1729454"/>
                    <a:pt x="2028825" y="1885950"/>
                  </a:cubicBezTo>
                  <a:cubicBezTo>
                    <a:pt x="1808988" y="2148364"/>
                    <a:pt x="1457706" y="2187797"/>
                    <a:pt x="838200" y="2257425"/>
                  </a:cubicBezTo>
                  <a:cubicBezTo>
                    <a:pt x="492157" y="2296287"/>
                    <a:pt x="201930" y="2294858"/>
                    <a:pt x="0" y="2286000"/>
                  </a:cubicBezTo>
                  <a:cubicBezTo>
                    <a:pt x="341186" y="2293715"/>
                    <a:pt x="645128" y="2308003"/>
                    <a:pt x="904875" y="2324100"/>
                  </a:cubicBezTo>
                  <a:cubicBezTo>
                    <a:pt x="1214533" y="2343245"/>
                    <a:pt x="1387793" y="2360295"/>
                    <a:pt x="1597152" y="2448211"/>
                  </a:cubicBezTo>
                  <a:cubicBezTo>
                    <a:pt x="1712214" y="2496502"/>
                    <a:pt x="1849850" y="2554319"/>
                    <a:pt x="1971675" y="2676525"/>
                  </a:cubicBezTo>
                  <a:cubicBezTo>
                    <a:pt x="2044922" y="2750058"/>
                    <a:pt x="2187988" y="2922556"/>
                    <a:pt x="2257425" y="3619500"/>
                  </a:cubicBezTo>
                  <a:cubicBezTo>
                    <a:pt x="2280190" y="3847624"/>
                    <a:pt x="2298478" y="4167092"/>
                    <a:pt x="2276475" y="4552950"/>
                  </a:cubicBezTo>
                  <a:cubicBezTo>
                    <a:pt x="2252758" y="4053745"/>
                    <a:pt x="2307717" y="3653219"/>
                    <a:pt x="2362200" y="3381375"/>
                  </a:cubicBezTo>
                  <a:cubicBezTo>
                    <a:pt x="2440972" y="2988183"/>
                    <a:pt x="2483739" y="2788349"/>
                    <a:pt x="2647950" y="2628900"/>
                  </a:cubicBezTo>
                  <a:cubicBezTo>
                    <a:pt x="2704529" y="2573941"/>
                    <a:pt x="2867406" y="2433257"/>
                    <a:pt x="3657600" y="2352675"/>
                  </a:cubicBezTo>
                  <a:cubicBezTo>
                    <a:pt x="4034600" y="2314194"/>
                    <a:pt x="4352259" y="2310098"/>
                    <a:pt x="4581525" y="2314575"/>
                  </a:cubicBezTo>
                  <a:cubicBezTo>
                    <a:pt x="4451700" y="2305622"/>
                    <a:pt x="3412141" y="2292287"/>
                    <a:pt x="3198209" y="2238756"/>
                  </a:cubicBezTo>
                  <a:cubicBezTo>
                    <a:pt x="3029331" y="2196465"/>
                    <a:pt x="2759393" y="2128933"/>
                    <a:pt x="2571750" y="1905000"/>
                  </a:cubicBezTo>
                  <a:cubicBezTo>
                    <a:pt x="2459831" y="1771460"/>
                    <a:pt x="2406396" y="1621536"/>
                    <a:pt x="2362200" y="1247775"/>
                  </a:cubicBezTo>
                  <a:cubicBezTo>
                    <a:pt x="2326100" y="941642"/>
                    <a:pt x="2292953" y="517684"/>
                    <a:pt x="2305050" y="0"/>
                  </a:cubicBez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 cap="flat">
              <a:noFill/>
              <a:prstDash val="solid"/>
              <a:miter lim="800000"/>
            </a:ln>
          </p:spPr>
          <p:txBody>
            <a:bodyPr vert="horz" anchor="ctr" tIns="45720" lIns="91440" bIns="45720" rIns="91440"/>
            <a:p>
              <a:pPr algn="l" marL="0"/>
            </a:p>
          </p:txBody>
        </p:sp>
        <p:sp>
          <p:nvSpPr>
            <p:cNvPr name="Freeform 8" id="8"/>
            <p:cNvSpPr/>
            <p:nvPr/>
          </p:nvSpPr>
          <p:spPr>
            <a:xfrm>
              <a:off x="549425" y="4995657"/>
              <a:ext cx="1026042" cy="1019643"/>
            </a:xfrm>
            <a:custGeom>
              <a:avLst/>
              <a:gdLst/>
              <a:ahLst/>
              <a:cxnLst/>
              <a:rect r="r" b="b" t="t" l="l"/>
              <a:pathLst>
                <a:path w="4581524" h="4552950" stroke="true" fill="norm" extrusionOk="true">
                  <a:moveTo>
                    <a:pt x="2305050" y="0"/>
                  </a:moveTo>
                  <a:cubicBezTo>
                    <a:pt x="2303526" y="225076"/>
                    <a:pt x="2292953" y="558737"/>
                    <a:pt x="2247900" y="962025"/>
                  </a:cubicBezTo>
                  <a:cubicBezTo>
                    <a:pt x="2191036" y="1471517"/>
                    <a:pt x="2159889" y="1729454"/>
                    <a:pt x="2028825" y="1885950"/>
                  </a:cubicBezTo>
                  <a:cubicBezTo>
                    <a:pt x="1808988" y="2148364"/>
                    <a:pt x="1457706" y="2187797"/>
                    <a:pt x="838200" y="2257425"/>
                  </a:cubicBezTo>
                  <a:cubicBezTo>
                    <a:pt x="492157" y="2296287"/>
                    <a:pt x="201930" y="2294858"/>
                    <a:pt x="0" y="2286000"/>
                  </a:cubicBezTo>
                  <a:cubicBezTo>
                    <a:pt x="341186" y="2293715"/>
                    <a:pt x="645128" y="2308003"/>
                    <a:pt x="904875" y="2324100"/>
                  </a:cubicBezTo>
                  <a:cubicBezTo>
                    <a:pt x="1214533" y="2343245"/>
                    <a:pt x="1387793" y="2360295"/>
                    <a:pt x="1597152" y="2448211"/>
                  </a:cubicBezTo>
                  <a:cubicBezTo>
                    <a:pt x="1712214" y="2496502"/>
                    <a:pt x="1849850" y="2554319"/>
                    <a:pt x="1971675" y="2676525"/>
                  </a:cubicBezTo>
                  <a:cubicBezTo>
                    <a:pt x="2044922" y="2750058"/>
                    <a:pt x="2187988" y="2922556"/>
                    <a:pt x="2257425" y="3619500"/>
                  </a:cubicBezTo>
                  <a:cubicBezTo>
                    <a:pt x="2280190" y="3847624"/>
                    <a:pt x="2298478" y="4167092"/>
                    <a:pt x="2276475" y="4552950"/>
                  </a:cubicBezTo>
                  <a:cubicBezTo>
                    <a:pt x="2252758" y="4053745"/>
                    <a:pt x="2307717" y="3653219"/>
                    <a:pt x="2362200" y="3381375"/>
                  </a:cubicBezTo>
                  <a:cubicBezTo>
                    <a:pt x="2440972" y="2988183"/>
                    <a:pt x="2483739" y="2788349"/>
                    <a:pt x="2647950" y="2628900"/>
                  </a:cubicBezTo>
                  <a:cubicBezTo>
                    <a:pt x="2704529" y="2573941"/>
                    <a:pt x="2867406" y="2433257"/>
                    <a:pt x="3657600" y="2352675"/>
                  </a:cubicBezTo>
                  <a:cubicBezTo>
                    <a:pt x="4034600" y="2314194"/>
                    <a:pt x="4352259" y="2310098"/>
                    <a:pt x="4581525" y="2314575"/>
                  </a:cubicBezTo>
                  <a:cubicBezTo>
                    <a:pt x="4451700" y="2305622"/>
                    <a:pt x="3412141" y="2292287"/>
                    <a:pt x="3198209" y="2238756"/>
                  </a:cubicBezTo>
                  <a:cubicBezTo>
                    <a:pt x="3029331" y="2196465"/>
                    <a:pt x="2759393" y="2128933"/>
                    <a:pt x="2571750" y="1905000"/>
                  </a:cubicBezTo>
                  <a:cubicBezTo>
                    <a:pt x="2459831" y="1771460"/>
                    <a:pt x="2406396" y="1621536"/>
                    <a:pt x="2362200" y="1247775"/>
                  </a:cubicBezTo>
                  <a:cubicBezTo>
                    <a:pt x="2326100" y="941642"/>
                    <a:pt x="2292953" y="517684"/>
                    <a:pt x="2305050" y="0"/>
                  </a:cubicBez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 cap="flat">
              <a:noFill/>
              <a:prstDash val="solid"/>
              <a:miter lim="800000"/>
            </a:ln>
          </p:spPr>
          <p:txBody>
            <a:bodyPr vert="horz" anchor="ctr" tIns="45720" lIns="91440" bIns="45720" rIns="91440"/>
            <a:p>
              <a:pPr algn="l" marL="0"/>
            </a:p>
          </p:txBody>
        </p:sp>
      </p:grpSp>
      <p:sp>
        <p:nvSpPr>
          <p:cNvPr name="AutoShape 9" id="9"/>
          <p:cNvSpPr/>
          <p:nvPr>
            <p:ph type="title"/>
          </p:nvPr>
        </p:nvSpPr>
        <p:spPr>
          <a:xfrm>
            <a:off x="3180889" y="1634649"/>
            <a:ext cx="5817522" cy="2249757"/>
          </a:xfrm>
          <a:prstGeom prst="rect">
            <a:avLst/>
          </a:prstGeom>
        </p:spPr>
        <p:txBody>
          <a:bodyPr vert="horz" anchor="b" wrap="square" tIns="45720" lIns="91440" bIns="45720" rIns="91440">
            <a:normAutofit/>
          </a:bodyPr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b="true" i="false" sz="5400" baseline="0" u="none">
                <a:solidFill>
                  <a:schemeClr val="tx1"/>
                </a:solidFill>
                <a:latin typeface="Arial"/>
                <a:ea typeface="Arial"/>
              </a:rPr>
              <a:t>Click to add title</a:t>
            </a:r>
          </a:p>
        </p:txBody>
      </p:sp>
    </p:spTree>
  </p:cSld>
  <p:clrMapOvr>
    <a:overrideClrMapping accent6="accent6" accent4="accent4" accent5="accent5" accent2="accent2" accent3="accent3" accent1="accent1" bg2="lt2" tx1="dk1" bg1="lt1" hlink="hlink" tx2="dk2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Relationship Id="rId3" Target="../media/image1.png" Type="http://schemas.openxmlformats.org/officeDocument/2006/relationships/image"/><Relationship Id="rId4" Target="../slideLayouts/slideLayout2.xml" Type="http://schemas.openxmlformats.org/officeDocument/2006/relationships/slideLayout"/><Relationship Id="rId5" Target="../slideLayouts/slideLayout3.xml" Type="http://schemas.openxmlformats.org/officeDocument/2006/relationships/slideLayout"/><Relationship Id="rId6" Target="../slideLayouts/slideLayout4.xml" Type="http://schemas.openxmlformats.org/officeDocument/2006/relationships/slideLayout"/><Relationship Id="rId7" Target="../slideLayouts/slideLayout5.xml" Type="http://schemas.openxmlformats.org/officeDocument/2006/relationships/slideLayout"/><Relationship Id="rId8" Target="../slideLayouts/slideLayout6.xml" Type="http://schemas.openxmlformats.org/officeDocument/2006/relationships/slideLayout"/><Relationship Id="rId9" Target="../slideLayouts/slideLayout7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image1.png" id="2"/>
          <p:cNvPicPr>
            <a:picLocks noChangeAspect="true"/>
          </p:cNvPicPr>
          <p:nvPr/>
        </p:nvPicPr>
        <p:blipFill>
          <a:blip r:embed="rId3">
            <a:alphaModFix amt="50000"/>
          </a:blip>
          <a:srcRect b="47387" r="42569"/>
          <a:stretch>
            <a:fillRect t="0" l="0" b="0" r="0"/>
          </a:stretch>
        </p:blipFill>
        <p:spPr>
          <a:xfrm>
            <a:off x="8797886" y="3453722"/>
            <a:ext cx="3394114" cy="3404278"/>
          </a:xfrm>
          <a:custGeom>
            <a:pathLst>
              <a:path w="3394114" h="3404278" stroke="true" fill="norm" extrusionOk="true">
                <a:moveTo>
                  <a:pt x="0" y="0"/>
                </a:moveTo>
                <a:lnTo>
                  <a:pt x="3394114" y="0"/>
                </a:lnTo>
                <a:lnTo>
                  <a:pt x="3394114" y="3404278"/>
                </a:lnTo>
                <a:lnTo>
                  <a:pt x="0" y="3404278"/>
                </a:lnTo>
                <a:close/>
              </a:path>
            </a:pathLst>
          </a:custGeom>
        </p:spPr>
      </p:pic>
      <p:sp>
        <p:nvSpPr>
          <p:cNvPr name="AutoShape 3" id="3"/>
          <p:cNvSpPr/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  <a:buNone/>
            </a:pPr>
            <a:r>
              <a:rPr lang="en-US" b="true" i="false" sz="2800" baseline="0" u="none">
                <a:solidFill>
                  <a:schemeClr val="tx1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name="AutoShape 4" id="4"/>
          <p:cNvSpPr/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anchor="t" tIns="45720" lIns="91440" bIns="45720" rIns="91440">
            <a:normAutofit/>
          </a:bodyPr>
          <a:p>
            <a:pPr algn="l" indent="-228600" marL="228600">
              <a:lnSpc>
                <a:spcPct val="120000"/>
              </a:lnSpc>
              <a:spcBef>
                <a:spcPts val="1000"/>
              </a:spcBef>
              <a:buNone/>
            </a:pPr>
            <a:r>
              <a:rPr lang="en-US" b="false" i="false" sz="1800" baseline="0" u="none">
                <a:solidFill>
                  <a:schemeClr val="tx1"/>
                </a:solidFill>
                <a:latin typeface="Arial"/>
                <a:ea typeface="Arial"/>
              </a:rPr>
              <a:t>Click to add text</a:t>
            </a:r>
          </a:p>
          <a:p>
            <a:pPr algn="l" indent="-228600" lvl="1" marL="68580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b="false" i="false" sz="1600" baseline="0" u="none">
                <a:solidFill>
                  <a:schemeClr val="tx1"/>
                </a:solidFill>
                <a:latin typeface="Arial"/>
                <a:ea typeface="Arial"/>
              </a:rPr>
              <a:t>Second level</a:t>
            </a:r>
          </a:p>
          <a:p>
            <a:pPr algn="l" indent="-228600" lvl="2" marL="114300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b="false" i="false" sz="1400" baseline="0" u="none">
                <a:solidFill>
                  <a:schemeClr val="tx1"/>
                </a:solidFill>
                <a:latin typeface="Arial"/>
                <a:ea typeface="Arial"/>
              </a:rPr>
              <a:t>Third level</a:t>
            </a:r>
          </a:p>
          <a:p>
            <a:pPr algn="l" indent="-228600" lvl="3" marL="160020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b="false" i="false" sz="1200" baseline="0" u="none">
                <a:solidFill>
                  <a:schemeClr val="tx1"/>
                </a:solidFill>
                <a:latin typeface="Arial"/>
                <a:ea typeface="Arial"/>
              </a:rPr>
              <a:t>Fourth level</a:t>
            </a:r>
          </a:p>
          <a:p>
            <a:pPr algn="l" indent="-228600" lvl="4" marL="205740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b="false" i="false" sz="1200" baseline="0" u="none">
                <a:solidFill>
                  <a:schemeClr val="tx1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name="AutoShape 5" id="5"/>
          <p:cNvSpPr/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anchor="ctr" tIns="45720" lIns="91440" bIns="45720" rIns="91440"/>
          <a:p>
            <a:pPr algn="l" marL="0">
              <a:buNone/>
            </a:pPr>
          </a:p>
        </p:txBody>
      </p:sp>
      <p:sp>
        <p:nvSpPr>
          <p:cNvPr name="AutoShape 6" id="6"/>
          <p:cNvSpPr/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anchor="ctr" tIns="45720" lIns="91440" bIns="45720" rIns="91440"/>
          <a:p>
            <a:pPr algn="l" marL="0">
              <a:buNone/>
            </a:pPr>
          </a:p>
        </p:txBody>
      </p:sp>
      <p:sp>
        <p:nvSpPr>
          <p:cNvPr name="AutoShape 7" id="7"/>
          <p:cNvSpPr/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anchor="ctr" tIns="45720" lIns="91440" bIns="45720" rIns="91440"/>
          <a:p>
            <a:pPr algn="l" marL="0">
              <a:buNone/>
            </a:pPr>
            <a:fld type="slidenum" id="{3386411A-70EE-422D-B97C-F56BEE3FF077}">
              <a:rPr lang="en-US" b="false" i="false" sz="1800" baseline="0" u="none">
                <a:solidFill>
                  <a:schemeClr val="tx1"/>
                </a:solidFill>
                <a:latin typeface="Arial"/>
                <a:ea typeface="Arial"/>
              </a:rPr>
              <a:t>‹#›</a:t>
            </a:fld>
          </a:p>
        </p:txBody>
      </p:sp>
      <p:sp>
        <p:nvSpPr>
          <p:cNvPr name="Freeform 8" id="8"/>
          <p:cNvSpPr/>
          <p:nvPr/>
        </p:nvSpPr>
        <p:spPr>
          <a:xfrm>
            <a:off x="10495899" y="203803"/>
            <a:ext cx="1443500" cy="1434497"/>
          </a:xfrm>
          <a:custGeom>
            <a:avLst/>
            <a:gdLst/>
            <a:ahLst/>
            <a:cxnLst/>
            <a:rect r="r" b="b" t="t" l="l"/>
            <a:pathLst>
              <a:path w="4581524" h="4552950" stroke="true" fill="norm" extrusionOk="true">
                <a:moveTo>
                  <a:pt x="2305050" y="0"/>
                </a:moveTo>
                <a:cubicBezTo>
                  <a:pt x="2303526" y="225076"/>
                  <a:pt x="2292953" y="558737"/>
                  <a:pt x="2247900" y="962025"/>
                </a:cubicBezTo>
                <a:cubicBezTo>
                  <a:pt x="2191036" y="1471517"/>
                  <a:pt x="2159889" y="1729454"/>
                  <a:pt x="2028825" y="1885950"/>
                </a:cubicBezTo>
                <a:cubicBezTo>
                  <a:pt x="1808988" y="2148364"/>
                  <a:pt x="1457706" y="2187797"/>
                  <a:pt x="838200" y="2257425"/>
                </a:cubicBezTo>
                <a:cubicBezTo>
                  <a:pt x="492157" y="2296287"/>
                  <a:pt x="201930" y="2294858"/>
                  <a:pt x="0" y="2286000"/>
                </a:cubicBezTo>
                <a:cubicBezTo>
                  <a:pt x="341186" y="2293715"/>
                  <a:pt x="645128" y="2308003"/>
                  <a:pt x="904875" y="2324100"/>
                </a:cubicBezTo>
                <a:cubicBezTo>
                  <a:pt x="1214533" y="2343245"/>
                  <a:pt x="1387793" y="2360295"/>
                  <a:pt x="1597152" y="2448211"/>
                </a:cubicBezTo>
                <a:cubicBezTo>
                  <a:pt x="1712214" y="2496502"/>
                  <a:pt x="1849850" y="2554319"/>
                  <a:pt x="1971675" y="2676525"/>
                </a:cubicBezTo>
                <a:cubicBezTo>
                  <a:pt x="2044922" y="2750058"/>
                  <a:pt x="2187988" y="2922556"/>
                  <a:pt x="2257425" y="3619500"/>
                </a:cubicBezTo>
                <a:cubicBezTo>
                  <a:pt x="2280190" y="3847624"/>
                  <a:pt x="2298478" y="4167092"/>
                  <a:pt x="2276475" y="4552950"/>
                </a:cubicBezTo>
                <a:cubicBezTo>
                  <a:pt x="2252758" y="4053745"/>
                  <a:pt x="2307717" y="3653219"/>
                  <a:pt x="2362200" y="3381375"/>
                </a:cubicBezTo>
                <a:cubicBezTo>
                  <a:pt x="2440972" y="2988183"/>
                  <a:pt x="2483739" y="2788349"/>
                  <a:pt x="2647950" y="2628900"/>
                </a:cubicBezTo>
                <a:cubicBezTo>
                  <a:pt x="2704529" y="2573941"/>
                  <a:pt x="2867406" y="2433257"/>
                  <a:pt x="3657600" y="2352675"/>
                </a:cubicBezTo>
                <a:cubicBezTo>
                  <a:pt x="4034600" y="2314194"/>
                  <a:pt x="4352259" y="2310098"/>
                  <a:pt x="4581525" y="2314575"/>
                </a:cubicBezTo>
                <a:cubicBezTo>
                  <a:pt x="4451700" y="2305622"/>
                  <a:pt x="3412141" y="2292287"/>
                  <a:pt x="3198209" y="2238756"/>
                </a:cubicBezTo>
                <a:cubicBezTo>
                  <a:pt x="3029331" y="2196465"/>
                  <a:pt x="2759393" y="2128933"/>
                  <a:pt x="2571750" y="1905000"/>
                </a:cubicBezTo>
                <a:cubicBezTo>
                  <a:pt x="2459831" y="1771460"/>
                  <a:pt x="2406396" y="1621536"/>
                  <a:pt x="2362200" y="1247775"/>
                </a:cubicBezTo>
                <a:cubicBezTo>
                  <a:pt x="2326100" y="941642"/>
                  <a:pt x="2292953" y="517684"/>
                  <a:pt x="2305050" y="0"/>
                </a:cubicBezTo>
                <a:close/>
              </a:path>
            </a:pathLst>
          </a:custGeom>
          <a:solidFill>
            <a:schemeClr val="bg2">
              <a:lumMod val="10000"/>
            </a:schemeClr>
          </a:solidFill>
          <a:ln cap="flat">
            <a:noFill/>
            <a:prstDash val="solid"/>
            <a:miter lim="800000"/>
          </a:ln>
        </p:spPr>
        <p:txBody>
          <a:bodyPr vert="horz" anchor="ctr" tIns="45720" lIns="91440" bIns="45720" rIns="91440"/>
          <a:p>
            <a:pPr algn="l" marL="0"/>
          </a:p>
        </p:txBody>
      </p:sp>
      <p:sp>
        <p:nvSpPr>
          <p:cNvPr name="Freeform 9" id="9"/>
          <p:cNvSpPr/>
          <p:nvPr/>
        </p:nvSpPr>
        <p:spPr>
          <a:xfrm>
            <a:off x="0" y="5390047"/>
            <a:ext cx="1026042" cy="1019643"/>
          </a:xfrm>
          <a:custGeom>
            <a:avLst/>
            <a:gdLst/>
            <a:ahLst/>
            <a:cxnLst/>
            <a:rect r="r" b="b" t="t" l="l"/>
            <a:pathLst>
              <a:path w="4581524" h="4552950" stroke="true" fill="norm" extrusionOk="true">
                <a:moveTo>
                  <a:pt x="2305050" y="0"/>
                </a:moveTo>
                <a:cubicBezTo>
                  <a:pt x="2303526" y="225076"/>
                  <a:pt x="2292953" y="558737"/>
                  <a:pt x="2247900" y="962025"/>
                </a:cubicBezTo>
                <a:cubicBezTo>
                  <a:pt x="2191036" y="1471517"/>
                  <a:pt x="2159889" y="1729454"/>
                  <a:pt x="2028825" y="1885950"/>
                </a:cubicBezTo>
                <a:cubicBezTo>
                  <a:pt x="1808988" y="2148364"/>
                  <a:pt x="1457706" y="2187797"/>
                  <a:pt x="838200" y="2257425"/>
                </a:cubicBezTo>
                <a:cubicBezTo>
                  <a:pt x="492157" y="2296287"/>
                  <a:pt x="201930" y="2294858"/>
                  <a:pt x="0" y="2286000"/>
                </a:cubicBezTo>
                <a:cubicBezTo>
                  <a:pt x="341186" y="2293715"/>
                  <a:pt x="645128" y="2308003"/>
                  <a:pt x="904875" y="2324100"/>
                </a:cubicBezTo>
                <a:cubicBezTo>
                  <a:pt x="1214533" y="2343245"/>
                  <a:pt x="1387793" y="2360295"/>
                  <a:pt x="1597152" y="2448211"/>
                </a:cubicBezTo>
                <a:cubicBezTo>
                  <a:pt x="1712214" y="2496502"/>
                  <a:pt x="1849850" y="2554319"/>
                  <a:pt x="1971675" y="2676525"/>
                </a:cubicBezTo>
                <a:cubicBezTo>
                  <a:pt x="2044922" y="2750058"/>
                  <a:pt x="2187988" y="2922556"/>
                  <a:pt x="2257425" y="3619500"/>
                </a:cubicBezTo>
                <a:cubicBezTo>
                  <a:pt x="2280190" y="3847624"/>
                  <a:pt x="2298478" y="4167092"/>
                  <a:pt x="2276475" y="4552950"/>
                </a:cubicBezTo>
                <a:cubicBezTo>
                  <a:pt x="2252758" y="4053745"/>
                  <a:pt x="2307717" y="3653219"/>
                  <a:pt x="2362200" y="3381375"/>
                </a:cubicBezTo>
                <a:cubicBezTo>
                  <a:pt x="2440972" y="2988183"/>
                  <a:pt x="2483739" y="2788349"/>
                  <a:pt x="2647950" y="2628900"/>
                </a:cubicBezTo>
                <a:cubicBezTo>
                  <a:pt x="2704529" y="2573941"/>
                  <a:pt x="2867406" y="2433257"/>
                  <a:pt x="3657600" y="2352675"/>
                </a:cubicBezTo>
                <a:cubicBezTo>
                  <a:pt x="4034600" y="2314194"/>
                  <a:pt x="4352259" y="2310098"/>
                  <a:pt x="4581525" y="2314575"/>
                </a:cubicBezTo>
                <a:cubicBezTo>
                  <a:pt x="4451700" y="2305622"/>
                  <a:pt x="3412141" y="2292287"/>
                  <a:pt x="3198209" y="2238756"/>
                </a:cubicBezTo>
                <a:cubicBezTo>
                  <a:pt x="3029331" y="2196465"/>
                  <a:pt x="2759393" y="2128933"/>
                  <a:pt x="2571750" y="1905000"/>
                </a:cubicBezTo>
                <a:cubicBezTo>
                  <a:pt x="2459831" y="1771460"/>
                  <a:pt x="2406396" y="1621536"/>
                  <a:pt x="2362200" y="1247775"/>
                </a:cubicBezTo>
                <a:cubicBezTo>
                  <a:pt x="2326100" y="941642"/>
                  <a:pt x="2292953" y="517684"/>
                  <a:pt x="2305050" y="0"/>
                </a:cubicBezTo>
                <a:close/>
              </a:path>
            </a:pathLst>
          </a:custGeom>
          <a:solidFill>
            <a:schemeClr val="bg2">
              <a:lumMod val="10000"/>
            </a:schemeClr>
          </a:solidFill>
          <a:ln cap="flat">
            <a:noFill/>
            <a:prstDash val="solid"/>
            <a:miter lim="800000"/>
          </a:ln>
        </p:spPr>
        <p:txBody>
          <a:bodyPr vert="horz" anchor="ctr" tIns="45720" lIns="91440" bIns="45720" rIns="91440"/>
          <a:p>
            <a:pPr algn="l" marL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chemeClr val="accent1">
            <a:alpha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ctrTitle"/>
          </p:nvPr>
        </p:nvSpPr>
        <p:spPr>
          <a:xfrm>
            <a:off x="2509834" y="2398597"/>
            <a:ext cx="7172331" cy="1446550"/>
          </a:xfrm>
        </p:spPr>
        <p:txBody>
          <a:bodyPr vert="horz" anchor="b" tIns="45720" lIns="91440" bIns="45720" rIns="91440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br>
              <a:rPr/>
            </a:br>
            <a:r>
              <a:rPr lang="zh-CN" b="true" i="false" sz="4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AI智能生成PPT演示文稿</a:t>
            </a:r>
          </a:p>
        </p:txBody>
      </p:sp>
      <p:sp>
        <p:nvSpPr>
          <p:cNvPr name="AutoShape 3" id="3"/>
          <p:cNvSpPr/>
          <p:nvPr>
            <p:ph type="subTitle" sz="quarter" idx="1"/>
          </p:nvPr>
        </p:nvSpPr>
        <p:spPr>
          <a:xfrm>
            <a:off x="2509834" y="4076383"/>
            <a:ext cx="7172331" cy="643351"/>
          </a:xfrm>
        </p:spPr>
        <p:txBody>
          <a:bodyPr vert="horz" anchor="t" tIns="45720" lIns="91440" bIns="45720" rIns="91440"/>
          <a:p>
            <a:pPr algn="ctr" indent="0" marL="0">
              <a:lnSpc>
                <a:spcPct val="100000"/>
              </a:lnSpc>
              <a:spcBef>
                <a:spcPts val="1000"/>
              </a:spcBef>
              <a:buNone/>
            </a:pPr>
            <a:r>
              <a:rPr lang="zh-CN" b="false" i="false" sz="20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汇报人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chemeClr val="accent1">
            <a:alpha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68430" y="89035"/>
            <a:ext cx="2723823" cy="923330"/>
          </a:xfrm>
          <a:prstGeom prst="rect">
            <a:avLst/>
          </a:prstGeom>
          <a:noFill/>
          <a:ln>
            <a:noFill/>
          </a:ln>
        </p:spPr>
        <p:txBody>
          <a:bodyPr vert="horz" anchor="t" wrap="none" tIns="45720" lIns="91440" bIns="45720" rIns="91440">
            <a:spAutoFit/>
          </a:bodyPr>
          <a:p>
            <a:pPr algn="l" marL="0"/>
            <a:r>
              <a:rPr lang="en-US" b="true" i="false" sz="5400" baseline="0" u="none">
                <a:solidFill>
                  <a:schemeClr val="bg1"/>
                </a:solidFill>
                <a:latin typeface="Arial"/>
                <a:ea typeface="Arial"/>
              </a:rPr>
              <a:t>Agenda</a:t>
            </a:r>
          </a:p>
        </p:txBody>
      </p:sp>
      <p:sp>
        <p:nvSpPr>
          <p:cNvPr name="AutoShape 3" id="3"/>
          <p:cNvSpPr/>
          <p:nvPr/>
        </p:nvSpPr>
        <p:spPr>
          <a:xfrm>
            <a:off x="750753" y="2820049"/>
            <a:ext cx="2986048" cy="400110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/>
            <a:r>
              <a:rPr lang="zh-CN" b="true" i="false" sz="20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引言</a:t>
            </a:r>
          </a:p>
        </p:txBody>
      </p:sp>
      <p:cxnSp>
        <p:nvCxnSpPr>
          <p:cNvPr name="Connector 4" id="4"/>
          <p:cNvCxnSpPr/>
          <p:nvPr/>
        </p:nvCxnSpPr>
        <p:spPr>
          <a:xfrm>
            <a:off x="750753" y="2707439"/>
            <a:ext cx="2986049" cy="0"/>
          </a:xfrm>
          <a:prstGeom prst="straightConnector1">
            <a:avLst/>
          </a:prstGeom>
          <a:ln w="25400">
            <a:solidFill>
              <a:schemeClr val="accent1"/>
            </a:solidFill>
          </a:ln>
        </p:spPr>
      </p:cxnSp>
      <p:sp>
        <p:nvSpPr>
          <p:cNvPr name="TextBox 5" id="5"/>
          <p:cNvSpPr txBox="true"/>
          <p:nvPr/>
        </p:nvSpPr>
        <p:spPr>
          <a:xfrm>
            <a:off x="750753" y="1403317"/>
            <a:ext cx="1441420" cy="1446550"/>
          </a:xfrm>
          <a:prstGeom prst="rect">
            <a:avLst/>
          </a:prstGeom>
          <a:noFill/>
        </p:spPr>
        <p:txBody>
          <a:bodyPr anchor="ctr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8800" baseline="0" u="none">
                <a:solidFill>
                  <a:schemeClr val="accent1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>
            <a:off x="4654580" y="2820049"/>
            <a:ext cx="2986048" cy="400110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/>
            <a:r>
              <a:rPr lang="zh-CN" b="true" i="false" sz="20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技术原理</a:t>
            </a:r>
          </a:p>
        </p:txBody>
      </p:sp>
      <p:cxnSp>
        <p:nvCxnSpPr>
          <p:cNvPr name="Connector 7" id="7"/>
          <p:cNvCxnSpPr/>
          <p:nvPr/>
        </p:nvCxnSpPr>
        <p:spPr>
          <a:xfrm>
            <a:off x="4654580" y="2707439"/>
            <a:ext cx="2986049" cy="0"/>
          </a:xfrm>
          <a:prstGeom prst="straightConnector1">
            <a:avLst/>
          </a:prstGeom>
          <a:ln w="25400">
            <a:solidFill>
              <a:schemeClr val="accent2"/>
            </a:solidFill>
          </a:ln>
        </p:spPr>
      </p:cxnSp>
      <p:sp>
        <p:nvSpPr>
          <p:cNvPr name="TextBox 8" id="8"/>
          <p:cNvSpPr txBox="true"/>
          <p:nvPr/>
        </p:nvSpPr>
        <p:spPr>
          <a:xfrm>
            <a:off x="4654580" y="1403317"/>
            <a:ext cx="1441420" cy="1446550"/>
          </a:xfrm>
          <a:prstGeom prst="rect">
            <a:avLst/>
          </a:prstGeom>
          <a:noFill/>
        </p:spPr>
        <p:txBody>
          <a:bodyPr anchor="ctr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8800" baseline="0" u="none">
                <a:solidFill>
                  <a:schemeClr val="accent2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8455201" y="2796212"/>
            <a:ext cx="2986048" cy="400110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/>
            <a:r>
              <a:rPr lang="zh-CN" b="true" i="false" sz="20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主要功能</a:t>
            </a:r>
          </a:p>
        </p:txBody>
      </p:sp>
      <p:cxnSp>
        <p:nvCxnSpPr>
          <p:cNvPr name="Connector 10" id="10"/>
          <p:cNvCxnSpPr/>
          <p:nvPr/>
        </p:nvCxnSpPr>
        <p:spPr>
          <a:xfrm>
            <a:off x="8455201" y="2683602"/>
            <a:ext cx="2986049" cy="0"/>
          </a:xfrm>
          <a:prstGeom prst="straightConnector1">
            <a:avLst/>
          </a:prstGeom>
          <a:ln w="25400">
            <a:solidFill>
              <a:schemeClr val="accent1"/>
            </a:solidFill>
          </a:ln>
        </p:spPr>
      </p:cxnSp>
      <p:sp>
        <p:nvSpPr>
          <p:cNvPr name="TextBox 11" id="11"/>
          <p:cNvSpPr txBox="true"/>
          <p:nvPr/>
        </p:nvSpPr>
        <p:spPr>
          <a:xfrm>
            <a:off x="8455201" y="1379480"/>
            <a:ext cx="1441420" cy="1446550"/>
          </a:xfrm>
          <a:prstGeom prst="rect">
            <a:avLst/>
          </a:prstGeom>
          <a:noFill/>
        </p:spPr>
        <p:txBody>
          <a:bodyPr anchor="ctr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8800" baseline="0" u="none">
                <a:solidFill>
                  <a:schemeClr val="accent1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>
            <a:off x="578856" y="105370"/>
            <a:ext cx="2723823" cy="923330"/>
          </a:xfrm>
          <a:prstGeom prst="rect">
            <a:avLst/>
          </a:prstGeom>
          <a:noFill/>
          <a:ln>
            <a:noFill/>
          </a:ln>
        </p:spPr>
        <p:txBody>
          <a:bodyPr vert="horz" anchor="t" wrap="none" tIns="45720" lIns="91440" bIns="45720" rIns="91440">
            <a:spAutoFit/>
          </a:bodyPr>
          <a:p>
            <a:pPr algn="l" marL="0"/>
            <a:r>
              <a:rPr lang="en-US" b="true" i="false" sz="5400" baseline="0" u="none">
                <a:solidFill>
                  <a:schemeClr val="accent1"/>
                </a:solidFill>
                <a:latin typeface="Arial"/>
                <a:ea typeface="Arial"/>
              </a:rPr>
              <a:t>Agenda</a:t>
            </a:r>
          </a:p>
        </p:txBody>
      </p:sp>
      <p:sp>
        <p:nvSpPr>
          <p:cNvPr name="AutoShape 13" id="13"/>
          <p:cNvSpPr/>
          <p:nvPr/>
        </p:nvSpPr>
        <p:spPr>
          <a:xfrm>
            <a:off x="665497" y="982981"/>
            <a:ext cx="3820119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4" id="14"/>
          <p:cNvSpPr/>
          <p:nvPr/>
        </p:nvSpPr>
        <p:spPr>
          <a:xfrm>
            <a:off x="665497" y="4976753"/>
            <a:ext cx="2986048" cy="400110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/>
            <a:r>
              <a:rPr lang="zh-CN" b="true" i="false" sz="20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应用案例</a:t>
            </a:r>
          </a:p>
        </p:txBody>
      </p:sp>
      <p:cxnSp>
        <p:nvCxnSpPr>
          <p:cNvPr name="Connector 15" id="15"/>
          <p:cNvCxnSpPr/>
          <p:nvPr/>
        </p:nvCxnSpPr>
        <p:spPr>
          <a:xfrm>
            <a:off x="665497" y="4864143"/>
            <a:ext cx="2986049" cy="0"/>
          </a:xfrm>
          <a:prstGeom prst="straightConnector1">
            <a:avLst/>
          </a:prstGeom>
          <a:ln w="25400">
            <a:solidFill>
              <a:schemeClr val="accent2"/>
            </a:solidFill>
          </a:ln>
        </p:spPr>
      </p:cxnSp>
      <p:sp>
        <p:nvSpPr>
          <p:cNvPr name="TextBox 16" id="16"/>
          <p:cNvSpPr txBox="true"/>
          <p:nvPr/>
        </p:nvSpPr>
        <p:spPr>
          <a:xfrm>
            <a:off x="665497" y="3560021"/>
            <a:ext cx="1441420" cy="1446550"/>
          </a:xfrm>
          <a:prstGeom prst="rect">
            <a:avLst/>
          </a:prstGeom>
          <a:noFill/>
        </p:spPr>
        <p:txBody>
          <a:bodyPr anchor="ctr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8800" baseline="0" u="none">
                <a:solidFill>
                  <a:schemeClr val="accent2"/>
                </a:solidFill>
                <a:latin typeface="Arial"/>
                <a:ea typeface="Arial"/>
              </a:rPr>
              <a:t>04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>
            <a:off x="4578380" y="4976753"/>
            <a:ext cx="2986048" cy="400110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/>
            <a:r>
              <a:rPr lang="zh-CN" b="true" i="false" sz="20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未来展望</a:t>
            </a:r>
          </a:p>
        </p:txBody>
      </p:sp>
      <p:cxnSp>
        <p:nvCxnSpPr>
          <p:cNvPr name="Connector 18" id="18"/>
          <p:cNvCxnSpPr/>
          <p:nvPr/>
        </p:nvCxnSpPr>
        <p:spPr>
          <a:xfrm>
            <a:off x="4578380" y="4864143"/>
            <a:ext cx="2986049" cy="0"/>
          </a:xfrm>
          <a:prstGeom prst="straightConnector1">
            <a:avLst/>
          </a:prstGeom>
          <a:ln w="25400">
            <a:solidFill>
              <a:schemeClr val="accent1"/>
            </a:solidFill>
          </a:ln>
        </p:spPr>
      </p:cxnSp>
      <p:sp>
        <p:nvSpPr>
          <p:cNvPr name="TextBox 19" id="19"/>
          <p:cNvSpPr txBox="true"/>
          <p:nvPr/>
        </p:nvSpPr>
        <p:spPr>
          <a:xfrm>
            <a:off x="4578380" y="3560021"/>
            <a:ext cx="1441420" cy="1446550"/>
          </a:xfrm>
          <a:prstGeom prst="rect">
            <a:avLst/>
          </a:prstGeom>
          <a:noFill/>
        </p:spPr>
        <p:txBody>
          <a:bodyPr anchor="ctr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8800" baseline="0" u="none">
                <a:solidFill>
                  <a:srgbClr val="F16F97"/>
                </a:solidFill>
                <a:latin typeface="Arial"/>
                <a:ea typeface="Arial"/>
              </a:rPr>
              <a:t>05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>
            <a:off x="8479682" y="4976753"/>
            <a:ext cx="2986048" cy="400110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/>
            <a:r>
              <a:rPr lang="zh-CN" b="true" i="false" sz="20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结论</a:t>
            </a:r>
          </a:p>
        </p:txBody>
      </p:sp>
      <p:cxnSp>
        <p:nvCxnSpPr>
          <p:cNvPr name="Connector 21" id="21"/>
          <p:cNvCxnSpPr/>
          <p:nvPr/>
        </p:nvCxnSpPr>
        <p:spPr>
          <a:xfrm>
            <a:off x="8479682" y="4864143"/>
            <a:ext cx="2986049" cy="0"/>
          </a:xfrm>
          <a:prstGeom prst="straightConnector1">
            <a:avLst/>
          </a:prstGeom>
          <a:ln w="25400">
            <a:solidFill>
              <a:schemeClr val="accent2"/>
            </a:solidFill>
          </a:ln>
        </p:spPr>
      </p:cxnSp>
      <p:sp>
        <p:nvSpPr>
          <p:cNvPr name="TextBox 22" id="22"/>
          <p:cNvSpPr txBox="true"/>
          <p:nvPr/>
        </p:nvSpPr>
        <p:spPr>
          <a:xfrm>
            <a:off x="8479682" y="3560021"/>
            <a:ext cx="1441420" cy="1446550"/>
          </a:xfrm>
          <a:prstGeom prst="rect">
            <a:avLst/>
          </a:prstGeom>
          <a:noFill/>
        </p:spPr>
        <p:txBody>
          <a:bodyPr anchor="ctr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8800" baseline="0" u="none">
                <a:solidFill>
                  <a:schemeClr val="accent2"/>
                </a:solidFill>
                <a:latin typeface="Arial"/>
                <a:ea typeface="Arial"/>
              </a:rPr>
              <a:t>06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chemeClr val="accent1">
            <a:alpha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2883310" y="3274142"/>
            <a:ext cx="5813560" cy="646331"/>
          </a:xfrm>
        </p:spPr>
        <p:txBody>
          <a:bodyPr vert="horz" anchor="t" wrap="square" tIns="45720" lIns="91440" bIns="45720" rIns="91440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b="true" i="false" sz="3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引言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5736" y="2258479"/>
            <a:ext cx="1268360" cy="1015663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6000" baseline="0" u="none">
                <a:solidFill>
                  <a:schemeClr val="tx1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chemeClr val="accent1">
            <a:alpha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/>
          <a:p>
            <a:pPr algn="l">
              <a:lnSpc>
                <a:spcPct val="100000"/>
              </a:lnSpc>
              <a:spcBef>
                <a:spcPct val="0"/>
              </a:spcBef>
              <a:buNone/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什么是AI生成PPT</a:t>
            </a:r>
          </a:p>
        </p:txBody>
      </p:sp>
      <p:sp>
        <p:nvSpPr>
          <p:cNvPr name="AutoShape 3" id="3"/>
          <p:cNvSpPr/>
          <p:nvPr/>
        </p:nvSpPr>
        <p:spPr>
          <a:xfrm>
            <a:off x="660400" y="1799304"/>
            <a:ext cx="3088892" cy="3790336"/>
          </a:xfrm>
          <a:prstGeom prst="round2DiagRect">
            <a:avLst>
              <a:gd name="adj1" fmla="val 24200"/>
              <a:gd name="adj2" fmla="val 0"/>
            </a:avLst>
          </a:prstGeom>
          <a:solidFill>
            <a:schemeClr val="bg1"/>
          </a:solidFill>
          <a:ln cap="flat">
            <a:noFill/>
            <a:prstDash val="solid"/>
            <a:miter lim="800000"/>
          </a:ln>
        </p:spPr>
        <p:txBody>
          <a:bodyPr vert="horz" anchor="ctr" tIns="45720" lIns="91440" bIns="45720" rIns="91440"/>
          <a:p>
            <a:pPr algn="l" marL="0"/>
          </a:p>
        </p:txBody>
      </p:sp>
      <p:sp>
        <p:nvSpPr>
          <p:cNvPr name="TextBox 4" id="4"/>
          <p:cNvSpPr txBox="true"/>
          <p:nvPr/>
        </p:nvSpPr>
        <p:spPr>
          <a:xfrm>
            <a:off x="1798324" y="2117634"/>
            <a:ext cx="813043" cy="769441"/>
          </a:xfrm>
          <a:prstGeom prst="rect">
            <a:avLst/>
          </a:prstGeom>
          <a:noFill/>
        </p:spPr>
        <p:txBody>
          <a:bodyPr anchor="b" rtlCol="false" vert="horz" wrap="none" tIns="45720" lIns="91440" bIns="45720" rIns="91440">
            <a:spAutoFit/>
          </a:bodyPr>
          <a:lstStyle/>
          <a:p>
            <a:pPr algn="ctr" marL="0">
              <a:defRPr/>
            </a:pPr>
            <a:r>
              <a:rPr lang="en-US" b="true" i="false" sz="4400" baseline="0" u="none">
                <a:solidFill>
                  <a:schemeClr val="accent1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>
            <a:off x="874806" y="2994439"/>
            <a:ext cx="2659014" cy="338554"/>
          </a:xfrm>
          <a:prstGeom prst="rect">
            <a:avLst/>
          </a:prstGeom>
          <a:noFill/>
          <a:ln>
            <a:noFill/>
          </a:ln>
        </p:spPr>
        <p:txBody>
          <a:bodyPr vert="horz" anchor="b" wrap="square" tIns="45720" lIns="91440" bIns="45720" rIns="91440">
            <a:spAutoFit/>
          </a:bodyPr>
          <a:p>
            <a:pPr algn="ctr" marL="0">
              <a:lnSpc>
                <a:spcPct val="100000"/>
              </a:lnSpc>
            </a:pPr>
            <a:r>
              <a:rPr lang="zh-CN" b="true" i="false" sz="1600" baseline="0" u="none" altLang="en-US">
                <a:solidFill>
                  <a:schemeClr val="tx1"/>
                </a:solidFill>
                <a:effectLst/>
                <a:latin typeface="微软雅黑"/>
                <a:ea typeface="微软雅黑"/>
              </a:rPr>
              <a:t>定义</a:t>
            </a:r>
          </a:p>
        </p:txBody>
      </p:sp>
      <p:sp>
        <p:nvSpPr>
          <p:cNvPr name="AutoShape 6" id="6"/>
          <p:cNvSpPr/>
          <p:nvPr/>
        </p:nvSpPr>
        <p:spPr>
          <a:xfrm>
            <a:off x="874806" y="3427236"/>
            <a:ext cx="2659014" cy="1177290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ct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AI生成PPT是指利用人工智能技术，通过自然语言处理、图像处理和数据驱动等方法，自动生成演示文稿的过程。</a:t>
            </a:r>
          </a:p>
        </p:txBody>
      </p:sp>
      <p:sp>
        <p:nvSpPr>
          <p:cNvPr name="AutoShape 7" id="7"/>
          <p:cNvSpPr/>
          <p:nvPr/>
        </p:nvSpPr>
        <p:spPr>
          <a:xfrm>
            <a:off x="4558439" y="1781719"/>
            <a:ext cx="3088892" cy="3790336"/>
          </a:xfrm>
          <a:prstGeom prst="round2DiagRect">
            <a:avLst>
              <a:gd name="adj1" fmla="val 24200"/>
              <a:gd name="adj2" fmla="val 0"/>
            </a:avLst>
          </a:prstGeom>
          <a:solidFill>
            <a:schemeClr val="accent1">
              <a:alpha val="10000"/>
            </a:schemeClr>
          </a:solidFill>
          <a:ln cap="flat">
            <a:noFill/>
            <a:prstDash val="solid"/>
            <a:miter lim="800000"/>
          </a:ln>
        </p:spPr>
        <p:txBody>
          <a:bodyPr vert="horz" anchor="ctr" tIns="45720" lIns="91440" bIns="45720" rIns="91440"/>
          <a:p>
            <a:pPr algn="l" marL="0"/>
          </a:p>
        </p:txBody>
      </p:sp>
      <p:sp>
        <p:nvSpPr>
          <p:cNvPr name="TextBox 8" id="8"/>
          <p:cNvSpPr txBox="true"/>
          <p:nvPr/>
        </p:nvSpPr>
        <p:spPr>
          <a:xfrm>
            <a:off x="5696363" y="2100049"/>
            <a:ext cx="813043" cy="769441"/>
          </a:xfrm>
          <a:prstGeom prst="rect">
            <a:avLst/>
          </a:prstGeom>
          <a:noFill/>
        </p:spPr>
        <p:txBody>
          <a:bodyPr anchor="b" rtlCol="false" vert="horz" wrap="none" tIns="45720" lIns="91440" bIns="45720" rIns="91440">
            <a:spAutoFit/>
          </a:bodyPr>
          <a:lstStyle/>
          <a:p>
            <a:pPr algn="ctr" marL="0">
              <a:defRPr/>
            </a:pPr>
            <a:r>
              <a:rPr lang="en-US" b="true" i="false" sz="4400" baseline="0" u="none">
                <a:solidFill>
                  <a:schemeClr val="accent1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4772845" y="2976854"/>
            <a:ext cx="2659014" cy="338554"/>
          </a:xfrm>
          <a:prstGeom prst="rect">
            <a:avLst/>
          </a:prstGeom>
          <a:noFill/>
          <a:ln>
            <a:noFill/>
          </a:ln>
        </p:spPr>
        <p:txBody>
          <a:bodyPr vert="horz" anchor="b" wrap="square" tIns="45720" lIns="91440" bIns="45720" rIns="91440">
            <a:spAutoFit/>
          </a:bodyPr>
          <a:p>
            <a:pPr algn="ctr" marL="0">
              <a:lnSpc>
                <a:spcPct val="100000"/>
              </a:lnSpc>
            </a:pPr>
            <a:r>
              <a:rPr lang="zh-CN" b="true" i="false" sz="1600" baseline="0" u="none" altLang="en-US">
                <a:solidFill>
                  <a:schemeClr val="tx1"/>
                </a:solidFill>
                <a:effectLst/>
                <a:latin typeface="微软雅黑"/>
                <a:ea typeface="微软雅黑"/>
              </a:rPr>
              <a:t>发展历程</a:t>
            </a:r>
          </a:p>
        </p:txBody>
      </p:sp>
      <p:sp>
        <p:nvSpPr>
          <p:cNvPr name="AutoShape 10" id="10"/>
          <p:cNvSpPr/>
          <p:nvPr/>
        </p:nvSpPr>
        <p:spPr>
          <a:xfrm>
            <a:off x="4772845" y="3427236"/>
            <a:ext cx="2659014" cy="1177290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ct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AI生成PPT技术起源于2010年代初期，随着深度学习和自然语言处理技术的进步，逐渐从简单的模板生成发展到复杂的智能生成。</a:t>
            </a:r>
          </a:p>
        </p:txBody>
      </p:sp>
      <p:sp>
        <p:nvSpPr>
          <p:cNvPr name="AutoShape 11" id="11"/>
          <p:cNvSpPr/>
          <p:nvPr/>
        </p:nvSpPr>
        <p:spPr>
          <a:xfrm>
            <a:off x="8443243" y="1737758"/>
            <a:ext cx="3088892" cy="3790336"/>
          </a:xfrm>
          <a:prstGeom prst="round2DiagRect">
            <a:avLst>
              <a:gd name="adj1" fmla="val 24200"/>
              <a:gd name="adj2" fmla="val 0"/>
            </a:avLst>
          </a:prstGeom>
          <a:solidFill>
            <a:schemeClr val="bg1"/>
          </a:solidFill>
          <a:ln cap="flat">
            <a:noFill/>
            <a:prstDash val="solid"/>
            <a:miter lim="800000"/>
          </a:ln>
        </p:spPr>
        <p:txBody>
          <a:bodyPr vert="horz" anchor="ctr" tIns="45720" lIns="91440" bIns="45720" rIns="91440"/>
          <a:p>
            <a:pPr algn="l" marL="0"/>
          </a:p>
        </p:txBody>
      </p:sp>
      <p:sp>
        <p:nvSpPr>
          <p:cNvPr name="TextBox 12" id="12"/>
          <p:cNvSpPr txBox="true"/>
          <p:nvPr/>
        </p:nvSpPr>
        <p:spPr>
          <a:xfrm>
            <a:off x="9581167" y="2056088"/>
            <a:ext cx="813043" cy="769441"/>
          </a:xfrm>
          <a:prstGeom prst="rect">
            <a:avLst/>
          </a:prstGeom>
          <a:noFill/>
        </p:spPr>
        <p:txBody>
          <a:bodyPr anchor="b" rtlCol="false" vert="horz" wrap="none" tIns="45720" lIns="91440" bIns="45720" rIns="91440">
            <a:spAutoFit/>
          </a:bodyPr>
          <a:lstStyle/>
          <a:p>
            <a:pPr algn="ctr" marL="0">
              <a:defRPr/>
            </a:pPr>
            <a:r>
              <a:rPr lang="en-US" b="true" i="false" sz="4400" baseline="0" u="none">
                <a:solidFill>
                  <a:schemeClr val="accent1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>
            <a:off x="8657649" y="2932893"/>
            <a:ext cx="2659014" cy="338554"/>
          </a:xfrm>
          <a:prstGeom prst="rect">
            <a:avLst/>
          </a:prstGeom>
          <a:noFill/>
          <a:ln>
            <a:noFill/>
          </a:ln>
        </p:spPr>
        <p:txBody>
          <a:bodyPr vert="horz" anchor="b" wrap="square" tIns="45720" lIns="91440" bIns="45720" rIns="91440">
            <a:spAutoFit/>
          </a:bodyPr>
          <a:p>
            <a:pPr algn="ctr" marL="0">
              <a:lnSpc>
                <a:spcPct val="100000"/>
              </a:lnSpc>
            </a:pPr>
            <a:r>
              <a:rPr lang="zh-CN" b="true" i="false" sz="1600" baseline="0" u="none" altLang="en-US">
                <a:solidFill>
                  <a:schemeClr val="tx1"/>
                </a:solidFill>
                <a:effectLst/>
                <a:latin typeface="微软雅黑"/>
                <a:ea typeface="微软雅黑"/>
              </a:rPr>
              <a:t>应用场景</a:t>
            </a:r>
          </a:p>
        </p:txBody>
      </p:sp>
      <p:sp>
        <p:nvSpPr>
          <p:cNvPr name="AutoShape 14" id="14"/>
          <p:cNvSpPr/>
          <p:nvPr/>
        </p:nvSpPr>
        <p:spPr>
          <a:xfrm>
            <a:off x="8657649" y="3383273"/>
            <a:ext cx="2659014" cy="1023357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ct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AI生成PPT广泛应用于企业培训、教育领域、市场营销等场景，帮助用户快速生成高质量的演示文稿。</a:t>
            </a:r>
          </a:p>
        </p:txBody>
      </p:sp>
      <p:sp>
        <p:nvSpPr>
          <p:cNvPr name="AutoShape 15" id="15"/>
          <p:cNvSpPr/>
          <p:nvPr/>
        </p:nvSpPr>
        <p:spPr>
          <a:xfrm>
            <a:off x="3971804" y="3461647"/>
            <a:ext cx="398650" cy="398650"/>
          </a:xfrm>
          <a:prstGeom prst="chevron">
            <a:avLst/>
          </a:prstGeom>
          <a:solidFill>
            <a:schemeClr val="tx1">
              <a:alpha val="80000"/>
              <a:lumMod val="25000"/>
              <a:lumOff val="75000"/>
            </a:schemeClr>
          </a:solidFill>
          <a:ln cap="flat">
            <a:noFill/>
            <a:prstDash val="solid"/>
            <a:miter lim="800000"/>
          </a:ln>
        </p:spPr>
        <p:txBody>
          <a:bodyPr vert="horz" anchor="ctr" tIns="108000" lIns="108000" bIns="108000" rIns="108000"/>
          <a:p>
            <a:pPr algn="l" marL="0"/>
          </a:p>
        </p:txBody>
      </p:sp>
      <p:sp>
        <p:nvSpPr>
          <p:cNvPr name="AutoShape 16" id="16"/>
          <p:cNvSpPr/>
          <p:nvPr/>
        </p:nvSpPr>
        <p:spPr>
          <a:xfrm>
            <a:off x="7829844" y="3434486"/>
            <a:ext cx="398650" cy="398650"/>
          </a:xfrm>
          <a:prstGeom prst="chevron">
            <a:avLst/>
          </a:prstGeom>
          <a:solidFill>
            <a:schemeClr val="tx1">
              <a:alpha val="80000"/>
              <a:lumMod val="25000"/>
              <a:lumOff val="75000"/>
            </a:schemeClr>
          </a:solidFill>
          <a:ln cap="flat">
            <a:noFill/>
            <a:prstDash val="solid"/>
            <a:miter lim="800000"/>
          </a:ln>
        </p:spPr>
        <p:txBody>
          <a:bodyPr vert="horz" anchor="ctr" tIns="108000" lIns="108000" bIns="108000" rIns="108000"/>
          <a:p>
            <a:pPr algn="l" marL="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chemeClr val="accent1">
            <a:alpha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/>
          <a:p>
            <a:pPr algn="l">
              <a:lnSpc>
                <a:spcPct val="100000"/>
              </a:lnSpc>
              <a:spcBef>
                <a:spcPct val="0"/>
              </a:spcBef>
              <a:buNone/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为什么需要AI生成PPT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60399" y="3089413"/>
            <a:ext cx="3361361" cy="362343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20000"/>
              </a:lnSpc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提高效率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60399" y="3815359"/>
            <a:ext cx="3361361" cy="1346907"/>
          </a:xfrm>
          <a:prstGeom prst="rect">
            <a:avLst/>
          </a:prstGeom>
          <a:ln>
            <a:noFill/>
          </a:ln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AI生成PPT可以大幅缩短制作时间，用户只需输入关键信息，系统即可自动生成完整的演示文稿。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4415318" y="3089413"/>
            <a:ext cx="3361361" cy="362343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20000"/>
              </a:lnSpc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降低成本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4415318" y="3815359"/>
            <a:ext cx="3361361" cy="1346907"/>
          </a:xfrm>
          <a:prstGeom prst="rect">
            <a:avLst/>
          </a:prstGeom>
          <a:ln>
            <a:noFill/>
          </a:ln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通过自动化生成，企业可以减少对专业设计师的依赖，从而降低制作成本。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8157538" y="3089413"/>
            <a:ext cx="3361361" cy="362343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20000"/>
              </a:lnSpc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提升质量</a:t>
            </a:r>
            <a:endParaRPr lang="en-US" sz="1100"/>
          </a:p>
        </p:txBody>
      </p:sp>
      <p:sp>
        <p:nvSpPr>
          <p:cNvPr name="TextBox 8" id="8"/>
          <p:cNvSpPr txBox="true"/>
          <p:nvPr/>
        </p:nvSpPr>
        <p:spPr>
          <a:xfrm>
            <a:off x="8157538" y="3815359"/>
            <a:ext cx="3361361" cy="1346907"/>
          </a:xfrm>
          <a:prstGeom prst="rect">
            <a:avLst/>
          </a:prstGeom>
          <a:ln>
            <a:noFill/>
          </a:ln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AI生成PPT能够根据用户需求自动优化内容和设计，确保演示文稿的专业性和美观性。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660400" y="1992226"/>
            <a:ext cx="3361361" cy="65008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  <a:r>
              <a:rPr lang="en-US" b="true" i="false" sz="2000" baseline="0" u="none">
                <a:solidFill>
                  <a:schemeClr val="lt1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name="AutoShape 10" id="10"/>
          <p:cNvSpPr/>
          <p:nvPr/>
        </p:nvSpPr>
        <p:spPr>
          <a:xfrm>
            <a:off x="4415319" y="1992226"/>
            <a:ext cx="3361361" cy="650084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  <a:r>
              <a:rPr lang="en-US" b="true" i="false" sz="2000" baseline="0" u="none">
                <a:solidFill>
                  <a:schemeClr val="lt1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8157539" y="1992226"/>
            <a:ext cx="3361361" cy="65008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  <a:r>
              <a:rPr lang="en-US" b="true" i="false" sz="2000" baseline="0" u="none">
                <a:solidFill>
                  <a:schemeClr val="lt1"/>
                </a:solidFill>
                <a:latin typeface="Arial"/>
                <a:ea typeface="Arial"/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chemeClr val="accent1">
            <a:alpha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2883310" y="3274142"/>
            <a:ext cx="5813560" cy="646331"/>
          </a:xfrm>
        </p:spPr>
        <p:txBody>
          <a:bodyPr vert="horz" anchor="t" wrap="square" tIns="45720" lIns="91440" bIns="45720" rIns="91440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b="true" i="false" sz="3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技术原理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5736" y="2258479"/>
            <a:ext cx="1268360" cy="1015663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6000" baseline="0" u="none">
                <a:solidFill>
                  <a:schemeClr val="tx1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chemeClr val="accent1">
            <a:alpha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/>
          <a:p>
            <a:pPr algn="l">
              <a:lnSpc>
                <a:spcPct val="100000"/>
              </a:lnSpc>
              <a:spcBef>
                <a:spcPct val="0"/>
              </a:spcBef>
              <a:buNone/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自然语言处理</a:t>
            </a:r>
          </a:p>
        </p:txBody>
      </p:sp>
      <p:sp>
        <p:nvSpPr>
          <p:cNvPr name="AutoShape 3" id="3"/>
          <p:cNvSpPr/>
          <p:nvPr/>
        </p:nvSpPr>
        <p:spPr>
          <a:xfrm>
            <a:off x="4473724" y="1201738"/>
            <a:ext cx="3231851" cy="4932362"/>
          </a:xfrm>
          <a:prstGeom prst="roundRect">
            <a:avLst>
              <a:gd name="adj" fmla="val 6524"/>
            </a:avLst>
          </a:prstGeom>
          <a:solidFill>
            <a:schemeClr val="bg1"/>
          </a:solidFill>
          <a:ln cap="rnd">
            <a:noFill/>
            <a:prstDash val="solid"/>
          </a:ln>
          <a:effectLst/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4" id="4"/>
          <p:cNvSpPr txBox="true"/>
          <p:nvPr/>
        </p:nvSpPr>
        <p:spPr>
          <a:xfrm>
            <a:off x="4664089" y="3491004"/>
            <a:ext cx="2902898" cy="1023357"/>
          </a:xfrm>
          <a:prstGeom prst="rect">
            <a:avLst/>
          </a:prstGeom>
          <a:noFill/>
          <a:ln>
            <a:noFill/>
          </a:ln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文本分析技术用于提取用户输入的关键信息，并将其转化为结构化数据，为后续生成提供基础。</a:t>
            </a:r>
            <a:endParaRPr lang="en-US" sz="1100"/>
          </a:p>
        </p:txBody>
      </p:sp>
      <p:grpSp>
        <p:nvGrpSpPr>
          <p:cNvPr name="Group 5" id="5"/>
          <p:cNvGrpSpPr/>
          <p:nvPr/>
        </p:nvGrpSpPr>
        <p:grpSpPr>
          <a:xfrm>
            <a:off x="5136808" y="3296600"/>
            <a:ext cx="1905682" cy="45719"/>
            <a:chOff x="5428482" y="3655847"/>
            <a:chExt cx="1905682" cy="45719"/>
          </a:xfrm>
        </p:grpSpPr>
        <p:sp>
          <p:nvSpPr>
            <p:cNvPr name="AutoShape 6" id="6"/>
            <p:cNvSpPr/>
            <p:nvPr/>
          </p:nvSpPr>
          <p:spPr>
            <a:xfrm>
              <a:off x="5428482" y="3655847"/>
              <a:ext cx="468975" cy="4571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cap="rnd">
              <a:noFill/>
              <a:prstDash val="solid"/>
            </a:ln>
            <a:effectLst>
              <a:outerShdw algn="ctr" blurRad="254000" dist="127000" rotWithShape="false">
                <a:schemeClr val="accent2">
                  <a:alpha val="32000"/>
                </a:schemeClr>
              </a:outerShdw>
            </a:effectLst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ctr" marL="0"/>
            </a:p>
          </p:txBody>
        </p:sp>
        <p:sp>
          <p:nvSpPr>
            <p:cNvPr name="AutoShape 7" id="7"/>
            <p:cNvSpPr/>
            <p:nvPr/>
          </p:nvSpPr>
          <p:spPr>
            <a:xfrm>
              <a:off x="6002934" y="3655847"/>
              <a:ext cx="1331230" cy="4571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cap="rnd">
              <a:noFill/>
              <a:prstDash val="solid"/>
            </a:ln>
            <a:effectLst>
              <a:outerShdw algn="ctr" blurRad="254000" dist="127000" rotWithShape="false">
                <a:schemeClr val="accent2">
                  <a:alpha val="32000"/>
                </a:schemeClr>
              </a:outerShdw>
            </a:effectLst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ctr" marL="0"/>
            </a:p>
          </p:txBody>
        </p:sp>
      </p:grpSp>
      <p:sp>
        <p:nvSpPr>
          <p:cNvPr name="TextBox 8" id="8"/>
          <p:cNvSpPr txBox="true"/>
          <p:nvPr/>
        </p:nvSpPr>
        <p:spPr>
          <a:xfrm>
            <a:off x="4664089" y="2135302"/>
            <a:ext cx="2902898" cy="338554"/>
          </a:xfrm>
          <a:prstGeom prst="rect">
            <a:avLst/>
          </a:prstGeom>
          <a:noFill/>
          <a:effectLst/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effectLst/>
                <a:latin typeface="微软雅黑"/>
                <a:ea typeface="微软雅黑"/>
              </a:rPr>
              <a:t>文本分析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1351081" y="1712901"/>
            <a:ext cx="2561987" cy="4259043"/>
          </a:xfrm>
          <a:prstGeom prst="roundRect">
            <a:avLst>
              <a:gd name="adj" fmla="val 6524"/>
            </a:avLst>
          </a:prstGeom>
          <a:solidFill>
            <a:schemeClr val="bg1"/>
          </a:solidFill>
          <a:ln cap="rnd">
            <a:noFill/>
            <a:prstDash val="solid"/>
          </a:ln>
          <a:effectLst/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10" id="10"/>
          <p:cNvSpPr txBox="true"/>
          <p:nvPr/>
        </p:nvSpPr>
        <p:spPr>
          <a:xfrm>
            <a:off x="1498086" y="2532800"/>
            <a:ext cx="2309163" cy="338554"/>
          </a:xfrm>
          <a:prstGeom prst="rect">
            <a:avLst/>
          </a:prstGeom>
          <a:noFill/>
          <a:effectLst/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effectLst/>
                <a:latin typeface="微软雅黑"/>
                <a:ea typeface="微软雅黑"/>
              </a:rPr>
              <a:t>语义理解</a:t>
            </a:r>
            <a:endParaRPr lang="en-US" sz="1100"/>
          </a:p>
        </p:txBody>
      </p:sp>
      <p:grpSp>
        <p:nvGrpSpPr>
          <p:cNvPr name="Group 11" id="11"/>
          <p:cNvGrpSpPr/>
          <p:nvPr/>
        </p:nvGrpSpPr>
        <p:grpSpPr>
          <a:xfrm>
            <a:off x="1679233" y="3259757"/>
            <a:ext cx="1905682" cy="45719"/>
            <a:chOff x="1507613" y="3655847"/>
            <a:chExt cx="1905682" cy="45719"/>
          </a:xfrm>
        </p:grpSpPr>
        <p:sp>
          <p:nvSpPr>
            <p:cNvPr name="AutoShape 12" id="12"/>
            <p:cNvSpPr/>
            <p:nvPr/>
          </p:nvSpPr>
          <p:spPr>
            <a:xfrm>
              <a:off x="1507613" y="3655847"/>
              <a:ext cx="468975" cy="45719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cap="rnd">
              <a:noFill/>
              <a:prstDash val="solid"/>
            </a:ln>
            <a:effectLst>
              <a:outerShdw algn="ctr" blurRad="254000" dist="127000" rotWithShape="false">
                <a:schemeClr val="accent3">
                  <a:alpha val="32000"/>
                </a:schemeClr>
              </a:outerShdw>
            </a:effectLst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ctr" marL="0"/>
            </a:p>
          </p:txBody>
        </p:sp>
        <p:sp>
          <p:nvSpPr>
            <p:cNvPr name="AutoShape 13" id="13"/>
            <p:cNvSpPr/>
            <p:nvPr/>
          </p:nvSpPr>
          <p:spPr>
            <a:xfrm>
              <a:off x="2082065" y="3655847"/>
              <a:ext cx="1331230" cy="45719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cap="rnd">
              <a:noFill/>
              <a:prstDash val="solid"/>
            </a:ln>
            <a:effectLst>
              <a:outerShdw algn="ctr" blurRad="254000" dist="127000" rotWithShape="false">
                <a:schemeClr val="accent3">
                  <a:alpha val="32000"/>
                </a:schemeClr>
              </a:outerShdw>
            </a:effectLst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ctr" marL="0"/>
            </a:p>
          </p:txBody>
        </p:sp>
      </p:grpSp>
      <p:sp>
        <p:nvSpPr>
          <p:cNvPr name="TextBox 14" id="14"/>
          <p:cNvSpPr txBox="true"/>
          <p:nvPr/>
        </p:nvSpPr>
        <p:spPr>
          <a:xfrm>
            <a:off x="1498086" y="3458673"/>
            <a:ext cx="2309163" cy="1346522"/>
          </a:xfrm>
          <a:prstGeom prst="rect">
            <a:avLst/>
          </a:prstGeom>
          <a:noFill/>
          <a:ln>
            <a:noFill/>
          </a:ln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fontAlgn="auto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语义理解技术帮助AI系统理解用户输入的意图，确保生成的内容符合用户需求。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>
            <a:off x="8266231" y="1712901"/>
            <a:ext cx="2561987" cy="4259043"/>
          </a:xfrm>
          <a:prstGeom prst="roundRect">
            <a:avLst>
              <a:gd name="adj" fmla="val 6524"/>
            </a:avLst>
          </a:prstGeom>
          <a:solidFill>
            <a:schemeClr val="bg1"/>
          </a:solidFill>
          <a:ln cap="rnd">
            <a:noFill/>
            <a:prstDash val="solid"/>
          </a:ln>
          <a:effectLst/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16" id="16"/>
          <p:cNvSpPr txBox="true"/>
          <p:nvPr/>
        </p:nvSpPr>
        <p:spPr>
          <a:xfrm>
            <a:off x="8413236" y="2532800"/>
            <a:ext cx="2309164" cy="338554"/>
          </a:xfrm>
          <a:prstGeom prst="rect">
            <a:avLst/>
          </a:prstGeom>
          <a:noFill/>
          <a:effectLst/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effectLst/>
                <a:latin typeface="微软雅黑"/>
                <a:ea typeface="微软雅黑"/>
              </a:rPr>
              <a:t>生成模型</a:t>
            </a:r>
            <a:endParaRPr lang="en-US" sz="1100"/>
          </a:p>
        </p:txBody>
      </p:sp>
      <p:grpSp>
        <p:nvGrpSpPr>
          <p:cNvPr name="Group 17" id="17"/>
          <p:cNvGrpSpPr/>
          <p:nvPr/>
        </p:nvGrpSpPr>
        <p:grpSpPr>
          <a:xfrm>
            <a:off x="8594383" y="3259757"/>
            <a:ext cx="1905682" cy="45719"/>
            <a:chOff x="1507613" y="3655847"/>
            <a:chExt cx="1905682" cy="45719"/>
          </a:xfrm>
        </p:grpSpPr>
        <p:sp>
          <p:nvSpPr>
            <p:cNvPr name="AutoShape 18" id="18"/>
            <p:cNvSpPr/>
            <p:nvPr/>
          </p:nvSpPr>
          <p:spPr>
            <a:xfrm>
              <a:off x="1507613" y="3655847"/>
              <a:ext cx="468975" cy="45719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 cap="rnd">
              <a:noFill/>
              <a:prstDash val="solid"/>
            </a:ln>
            <a:effectLst>
              <a:outerShdw algn="ctr" blurRad="254000" dist="127000" rotWithShape="false">
                <a:schemeClr val="accent5">
                  <a:alpha val="32000"/>
                </a:schemeClr>
              </a:outerShdw>
            </a:effectLst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ctr" marL="0"/>
            </a:p>
          </p:txBody>
        </p:sp>
        <p:sp>
          <p:nvSpPr>
            <p:cNvPr name="AutoShape 19" id="19"/>
            <p:cNvSpPr/>
            <p:nvPr/>
          </p:nvSpPr>
          <p:spPr>
            <a:xfrm>
              <a:off x="2082065" y="3655847"/>
              <a:ext cx="1331230" cy="45719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 cap="rnd">
              <a:noFill/>
              <a:prstDash val="solid"/>
            </a:ln>
            <a:effectLst>
              <a:outerShdw algn="ctr" blurRad="254000" dist="127000" rotWithShape="false">
                <a:schemeClr val="accent5">
                  <a:alpha val="32000"/>
                </a:schemeClr>
              </a:outerShdw>
            </a:effectLst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ctr" marL="0"/>
            </a:p>
          </p:txBody>
        </p:sp>
      </p:grpSp>
      <p:sp>
        <p:nvSpPr>
          <p:cNvPr name="TextBox 20" id="20"/>
          <p:cNvSpPr txBox="true"/>
          <p:nvPr/>
        </p:nvSpPr>
        <p:spPr>
          <a:xfrm>
            <a:off x="8413236" y="3458673"/>
            <a:ext cx="2309164" cy="1346522"/>
          </a:xfrm>
          <a:prstGeom prst="rect">
            <a:avLst/>
          </a:prstGeom>
          <a:noFill/>
          <a:ln>
            <a:noFill/>
          </a:ln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fontAlgn="auto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生成模型如GPT-3等，能够根据结构化数据自动生成连贯的文本内容，用于填充演示文稿。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chemeClr val="accent1">
            <a:alpha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/>
          <a:p>
            <a:pPr algn="l">
              <a:lnSpc>
                <a:spcPct val="100000"/>
              </a:lnSpc>
              <a:spcBef>
                <a:spcPct val="0"/>
              </a:spcBef>
              <a:buNone/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图像处理</a:t>
            </a:r>
          </a:p>
        </p:txBody>
      </p:sp>
      <p:sp>
        <p:nvSpPr>
          <p:cNvPr name="Freeform 3" id="3"/>
          <p:cNvSpPr/>
          <p:nvPr/>
        </p:nvSpPr>
        <p:spPr>
          <a:xfrm rot="16200000">
            <a:off x="214181" y="2270657"/>
            <a:ext cx="4443758" cy="2847699"/>
          </a:xfrm>
          <a:custGeom>
            <a:avLst/>
            <a:gdLst/>
            <a:ahLst/>
            <a:cxnLst/>
            <a:rect r="r" b="b" t="t" l="l"/>
            <a:pathLst>
              <a:path w="1196834" h="866682" stroke="true" fill="norm" extrusionOk="true">
                <a:moveTo>
                  <a:pt x="1186163" y="458978"/>
                </a:moveTo>
                <a:cubicBezTo>
                  <a:pt x="1200342" y="444780"/>
                  <a:pt x="1200342" y="421791"/>
                  <a:pt x="1186163" y="407593"/>
                </a:cubicBezTo>
                <a:lnTo>
                  <a:pt x="789147" y="10578"/>
                </a:lnTo>
                <a:cubicBezTo>
                  <a:pt x="774968" y="-3612"/>
                  <a:pt x="751942" y="-3597"/>
                  <a:pt x="737702" y="10610"/>
                </a:cubicBezTo>
                <a:cubicBezTo>
                  <a:pt x="730916" y="17433"/>
                  <a:pt x="727098" y="26686"/>
                  <a:pt x="727098" y="36330"/>
                </a:cubicBezTo>
                <a:lnTo>
                  <a:pt x="727098" y="160610"/>
                </a:lnTo>
                <a:lnTo>
                  <a:pt x="36320" y="160610"/>
                </a:lnTo>
                <a:cubicBezTo>
                  <a:pt x="16263" y="160610"/>
                  <a:pt x="-37" y="176886"/>
                  <a:pt x="-37" y="196967"/>
                </a:cubicBezTo>
                <a:lnTo>
                  <a:pt x="-37" y="669605"/>
                </a:lnTo>
                <a:cubicBezTo>
                  <a:pt x="-37" y="689686"/>
                  <a:pt x="16263" y="705961"/>
                  <a:pt x="36320" y="705961"/>
                </a:cubicBezTo>
                <a:lnTo>
                  <a:pt x="727098" y="705961"/>
                </a:lnTo>
                <a:lnTo>
                  <a:pt x="727098" y="830241"/>
                </a:lnTo>
                <a:cubicBezTo>
                  <a:pt x="727098" y="850322"/>
                  <a:pt x="743338" y="866610"/>
                  <a:pt x="763455" y="866628"/>
                </a:cubicBezTo>
                <a:cubicBezTo>
                  <a:pt x="773089" y="866634"/>
                  <a:pt x="782300" y="862810"/>
                  <a:pt x="789147" y="855994"/>
                </a:cubicBezTo>
                <a:close/>
              </a:path>
            </a:pathLst>
          </a:custGeom>
          <a:gradFill>
            <a:gsLst>
              <a:gs pos="1000">
                <a:schemeClr val="accent1">
                  <a:alpha val="40000"/>
                </a:schemeClr>
              </a:gs>
              <a:gs pos="86000">
                <a:schemeClr val="accent1">
                  <a:alpha val="0"/>
                </a:schemeClr>
              </a:gs>
            </a:gsLst>
            <a:lin ang="11400000"/>
          </a:gradFill>
          <a:ln cap="flat">
            <a:noFill/>
            <a:prstDash val="solid"/>
            <a:miter lim="800000"/>
          </a:ln>
          <a:effectLst/>
        </p:spPr>
        <p:txBody>
          <a:bodyPr vert="horz" anchor="ctr" tIns="45720" lIns="91440" bIns="45720" rIns="91440"/>
          <a:p>
            <a:pPr algn="l" marL="0"/>
          </a:p>
        </p:txBody>
      </p:sp>
      <p:sp>
        <p:nvSpPr>
          <p:cNvPr name="AutoShape 4" id="4"/>
          <p:cNvSpPr/>
          <p:nvPr/>
        </p:nvSpPr>
        <p:spPr>
          <a:xfrm>
            <a:off x="2372751" y="4723427"/>
            <a:ext cx="7523532" cy="141067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5" id="5"/>
          <p:cNvSpPr/>
          <p:nvPr/>
        </p:nvSpPr>
        <p:spPr>
          <a:xfrm flipH="true">
            <a:off x="2779297" y="5153075"/>
            <a:ext cx="6981922" cy="577950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effectLst/>
                <a:latin typeface="微软雅黑"/>
                <a:ea typeface="微软雅黑"/>
              </a:rPr>
              <a:t>图像识别技术用于从用户提供的素材中提取关键元素，如图表、标志等，用于演示文稿的设计。</a:t>
            </a:r>
          </a:p>
        </p:txBody>
      </p:sp>
      <p:sp>
        <p:nvSpPr>
          <p:cNvPr name="AutoShape 6" id="6"/>
          <p:cNvSpPr/>
          <p:nvPr/>
        </p:nvSpPr>
        <p:spPr>
          <a:xfrm flipH="true">
            <a:off x="2779296" y="4785384"/>
            <a:ext cx="6981922" cy="427979"/>
          </a:xfrm>
          <a:prstGeom prst="rect">
            <a:avLst/>
          </a:prstGeom>
          <a:noFill/>
          <a:ln>
            <a:noFill/>
          </a:ln>
        </p:spPr>
        <p:txBody>
          <a:bodyPr vert="horz" anchor="b" wrap="square" tIns="90000" lIns="91440" bIns="90000" rIns="91440">
            <a:spAutoFit/>
          </a:bodyPr>
          <a:p>
            <a:pPr algn="l" marL="0">
              <a:lnSpc>
                <a:spcPct val="100000"/>
              </a:lnSpc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图像识别</a:t>
            </a:r>
          </a:p>
        </p:txBody>
      </p:sp>
      <p:sp>
        <p:nvSpPr>
          <p:cNvPr name="AutoShape 7" id="7"/>
          <p:cNvSpPr/>
          <p:nvPr/>
        </p:nvSpPr>
        <p:spPr>
          <a:xfrm>
            <a:off x="1965753" y="5285069"/>
            <a:ext cx="693337" cy="41938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  <a:r>
              <a:rPr lang="en-US" b="false" i="false" sz="1800" baseline="0" u="none">
                <a:solidFill>
                  <a:schemeClr val="lt1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name="AutoShape 8" id="8"/>
          <p:cNvSpPr/>
          <p:nvPr/>
        </p:nvSpPr>
        <p:spPr>
          <a:xfrm>
            <a:off x="2843057" y="3064843"/>
            <a:ext cx="7523532" cy="141067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9" id="9"/>
          <p:cNvSpPr/>
          <p:nvPr/>
        </p:nvSpPr>
        <p:spPr>
          <a:xfrm flipH="true">
            <a:off x="3180278" y="3422087"/>
            <a:ext cx="7106721" cy="577950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effectLst/>
                <a:latin typeface="微软雅黑"/>
                <a:ea typeface="微软雅黑"/>
              </a:rPr>
              <a:t>图像生成技术可以根据文本描述自动生成相关的图表、插图等，丰富演示文稿的视觉效果。</a:t>
            </a:r>
          </a:p>
        </p:txBody>
      </p:sp>
      <p:sp>
        <p:nvSpPr>
          <p:cNvPr name="AutoShape 10" id="10"/>
          <p:cNvSpPr/>
          <p:nvPr/>
        </p:nvSpPr>
        <p:spPr>
          <a:xfrm flipH="true">
            <a:off x="3180277" y="3054396"/>
            <a:ext cx="7106721" cy="427979"/>
          </a:xfrm>
          <a:prstGeom prst="rect">
            <a:avLst/>
          </a:prstGeom>
          <a:noFill/>
          <a:ln>
            <a:noFill/>
          </a:ln>
        </p:spPr>
        <p:txBody>
          <a:bodyPr vert="horz" anchor="b" wrap="square" tIns="90000" lIns="91440" bIns="90000" rIns="91440">
            <a:spAutoFit/>
          </a:bodyPr>
          <a:p>
            <a:pPr algn="l" marL="0">
              <a:lnSpc>
                <a:spcPct val="100000"/>
              </a:lnSpc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图像生成</a:t>
            </a:r>
          </a:p>
        </p:txBody>
      </p:sp>
      <p:sp>
        <p:nvSpPr>
          <p:cNvPr name="AutoShape 11" id="11"/>
          <p:cNvSpPr/>
          <p:nvPr/>
        </p:nvSpPr>
        <p:spPr>
          <a:xfrm>
            <a:off x="2436059" y="3626485"/>
            <a:ext cx="693337" cy="41938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  <a:r>
              <a:rPr lang="en-US" b="false" i="false" sz="1800" baseline="0" u="none">
                <a:solidFill>
                  <a:schemeClr val="lt1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name="AutoShape 12" id="12"/>
          <p:cNvSpPr/>
          <p:nvPr/>
        </p:nvSpPr>
        <p:spPr>
          <a:xfrm>
            <a:off x="3656258" y="1472628"/>
            <a:ext cx="7523532" cy="141067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3" id="13"/>
          <p:cNvSpPr/>
          <p:nvPr/>
        </p:nvSpPr>
        <p:spPr>
          <a:xfrm flipH="true">
            <a:off x="4028716" y="1857713"/>
            <a:ext cx="7069813" cy="577950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effectLst/>
                <a:latin typeface="微软雅黑"/>
                <a:ea typeface="微软雅黑"/>
              </a:rPr>
              <a:t>图像优化技术用于调整生成图像的尺寸、分辨率等，确保其在演示文稿中的显示效果最佳。</a:t>
            </a:r>
          </a:p>
        </p:txBody>
      </p:sp>
      <p:sp>
        <p:nvSpPr>
          <p:cNvPr name="AutoShape 14" id="14"/>
          <p:cNvSpPr/>
          <p:nvPr/>
        </p:nvSpPr>
        <p:spPr>
          <a:xfrm flipH="true">
            <a:off x="4028715" y="1490022"/>
            <a:ext cx="7069813" cy="427979"/>
          </a:xfrm>
          <a:prstGeom prst="rect">
            <a:avLst/>
          </a:prstGeom>
          <a:noFill/>
          <a:ln>
            <a:noFill/>
          </a:ln>
        </p:spPr>
        <p:txBody>
          <a:bodyPr vert="horz" anchor="b" wrap="square" tIns="90000" lIns="91440" bIns="90000" rIns="91440">
            <a:spAutoFit/>
          </a:bodyPr>
          <a:p>
            <a:pPr algn="l" marL="0">
              <a:lnSpc>
                <a:spcPct val="100000"/>
              </a:lnSpc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图像优化</a:t>
            </a:r>
          </a:p>
        </p:txBody>
      </p:sp>
      <p:sp>
        <p:nvSpPr>
          <p:cNvPr name="AutoShape 15" id="15"/>
          <p:cNvSpPr/>
          <p:nvPr/>
        </p:nvSpPr>
        <p:spPr>
          <a:xfrm>
            <a:off x="3249260" y="2034270"/>
            <a:ext cx="693337" cy="41938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  <a:r>
              <a:rPr lang="en-US" b="false" i="false" sz="1800" baseline="0" u="none">
                <a:solidFill>
                  <a:schemeClr val="lt1"/>
                </a:solidFill>
                <a:latin typeface="Arial"/>
                <a:ea typeface="Arial"/>
              </a:rPr>
              <a:t>03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chemeClr val="accent1">
            <a:alpha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66750" y="1518879"/>
            <a:ext cx="10858500" cy="2374900"/>
          </a:xfrm>
          <a:prstGeom prst="rightArrow">
            <a:avLst/>
          </a:prstGeom>
          <a:gradFill rotWithShape="true" flip="none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tileRect/>
          </a:gra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cxnSp>
        <p:nvCxnSpPr>
          <p:cNvPr name="Connector 3" id="3"/>
          <p:cNvCxnSpPr/>
          <p:nvPr/>
        </p:nvCxnSpPr>
        <p:spPr>
          <a:xfrm>
            <a:off x="3948461" y="2990668"/>
            <a:ext cx="0" cy="1381392"/>
          </a:xfrm>
          <a:prstGeom prst="line">
            <a:avLst/>
          </a:prstGeom>
          <a:ln w="6350" cap="flat" cmpd="sng">
            <a:solidFill>
              <a:schemeClr val="accent1"/>
            </a:solidFill>
            <a:prstDash val="solid"/>
          </a:ln>
        </p:spPr>
      </p:cxnSp>
      <p:cxnSp>
        <p:nvCxnSpPr>
          <p:cNvPr name="Connector 4" id="4"/>
          <p:cNvCxnSpPr/>
          <p:nvPr/>
        </p:nvCxnSpPr>
        <p:spPr>
          <a:xfrm>
            <a:off x="7074081" y="2990668"/>
            <a:ext cx="0" cy="1381392"/>
          </a:xfrm>
          <a:prstGeom prst="line">
            <a:avLst/>
          </a:prstGeom>
          <a:ln w="9525">
            <a:solidFill>
              <a:schemeClr val="accent2"/>
            </a:solidFill>
          </a:ln>
        </p:spPr>
      </p:cxnSp>
      <p:sp>
        <p:nvSpPr>
          <p:cNvPr name="AutoShape 5" id="5"/>
          <p:cNvSpPr/>
          <p:nvPr/>
        </p:nvSpPr>
        <p:spPr>
          <a:xfrm>
            <a:off x="963396" y="2322575"/>
            <a:ext cx="2827063" cy="8335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rot="0" anchor="ctr" wrap="square" anchorCtr="true" tIns="45720" lIns="91440" bIns="45720" rIns="91440">
            <a:noAutofit/>
          </a:bodyPr>
          <a:p>
            <a:pPr algn="ctr" marL="0"/>
            <a:r>
              <a:rPr lang="zh-CN" b="true" i="false" sz="1600" baseline="0" u="none" altLang="en-US">
                <a:solidFill>
                  <a:schemeClr val="lt1"/>
                </a:solidFill>
                <a:latin typeface="微软雅黑"/>
                <a:ea typeface="微软雅黑"/>
              </a:rPr>
              <a:t>数据收集</a:t>
            </a:r>
          </a:p>
        </p:txBody>
      </p:sp>
      <p:sp>
        <p:nvSpPr>
          <p:cNvPr name="AutoShape 6" id="6"/>
          <p:cNvSpPr/>
          <p:nvPr/>
        </p:nvSpPr>
        <p:spPr>
          <a:xfrm>
            <a:off x="963396" y="3293358"/>
            <a:ext cx="2827063" cy="815340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ct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effectLst/>
                <a:latin typeface="微软雅黑"/>
                <a:ea typeface="微软雅黑"/>
              </a:rPr>
              <a:t>数据收集是AI生成PPT的基础，通过收集大量演示文稿样本，训练模型以提高生成质量。</a:t>
            </a:r>
          </a:p>
        </p:txBody>
      </p:sp>
      <p:sp>
        <p:nvSpPr>
          <p:cNvPr name="AutoShape 7" id="7"/>
          <p:cNvSpPr/>
          <p:nvPr/>
        </p:nvSpPr>
        <p:spPr>
          <a:xfrm>
            <a:off x="4087489" y="2322575"/>
            <a:ext cx="2827063" cy="8335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rot="0" anchor="ctr" wrap="square" anchorCtr="true" tIns="45720" lIns="91440" bIns="45720" rIns="91440">
            <a:noAutofit/>
          </a:bodyPr>
          <a:p>
            <a:pPr algn="ctr" marL="0"/>
            <a:r>
              <a:rPr lang="zh-CN" b="true" i="false" sz="1600" baseline="0" u="none" altLang="en-US">
                <a:solidFill>
                  <a:schemeClr val="lt1"/>
                </a:solidFill>
                <a:latin typeface="微软雅黑"/>
                <a:ea typeface="微软雅黑"/>
              </a:rPr>
              <a:t>数据清洗</a:t>
            </a:r>
          </a:p>
        </p:txBody>
      </p:sp>
      <p:sp>
        <p:nvSpPr>
          <p:cNvPr name="AutoShape 8" id="8"/>
          <p:cNvSpPr/>
          <p:nvPr/>
        </p:nvSpPr>
        <p:spPr>
          <a:xfrm>
            <a:off x="4087489" y="3293358"/>
            <a:ext cx="2827063" cy="815340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ct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effectLst/>
                <a:latin typeface="微软雅黑"/>
                <a:ea typeface="微软雅黑"/>
              </a:rPr>
              <a:t>数据清洗技术用于去除样本中的噪声和不相关信息，确保训练数据的准确性和有效性。</a:t>
            </a:r>
          </a:p>
        </p:txBody>
      </p:sp>
      <p:sp>
        <p:nvSpPr>
          <p:cNvPr name="AutoShape 9" id="9"/>
          <p:cNvSpPr/>
          <p:nvPr/>
        </p:nvSpPr>
        <p:spPr>
          <a:xfrm>
            <a:off x="7211581" y="2322575"/>
            <a:ext cx="2827063" cy="8335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rot="0" anchor="ctr" wrap="square" anchorCtr="true" tIns="45720" lIns="91440" bIns="45720" rIns="91440">
            <a:noAutofit/>
          </a:bodyPr>
          <a:p>
            <a:pPr algn="ctr" marL="0"/>
            <a:r>
              <a:rPr lang="zh-CN" b="true" i="false" sz="1600" baseline="0" u="none" altLang="en-US">
                <a:solidFill>
                  <a:schemeClr val="lt1"/>
                </a:solidFill>
                <a:latin typeface="微软雅黑"/>
                <a:ea typeface="微软雅黑"/>
              </a:rPr>
              <a:t>数据训练</a:t>
            </a:r>
          </a:p>
        </p:txBody>
      </p:sp>
      <p:sp>
        <p:nvSpPr>
          <p:cNvPr name="AutoShape 10" id="10"/>
          <p:cNvSpPr/>
          <p:nvPr/>
        </p:nvSpPr>
        <p:spPr>
          <a:xfrm>
            <a:off x="7211581" y="3293358"/>
            <a:ext cx="2827063" cy="754052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ct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effectLst/>
                <a:latin typeface="微软雅黑"/>
                <a:ea typeface="微软雅黑"/>
              </a:rPr>
              <a:t>数据训练是模型学习的关键步骤，通过大量数据的训练，模型能够逐渐提高生成内容的准确性和多样性。</a:t>
            </a:r>
          </a:p>
        </p:txBody>
      </p:sp>
      <p:sp>
        <p:nvSpPr>
          <p:cNvPr name="AutoShape 11" id="11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/>
          <a:p>
            <a:pPr algn="l">
              <a:lnSpc>
                <a:spcPct val="100000"/>
              </a:lnSpc>
              <a:spcBef>
                <a:spcPct val="0"/>
              </a:spcBef>
              <a:buNone/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数据驱动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chemeClr val="accent1">
            <a:alpha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2883310" y="3274142"/>
            <a:ext cx="5813560" cy="646331"/>
          </a:xfrm>
        </p:spPr>
        <p:txBody>
          <a:bodyPr vert="horz" anchor="t" wrap="square" tIns="45720" lIns="91440" bIns="45720" rIns="91440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b="true" i="false" sz="3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主要功能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5736" y="2258479"/>
            <a:ext cx="1268360" cy="1015663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6000" baseline="0" u="none">
                <a:solidFill>
                  <a:schemeClr val="tx1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accent1">
            <a:alpha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/>
          <a:p>
            <a:pPr algn="l">
              <a:lnSpc>
                <a:spcPct val="100000"/>
              </a:lnSpc>
              <a:spcBef>
                <a:spcPct val="0"/>
              </a:spcBef>
              <a:buNone/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自动生成内容</a:t>
            </a:r>
          </a:p>
        </p:txBody>
      </p:sp>
      <p:sp>
        <p:nvSpPr>
          <p:cNvPr name="AutoShape 3" id="3"/>
          <p:cNvSpPr/>
          <p:nvPr/>
        </p:nvSpPr>
        <p:spPr>
          <a:xfrm>
            <a:off x="5068559" y="1612204"/>
            <a:ext cx="6147002" cy="962221"/>
          </a:xfrm>
          <a:prstGeom prst="roundRect">
            <a:avLst>
              <a:gd name="adj" fmla="val 10728"/>
            </a:avLst>
          </a:prstGeom>
          <a:solidFill>
            <a:schemeClr val="tx2">
              <a:alpha val="15000"/>
            </a:schemeClr>
          </a:solidFill>
          <a:ln>
            <a:noFill/>
          </a:ln>
        </p:spPr>
        <p:txBody>
          <a:bodyPr vert="horz" anchor="ctr" tIns="45720" lIns="468000" bIns="45720" rIns="468000"/>
          <a:p>
            <a:pPr algn="l" marL="0">
              <a:lnSpc>
                <a:spcPct val="12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AI系统能够根据用户输入的关键词或主题，自动生成连贯的文本内容，用于演示文稿的各个部分。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4122694" y="1739371"/>
            <a:ext cx="755335" cy="707886"/>
          </a:xfrm>
          <a:prstGeom prst="rect">
            <a:avLst/>
          </a:prstGeom>
          <a:noFill/>
        </p:spPr>
        <p:txBody>
          <a:bodyPr anchor="ctr" rtlCol="false" vert="horz" wrap="none" tIns="45720" lIns="91440" bIns="45720" rIns="91440">
            <a:spAutoFit/>
          </a:bodyPr>
          <a:lstStyle/>
          <a:p>
            <a:pPr algn="ctr" marL="0">
              <a:defRPr/>
            </a:pPr>
            <a:r>
              <a:rPr lang="en-US" b="true" i="false" sz="4000" baseline="0" u="none">
                <a:solidFill>
                  <a:schemeClr val="accent2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>
            <a:off x="660400" y="2146867"/>
            <a:ext cx="3177596" cy="2905856"/>
          </a:xfrm>
          <a:prstGeom prst="roundRect">
            <a:avLst>
              <a:gd name="adj" fmla="val 6877"/>
            </a:avLst>
          </a:prstGeom>
          <a:blipFill>
            <a:blip r:embed="rId2">
              <a:duotone>
                <a:schemeClr val="accent3">
                  <a:satMod val="135000"/>
                  <a:shade val="45000"/>
                </a:schemeClr>
                <a:prstClr val="white"/>
              </a:duotone>
            </a:blip>
            <a:srcRect/>
            <a:stretch>
              <a:fillRect t="0" l="-14152" b="0" r="-23020"/>
            </a:stretch>
          </a:blipFill>
          <a:ln>
            <a:noFill/>
          </a:ln>
          <a:effectLst/>
        </p:spPr>
        <p:txBody>
          <a:bodyPr vert="horz" rot="0" anchor="t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6" id="6"/>
          <p:cNvSpPr/>
          <p:nvPr/>
        </p:nvSpPr>
        <p:spPr>
          <a:xfrm>
            <a:off x="5068559" y="3487457"/>
            <a:ext cx="6147002" cy="962221"/>
          </a:xfrm>
          <a:prstGeom prst="roundRect">
            <a:avLst>
              <a:gd name="adj" fmla="val 13103"/>
            </a:avLst>
          </a:prstGeom>
          <a:solidFill>
            <a:schemeClr val="accent1"/>
          </a:solidFill>
          <a:ln>
            <a:noFill/>
          </a:ln>
        </p:spPr>
        <p:txBody>
          <a:bodyPr vert="horz" anchor="ctr" tIns="45720" lIns="468000" bIns="45720" rIns="468000"/>
          <a:p>
            <a:pPr algn="l" marL="0">
              <a:lnSpc>
                <a:spcPct val="120000"/>
              </a:lnSpc>
            </a:pPr>
            <a:r>
              <a:rPr lang="zh-CN" b="false" i="false" sz="14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系统可以根据数据自动生成各种类型的图表，如柱状图、饼图等，帮助用户更好地展示数据。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4122694" y="3614624"/>
            <a:ext cx="755335" cy="707886"/>
          </a:xfrm>
          <a:prstGeom prst="rect">
            <a:avLst/>
          </a:prstGeom>
          <a:noFill/>
        </p:spPr>
        <p:txBody>
          <a:bodyPr anchor="ctr" rtlCol="false" vert="horz" wrap="none" tIns="45720" lIns="91440" bIns="45720" rIns="91440">
            <a:spAutoFit/>
          </a:bodyPr>
          <a:lstStyle/>
          <a:p>
            <a:pPr algn="ctr" marL="0">
              <a:defRPr/>
            </a:pPr>
            <a:r>
              <a:rPr lang="en-US" b="true" i="false" sz="4000" baseline="0" u="none">
                <a:solidFill>
                  <a:schemeClr val="accent1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>
            <a:off x="5068559" y="5362710"/>
            <a:ext cx="6147002" cy="962221"/>
          </a:xfrm>
          <a:prstGeom prst="roundRect">
            <a:avLst>
              <a:gd name="adj" fmla="val 14291"/>
            </a:avLst>
          </a:prstGeom>
          <a:solidFill>
            <a:schemeClr val="tx2">
              <a:alpha val="15000"/>
            </a:schemeClr>
          </a:solidFill>
          <a:ln>
            <a:noFill/>
          </a:ln>
        </p:spPr>
        <p:txBody>
          <a:bodyPr vert="horz" anchor="ctr" tIns="45720" lIns="468000" bIns="45720" rIns="468000"/>
          <a:p>
            <a:pPr algn="l" marL="0">
              <a:lnSpc>
                <a:spcPct val="12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AI系统能够根据内容自动设计演示文稿的布局，确保每一页的视觉效果和逻辑结构都合理。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122694" y="5489877"/>
            <a:ext cx="755335" cy="707886"/>
          </a:xfrm>
          <a:prstGeom prst="rect">
            <a:avLst/>
          </a:prstGeom>
          <a:noFill/>
        </p:spPr>
        <p:txBody>
          <a:bodyPr anchor="ctr" rtlCol="false" vert="horz" wrap="none" tIns="45720" lIns="91440" bIns="45720" rIns="91440">
            <a:spAutoFit/>
          </a:bodyPr>
          <a:lstStyle/>
          <a:p>
            <a:pPr algn="ctr" marL="0">
              <a:defRPr/>
            </a:pPr>
            <a:r>
              <a:rPr lang="en-US" b="true" i="false" sz="4000" baseline="0" u="none">
                <a:solidFill>
                  <a:schemeClr val="accent2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>
            <a:off x="5068559" y="3014804"/>
            <a:ext cx="6147002" cy="464331"/>
          </a:xfrm>
          <a:prstGeom prst="rect">
            <a:avLst/>
          </a:prstGeom>
          <a:noFill/>
          <a:ln>
            <a:noFill/>
          </a:ln>
        </p:spPr>
        <p:txBody>
          <a:bodyPr vert="horz" anchor="b" wrap="square" tIns="108000" lIns="108000" bIns="108000" rIns="10800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chemeClr val="accent1"/>
                </a:solidFill>
                <a:latin typeface="微软雅黑"/>
                <a:ea typeface="微软雅黑"/>
              </a:rPr>
              <a:t>图表生成</a:t>
            </a:r>
          </a:p>
        </p:txBody>
      </p:sp>
      <p:sp>
        <p:nvSpPr>
          <p:cNvPr name="AutoShape 11" id="11"/>
          <p:cNvSpPr/>
          <p:nvPr/>
        </p:nvSpPr>
        <p:spPr>
          <a:xfrm>
            <a:off x="5068559" y="4882590"/>
            <a:ext cx="6147002" cy="464331"/>
          </a:xfrm>
          <a:prstGeom prst="rect">
            <a:avLst/>
          </a:prstGeom>
          <a:noFill/>
          <a:ln>
            <a:noFill/>
          </a:ln>
        </p:spPr>
        <p:txBody>
          <a:bodyPr vert="horz" anchor="b" wrap="square" tIns="108000" lIns="108000" bIns="108000" rIns="10800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chemeClr val="accent2"/>
                </a:solidFill>
                <a:latin typeface="微软雅黑"/>
                <a:ea typeface="微软雅黑"/>
              </a:rPr>
              <a:t>布局设计</a:t>
            </a:r>
          </a:p>
        </p:txBody>
      </p:sp>
      <p:sp>
        <p:nvSpPr>
          <p:cNvPr name="AutoShape 12" id="12"/>
          <p:cNvSpPr/>
          <p:nvPr/>
        </p:nvSpPr>
        <p:spPr>
          <a:xfrm>
            <a:off x="5068559" y="1132084"/>
            <a:ext cx="6147002" cy="464331"/>
          </a:xfrm>
          <a:prstGeom prst="rect">
            <a:avLst/>
          </a:prstGeom>
          <a:noFill/>
          <a:ln>
            <a:noFill/>
          </a:ln>
        </p:spPr>
        <p:txBody>
          <a:bodyPr vert="horz" anchor="b" wrap="square" tIns="108000" lIns="108000" bIns="108000" rIns="10800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chemeClr val="accent2"/>
                </a:solidFill>
                <a:latin typeface="微软雅黑"/>
                <a:ea typeface="微软雅黑"/>
              </a:rPr>
              <a:t>文本生成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chemeClr val="accent1">
            <a:alpha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/>
          <a:p>
            <a:pPr algn="l">
              <a:lnSpc>
                <a:spcPct val="100000"/>
              </a:lnSpc>
              <a:spcBef>
                <a:spcPct val="0"/>
              </a:spcBef>
              <a:buNone/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智能优化</a:t>
            </a:r>
          </a:p>
        </p:txBody>
      </p:sp>
      <p:sp>
        <p:nvSpPr>
          <p:cNvPr name="AutoShape 3" id="3"/>
          <p:cNvSpPr/>
          <p:nvPr/>
        </p:nvSpPr>
        <p:spPr>
          <a:xfrm>
            <a:off x="4859928" y="1127213"/>
            <a:ext cx="6658972" cy="1287149"/>
          </a:xfrm>
          <a:prstGeom prst="roundRect">
            <a:avLst>
              <a:gd name="adj" fmla="val 40000"/>
            </a:avLst>
          </a:prstGeom>
          <a:solidFill>
            <a:schemeClr val="bg1">
              <a:alpha val="27000"/>
            </a:schemeClr>
          </a:solidFill>
          <a:ln>
            <a:solidFill>
              <a:srgbClr val="FFFFFF"/>
            </a:solidFill>
          </a:ln>
        </p:spPr>
        <p:txBody>
          <a:bodyPr vert="horz" anchor="ctr" wrap="square" tIns="45720" lIns="91440" bIns="45720" rIns="91440">
            <a:normAutofit/>
          </a:bodyPr>
          <a:p>
            <a:pPr algn="ctr" marL="0">
              <a:spcBef>
                <a:spcPts val="1000"/>
              </a:spcBef>
            </a:pPr>
          </a:p>
        </p:txBody>
      </p:sp>
      <p:sp>
        <p:nvSpPr>
          <p:cNvPr name="AutoShape 4" id="4"/>
          <p:cNvSpPr/>
          <p:nvPr/>
        </p:nvSpPr>
        <p:spPr>
          <a:xfrm flipH="true">
            <a:off x="3515388" y="1127214"/>
            <a:ext cx="1344539" cy="1287150"/>
          </a:xfrm>
          <a:prstGeom prst="round2DiagRect">
            <a:avLst>
              <a:gd name="adj1" fmla="val 40000"/>
              <a:gd name="adj2" fmla="val 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vert="horz" anchor="ctr" tIns="45720" lIns="91440" bIns="45720" rIns="91440"/>
          <a:p>
            <a:pPr algn="ctr" marL="0"/>
            <a:r>
              <a:rPr lang="en-US" b="false" i="false" sz="3200" baseline="0" u="none">
                <a:solidFill>
                  <a:schemeClr val="lt1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name="AutoShape 5" id="5"/>
          <p:cNvSpPr/>
          <p:nvPr/>
        </p:nvSpPr>
        <p:spPr>
          <a:xfrm>
            <a:off x="5213555" y="1662613"/>
            <a:ext cx="5921171" cy="377026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AI系统能够根据用户反馈自动调整生成内容，确保其准确性和相关性。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5213555" y="1324060"/>
            <a:ext cx="5921171" cy="338554"/>
          </a:xfrm>
          <a:prstGeom prst="rect">
            <a:avLst/>
          </a:prstGeom>
          <a:noFill/>
          <a:ln>
            <a:noFill/>
          </a:ln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spcBef>
                <a:spcPct val="0"/>
              </a:spcBef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内容优化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>
            <a:off x="2988678" y="2995126"/>
            <a:ext cx="6610716" cy="1287149"/>
          </a:xfrm>
          <a:prstGeom prst="roundRect">
            <a:avLst>
              <a:gd name="adj" fmla="val 40000"/>
            </a:avLst>
          </a:prstGeom>
          <a:solidFill>
            <a:schemeClr val="bg1">
              <a:alpha val="27000"/>
            </a:schemeClr>
          </a:solidFill>
          <a:ln>
            <a:solidFill>
              <a:srgbClr val="FFFFFF"/>
            </a:solidFill>
          </a:ln>
        </p:spPr>
        <p:txBody>
          <a:bodyPr vert="horz" anchor="ctr" wrap="square" tIns="45720" lIns="91440" bIns="45720" rIns="91440">
            <a:normAutofit/>
          </a:bodyPr>
          <a:p>
            <a:pPr algn="ctr" marL="0">
              <a:spcBef>
                <a:spcPts val="1000"/>
              </a:spcBef>
            </a:pPr>
          </a:p>
        </p:txBody>
      </p:sp>
      <p:sp>
        <p:nvSpPr>
          <p:cNvPr name="AutoShape 8" id="8"/>
          <p:cNvSpPr/>
          <p:nvPr/>
        </p:nvSpPr>
        <p:spPr>
          <a:xfrm flipH="true">
            <a:off x="1595882" y="2990891"/>
            <a:ext cx="1344539" cy="1287150"/>
          </a:xfrm>
          <a:prstGeom prst="round2DiagRect">
            <a:avLst>
              <a:gd name="adj1" fmla="val 40000"/>
              <a:gd name="adj2" fmla="val 0"/>
            </a:avLst>
          </a:prstGeom>
          <a:solidFill>
            <a:schemeClr val="accent2">
              <a:alpha val="15000"/>
            </a:schemeClr>
          </a:solidFill>
          <a:ln>
            <a:noFill/>
          </a:ln>
          <a:effectLst/>
        </p:spPr>
        <p:txBody>
          <a:bodyPr vert="horz" anchor="ctr" tIns="45720" lIns="91440" bIns="45720" rIns="91440"/>
          <a:p>
            <a:pPr algn="ctr" marL="0"/>
            <a:r>
              <a:rPr lang="en-US" b="false" i="false" sz="3200" baseline="0" u="none">
                <a:solidFill>
                  <a:schemeClr val="tx1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name="AutoShape 9" id="9"/>
          <p:cNvSpPr/>
          <p:nvPr/>
        </p:nvSpPr>
        <p:spPr>
          <a:xfrm>
            <a:off x="3294573" y="3527351"/>
            <a:ext cx="5921171" cy="453390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系统可以根据设计原则自动优化演示文稿的配色、字体等，提升整体美观度。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3294573" y="3188798"/>
            <a:ext cx="5921171" cy="338554"/>
          </a:xfrm>
          <a:prstGeom prst="rect">
            <a:avLst/>
          </a:prstGeom>
          <a:noFill/>
          <a:ln>
            <a:noFill/>
          </a:ln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spcBef>
                <a:spcPct val="0"/>
              </a:spcBef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设计优化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>
            <a:off x="4859928" y="4846950"/>
            <a:ext cx="6658972" cy="1287149"/>
          </a:xfrm>
          <a:prstGeom prst="roundRect">
            <a:avLst>
              <a:gd name="adj" fmla="val 40000"/>
            </a:avLst>
          </a:prstGeom>
          <a:solidFill>
            <a:schemeClr val="bg1">
              <a:alpha val="27000"/>
            </a:schemeClr>
          </a:solidFill>
          <a:ln>
            <a:solidFill>
              <a:srgbClr val="FFFFFF"/>
            </a:solidFill>
          </a:ln>
        </p:spPr>
        <p:txBody>
          <a:bodyPr vert="horz" anchor="ctr" wrap="square" tIns="45720" lIns="91440" bIns="45720" rIns="91440">
            <a:normAutofit/>
          </a:bodyPr>
          <a:p>
            <a:pPr algn="ctr" marL="0">
              <a:spcBef>
                <a:spcPts val="1000"/>
              </a:spcBef>
            </a:pPr>
          </a:p>
        </p:txBody>
      </p:sp>
      <p:sp>
        <p:nvSpPr>
          <p:cNvPr name="AutoShape 12" id="12"/>
          <p:cNvSpPr/>
          <p:nvPr/>
        </p:nvSpPr>
        <p:spPr>
          <a:xfrm flipH="true">
            <a:off x="3515388" y="4846950"/>
            <a:ext cx="1344539" cy="1287150"/>
          </a:xfrm>
          <a:prstGeom prst="round2DiagRect">
            <a:avLst>
              <a:gd name="adj1" fmla="val 40000"/>
              <a:gd name="adj2" fmla="val 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vert="horz" anchor="ctr" tIns="45720" lIns="91440" bIns="45720" rIns="91440"/>
          <a:p>
            <a:pPr algn="ctr" marL="0"/>
            <a:r>
              <a:rPr lang="en-US" b="false" i="false" sz="3200" baseline="0" u="none">
                <a:solidFill>
                  <a:schemeClr val="lt1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name="AutoShape 13" id="13"/>
          <p:cNvSpPr/>
          <p:nvPr/>
        </p:nvSpPr>
        <p:spPr>
          <a:xfrm>
            <a:off x="5213555" y="5388514"/>
            <a:ext cx="5921171" cy="453390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AI系统能够根据用户的使用习惯，优化演示文稿的交互设计，提升用户体验。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5213555" y="5049961"/>
            <a:ext cx="5921171" cy="338554"/>
          </a:xfrm>
          <a:prstGeom prst="rect">
            <a:avLst/>
          </a:prstGeom>
          <a:noFill/>
          <a:ln>
            <a:noFill/>
          </a:ln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spcBef>
                <a:spcPct val="0"/>
              </a:spcBef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交互优化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chemeClr val="accent1">
            <a:alpha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/>
          <a:p>
            <a:pPr algn="l">
              <a:lnSpc>
                <a:spcPct val="100000"/>
              </a:lnSpc>
              <a:spcBef>
                <a:spcPct val="0"/>
              </a:spcBef>
              <a:buNone/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多平台支持</a:t>
            </a:r>
          </a:p>
        </p:txBody>
      </p:sp>
      <p:sp>
        <p:nvSpPr>
          <p:cNvPr name="AutoShape 3" id="3"/>
          <p:cNvSpPr/>
          <p:nvPr/>
        </p:nvSpPr>
        <p:spPr>
          <a:xfrm>
            <a:off x="3890887" y="2092716"/>
            <a:ext cx="560128" cy="560128"/>
          </a:xfrm>
          <a:prstGeom prst="ellipse">
            <a:avLst/>
          </a:prstGeom>
          <a:solidFill>
            <a:schemeClr val="accent1"/>
          </a:solidFill>
          <a:ln cap="rnd">
            <a:noFill/>
            <a:prstDash val="solid"/>
          </a:ln>
          <a:effectLst/>
        </p:spPr>
        <p:txBody>
          <a:bodyPr vert="horz" rot="0" anchor="ctr" wrap="square" tIns="45720" lIns="91440" bIns="45720" rIns="91440">
            <a:normAutofit/>
          </a:bodyPr>
          <a:p>
            <a:pPr algn="ctr" marL="0"/>
            <a:r>
              <a:rPr lang="en-US" b="true" i="false" sz="1400" baseline="0" u="none">
                <a:solidFill>
                  <a:schemeClr val="bg1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name="AutoShape 4" id="4"/>
          <p:cNvSpPr/>
          <p:nvPr/>
        </p:nvSpPr>
        <p:spPr>
          <a:xfrm>
            <a:off x="660400" y="1828663"/>
            <a:ext cx="3189238" cy="516423"/>
          </a:xfrm>
          <a:prstGeom prst="rect">
            <a:avLst/>
          </a:prstGeom>
        </p:spPr>
        <p:txBody>
          <a:bodyPr vert="horz" anchor="b" wrap="square" tIns="45720" lIns="91440" bIns="45720" rIns="91440">
            <a:normAutofit/>
          </a:bodyPr>
          <a:p>
            <a:pPr algn="r" marL="0">
              <a:lnSpc>
                <a:spcPct val="100000"/>
              </a:lnSpc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桌面端</a:t>
            </a:r>
          </a:p>
        </p:txBody>
      </p:sp>
      <p:sp>
        <p:nvSpPr>
          <p:cNvPr name="AutoShape 5" id="5"/>
          <p:cNvSpPr/>
          <p:nvPr/>
        </p:nvSpPr>
        <p:spPr>
          <a:xfrm>
            <a:off x="661062" y="2348004"/>
            <a:ext cx="3188578" cy="815340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AI生成PPT工具支持在Windows、Mac等桌面操作系统上运行，方便用户随时使用。</a:t>
            </a:r>
          </a:p>
        </p:txBody>
      </p:sp>
      <p:sp>
        <p:nvSpPr>
          <p:cNvPr name="AutoShape 6" id="6"/>
          <p:cNvSpPr/>
          <p:nvPr/>
        </p:nvSpPr>
        <p:spPr>
          <a:xfrm>
            <a:off x="3890887" y="4529253"/>
            <a:ext cx="560128" cy="560128"/>
          </a:xfrm>
          <a:prstGeom prst="ellipse">
            <a:avLst/>
          </a:prstGeom>
          <a:solidFill>
            <a:schemeClr val="accent3"/>
          </a:solidFill>
          <a:ln cap="rnd">
            <a:noFill/>
            <a:prstDash val="solid"/>
          </a:ln>
          <a:effectLst/>
        </p:spPr>
        <p:txBody>
          <a:bodyPr vert="horz" rot="0" anchor="ctr" wrap="square" tIns="45720" lIns="91440" bIns="45720" rIns="91440">
            <a:normAutofit/>
          </a:bodyPr>
          <a:p>
            <a:pPr algn="ctr" marL="0"/>
            <a:r>
              <a:rPr lang="en-US" b="true" i="false" sz="1400" baseline="0" u="none">
                <a:solidFill>
                  <a:schemeClr val="bg1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name="AutoShape 7" id="7"/>
          <p:cNvSpPr/>
          <p:nvPr/>
        </p:nvSpPr>
        <p:spPr>
          <a:xfrm>
            <a:off x="660400" y="4261336"/>
            <a:ext cx="3189238" cy="516423"/>
          </a:xfrm>
          <a:prstGeom prst="rect">
            <a:avLst/>
          </a:prstGeom>
        </p:spPr>
        <p:txBody>
          <a:bodyPr vert="horz" anchor="b" wrap="square" tIns="45720" lIns="91440" bIns="45720" rIns="91440">
            <a:normAutofit/>
          </a:bodyPr>
          <a:p>
            <a:pPr algn="r" marL="0">
              <a:lnSpc>
                <a:spcPct val="100000"/>
              </a:lnSpc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云端</a:t>
            </a:r>
          </a:p>
        </p:txBody>
      </p:sp>
      <p:sp>
        <p:nvSpPr>
          <p:cNvPr name="AutoShape 8" id="8"/>
          <p:cNvSpPr/>
          <p:nvPr/>
        </p:nvSpPr>
        <p:spPr>
          <a:xfrm>
            <a:off x="661062" y="4780677"/>
            <a:ext cx="3188578" cy="815340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云端支持使得用户可以通过浏览器访问AI生成PPT工具，无需安装任何软件，方便快捷。</a:t>
            </a:r>
          </a:p>
        </p:txBody>
      </p:sp>
      <p:sp>
        <p:nvSpPr>
          <p:cNvPr name="AutoShape 9" id="9"/>
          <p:cNvSpPr/>
          <p:nvPr/>
        </p:nvSpPr>
        <p:spPr>
          <a:xfrm>
            <a:off x="7962147" y="3429000"/>
            <a:ext cx="560128" cy="560128"/>
          </a:xfrm>
          <a:prstGeom prst="ellipse">
            <a:avLst/>
          </a:prstGeom>
          <a:solidFill>
            <a:schemeClr val="accent2"/>
          </a:solidFill>
          <a:ln cap="rnd">
            <a:noFill/>
            <a:prstDash val="solid"/>
          </a:ln>
          <a:effectLst/>
        </p:spPr>
        <p:txBody>
          <a:bodyPr vert="horz" rot="0" anchor="ctr" wrap="square" tIns="45720" lIns="91440" bIns="45720" rIns="91440">
            <a:normAutofit/>
          </a:bodyPr>
          <a:p>
            <a:pPr algn="ctr" marL="0"/>
            <a:r>
              <a:rPr lang="en-US" b="true" i="false" sz="1400" baseline="0" u="none">
                <a:solidFill>
                  <a:schemeClr val="bg1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name="AutoShape 10" id="10"/>
          <p:cNvSpPr/>
          <p:nvPr/>
        </p:nvSpPr>
        <p:spPr>
          <a:xfrm>
            <a:off x="8653323" y="3138221"/>
            <a:ext cx="2865577" cy="516423"/>
          </a:xfrm>
          <a:prstGeom prst="rect">
            <a:avLst/>
          </a:prstGeom>
        </p:spPr>
        <p:txBody>
          <a:bodyPr vert="horz" anchor="b" wrap="square" tIns="45720" lIns="91440" bIns="45720" rIns="91440">
            <a:normAutofit/>
          </a:bodyPr>
          <a:p>
            <a:pPr algn="l" marL="0">
              <a:lnSpc>
                <a:spcPct val="100000"/>
              </a:lnSpc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移动端</a:t>
            </a:r>
          </a:p>
        </p:txBody>
      </p:sp>
      <p:sp>
        <p:nvSpPr>
          <p:cNvPr name="AutoShape 11" id="11"/>
          <p:cNvSpPr/>
          <p:nvPr/>
        </p:nvSpPr>
        <p:spPr>
          <a:xfrm>
            <a:off x="8653916" y="3680423"/>
            <a:ext cx="2864984" cy="815340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系统还支持在iOS、Android等移动设备上使用，用户可以随时随地生成和编辑演示文稿。</a:t>
            </a:r>
          </a:p>
        </p:txBody>
      </p:sp>
      <p:grpSp>
        <p:nvGrpSpPr>
          <p:cNvPr name="Group 12" id="12"/>
          <p:cNvGrpSpPr/>
          <p:nvPr/>
        </p:nvGrpSpPr>
        <p:grpSpPr>
          <a:xfrm>
            <a:off x="4297563" y="2086874"/>
            <a:ext cx="3596873" cy="3412045"/>
            <a:chOff x="3949950" y="1935228"/>
            <a:chExt cx="4292100" cy="3816694"/>
          </a:xfrm>
        </p:grpSpPr>
        <p:sp>
          <p:nvSpPr>
            <p:cNvPr name="Freeform 13" id="13"/>
            <p:cNvSpPr/>
            <p:nvPr/>
          </p:nvSpPr>
          <p:spPr>
            <a:xfrm>
              <a:off x="6856115" y="2914246"/>
              <a:ext cx="639249" cy="929328"/>
            </a:xfrm>
            <a:custGeom>
              <a:avLst/>
              <a:gdLst/>
              <a:ahLst/>
              <a:cxnLst/>
              <a:rect r="r" b="b" t="t" l="l"/>
              <a:pathLst>
                <a:path w="476" h="692" stroke="true" fill="norm" extrusionOk="true">
                  <a:moveTo>
                    <a:pt x="476" y="0"/>
                  </a:moveTo>
                  <a:lnTo>
                    <a:pt x="0" y="559"/>
                  </a:lnTo>
                  <a:lnTo>
                    <a:pt x="78" y="692"/>
                  </a:lnTo>
                  <a:lnTo>
                    <a:pt x="476" y="0"/>
                  </a:lnTo>
                </a:path>
              </a:pathLst>
            </a:custGeom>
            <a:noFill/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14" id="14"/>
            <p:cNvSpPr/>
            <p:nvPr/>
          </p:nvSpPr>
          <p:spPr>
            <a:xfrm>
              <a:off x="6528433" y="4412990"/>
              <a:ext cx="102065" cy="181300"/>
            </a:xfrm>
            <a:custGeom>
              <a:avLst/>
              <a:gdLst/>
              <a:ahLst/>
              <a:cxnLst/>
              <a:rect r="r" b="b" t="t" l="l"/>
              <a:pathLst>
                <a:path w="76" h="135" stroke="true" fill="norm" extrusionOk="true">
                  <a:moveTo>
                    <a:pt x="76" y="0"/>
                  </a:moveTo>
                  <a:lnTo>
                    <a:pt x="0" y="135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15" id="15"/>
            <p:cNvSpPr/>
            <p:nvPr/>
          </p:nvSpPr>
          <p:spPr>
            <a:xfrm>
              <a:off x="6528433" y="4412990"/>
              <a:ext cx="102065" cy="181300"/>
            </a:xfrm>
            <a:custGeom>
              <a:avLst/>
              <a:gdLst/>
              <a:ahLst/>
              <a:cxnLst/>
              <a:rect r="r" b="b" t="t" l="l"/>
              <a:pathLst>
                <a:path w="76" h="135" stroke="true" fill="norm" extrusionOk="true">
                  <a:moveTo>
                    <a:pt x="76" y="0"/>
                  </a:moveTo>
                  <a:lnTo>
                    <a:pt x="0" y="135"/>
                  </a:lnTo>
                  <a:lnTo>
                    <a:pt x="76" y="0"/>
                  </a:lnTo>
                  <a:lnTo>
                    <a:pt x="76" y="0"/>
                  </a:lnTo>
                </a:path>
              </a:pathLst>
            </a:custGeom>
            <a:noFill/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16" id="16"/>
            <p:cNvSpPr/>
            <p:nvPr/>
          </p:nvSpPr>
          <p:spPr>
            <a:xfrm>
              <a:off x="6528433" y="4412990"/>
              <a:ext cx="1071682" cy="181300"/>
            </a:xfrm>
            <a:custGeom>
              <a:avLst/>
              <a:gdLst/>
              <a:ahLst/>
              <a:cxnLst/>
              <a:rect r="r" b="b" t="t" l="l"/>
              <a:pathLst>
                <a:path w="798" h="135" stroke="true" fill="norm" extrusionOk="true">
                  <a:moveTo>
                    <a:pt x="76" y="0"/>
                  </a:moveTo>
                  <a:lnTo>
                    <a:pt x="0" y="135"/>
                  </a:lnTo>
                  <a:lnTo>
                    <a:pt x="798" y="135"/>
                  </a:lnTo>
                  <a:lnTo>
                    <a:pt x="76" y="0"/>
                  </a:lnTo>
                </a:path>
              </a:pathLst>
            </a:custGeom>
            <a:noFill/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17" id="17"/>
            <p:cNvSpPr/>
            <p:nvPr/>
          </p:nvSpPr>
          <p:spPr>
            <a:xfrm>
              <a:off x="5663567" y="4594289"/>
              <a:ext cx="206816" cy="0"/>
            </a:xfrm>
            <a:custGeom>
              <a:avLst/>
              <a:gdLst/>
              <a:ahLst/>
              <a:cxnLst/>
              <a:rect r="r" b="b" t="t" l="l"/>
              <a:pathLst>
                <a:path w="154" h="0" stroke="true" fill="norm" extrusionOk="true">
                  <a:moveTo>
                    <a:pt x="154" y="0"/>
                  </a:moveTo>
                  <a:lnTo>
                    <a:pt x="0" y="0"/>
                  </a:lnTo>
                  <a:lnTo>
                    <a:pt x="154" y="0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18" id="18"/>
            <p:cNvSpPr/>
            <p:nvPr/>
          </p:nvSpPr>
          <p:spPr>
            <a:xfrm>
              <a:off x="5663567" y="4594289"/>
              <a:ext cx="206816" cy="0"/>
            </a:xfrm>
            <a:custGeom>
              <a:avLst/>
              <a:gdLst/>
              <a:ahLst/>
              <a:cxnLst/>
              <a:rect r="r" b="b" t="t" l="l"/>
              <a:pathLst>
                <a:path w="154" h="0" stroke="true" fill="norm" extrusionOk="true">
                  <a:moveTo>
                    <a:pt x="154" y="0"/>
                  </a:moveTo>
                  <a:lnTo>
                    <a:pt x="0" y="0"/>
                  </a:lnTo>
                  <a:lnTo>
                    <a:pt x="154" y="0"/>
                  </a:lnTo>
                  <a:lnTo>
                    <a:pt x="154" y="0"/>
                  </a:lnTo>
                </a:path>
              </a:pathLst>
            </a:custGeom>
            <a:noFill/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19" id="19"/>
            <p:cNvSpPr/>
            <p:nvPr/>
          </p:nvSpPr>
          <p:spPr>
            <a:xfrm>
              <a:off x="5663567" y="4594289"/>
              <a:ext cx="534498" cy="927986"/>
            </a:xfrm>
            <a:custGeom>
              <a:avLst/>
              <a:gdLst/>
              <a:ahLst/>
              <a:cxnLst/>
              <a:rect r="r" b="b" t="t" l="l"/>
              <a:pathLst>
                <a:path w="398" h="691" stroke="true" fill="norm" extrusionOk="true">
                  <a:moveTo>
                    <a:pt x="0" y="0"/>
                  </a:moveTo>
                  <a:lnTo>
                    <a:pt x="5" y="7"/>
                  </a:lnTo>
                  <a:lnTo>
                    <a:pt x="398" y="691"/>
                  </a:lnTo>
                  <a:lnTo>
                    <a:pt x="154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20" id="20"/>
            <p:cNvSpPr/>
            <p:nvPr/>
          </p:nvSpPr>
          <p:spPr>
            <a:xfrm>
              <a:off x="4693950" y="3843574"/>
              <a:ext cx="639249" cy="927986"/>
            </a:xfrm>
            <a:custGeom>
              <a:avLst/>
              <a:gdLst/>
              <a:ahLst/>
              <a:cxnLst/>
              <a:rect r="r" b="b" t="t" l="l"/>
              <a:pathLst>
                <a:path w="476" h="691" stroke="true" fill="norm" extrusionOk="true">
                  <a:moveTo>
                    <a:pt x="400" y="0"/>
                  </a:moveTo>
                  <a:lnTo>
                    <a:pt x="0" y="691"/>
                  </a:lnTo>
                  <a:lnTo>
                    <a:pt x="400" y="0"/>
                  </a:lnTo>
                  <a:lnTo>
                    <a:pt x="476" y="132"/>
                  </a:lnTo>
                  <a:lnTo>
                    <a:pt x="476" y="132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21" id="21"/>
            <p:cNvSpPr/>
            <p:nvPr/>
          </p:nvSpPr>
          <p:spPr>
            <a:xfrm>
              <a:off x="4693950" y="3843574"/>
              <a:ext cx="639249" cy="927986"/>
            </a:xfrm>
            <a:custGeom>
              <a:avLst/>
              <a:gdLst/>
              <a:ahLst/>
              <a:cxnLst/>
              <a:rect r="r" b="b" t="t" l="l"/>
              <a:pathLst>
                <a:path w="476" h="691" stroke="true" fill="norm" extrusionOk="true">
                  <a:moveTo>
                    <a:pt x="400" y="0"/>
                  </a:moveTo>
                  <a:lnTo>
                    <a:pt x="0" y="691"/>
                  </a:lnTo>
                  <a:lnTo>
                    <a:pt x="400" y="0"/>
                  </a:lnTo>
                  <a:lnTo>
                    <a:pt x="476" y="132"/>
                  </a:lnTo>
                  <a:lnTo>
                    <a:pt x="476" y="132"/>
                  </a:lnTo>
                  <a:lnTo>
                    <a:pt x="400" y="0"/>
                  </a:lnTo>
                </a:path>
              </a:pathLst>
            </a:custGeom>
            <a:noFill/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22" id="22"/>
            <p:cNvSpPr/>
            <p:nvPr/>
          </p:nvSpPr>
          <p:spPr>
            <a:xfrm>
              <a:off x="4693950" y="3843574"/>
              <a:ext cx="639249" cy="927986"/>
            </a:xfrm>
            <a:custGeom>
              <a:avLst/>
              <a:gdLst/>
              <a:ahLst/>
              <a:cxnLst/>
              <a:rect r="r" b="b" t="t" l="l"/>
              <a:pathLst>
                <a:path w="476" h="691" stroke="true" fill="norm" extrusionOk="true">
                  <a:moveTo>
                    <a:pt x="400" y="0"/>
                  </a:moveTo>
                  <a:lnTo>
                    <a:pt x="0" y="691"/>
                  </a:lnTo>
                  <a:lnTo>
                    <a:pt x="476" y="132"/>
                  </a:lnTo>
                  <a:lnTo>
                    <a:pt x="400" y="0"/>
                  </a:lnTo>
                </a:path>
              </a:pathLst>
            </a:custGeom>
            <a:noFill/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23" id="23"/>
            <p:cNvSpPr/>
            <p:nvPr/>
          </p:nvSpPr>
          <p:spPr>
            <a:xfrm>
              <a:off x="5558816" y="3095545"/>
              <a:ext cx="104751" cy="178614"/>
            </a:xfrm>
            <a:custGeom>
              <a:avLst/>
              <a:gdLst/>
              <a:ahLst/>
              <a:cxnLst/>
              <a:rect r="r" b="b" t="t" l="l"/>
              <a:pathLst>
                <a:path w="78" h="133" stroke="true" fill="norm" extrusionOk="true">
                  <a:moveTo>
                    <a:pt x="78" y="0"/>
                  </a:moveTo>
                  <a:lnTo>
                    <a:pt x="0" y="133"/>
                  </a:lnTo>
                  <a:lnTo>
                    <a:pt x="0" y="133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24" id="24"/>
            <p:cNvSpPr/>
            <p:nvPr/>
          </p:nvSpPr>
          <p:spPr>
            <a:xfrm>
              <a:off x="5558816" y="3095545"/>
              <a:ext cx="104751" cy="178614"/>
            </a:xfrm>
            <a:custGeom>
              <a:avLst/>
              <a:gdLst/>
              <a:ahLst/>
              <a:cxnLst/>
              <a:rect r="r" b="b" t="t" l="l"/>
              <a:pathLst>
                <a:path w="78" h="133" stroke="true" fill="norm" extrusionOk="true">
                  <a:moveTo>
                    <a:pt x="78" y="0"/>
                  </a:moveTo>
                  <a:lnTo>
                    <a:pt x="0" y="133"/>
                  </a:lnTo>
                  <a:lnTo>
                    <a:pt x="0" y="133"/>
                  </a:lnTo>
                  <a:lnTo>
                    <a:pt x="78" y="0"/>
                  </a:lnTo>
                </a:path>
              </a:pathLst>
            </a:custGeom>
            <a:noFill/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25" id="25"/>
            <p:cNvSpPr/>
            <p:nvPr/>
          </p:nvSpPr>
          <p:spPr>
            <a:xfrm>
              <a:off x="4589199" y="3095545"/>
              <a:ext cx="1074368" cy="178614"/>
            </a:xfrm>
            <a:custGeom>
              <a:avLst/>
              <a:gdLst/>
              <a:ahLst/>
              <a:cxnLst/>
              <a:rect r="r" b="b" t="t" l="l"/>
              <a:pathLst>
                <a:path w="800" h="133" stroke="true" fill="norm" extrusionOk="true">
                  <a:moveTo>
                    <a:pt x="800" y="0"/>
                  </a:moveTo>
                  <a:lnTo>
                    <a:pt x="0" y="0"/>
                  </a:lnTo>
                  <a:lnTo>
                    <a:pt x="722" y="133"/>
                  </a:lnTo>
                  <a:lnTo>
                    <a:pt x="800" y="0"/>
                  </a:lnTo>
                </a:path>
              </a:pathLst>
            </a:custGeom>
            <a:noFill/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26" id="26"/>
            <p:cNvSpPr/>
            <p:nvPr/>
          </p:nvSpPr>
          <p:spPr>
            <a:xfrm>
              <a:off x="6321617" y="3095545"/>
              <a:ext cx="206816" cy="0"/>
            </a:xfrm>
            <a:custGeom>
              <a:avLst/>
              <a:gdLst/>
              <a:ahLst/>
              <a:cxnLst/>
              <a:rect r="r" b="b" t="t" l="l"/>
              <a:pathLst>
                <a:path w="154" h="0" stroke="true" fill="norm" extrusionOk="true">
                  <a:moveTo>
                    <a:pt x="0" y="0"/>
                  </a:moveTo>
                  <a:lnTo>
                    <a:pt x="0" y="0"/>
                  </a:lnTo>
                  <a:lnTo>
                    <a:pt x="1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27" id="27"/>
            <p:cNvSpPr/>
            <p:nvPr/>
          </p:nvSpPr>
          <p:spPr>
            <a:xfrm>
              <a:off x="6321617" y="3095545"/>
              <a:ext cx="206816" cy="0"/>
            </a:xfrm>
            <a:custGeom>
              <a:avLst/>
              <a:gdLst/>
              <a:ahLst/>
              <a:cxnLst/>
              <a:rect r="r" b="b" t="t" l="l"/>
              <a:pathLst>
                <a:path w="154" h="0" stroke="true" fill="norm" extrusionOk="true">
                  <a:moveTo>
                    <a:pt x="0" y="0"/>
                  </a:moveTo>
                  <a:lnTo>
                    <a:pt x="0" y="0"/>
                  </a:lnTo>
                  <a:lnTo>
                    <a:pt x="154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28" id="28"/>
            <p:cNvSpPr/>
            <p:nvPr/>
          </p:nvSpPr>
          <p:spPr>
            <a:xfrm>
              <a:off x="5991249" y="2167560"/>
              <a:ext cx="537184" cy="927986"/>
            </a:xfrm>
            <a:custGeom>
              <a:avLst/>
              <a:gdLst/>
              <a:ahLst/>
              <a:cxnLst/>
              <a:rect r="r" b="b" t="t" l="l"/>
              <a:pathLst>
                <a:path w="400" h="691" stroke="true" fill="norm" extrusionOk="true">
                  <a:moveTo>
                    <a:pt x="0" y="0"/>
                  </a:moveTo>
                  <a:lnTo>
                    <a:pt x="246" y="691"/>
                  </a:lnTo>
                  <a:lnTo>
                    <a:pt x="400" y="691"/>
                  </a:lnTo>
                  <a:lnTo>
                    <a:pt x="182" y="31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29" id="29"/>
            <p:cNvSpPr/>
            <p:nvPr/>
          </p:nvSpPr>
          <p:spPr>
            <a:xfrm>
              <a:off x="3949950" y="3095545"/>
              <a:ext cx="1713617" cy="2152765"/>
            </a:xfrm>
            <a:custGeom>
              <a:avLst/>
              <a:gdLst/>
              <a:ahLst/>
              <a:cxnLst/>
              <a:rect r="r" b="b" t="t" l="l"/>
              <a:pathLst>
                <a:path w="539" h="677" stroke="true" fill="norm" extrusionOk="true">
                  <a:moveTo>
                    <a:pt x="201" y="0"/>
                  </a:moveTo>
                  <a:cubicBezTo>
                    <a:pt x="150" y="2"/>
                    <a:pt x="101" y="29"/>
                    <a:pt x="73" y="77"/>
                  </a:cubicBezTo>
                  <a:cubicBezTo>
                    <a:pt x="22" y="166"/>
                    <a:pt x="22" y="166"/>
                    <a:pt x="22" y="166"/>
                  </a:cubicBezTo>
                  <a:cubicBezTo>
                    <a:pt x="0" y="204"/>
                    <a:pt x="0" y="266"/>
                    <a:pt x="22" y="304"/>
                  </a:cubicBezTo>
                  <a:cubicBezTo>
                    <a:pt x="237" y="677"/>
                    <a:pt x="237" y="677"/>
                    <a:pt x="237" y="677"/>
                  </a:cubicBezTo>
                  <a:cubicBezTo>
                    <a:pt x="209" y="629"/>
                    <a:pt x="210" y="573"/>
                    <a:pt x="234" y="527"/>
                  </a:cubicBezTo>
                  <a:cubicBezTo>
                    <a:pt x="539" y="0"/>
                    <a:pt x="539" y="0"/>
                    <a:pt x="539" y="0"/>
                  </a:cubicBezTo>
                  <a:cubicBezTo>
                    <a:pt x="201" y="0"/>
                    <a:pt x="201" y="0"/>
                    <a:pt x="201" y="0"/>
                  </a:cubicBezTo>
                </a:path>
              </a:pathLst>
            </a:custGeom>
            <a:solidFill>
              <a:schemeClr val="tx2">
                <a:alpha val="15000"/>
              </a:schemeClr>
            </a:solidFill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30" id="30"/>
            <p:cNvSpPr/>
            <p:nvPr/>
          </p:nvSpPr>
          <p:spPr>
            <a:xfrm>
              <a:off x="4182282" y="1935228"/>
              <a:ext cx="2346151" cy="1404736"/>
            </a:xfrm>
            <a:custGeom>
              <a:avLst/>
              <a:gdLst/>
              <a:ahLst/>
              <a:cxnLst/>
              <a:rect r="r" b="b" t="t" l="l"/>
              <a:pathLst>
                <a:path w="738" h="442" stroke="true" fill="norm" extrusionOk="true">
                  <a:moveTo>
                    <a:pt x="569" y="73"/>
                  </a:moveTo>
                  <a:cubicBezTo>
                    <a:pt x="542" y="29"/>
                    <a:pt x="493" y="0"/>
                    <a:pt x="438" y="0"/>
                  </a:cubicBezTo>
                  <a:cubicBezTo>
                    <a:pt x="335" y="0"/>
                    <a:pt x="335" y="0"/>
                    <a:pt x="335" y="0"/>
                  </a:cubicBezTo>
                  <a:cubicBezTo>
                    <a:pt x="291" y="0"/>
                    <a:pt x="237" y="31"/>
                    <a:pt x="215" y="69"/>
                  </a:cubicBezTo>
                  <a:cubicBezTo>
                    <a:pt x="0" y="442"/>
                    <a:pt x="0" y="442"/>
                    <a:pt x="0" y="442"/>
                  </a:cubicBezTo>
                  <a:cubicBezTo>
                    <a:pt x="28" y="394"/>
                    <a:pt x="77" y="367"/>
                    <a:pt x="128" y="365"/>
                  </a:cubicBezTo>
                  <a:cubicBezTo>
                    <a:pt x="738" y="365"/>
                    <a:pt x="738" y="365"/>
                    <a:pt x="738" y="365"/>
                  </a:cubicBezTo>
                  <a:cubicBezTo>
                    <a:pt x="569" y="73"/>
                    <a:pt x="569" y="73"/>
                    <a:pt x="569" y="73"/>
                  </a:cubicBezTo>
                </a:path>
              </a:pathLst>
            </a:custGeom>
            <a:solidFill>
              <a:schemeClr val="accent1"/>
            </a:solidFill>
            <a:ln cap="rnd">
              <a:noFill/>
              <a:prstDash val="solid"/>
            </a:ln>
            <a:effectLst/>
          </p:spPr>
          <p:txBody>
            <a:bodyPr vert="horz" rot="0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31" id="31"/>
            <p:cNvSpPr/>
            <p:nvPr/>
          </p:nvSpPr>
          <p:spPr>
            <a:xfrm>
              <a:off x="5663567" y="4345842"/>
              <a:ext cx="2346151" cy="1406079"/>
            </a:xfrm>
            <a:custGeom>
              <a:avLst/>
              <a:gdLst/>
              <a:ahLst/>
              <a:cxnLst/>
              <a:rect r="r" b="b" t="t" l="l"/>
              <a:pathLst>
                <a:path w="738" h="442" stroke="true" fill="norm" extrusionOk="true">
                  <a:moveTo>
                    <a:pt x="168" y="370"/>
                  </a:moveTo>
                  <a:cubicBezTo>
                    <a:pt x="196" y="413"/>
                    <a:pt x="244" y="442"/>
                    <a:pt x="300" y="442"/>
                  </a:cubicBezTo>
                  <a:cubicBezTo>
                    <a:pt x="402" y="442"/>
                    <a:pt x="402" y="442"/>
                    <a:pt x="402" y="442"/>
                  </a:cubicBezTo>
                  <a:cubicBezTo>
                    <a:pt x="446" y="442"/>
                    <a:pt x="500" y="411"/>
                    <a:pt x="522" y="373"/>
                  </a:cubicBezTo>
                  <a:cubicBezTo>
                    <a:pt x="738" y="0"/>
                    <a:pt x="738" y="0"/>
                    <a:pt x="738" y="0"/>
                  </a:cubicBezTo>
                  <a:cubicBezTo>
                    <a:pt x="710" y="48"/>
                    <a:pt x="661" y="76"/>
                    <a:pt x="609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68" y="370"/>
                    <a:pt x="168" y="370"/>
                    <a:pt x="168" y="370"/>
                  </a:cubicBezTo>
                </a:path>
              </a:pathLst>
            </a:custGeom>
            <a:solidFill>
              <a:schemeClr val="tx2">
                <a:alpha val="15000"/>
              </a:schemeClr>
            </a:solidFill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32" id="32"/>
            <p:cNvSpPr/>
            <p:nvPr/>
          </p:nvSpPr>
          <p:spPr>
            <a:xfrm>
              <a:off x="4614716" y="3843575"/>
              <a:ext cx="2002354" cy="1908347"/>
            </a:xfrm>
            <a:custGeom>
              <a:avLst/>
              <a:gdLst/>
              <a:ahLst/>
              <a:cxnLst/>
              <a:rect r="r" b="b" t="t" l="l"/>
              <a:pathLst>
                <a:path w="630" h="600" stroke="true" fill="norm" extrusionOk="true">
                  <a:moveTo>
                    <a:pt x="25" y="292"/>
                  </a:moveTo>
                  <a:cubicBezTo>
                    <a:pt x="1" y="338"/>
                    <a:pt x="0" y="394"/>
                    <a:pt x="28" y="442"/>
                  </a:cubicBezTo>
                  <a:cubicBezTo>
                    <a:pt x="79" y="531"/>
                    <a:pt x="79" y="531"/>
                    <a:pt x="79" y="531"/>
                  </a:cubicBezTo>
                  <a:cubicBezTo>
                    <a:pt x="101" y="569"/>
                    <a:pt x="155" y="600"/>
                    <a:pt x="199" y="600"/>
                  </a:cubicBezTo>
                  <a:cubicBezTo>
                    <a:pt x="630" y="600"/>
                    <a:pt x="630" y="600"/>
                    <a:pt x="630" y="600"/>
                  </a:cubicBezTo>
                  <a:cubicBezTo>
                    <a:pt x="574" y="600"/>
                    <a:pt x="526" y="571"/>
                    <a:pt x="498" y="528"/>
                  </a:cubicBezTo>
                  <a:cubicBezTo>
                    <a:pt x="194" y="0"/>
                    <a:pt x="194" y="0"/>
                    <a:pt x="194" y="0"/>
                  </a:cubicBezTo>
                  <a:cubicBezTo>
                    <a:pt x="25" y="292"/>
                    <a:pt x="25" y="292"/>
                    <a:pt x="25" y="292"/>
                  </a:cubicBezTo>
                </a:path>
              </a:pathLst>
            </a:custGeom>
            <a:solidFill>
              <a:schemeClr val="accent3"/>
            </a:solidFill>
            <a:ln cap="rnd">
              <a:noFill/>
              <a:prstDash val="solid"/>
            </a:ln>
            <a:effectLst/>
          </p:spPr>
          <p:txBody>
            <a:bodyPr vert="horz" rot="0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33" id="33"/>
            <p:cNvSpPr/>
            <p:nvPr/>
          </p:nvSpPr>
          <p:spPr>
            <a:xfrm>
              <a:off x="5574932" y="1935228"/>
              <a:ext cx="1999668" cy="1908347"/>
            </a:xfrm>
            <a:custGeom>
              <a:avLst/>
              <a:gdLst/>
              <a:ahLst/>
              <a:cxnLst/>
              <a:rect r="r" b="b" t="t" l="l"/>
              <a:pathLst>
                <a:path w="629" h="600" stroke="true" fill="norm" extrusionOk="true">
                  <a:moveTo>
                    <a:pt x="604" y="308"/>
                  </a:moveTo>
                  <a:cubicBezTo>
                    <a:pt x="628" y="262"/>
                    <a:pt x="629" y="206"/>
                    <a:pt x="602" y="158"/>
                  </a:cubicBezTo>
                  <a:cubicBezTo>
                    <a:pt x="550" y="69"/>
                    <a:pt x="550" y="69"/>
                    <a:pt x="550" y="69"/>
                  </a:cubicBezTo>
                  <a:cubicBezTo>
                    <a:pt x="528" y="31"/>
                    <a:pt x="474" y="0"/>
                    <a:pt x="43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5" y="0"/>
                    <a:pt x="104" y="29"/>
                    <a:pt x="131" y="73"/>
                  </a:cubicBezTo>
                  <a:cubicBezTo>
                    <a:pt x="436" y="600"/>
                    <a:pt x="436" y="600"/>
                    <a:pt x="436" y="600"/>
                  </a:cubicBezTo>
                  <a:cubicBezTo>
                    <a:pt x="604" y="308"/>
                    <a:pt x="604" y="308"/>
                    <a:pt x="604" y="308"/>
                  </a:cubicBezTo>
                </a:path>
              </a:pathLst>
            </a:custGeom>
            <a:solidFill>
              <a:schemeClr val="tx2">
                <a:alpha val="15000"/>
              </a:schemeClr>
            </a:solidFill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34" id="34"/>
            <p:cNvSpPr/>
            <p:nvPr/>
          </p:nvSpPr>
          <p:spPr>
            <a:xfrm>
              <a:off x="6528433" y="2437495"/>
              <a:ext cx="1713617" cy="2156794"/>
            </a:xfrm>
            <a:custGeom>
              <a:avLst/>
              <a:gdLst/>
              <a:ahLst/>
              <a:cxnLst/>
              <a:rect r="r" b="b" t="t" l="l"/>
              <a:pathLst>
                <a:path w="539" h="678" stroke="true" fill="norm" extrusionOk="true">
                  <a:moveTo>
                    <a:pt x="337" y="678"/>
                  </a:moveTo>
                  <a:cubicBezTo>
                    <a:pt x="389" y="676"/>
                    <a:pt x="438" y="648"/>
                    <a:pt x="466" y="600"/>
                  </a:cubicBezTo>
                  <a:cubicBezTo>
                    <a:pt x="517" y="511"/>
                    <a:pt x="517" y="511"/>
                    <a:pt x="517" y="511"/>
                  </a:cubicBezTo>
                  <a:cubicBezTo>
                    <a:pt x="539" y="473"/>
                    <a:pt x="539" y="411"/>
                    <a:pt x="517" y="373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329" y="48"/>
                    <a:pt x="328" y="104"/>
                    <a:pt x="304" y="150"/>
                  </a:cubicBezTo>
                  <a:cubicBezTo>
                    <a:pt x="0" y="678"/>
                    <a:pt x="0" y="678"/>
                    <a:pt x="0" y="678"/>
                  </a:cubicBezTo>
                  <a:cubicBezTo>
                    <a:pt x="337" y="678"/>
                    <a:pt x="337" y="678"/>
                    <a:pt x="337" y="678"/>
                  </a:cubicBezTo>
                </a:path>
              </a:pathLst>
            </a:custGeom>
            <a:solidFill>
              <a:schemeClr val="accent2"/>
            </a:solidFill>
            <a:ln cap="rnd">
              <a:noFill/>
              <a:prstDash val="solid"/>
            </a:ln>
            <a:effectLst/>
          </p:spPr>
          <p:txBody>
            <a:bodyPr vert="horz" rot="0" anchor="ctr" wrap="square" tIns="45720" lIns="91440" bIns="45720" rIns="91440">
              <a:normAutofit/>
            </a:bodyPr>
            <a:p>
              <a:pPr algn="ctr" marL="0"/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chemeClr val="accent1">
            <a:alpha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2883310" y="3274142"/>
            <a:ext cx="5813560" cy="646331"/>
          </a:xfrm>
        </p:spPr>
        <p:txBody>
          <a:bodyPr vert="horz" anchor="t" wrap="square" tIns="45720" lIns="91440" bIns="45720" rIns="91440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b="true" i="false" sz="3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应用案例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5736" y="2258479"/>
            <a:ext cx="1268360" cy="1015663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6000" baseline="0" u="none">
                <a:solidFill>
                  <a:schemeClr val="tx1"/>
                </a:solidFill>
                <a:latin typeface="Arial"/>
                <a:ea typeface="Arial"/>
              </a:rPr>
              <a:t>04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chemeClr val="accent1">
            <a:alpha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/>
          <a:p>
            <a:pPr algn="l">
              <a:lnSpc>
                <a:spcPct val="100000"/>
              </a:lnSpc>
              <a:spcBef>
                <a:spcPct val="0"/>
              </a:spcBef>
              <a:buNone/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企业培训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660400" y="1644649"/>
            <a:ext cx="10858500" cy="4304336"/>
            <a:chOff x="686157" y="2119086"/>
            <a:chExt cx="12276483" cy="3144157"/>
          </a:xfrm>
        </p:grpSpPr>
        <p:grpSp>
          <p:nvGrpSpPr>
            <p:cNvPr name="Group 4" id="4"/>
            <p:cNvGrpSpPr/>
            <p:nvPr/>
          </p:nvGrpSpPr>
          <p:grpSpPr>
            <a:xfrm>
              <a:off x="686157" y="2119086"/>
              <a:ext cx="3987443" cy="3144157"/>
              <a:chOff x="686157" y="2119086"/>
              <a:chExt cx="3987443" cy="3144157"/>
            </a:xfrm>
          </p:grpSpPr>
          <p:sp>
            <p:nvSpPr>
              <p:cNvPr name="AutoShape 5" id="5"/>
              <p:cNvSpPr/>
              <p:nvPr/>
            </p:nvSpPr>
            <p:spPr>
              <a:xfrm>
                <a:off x="686157" y="2119086"/>
                <a:ext cx="3987443" cy="3144157"/>
              </a:xfrm>
              <a:prstGeom prst="roundRect">
                <a:avLst>
                  <a:gd name="adj" fmla="val 5900"/>
                </a:avLst>
              </a:prstGeom>
              <a:noFill/>
              <a:ln cap="rnd">
                <a:solidFill>
                  <a:schemeClr val="accent1"/>
                </a:solidFill>
              </a:ln>
            </p:spPr>
            <p:txBody>
              <a:bodyPr vert="horz" anchor="ctr" tIns="45720" lIns="91440" bIns="45720" rIns="91440"/>
              <a:p>
                <a:pPr algn="ctr" marL="0"/>
              </a:p>
            </p:txBody>
          </p:sp>
          <p:sp>
            <p:nvSpPr>
              <p:cNvPr name="TextBox 6" id="6"/>
              <p:cNvSpPr txBox="true"/>
              <p:nvPr/>
            </p:nvSpPr>
            <p:spPr>
              <a:xfrm>
                <a:off x="843234" y="2857434"/>
                <a:ext cx="3673289" cy="247301"/>
              </a:xfrm>
              <a:prstGeom prst="rect">
                <a:avLst/>
              </a:prstGeom>
              <a:noFill/>
            </p:spPr>
            <p:txBody>
              <a:bodyPr anchor="t" rtlCol="false" vert="horz" wrap="square" tIns="45720" lIns="91440" bIns="45720" rIns="91440">
                <a:spAutoFit/>
              </a:bodyPr>
              <a:lstStyle/>
              <a:p>
                <a:pPr algn="ctr" marL="0">
                  <a:defRPr/>
                </a:pPr>
                <a:r>
                  <a:rPr lang="zh-CN" b="true" i="false" sz="1600" baseline="0" u="none" altLang="en-US">
                    <a:solidFill>
                      <a:schemeClr val="tx1"/>
                    </a:solidFill>
                    <a:latin typeface="微软雅黑"/>
                    <a:ea typeface="微软雅黑"/>
                  </a:rPr>
                  <a:t>案例背景</a:t>
                </a:r>
                <a:endParaRPr lang="en-US" sz="1100"/>
              </a:p>
            </p:txBody>
          </p:sp>
          <p:sp>
            <p:nvSpPr>
              <p:cNvPr name="TextBox 7" id="7"/>
              <p:cNvSpPr txBox="true"/>
              <p:nvPr/>
            </p:nvSpPr>
            <p:spPr>
              <a:xfrm>
                <a:off x="843234" y="3372649"/>
                <a:ext cx="3673289" cy="1219645"/>
              </a:xfrm>
              <a:prstGeom prst="rect">
                <a:avLst/>
              </a:prstGeom>
              <a:noFill/>
            </p:spPr>
            <p:txBody>
              <a:bodyPr anchor="t" rtlCol="false" vert="horz" wrap="square" tIns="45720" lIns="91440" bIns="45720" rIns="91440">
                <a:spAutoFit/>
              </a:bodyPr>
              <a:lstStyle/>
              <a:p>
                <a:pPr algn="ctr" marL="0">
                  <a:lnSpc>
                    <a:spcPct val="150000"/>
                  </a:lnSpc>
                  <a:defRPr/>
                </a:pPr>
                <a:r>
                  <a:rPr lang="zh-CN" b="false" i="false" sz="1400" baseline="0" u="none" altLang="en-US">
                    <a:solidFill>
                      <a:schemeClr val="tx1"/>
                    </a:solidFill>
                    <a:latin typeface="微软雅黑"/>
                    <a:ea typeface="微软雅黑"/>
                  </a:rPr>
                  <a:t>某大型企业需要为员工提供定期的培训课程，但传统PPT制作耗时耗力，难以满足需求。</a:t>
                </a:r>
                <a:endParaRPr lang="en-US" sz="1100"/>
              </a:p>
            </p:txBody>
          </p:sp>
          <p:sp>
            <p:nvSpPr>
              <p:cNvPr name="AutoShape 8" id="8"/>
              <p:cNvSpPr/>
              <p:nvPr/>
            </p:nvSpPr>
            <p:spPr>
              <a:xfrm>
                <a:off x="1736450" y="2363527"/>
                <a:ext cx="1886857" cy="340798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anchor="ctr" tIns="45720" lIns="91440" bIns="45720" rIns="91440"/>
              <a:p>
                <a:pPr algn="ctr" marL="0"/>
                <a:r>
                  <a:rPr lang="en-US" b="false" i="false" sz="1800" baseline="0" u="none">
                    <a:solidFill>
                      <a:schemeClr val="lt1"/>
                    </a:solidFill>
                    <a:latin typeface="Arial"/>
                    <a:ea typeface="Arial"/>
                  </a:rPr>
                  <a:t>01</a:t>
                </a: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>
              <a:off x="4830677" y="2119086"/>
              <a:ext cx="3987443" cy="3144157"/>
              <a:chOff x="4830677" y="2119086"/>
              <a:chExt cx="3987443" cy="3144157"/>
            </a:xfrm>
          </p:grpSpPr>
          <p:sp>
            <p:nvSpPr>
              <p:cNvPr name="AutoShape 10" id="10"/>
              <p:cNvSpPr/>
              <p:nvPr/>
            </p:nvSpPr>
            <p:spPr>
              <a:xfrm>
                <a:off x="4830677" y="2119086"/>
                <a:ext cx="3987443" cy="3144157"/>
              </a:xfrm>
              <a:prstGeom prst="roundRect">
                <a:avLst>
                  <a:gd name="adj" fmla="val 5900"/>
                </a:avLst>
              </a:prstGeom>
              <a:noFill/>
              <a:ln cap="rnd">
                <a:solidFill>
                  <a:schemeClr val="accent2"/>
                </a:solidFill>
              </a:ln>
            </p:spPr>
            <p:txBody>
              <a:bodyPr vert="horz" anchor="ctr" tIns="45720" lIns="91440" bIns="45720" rIns="91440"/>
              <a:p>
                <a:pPr algn="ctr" marL="0"/>
              </a:p>
            </p:txBody>
          </p:sp>
          <p:sp>
            <p:nvSpPr>
              <p:cNvPr name="TextBox 11" id="11"/>
              <p:cNvSpPr txBox="true"/>
              <p:nvPr/>
            </p:nvSpPr>
            <p:spPr>
              <a:xfrm>
                <a:off x="4987754" y="2857434"/>
                <a:ext cx="3673289" cy="247301"/>
              </a:xfrm>
              <a:prstGeom prst="rect">
                <a:avLst/>
              </a:prstGeom>
              <a:noFill/>
            </p:spPr>
            <p:txBody>
              <a:bodyPr anchor="t" rtlCol="false" vert="horz" wrap="square" tIns="45720" lIns="91440" bIns="45720" rIns="91440">
                <a:spAutoFit/>
              </a:bodyPr>
              <a:lstStyle/>
              <a:p>
                <a:pPr algn="ctr" marL="0">
                  <a:defRPr/>
                </a:pPr>
                <a:r>
                  <a:rPr lang="zh-CN" b="true" i="false" sz="1600" baseline="0" u="none" altLang="en-US">
                    <a:solidFill>
                      <a:schemeClr val="tx1"/>
                    </a:solidFill>
                    <a:latin typeface="微软雅黑"/>
                    <a:ea typeface="微软雅黑"/>
                  </a:rPr>
                  <a:t>实施过程</a:t>
                </a:r>
                <a:endParaRPr lang="en-US" sz="1100"/>
              </a:p>
            </p:txBody>
          </p:sp>
          <p:sp>
            <p:nvSpPr>
              <p:cNvPr name="TextBox 12" id="12"/>
              <p:cNvSpPr txBox="true"/>
              <p:nvPr/>
            </p:nvSpPr>
            <p:spPr>
              <a:xfrm>
                <a:off x="4987754" y="3372649"/>
                <a:ext cx="3673289" cy="1219645"/>
              </a:xfrm>
              <a:prstGeom prst="rect">
                <a:avLst/>
              </a:prstGeom>
              <a:noFill/>
            </p:spPr>
            <p:txBody>
              <a:bodyPr anchor="t" rtlCol="false" vert="horz" wrap="square" tIns="45720" lIns="91440" bIns="45720" rIns="91440">
                <a:spAutoFit/>
              </a:bodyPr>
              <a:lstStyle/>
              <a:p>
                <a:pPr algn="ctr" marL="0">
                  <a:lnSpc>
                    <a:spcPct val="150000"/>
                  </a:lnSpc>
                  <a:defRPr/>
                </a:pPr>
                <a:r>
                  <a:rPr lang="zh-CN" b="false" i="false" sz="1400" baseline="0" u="none" altLang="en-US">
                    <a:solidFill>
                      <a:schemeClr val="tx1"/>
                    </a:solidFill>
                    <a:latin typeface="微软雅黑"/>
                    <a:ea typeface="微软雅黑"/>
                  </a:rPr>
                  <a:t>企业引入AI生成PPT工具，培训师只需输入课程大纲，系统即可自动生成完整的培训演示文稿。</a:t>
                </a:r>
                <a:endParaRPr lang="en-US" sz="1100"/>
              </a:p>
            </p:txBody>
          </p:sp>
          <p:sp>
            <p:nvSpPr>
              <p:cNvPr name="AutoShape 13" id="13"/>
              <p:cNvSpPr/>
              <p:nvPr/>
            </p:nvSpPr>
            <p:spPr>
              <a:xfrm>
                <a:off x="5880970" y="2363527"/>
                <a:ext cx="1886857" cy="340798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anchor="ctr" tIns="45720" lIns="91440" bIns="45720" rIns="91440"/>
              <a:p>
                <a:pPr algn="ctr" marL="0"/>
                <a:r>
                  <a:rPr lang="en-US" b="false" i="false" sz="1800" baseline="0" u="none">
                    <a:solidFill>
                      <a:schemeClr val="lt1"/>
                    </a:solidFill>
                    <a:latin typeface="Arial"/>
                    <a:ea typeface="Arial"/>
                  </a:rPr>
                  <a:t>02</a:t>
                </a: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>
              <a:off x="8975197" y="2119086"/>
              <a:ext cx="3987443" cy="3144157"/>
              <a:chOff x="8975197" y="2119086"/>
              <a:chExt cx="3987443" cy="3144157"/>
            </a:xfrm>
          </p:grpSpPr>
          <p:sp>
            <p:nvSpPr>
              <p:cNvPr name="AutoShape 15" id="15"/>
              <p:cNvSpPr/>
              <p:nvPr/>
            </p:nvSpPr>
            <p:spPr>
              <a:xfrm>
                <a:off x="8975197" y="2119086"/>
                <a:ext cx="3987443" cy="3144157"/>
              </a:xfrm>
              <a:prstGeom prst="roundRect">
                <a:avLst>
                  <a:gd name="adj" fmla="val 5900"/>
                </a:avLst>
              </a:prstGeom>
              <a:noFill/>
              <a:ln cap="rnd">
                <a:solidFill>
                  <a:schemeClr val="accent4"/>
                </a:solidFill>
              </a:ln>
            </p:spPr>
            <p:txBody>
              <a:bodyPr vert="horz" anchor="ctr" tIns="45720" lIns="91440" bIns="45720" rIns="91440"/>
              <a:p>
                <a:pPr algn="ctr" marL="0"/>
              </a:p>
            </p:txBody>
          </p:sp>
          <p:sp>
            <p:nvSpPr>
              <p:cNvPr name="TextBox 16" id="16"/>
              <p:cNvSpPr txBox="true"/>
              <p:nvPr/>
            </p:nvSpPr>
            <p:spPr>
              <a:xfrm>
                <a:off x="9132274" y="2857434"/>
                <a:ext cx="3673289" cy="247301"/>
              </a:xfrm>
              <a:prstGeom prst="rect">
                <a:avLst/>
              </a:prstGeom>
              <a:noFill/>
            </p:spPr>
            <p:txBody>
              <a:bodyPr anchor="t" rtlCol="false" vert="horz" wrap="square" tIns="45720" lIns="91440" bIns="45720" rIns="91440">
                <a:spAutoFit/>
              </a:bodyPr>
              <a:lstStyle/>
              <a:p>
                <a:pPr algn="ctr" marL="0">
                  <a:defRPr/>
                </a:pPr>
                <a:r>
                  <a:rPr lang="zh-CN" b="true" i="false" sz="1600" baseline="0" u="none" altLang="en-US">
                    <a:solidFill>
                      <a:schemeClr val="tx1"/>
                    </a:solidFill>
                    <a:latin typeface="微软雅黑"/>
                    <a:ea typeface="微软雅黑"/>
                  </a:rPr>
                  <a:t>效果评估</a:t>
                </a:r>
                <a:endParaRPr lang="en-US" sz="1100"/>
              </a:p>
            </p:txBody>
          </p:sp>
          <p:sp>
            <p:nvSpPr>
              <p:cNvPr name="TextBox 17" id="17"/>
              <p:cNvSpPr txBox="true"/>
              <p:nvPr/>
            </p:nvSpPr>
            <p:spPr>
              <a:xfrm>
                <a:off x="9132272" y="3372649"/>
                <a:ext cx="3673289" cy="1219645"/>
              </a:xfrm>
              <a:prstGeom prst="rect">
                <a:avLst/>
              </a:prstGeom>
              <a:noFill/>
            </p:spPr>
            <p:txBody>
              <a:bodyPr anchor="t" rtlCol="false" vert="horz" wrap="square" tIns="45720" lIns="91440" bIns="45720" rIns="91440">
                <a:spAutoFit/>
              </a:bodyPr>
              <a:lstStyle/>
              <a:p>
                <a:pPr algn="ctr" marL="0">
                  <a:lnSpc>
                    <a:spcPct val="150000"/>
                  </a:lnSpc>
                  <a:defRPr/>
                </a:pPr>
                <a:r>
                  <a:rPr lang="zh-CN" b="false" i="false" sz="1400" baseline="0" u="none" altLang="en-US">
                    <a:solidFill>
                      <a:schemeClr val="tx1"/>
                    </a:solidFill>
                    <a:latin typeface="微软雅黑"/>
                    <a:ea typeface="微软雅黑"/>
                  </a:rPr>
                  <a:t>使用AI生成PPT后，企业培训效率提升了50%，员工满意度也显著提高。</a:t>
                </a:r>
                <a:endParaRPr lang="en-US" sz="1100"/>
              </a:p>
            </p:txBody>
          </p:sp>
          <p:sp>
            <p:nvSpPr>
              <p:cNvPr name="AutoShape 18" id="18"/>
              <p:cNvSpPr/>
              <p:nvPr/>
            </p:nvSpPr>
            <p:spPr>
              <a:xfrm>
                <a:off x="10025490" y="2363527"/>
                <a:ext cx="1886857" cy="340798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vert="horz" anchor="ctr" tIns="45720" lIns="91440" bIns="45720" rIns="91440"/>
              <a:p>
                <a:pPr algn="ctr" marL="0"/>
                <a:r>
                  <a:rPr lang="en-US" b="false" i="false" sz="1800" baseline="0" u="none">
                    <a:solidFill>
                      <a:schemeClr val="lt1"/>
                    </a:solidFill>
                    <a:latin typeface="Arial"/>
                    <a:ea typeface="Arial"/>
                  </a:rPr>
                  <a:t>03</a:t>
                </a:r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chemeClr val="accent1">
            <a:alpha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/>
          <a:p>
            <a:pPr algn="l">
              <a:lnSpc>
                <a:spcPct val="100000"/>
              </a:lnSpc>
              <a:spcBef>
                <a:spcPct val="0"/>
              </a:spcBef>
              <a:buNone/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教育领域</a:t>
            </a:r>
          </a:p>
        </p:txBody>
      </p:sp>
      <p:sp>
        <p:nvSpPr>
          <p:cNvPr name="Freeform 3" id="3"/>
          <p:cNvSpPr/>
          <p:nvPr/>
        </p:nvSpPr>
        <p:spPr>
          <a:xfrm>
            <a:off x="3053444" y="5348886"/>
            <a:ext cx="6085112" cy="1509115"/>
          </a:xfrm>
          <a:custGeom>
            <a:avLst/>
            <a:gdLst/>
            <a:ahLst/>
            <a:cxnLst/>
            <a:rect r="r" b="b" t="t" l="l"/>
            <a:pathLst>
              <a:path w="6085112" h="1509115" stroke="true" fill="norm" extrusionOk="true">
                <a:moveTo>
                  <a:pt x="3042556" y="0"/>
                </a:moveTo>
                <a:cubicBezTo>
                  <a:pt x="4232935" y="0"/>
                  <a:pt x="5296534" y="542809"/>
                  <a:pt x="5999337" y="1394410"/>
                </a:cubicBezTo>
                <a:lnTo>
                  <a:pt x="6085112" y="1509115"/>
                </a:lnTo>
                <a:lnTo>
                  <a:pt x="0" y="1509115"/>
                </a:lnTo>
                <a:lnTo>
                  <a:pt x="85776" y="1394410"/>
                </a:lnTo>
                <a:cubicBezTo>
                  <a:pt x="788579" y="542809"/>
                  <a:pt x="1852178" y="0"/>
                  <a:pt x="3042556" y="0"/>
                </a:cubicBezTo>
                <a:close/>
              </a:path>
            </a:pathLst>
          </a:custGeom>
          <a:solidFill>
            <a:schemeClr val="accent1">
              <a:alpha val="15000"/>
            </a:schemeClr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666750" y="2507113"/>
            <a:ext cx="3276600" cy="3023532"/>
          </a:xfrm>
          <a:prstGeom prst="roundRect">
            <a:avLst>
              <a:gd name="adj" fmla="val 583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anchor="ctr" tIns="45720" lIns="329040" bIns="45720" rIns="3290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AutoShape 5" id="5"/>
          <p:cNvSpPr/>
          <p:nvPr/>
        </p:nvSpPr>
        <p:spPr>
          <a:xfrm>
            <a:off x="811161" y="2131142"/>
            <a:ext cx="2905433" cy="606385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>
              <a:lnSpc>
                <a:spcPct val="100000"/>
              </a:lnSpc>
            </a:pPr>
            <a:r>
              <a:rPr lang="zh-CN" b="true" i="false" sz="1600" baseline="0" u="none" altLang="en-US">
                <a:solidFill>
                  <a:schemeClr val="lt1"/>
                </a:solidFill>
                <a:latin typeface="微软雅黑"/>
                <a:ea typeface="微软雅黑"/>
              </a:rPr>
              <a:t>实施过程</a:t>
            </a:r>
          </a:p>
        </p:txBody>
      </p:sp>
      <p:sp>
        <p:nvSpPr>
          <p:cNvPr name="AutoShape 6" id="6"/>
          <p:cNvSpPr/>
          <p:nvPr/>
        </p:nvSpPr>
        <p:spPr>
          <a:xfrm>
            <a:off x="4457699" y="1949889"/>
            <a:ext cx="3276600" cy="3023532"/>
          </a:xfrm>
          <a:prstGeom prst="roundRect">
            <a:avLst>
              <a:gd name="adj" fmla="val 5830"/>
            </a:avLst>
          </a:prstGeom>
          <a:solidFill>
            <a:schemeClr val="accent2">
              <a:alpha val="10000"/>
            </a:schemeClr>
          </a:solidFill>
          <a:ln>
            <a:noFill/>
          </a:ln>
        </p:spPr>
        <p:txBody>
          <a:bodyPr vert="horz" anchor="ctr" tIns="45720" lIns="329040" bIns="45720" rIns="3290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AutoShape 7" id="7"/>
          <p:cNvSpPr/>
          <p:nvPr/>
        </p:nvSpPr>
        <p:spPr>
          <a:xfrm>
            <a:off x="4608460" y="1573918"/>
            <a:ext cx="2905433" cy="606385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>
              <a:lnSpc>
                <a:spcPct val="100000"/>
              </a:lnSpc>
            </a:pPr>
            <a:r>
              <a:rPr lang="zh-CN" b="true" i="false" sz="1600" baseline="0" u="none" altLang="en-US">
                <a:solidFill>
                  <a:schemeClr val="lt1"/>
                </a:solidFill>
                <a:latin typeface="微软雅黑"/>
                <a:ea typeface="微软雅黑"/>
              </a:rPr>
              <a:t>案例背景</a:t>
            </a:r>
          </a:p>
        </p:txBody>
      </p:sp>
      <p:sp>
        <p:nvSpPr>
          <p:cNvPr name="AutoShape 8" id="8"/>
          <p:cNvSpPr/>
          <p:nvPr/>
        </p:nvSpPr>
        <p:spPr>
          <a:xfrm>
            <a:off x="8248649" y="2507113"/>
            <a:ext cx="3276600" cy="3023532"/>
          </a:xfrm>
          <a:prstGeom prst="roundRect">
            <a:avLst>
              <a:gd name="adj" fmla="val 583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anchor="ctr" tIns="45720" lIns="329040" bIns="45720" rIns="3290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AutoShape 9" id="9"/>
          <p:cNvSpPr/>
          <p:nvPr/>
        </p:nvSpPr>
        <p:spPr>
          <a:xfrm>
            <a:off x="8405760" y="2131142"/>
            <a:ext cx="2905433" cy="606385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>
              <a:lnSpc>
                <a:spcPct val="100000"/>
              </a:lnSpc>
            </a:pPr>
            <a:r>
              <a:rPr lang="zh-CN" b="true" i="false" sz="1600" baseline="0" u="none" altLang="en-US">
                <a:solidFill>
                  <a:schemeClr val="lt1"/>
                </a:solidFill>
                <a:latin typeface="微软雅黑"/>
                <a:ea typeface="微软雅黑"/>
              </a:rPr>
              <a:t>效果评估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736780" y="2869418"/>
            <a:ext cx="3112549" cy="1023357"/>
          </a:xfrm>
          <a:prstGeom prst="rect">
            <a:avLst/>
          </a:prstGeom>
          <a:noFill/>
          <a:ln>
            <a:noFill/>
          </a:ln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fontAlgn="auto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教师使用AI生成PPT工具，输入课程内容后，系统自动生成符合教学需求的演示文稿。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4524068" y="2347108"/>
            <a:ext cx="3112549" cy="1023357"/>
          </a:xfrm>
          <a:prstGeom prst="rect">
            <a:avLst/>
          </a:prstGeom>
          <a:noFill/>
          <a:ln>
            <a:noFill/>
          </a:ln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fontAlgn="auto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某高校教师需要为不同课程制作大量PPT，但时间和精力有限，难以兼顾质量。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8342671" y="2917321"/>
            <a:ext cx="3112549" cy="1023357"/>
          </a:xfrm>
          <a:prstGeom prst="rect">
            <a:avLst/>
          </a:prstGeom>
          <a:noFill/>
          <a:ln>
            <a:noFill/>
          </a:ln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fontAlgn="auto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使用AI生成PPT后，教师制作PPT的时间减少了70%，学生反馈教学效果也有所提升。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chemeClr val="accent1">
            <a:alpha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/>
          <a:p>
            <a:pPr algn="l">
              <a:lnSpc>
                <a:spcPct val="100000"/>
              </a:lnSpc>
              <a:spcBef>
                <a:spcPct val="0"/>
              </a:spcBef>
              <a:buNone/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市场营销</a:t>
            </a:r>
          </a:p>
        </p:txBody>
      </p:sp>
      <p:sp>
        <p:nvSpPr>
          <p:cNvPr name="Freeform 3" id="3"/>
          <p:cNvSpPr/>
          <p:nvPr/>
        </p:nvSpPr>
        <p:spPr>
          <a:xfrm flipH="true">
            <a:off x="1031508" y="1716839"/>
            <a:ext cx="2597576" cy="918028"/>
          </a:xfrm>
          <a:custGeom>
            <a:avLst/>
            <a:gdLst/>
            <a:ahLst/>
            <a:cxnLst/>
            <a:rect r="r" b="b" t="t" l="l"/>
            <a:pathLst>
              <a:path w="2597576" h="918028" stroke="true" fill="norm" extrusionOk="true">
                <a:moveTo>
                  <a:pt x="2138562" y="0"/>
                </a:moveTo>
                <a:cubicBezTo>
                  <a:pt x="2392068" y="0"/>
                  <a:pt x="2597576" y="205508"/>
                  <a:pt x="2597576" y="459014"/>
                </a:cubicBezTo>
                <a:lnTo>
                  <a:pt x="2597576" y="459014"/>
                </a:lnTo>
                <a:cubicBezTo>
                  <a:pt x="2597576" y="712520"/>
                  <a:pt x="2392068" y="918028"/>
                  <a:pt x="2138562" y="918028"/>
                </a:cubicBezTo>
                <a:lnTo>
                  <a:pt x="0" y="918028"/>
                </a:lnTo>
              </a:path>
            </a:pathLst>
          </a:custGeom>
          <a:noFill/>
          <a:ln cap="rnd">
            <a:solidFill>
              <a:schemeClr val="accent1"/>
            </a:solidFill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1123883" y="1970754"/>
            <a:ext cx="410400" cy="41019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anchor="ctr" tIns="45720" lIns="91440" bIns="45720" rIns="91440">
            <a:noAutofit/>
          </a:bodyPr>
          <a:p>
            <a:pPr algn="ctr" marL="0"/>
            <a:r>
              <a:rPr lang="en-GB" b="false" i="false" sz="1800" baseline="0" u="none">
                <a:solidFill>
                  <a:schemeClr val="lt1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1626658" y="1991187"/>
            <a:ext cx="2461439" cy="338554"/>
          </a:xfrm>
          <a:prstGeom prst="rect">
            <a:avLst/>
          </a:prstGeom>
          <a:noFill/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案例背景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1031508" y="2888782"/>
            <a:ext cx="3056590" cy="1670073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fontAlgn="auto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某营销团队需要为不同客户定制演示文稿，但传统方式难以快速响应客户需求。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flipH="true">
            <a:off x="4561357" y="1716839"/>
            <a:ext cx="2597576" cy="918028"/>
          </a:xfrm>
          <a:custGeom>
            <a:avLst/>
            <a:gdLst/>
            <a:ahLst/>
            <a:cxnLst/>
            <a:rect r="r" b="b" t="t" l="l"/>
            <a:pathLst>
              <a:path w="2597576" h="918028" stroke="true" fill="norm" extrusionOk="true">
                <a:moveTo>
                  <a:pt x="2138562" y="0"/>
                </a:moveTo>
                <a:cubicBezTo>
                  <a:pt x="2392068" y="0"/>
                  <a:pt x="2597576" y="205508"/>
                  <a:pt x="2597576" y="459014"/>
                </a:cubicBezTo>
                <a:lnTo>
                  <a:pt x="2597576" y="459014"/>
                </a:lnTo>
                <a:cubicBezTo>
                  <a:pt x="2597576" y="712520"/>
                  <a:pt x="2392068" y="918028"/>
                  <a:pt x="2138562" y="918028"/>
                </a:cubicBezTo>
                <a:lnTo>
                  <a:pt x="0" y="918028"/>
                </a:lnTo>
              </a:path>
            </a:pathLst>
          </a:custGeom>
          <a:noFill/>
          <a:ln cap="rnd">
            <a:solidFill>
              <a:schemeClr val="accent2"/>
            </a:solidFill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8" id="8"/>
          <p:cNvSpPr/>
          <p:nvPr/>
        </p:nvSpPr>
        <p:spPr>
          <a:xfrm>
            <a:off x="4653732" y="1970754"/>
            <a:ext cx="410400" cy="41019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anchor="ctr" tIns="45720" lIns="91440" bIns="45720" rIns="91440">
            <a:noAutofit/>
          </a:bodyPr>
          <a:p>
            <a:pPr algn="ctr" marL="0"/>
            <a:r>
              <a:rPr lang="en-GB" b="false" i="false" sz="1800" baseline="0" u="none">
                <a:solidFill>
                  <a:schemeClr val="lt1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5156507" y="1991187"/>
            <a:ext cx="2461439" cy="338554"/>
          </a:xfrm>
          <a:prstGeom prst="rect">
            <a:avLst/>
          </a:prstGeom>
          <a:noFill/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实施过程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4561357" y="2888782"/>
            <a:ext cx="3056590" cy="1670073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fontAlgn="auto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团队引入AI生成PPT工具，根据客户需求快速生成个性化的营销演示文稿。</a:t>
            </a:r>
            <a:endParaRPr lang="en-US" sz="1100"/>
          </a:p>
        </p:txBody>
      </p:sp>
      <p:sp>
        <p:nvSpPr>
          <p:cNvPr name="Freeform 11" id="11"/>
          <p:cNvSpPr/>
          <p:nvPr/>
        </p:nvSpPr>
        <p:spPr>
          <a:xfrm flipH="true">
            <a:off x="8091206" y="1716839"/>
            <a:ext cx="2597576" cy="918028"/>
          </a:xfrm>
          <a:custGeom>
            <a:avLst/>
            <a:gdLst/>
            <a:ahLst/>
            <a:cxnLst/>
            <a:rect r="r" b="b" t="t" l="l"/>
            <a:pathLst>
              <a:path w="2597576" h="918028" stroke="true" fill="norm" extrusionOk="true">
                <a:moveTo>
                  <a:pt x="2138562" y="0"/>
                </a:moveTo>
                <a:cubicBezTo>
                  <a:pt x="2392068" y="0"/>
                  <a:pt x="2597576" y="205508"/>
                  <a:pt x="2597576" y="459014"/>
                </a:cubicBezTo>
                <a:lnTo>
                  <a:pt x="2597576" y="459014"/>
                </a:lnTo>
                <a:cubicBezTo>
                  <a:pt x="2597576" y="712520"/>
                  <a:pt x="2392068" y="918028"/>
                  <a:pt x="2138562" y="918028"/>
                </a:cubicBezTo>
                <a:lnTo>
                  <a:pt x="0" y="918028"/>
                </a:lnTo>
              </a:path>
            </a:pathLst>
          </a:custGeom>
          <a:noFill/>
          <a:ln cap="rnd">
            <a:solidFill>
              <a:schemeClr val="accent4"/>
            </a:solidFill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2" id="12"/>
          <p:cNvSpPr/>
          <p:nvPr/>
        </p:nvSpPr>
        <p:spPr>
          <a:xfrm>
            <a:off x="8183581" y="1970754"/>
            <a:ext cx="410400" cy="41019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anchor="ctr" tIns="45720" lIns="91440" bIns="45720" rIns="91440">
            <a:noAutofit/>
          </a:bodyPr>
          <a:p>
            <a:pPr algn="ctr" marL="0"/>
            <a:r>
              <a:rPr lang="en-GB" b="false" i="false" sz="1800" baseline="0" u="none">
                <a:solidFill>
                  <a:schemeClr val="lt1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8686356" y="1991187"/>
            <a:ext cx="2461439" cy="338554"/>
          </a:xfrm>
          <a:prstGeom prst="rect">
            <a:avLst/>
          </a:prstGeom>
          <a:noFill/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效果评估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8091206" y="2888782"/>
            <a:ext cx="3056590" cy="1670073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fontAlgn="auto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使用AI生成PPT后，团队响应客户需求的速度提升了60%，客户满意度显著提高。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chemeClr val="accent1">
            <a:alpha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2883310" y="3274142"/>
            <a:ext cx="5813560" cy="646331"/>
          </a:xfrm>
        </p:spPr>
        <p:txBody>
          <a:bodyPr vert="horz" anchor="t" wrap="square" tIns="45720" lIns="91440" bIns="45720" rIns="91440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b="true" i="false" sz="3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未来展望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5736" y="2258479"/>
            <a:ext cx="1268360" cy="1015663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6000" baseline="0" u="none">
                <a:solidFill>
                  <a:schemeClr val="tx1"/>
                </a:solidFill>
                <a:latin typeface="Arial"/>
                <a:ea typeface="Arial"/>
              </a:rPr>
              <a:t>05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accent1">
            <a:alpha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/>
          <a:p>
            <a:pPr algn="l">
              <a:lnSpc>
                <a:spcPct val="100000"/>
              </a:lnSpc>
              <a:spcBef>
                <a:spcPct val="0"/>
              </a:spcBef>
              <a:buNone/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技术发展趋势</a:t>
            </a:r>
          </a:p>
        </p:txBody>
      </p:sp>
      <p:sp>
        <p:nvSpPr>
          <p:cNvPr name="AutoShape 3" id="3"/>
          <p:cNvSpPr/>
          <p:nvPr/>
        </p:nvSpPr>
        <p:spPr>
          <a:xfrm>
            <a:off x="1243728" y="1827748"/>
            <a:ext cx="2571286" cy="464330"/>
          </a:xfrm>
          <a:prstGeom prst="rect">
            <a:avLst/>
          </a:prstGeom>
          <a:noFill/>
          <a:ln>
            <a:noFill/>
          </a:ln>
        </p:spPr>
        <p:txBody>
          <a:bodyPr vert="horz" anchor="b" wrap="square" tIns="108000" lIns="108000" bIns="108000" rIns="10800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chemeClr val="tx1"/>
                </a:solidFill>
                <a:effectLst/>
                <a:latin typeface="微软雅黑"/>
                <a:ea typeface="微软雅黑"/>
              </a:rPr>
              <a:t>深度学习</a:t>
            </a:r>
          </a:p>
        </p:txBody>
      </p:sp>
      <p:sp>
        <p:nvSpPr>
          <p:cNvPr name="AutoShape 4" id="4"/>
          <p:cNvSpPr/>
          <p:nvPr/>
        </p:nvSpPr>
        <p:spPr>
          <a:xfrm>
            <a:off x="1243728" y="2157214"/>
            <a:ext cx="2558585" cy="1149517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深度学习技术的进一步发展将使得AI生成PPT更加智能，能够生成更加复杂和个性化的内容。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660400" y="2021844"/>
            <a:ext cx="540000" cy="54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 rtlCol="false" vert="horz" wrap="none" tIns="108000" lIns="108000" bIns="108000" rIns="108000">
            <a:noAutofit/>
          </a:bodyPr>
          <a:lstStyle/>
          <a:p>
            <a:pPr algn="ctr" marL="0">
              <a:defRPr/>
            </a:pPr>
            <a:r>
              <a:rPr lang="en-US" b="true" i="false" sz="2000" baseline="0" u="none">
                <a:solidFill>
                  <a:srgbClr val="FFFFFF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>
            <a:off x="661730" y="4435016"/>
            <a:ext cx="3140584" cy="1800000"/>
          </a:xfrm>
          <a:prstGeom prst="roundRect">
            <a:avLst>
              <a:gd name="adj" fmla="val 8000"/>
            </a:avLst>
          </a:prstGeom>
          <a:blipFill>
            <a:blip r:embed="rId2">
              <a:duotone>
                <a:schemeClr val="accent3">
                  <a:satMod val="135000"/>
                  <a:shade val="45000"/>
                </a:schemeClr>
                <a:prstClr val="white"/>
              </a:duotone>
            </a:blip>
            <a:srcRect/>
            <a:stretch>
              <a:fillRect t="-8308" l="0" b="-8192" r="0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7" id="7"/>
          <p:cNvSpPr/>
          <p:nvPr/>
        </p:nvSpPr>
        <p:spPr>
          <a:xfrm>
            <a:off x="5102021" y="1831918"/>
            <a:ext cx="2571286" cy="464330"/>
          </a:xfrm>
          <a:prstGeom prst="rect">
            <a:avLst/>
          </a:prstGeom>
          <a:noFill/>
          <a:ln>
            <a:noFill/>
          </a:ln>
        </p:spPr>
        <p:txBody>
          <a:bodyPr vert="horz" anchor="b" wrap="square" tIns="108000" lIns="108000" bIns="108000" rIns="10800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chemeClr val="tx1"/>
                </a:solidFill>
                <a:effectLst/>
                <a:latin typeface="微软雅黑"/>
                <a:ea typeface="微软雅黑"/>
              </a:rPr>
              <a:t>增强现实</a:t>
            </a:r>
          </a:p>
        </p:txBody>
      </p:sp>
      <p:sp>
        <p:nvSpPr>
          <p:cNvPr name="AutoShape 8" id="8"/>
          <p:cNvSpPr/>
          <p:nvPr/>
        </p:nvSpPr>
        <p:spPr>
          <a:xfrm>
            <a:off x="5102021" y="2161384"/>
            <a:ext cx="2558585" cy="1149517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增强现实技术的引入将使得演示文稿更加生动，用户可以通过AR设备与演示内容进行互动。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518693" y="2026014"/>
            <a:ext cx="540000" cy="540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anchor="ctr" rtlCol="false" vert="horz" wrap="none" tIns="108000" lIns="108000" bIns="108000" rIns="108000">
            <a:noAutofit/>
          </a:bodyPr>
          <a:lstStyle/>
          <a:p>
            <a:pPr algn="ctr" marL="0">
              <a:defRPr/>
            </a:pPr>
            <a:r>
              <a:rPr lang="en-US" b="true" i="false" sz="2000" baseline="0" u="none">
                <a:solidFill>
                  <a:srgbClr val="FFFFFF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>
            <a:off x="4520023" y="4439186"/>
            <a:ext cx="3140584" cy="1800000"/>
          </a:xfrm>
          <a:prstGeom prst="roundRect">
            <a:avLst>
              <a:gd name="adj" fmla="val 8000"/>
            </a:avLst>
          </a:prstGeom>
          <a:blipFill>
            <a:blip r:embed="rId3">
              <a:duotone>
                <a:schemeClr val="accent3">
                  <a:satMod val="135000"/>
                  <a:shade val="45000"/>
                </a:schemeClr>
                <a:prstClr val="white"/>
              </a:duotone>
            </a:blip>
            <a:srcRect/>
            <a:stretch>
              <a:fillRect t="-8194" l="0" b="-8080" r="0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11" id="11"/>
          <p:cNvSpPr/>
          <p:nvPr/>
        </p:nvSpPr>
        <p:spPr>
          <a:xfrm>
            <a:off x="8960314" y="1831918"/>
            <a:ext cx="2571286" cy="464330"/>
          </a:xfrm>
          <a:prstGeom prst="rect">
            <a:avLst/>
          </a:prstGeom>
          <a:noFill/>
          <a:ln>
            <a:noFill/>
          </a:ln>
        </p:spPr>
        <p:txBody>
          <a:bodyPr vert="horz" anchor="b" wrap="square" tIns="108000" lIns="108000" bIns="108000" rIns="10800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chemeClr val="tx1"/>
                </a:solidFill>
                <a:effectLst/>
                <a:latin typeface="微软雅黑"/>
                <a:ea typeface="微软雅黑"/>
              </a:rPr>
              <a:t>量子计算</a:t>
            </a:r>
          </a:p>
        </p:txBody>
      </p:sp>
      <p:sp>
        <p:nvSpPr>
          <p:cNvPr name="AutoShape 12" id="12"/>
          <p:cNvSpPr/>
          <p:nvPr/>
        </p:nvSpPr>
        <p:spPr>
          <a:xfrm>
            <a:off x="8960314" y="2161384"/>
            <a:ext cx="2558585" cy="1149517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量子计算的普及将大幅提升AI生成PPT的计算能力，使得生成过程更加快速和高效。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8376986" y="2026014"/>
            <a:ext cx="540000" cy="54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 rtlCol="false" vert="horz" wrap="none" tIns="108000" lIns="108000" bIns="108000" rIns="108000">
            <a:noAutofit/>
          </a:bodyPr>
          <a:lstStyle/>
          <a:p>
            <a:pPr algn="ctr" marL="0">
              <a:defRPr/>
            </a:pPr>
            <a:r>
              <a:rPr lang="en-US" b="true" i="false" sz="2000" baseline="0" u="none">
                <a:solidFill>
                  <a:srgbClr val="FFFFFF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>
            <a:off x="8378316" y="4439186"/>
            <a:ext cx="3140584" cy="1800000"/>
          </a:xfrm>
          <a:prstGeom prst="roundRect">
            <a:avLst>
              <a:gd name="adj" fmla="val 8000"/>
            </a:avLst>
          </a:prstGeom>
          <a:blipFill>
            <a:blip r:embed="rId4">
              <a:duotone>
                <a:schemeClr val="accent3">
                  <a:satMod val="135000"/>
                  <a:shade val="45000"/>
                </a:schemeClr>
                <a:prstClr val="white"/>
              </a:duotone>
            </a:blip>
            <a:srcRect/>
            <a:stretch>
              <a:fillRect t="-8217" l="0" b="-8101" r="0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accent1">
            <a:alpha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/>
          <a:p>
            <a:pPr algn="l">
              <a:lnSpc>
                <a:spcPct val="100000"/>
              </a:lnSpc>
              <a:spcBef>
                <a:spcPct val="0"/>
              </a:spcBef>
              <a:buNone/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应用前景</a:t>
            </a:r>
          </a:p>
        </p:txBody>
      </p:sp>
      <p:sp>
        <p:nvSpPr>
          <p:cNvPr name="AutoShape 3" id="3"/>
          <p:cNvSpPr/>
          <p:nvPr/>
        </p:nvSpPr>
        <p:spPr>
          <a:xfrm>
            <a:off x="754520" y="1812897"/>
            <a:ext cx="3650503" cy="3586040"/>
          </a:xfrm>
          <a:prstGeom prst="roundRect">
            <a:avLst>
              <a:gd name="adj" fmla="val 2365"/>
            </a:avLst>
          </a:prstGeom>
          <a:blipFill>
            <a:blip r:embed="rId2">
              <a:duotone>
                <a:schemeClr val="accent3">
                  <a:satMod val="135000"/>
                  <a:shade val="45000"/>
                </a:schemeClr>
                <a:prstClr val="white"/>
              </a:duotone>
            </a:blip>
            <a:srcRect/>
            <a:stretch>
              <a:fillRect t="0" l="-26073" b="0" r="-26073"/>
            </a:stretch>
          </a:blip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cxnSp>
        <p:nvCxnSpPr>
          <p:cNvPr name="Connector 4" id="4"/>
          <p:cNvCxnSpPr/>
          <p:nvPr/>
        </p:nvCxnSpPr>
        <p:spPr>
          <a:xfrm flipV="true">
            <a:off x="4917209" y="1717580"/>
            <a:ext cx="0" cy="570986"/>
          </a:xfrm>
          <a:prstGeom prst="line">
            <a:avLst/>
          </a:prstGeom>
          <a:ln w="101600" cap="rnd">
            <a:gradFill>
              <a:gsLst>
                <a:gs pos="20000">
                  <a:schemeClr val="accent1"/>
                </a:gs>
                <a:gs pos="100000">
                  <a:schemeClr val="accent1">
                    <a:alpha val="0"/>
                    <a:lumMod val="60000"/>
                    <a:lumOff val="40000"/>
                  </a:schemeClr>
                </a:gs>
              </a:gsLst>
              <a:lin ang="12000000"/>
            </a:gradFill>
          </a:ln>
        </p:spPr>
      </p:cxnSp>
      <p:cxnSp>
        <p:nvCxnSpPr>
          <p:cNvPr name="Connector 5" id="5"/>
          <p:cNvCxnSpPr/>
          <p:nvPr/>
        </p:nvCxnSpPr>
        <p:spPr>
          <a:xfrm flipV="true">
            <a:off x="4917209" y="3204320"/>
            <a:ext cx="0" cy="570986"/>
          </a:xfrm>
          <a:prstGeom prst="line">
            <a:avLst/>
          </a:prstGeom>
          <a:ln w="101600" cap="rnd">
            <a:gradFill>
              <a:gsLst>
                <a:gs pos="20000">
                  <a:schemeClr val="accent2"/>
                </a:gs>
                <a:gs pos="100000">
                  <a:schemeClr val="accent2">
                    <a:alpha val="0"/>
                    <a:lumMod val="60000"/>
                    <a:lumOff val="40000"/>
                  </a:schemeClr>
                </a:gs>
              </a:gsLst>
              <a:lin ang="12000000"/>
            </a:gradFill>
          </a:ln>
        </p:spPr>
      </p:cxnSp>
      <p:cxnSp>
        <p:nvCxnSpPr>
          <p:cNvPr name="Connector 6" id="6"/>
          <p:cNvCxnSpPr/>
          <p:nvPr/>
        </p:nvCxnSpPr>
        <p:spPr>
          <a:xfrm flipV="true">
            <a:off x="4917209" y="4672295"/>
            <a:ext cx="0" cy="570986"/>
          </a:xfrm>
          <a:prstGeom prst="line">
            <a:avLst/>
          </a:prstGeom>
          <a:ln w="101600" cap="rnd">
            <a:gradFill>
              <a:gsLst>
                <a:gs pos="20000">
                  <a:schemeClr val="accent1"/>
                </a:gs>
                <a:gs pos="100000">
                  <a:schemeClr val="accent1">
                    <a:alpha val="0"/>
                    <a:lumMod val="60000"/>
                    <a:lumOff val="40000"/>
                  </a:schemeClr>
                </a:gs>
              </a:gsLst>
              <a:lin ang="12000000"/>
            </a:gradFill>
          </a:ln>
        </p:spPr>
      </p:cxnSp>
      <p:sp>
        <p:nvSpPr>
          <p:cNvPr name="TextBox 7" id="7"/>
          <p:cNvSpPr txBox="true"/>
          <p:nvPr/>
        </p:nvSpPr>
        <p:spPr>
          <a:xfrm>
            <a:off x="5519734" y="1566808"/>
            <a:ext cx="5999165" cy="340735"/>
          </a:xfrm>
          <a:prstGeom prst="rect">
            <a:avLst/>
          </a:prstGeom>
          <a:noFill/>
        </p:spPr>
        <p:txBody>
          <a:bodyPr anchor="t" rtlCol="false" vert="horz" wrap="square" tIns="46800" lIns="90000" bIns="46800" rIns="9000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行业应用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flipH="true">
            <a:off x="5519730" y="1977255"/>
            <a:ext cx="5999165" cy="455550"/>
          </a:xfrm>
          <a:prstGeom prst="rect">
            <a:avLst/>
          </a:prstGeom>
          <a:noFill/>
          <a:ln cap="rnd">
            <a:noFill/>
            <a:prstDash val="solid"/>
          </a:ln>
          <a:effectLst/>
        </p:spPr>
        <p:txBody>
          <a:bodyPr vert="horz" rot="0" anchor="t" wrap="square" tIns="46800" lIns="90000" bIns="46800" rIns="90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AI生成PPT将在更多行业中得到应用，如医疗、金融等，帮助用户快速生成专业演示文稿。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5519734" y="3056548"/>
            <a:ext cx="5999165" cy="340735"/>
          </a:xfrm>
          <a:prstGeom prst="rect">
            <a:avLst/>
          </a:prstGeom>
          <a:noFill/>
        </p:spPr>
        <p:txBody>
          <a:bodyPr anchor="t" rtlCol="false" vert="horz" wrap="square" tIns="46800" lIns="90000" bIns="46800" rIns="9000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社会影响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flipH="true">
            <a:off x="5519730" y="3466995"/>
            <a:ext cx="5999165" cy="455550"/>
          </a:xfrm>
          <a:prstGeom prst="rect">
            <a:avLst/>
          </a:prstGeom>
          <a:noFill/>
          <a:ln cap="rnd">
            <a:noFill/>
            <a:prstDash val="solid"/>
          </a:ln>
          <a:effectLst/>
        </p:spPr>
        <p:txBody>
          <a:bodyPr vert="horz" rot="0" anchor="t" wrap="square" tIns="46800" lIns="90000" bIns="46800" rIns="90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AI生成PPT的普及将改变传统的工作方式，提升工作效率，推动社会生产力的发展。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5519734" y="4546288"/>
            <a:ext cx="5999165" cy="340735"/>
          </a:xfrm>
          <a:prstGeom prst="rect">
            <a:avLst/>
          </a:prstGeom>
          <a:noFill/>
        </p:spPr>
        <p:txBody>
          <a:bodyPr anchor="t" rtlCol="false" vert="horz" wrap="square" tIns="46800" lIns="90000" bIns="46800" rIns="9000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伦理问题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flipH="true">
            <a:off x="5519730" y="4956735"/>
            <a:ext cx="5999165" cy="455550"/>
          </a:xfrm>
          <a:prstGeom prst="rect">
            <a:avLst/>
          </a:prstGeom>
          <a:noFill/>
          <a:ln cap="rnd">
            <a:noFill/>
            <a:prstDash val="solid"/>
          </a:ln>
          <a:effectLst/>
        </p:spPr>
        <p:txBody>
          <a:bodyPr vert="horz" rot="0" anchor="t" wrap="square" tIns="46800" lIns="90000" bIns="46800" rIns="90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随着AI生成PPT的广泛应用，如何确保生成内容的准确性和公正性将成为重要的伦理问题。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chemeClr val="accent1">
            <a:alpha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/>
          <a:p>
            <a:pPr algn="l">
              <a:lnSpc>
                <a:spcPct val="100000"/>
              </a:lnSpc>
              <a:spcBef>
                <a:spcPct val="0"/>
              </a:spcBef>
              <a:buNone/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挑战与机遇</a:t>
            </a:r>
          </a:p>
        </p:txBody>
      </p:sp>
      <p:sp>
        <p:nvSpPr>
          <p:cNvPr name="AutoShape 3" id="3"/>
          <p:cNvSpPr/>
          <p:nvPr/>
        </p:nvSpPr>
        <p:spPr>
          <a:xfrm>
            <a:off x="3890887" y="2092716"/>
            <a:ext cx="560128" cy="560128"/>
          </a:xfrm>
          <a:prstGeom prst="ellipse">
            <a:avLst/>
          </a:prstGeom>
          <a:solidFill>
            <a:schemeClr val="accent1"/>
          </a:solidFill>
          <a:ln cap="rnd">
            <a:noFill/>
            <a:prstDash val="solid"/>
          </a:ln>
          <a:effectLst/>
        </p:spPr>
        <p:txBody>
          <a:bodyPr vert="horz" rot="0" anchor="ctr" wrap="square" tIns="45720" lIns="91440" bIns="45720" rIns="91440">
            <a:normAutofit/>
          </a:bodyPr>
          <a:p>
            <a:pPr algn="ctr" marL="0"/>
            <a:r>
              <a:rPr lang="en-US" b="true" i="false" sz="1400" baseline="0" u="none">
                <a:solidFill>
                  <a:schemeClr val="bg1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name="AutoShape 4" id="4"/>
          <p:cNvSpPr/>
          <p:nvPr/>
        </p:nvSpPr>
        <p:spPr>
          <a:xfrm>
            <a:off x="660400" y="1828663"/>
            <a:ext cx="3189238" cy="516423"/>
          </a:xfrm>
          <a:prstGeom prst="rect">
            <a:avLst/>
          </a:prstGeom>
        </p:spPr>
        <p:txBody>
          <a:bodyPr vert="horz" anchor="b" wrap="square" tIns="45720" lIns="91440" bIns="45720" rIns="91440">
            <a:normAutofit/>
          </a:bodyPr>
          <a:p>
            <a:pPr algn="r" marL="0">
              <a:lnSpc>
                <a:spcPct val="100000"/>
              </a:lnSpc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技术挑战</a:t>
            </a:r>
          </a:p>
        </p:txBody>
      </p:sp>
      <p:sp>
        <p:nvSpPr>
          <p:cNvPr name="AutoShape 5" id="5"/>
          <p:cNvSpPr/>
          <p:nvPr/>
        </p:nvSpPr>
        <p:spPr>
          <a:xfrm>
            <a:off x="661062" y="2348004"/>
            <a:ext cx="3188578" cy="815340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AI生成PPT技术仍面临诸多挑战，如如何生成更加个性化和创新的内容，如何提升生成速度等。</a:t>
            </a:r>
          </a:p>
        </p:txBody>
      </p:sp>
      <p:sp>
        <p:nvSpPr>
          <p:cNvPr name="AutoShape 6" id="6"/>
          <p:cNvSpPr/>
          <p:nvPr/>
        </p:nvSpPr>
        <p:spPr>
          <a:xfrm>
            <a:off x="3890887" y="4529253"/>
            <a:ext cx="560128" cy="560128"/>
          </a:xfrm>
          <a:prstGeom prst="ellipse">
            <a:avLst/>
          </a:prstGeom>
          <a:solidFill>
            <a:schemeClr val="accent3"/>
          </a:solidFill>
          <a:ln cap="rnd">
            <a:noFill/>
            <a:prstDash val="solid"/>
          </a:ln>
          <a:effectLst/>
        </p:spPr>
        <p:txBody>
          <a:bodyPr vert="horz" rot="0" anchor="ctr" wrap="square" tIns="45720" lIns="91440" bIns="45720" rIns="91440">
            <a:normAutofit/>
          </a:bodyPr>
          <a:p>
            <a:pPr algn="ctr" marL="0"/>
            <a:r>
              <a:rPr lang="en-US" b="true" i="false" sz="1400" baseline="0" u="none">
                <a:solidFill>
                  <a:schemeClr val="bg1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name="AutoShape 7" id="7"/>
          <p:cNvSpPr/>
          <p:nvPr/>
        </p:nvSpPr>
        <p:spPr>
          <a:xfrm>
            <a:off x="660400" y="4261336"/>
            <a:ext cx="3189238" cy="516423"/>
          </a:xfrm>
          <a:prstGeom prst="rect">
            <a:avLst/>
          </a:prstGeom>
        </p:spPr>
        <p:txBody>
          <a:bodyPr vert="horz" anchor="b" wrap="square" tIns="45720" lIns="91440" bIns="45720" rIns="91440">
            <a:normAutofit/>
          </a:bodyPr>
          <a:p>
            <a:pPr algn="r" marL="0">
              <a:lnSpc>
                <a:spcPct val="100000"/>
              </a:lnSpc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政策支持</a:t>
            </a:r>
          </a:p>
        </p:txBody>
      </p:sp>
      <p:sp>
        <p:nvSpPr>
          <p:cNvPr name="AutoShape 8" id="8"/>
          <p:cNvSpPr/>
          <p:nvPr/>
        </p:nvSpPr>
        <p:spPr>
          <a:xfrm>
            <a:off x="661062" y="4780677"/>
            <a:ext cx="3188578" cy="815340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政府政策的支持将推动AI生成PPT技术的发展，如提供资金支持、制定相关标准等。</a:t>
            </a:r>
          </a:p>
        </p:txBody>
      </p:sp>
      <p:sp>
        <p:nvSpPr>
          <p:cNvPr name="AutoShape 9" id="9"/>
          <p:cNvSpPr/>
          <p:nvPr/>
        </p:nvSpPr>
        <p:spPr>
          <a:xfrm>
            <a:off x="7962147" y="3429000"/>
            <a:ext cx="560128" cy="560128"/>
          </a:xfrm>
          <a:prstGeom prst="ellipse">
            <a:avLst/>
          </a:prstGeom>
          <a:solidFill>
            <a:schemeClr val="accent2"/>
          </a:solidFill>
          <a:ln cap="rnd">
            <a:noFill/>
            <a:prstDash val="solid"/>
          </a:ln>
          <a:effectLst/>
        </p:spPr>
        <p:txBody>
          <a:bodyPr vert="horz" rot="0" anchor="ctr" wrap="square" tIns="45720" lIns="91440" bIns="45720" rIns="91440">
            <a:normAutofit/>
          </a:bodyPr>
          <a:p>
            <a:pPr algn="ctr" marL="0"/>
            <a:r>
              <a:rPr lang="en-US" b="true" i="false" sz="1400" baseline="0" u="none">
                <a:solidFill>
                  <a:schemeClr val="bg1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name="AutoShape 10" id="10"/>
          <p:cNvSpPr/>
          <p:nvPr/>
        </p:nvSpPr>
        <p:spPr>
          <a:xfrm>
            <a:off x="8653323" y="3138221"/>
            <a:ext cx="2865577" cy="516423"/>
          </a:xfrm>
          <a:prstGeom prst="rect">
            <a:avLst/>
          </a:prstGeom>
        </p:spPr>
        <p:txBody>
          <a:bodyPr vert="horz" anchor="b" wrap="square" tIns="45720" lIns="91440" bIns="45720" rIns="91440">
            <a:normAutofit/>
          </a:bodyPr>
          <a:p>
            <a:pPr algn="l" marL="0">
              <a:lnSpc>
                <a:spcPct val="100000"/>
              </a:lnSpc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市场机遇</a:t>
            </a:r>
          </a:p>
        </p:txBody>
      </p:sp>
      <p:sp>
        <p:nvSpPr>
          <p:cNvPr name="AutoShape 11" id="11"/>
          <p:cNvSpPr/>
          <p:nvPr/>
        </p:nvSpPr>
        <p:spPr>
          <a:xfrm>
            <a:off x="8653916" y="3680423"/>
            <a:ext cx="2864984" cy="815340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随着市场对高效工具的需求增加，AI生成PPT将迎来巨大的市场机遇，成为未来办公工具的重要组成部分。</a:t>
            </a:r>
          </a:p>
        </p:txBody>
      </p:sp>
      <p:grpSp>
        <p:nvGrpSpPr>
          <p:cNvPr name="Group 12" id="12"/>
          <p:cNvGrpSpPr/>
          <p:nvPr/>
        </p:nvGrpSpPr>
        <p:grpSpPr>
          <a:xfrm>
            <a:off x="4297563" y="2086874"/>
            <a:ext cx="3596873" cy="3412045"/>
            <a:chOff x="3949950" y="1935228"/>
            <a:chExt cx="4292100" cy="3816694"/>
          </a:xfrm>
        </p:grpSpPr>
        <p:sp>
          <p:nvSpPr>
            <p:cNvPr name="Freeform 13" id="13"/>
            <p:cNvSpPr/>
            <p:nvPr/>
          </p:nvSpPr>
          <p:spPr>
            <a:xfrm>
              <a:off x="6856115" y="2914246"/>
              <a:ext cx="639249" cy="929328"/>
            </a:xfrm>
            <a:custGeom>
              <a:avLst/>
              <a:gdLst/>
              <a:ahLst/>
              <a:cxnLst/>
              <a:rect r="r" b="b" t="t" l="l"/>
              <a:pathLst>
                <a:path w="476" h="692" stroke="true" fill="norm" extrusionOk="true">
                  <a:moveTo>
                    <a:pt x="476" y="0"/>
                  </a:moveTo>
                  <a:lnTo>
                    <a:pt x="0" y="559"/>
                  </a:lnTo>
                  <a:lnTo>
                    <a:pt x="78" y="692"/>
                  </a:lnTo>
                  <a:lnTo>
                    <a:pt x="476" y="0"/>
                  </a:lnTo>
                </a:path>
              </a:pathLst>
            </a:custGeom>
            <a:noFill/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14" id="14"/>
            <p:cNvSpPr/>
            <p:nvPr/>
          </p:nvSpPr>
          <p:spPr>
            <a:xfrm>
              <a:off x="6528433" y="4412990"/>
              <a:ext cx="102065" cy="181300"/>
            </a:xfrm>
            <a:custGeom>
              <a:avLst/>
              <a:gdLst/>
              <a:ahLst/>
              <a:cxnLst/>
              <a:rect r="r" b="b" t="t" l="l"/>
              <a:pathLst>
                <a:path w="76" h="135" stroke="true" fill="norm" extrusionOk="true">
                  <a:moveTo>
                    <a:pt x="76" y="0"/>
                  </a:moveTo>
                  <a:lnTo>
                    <a:pt x="0" y="135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15" id="15"/>
            <p:cNvSpPr/>
            <p:nvPr/>
          </p:nvSpPr>
          <p:spPr>
            <a:xfrm>
              <a:off x="6528433" y="4412990"/>
              <a:ext cx="102065" cy="181300"/>
            </a:xfrm>
            <a:custGeom>
              <a:avLst/>
              <a:gdLst/>
              <a:ahLst/>
              <a:cxnLst/>
              <a:rect r="r" b="b" t="t" l="l"/>
              <a:pathLst>
                <a:path w="76" h="135" stroke="true" fill="norm" extrusionOk="true">
                  <a:moveTo>
                    <a:pt x="76" y="0"/>
                  </a:moveTo>
                  <a:lnTo>
                    <a:pt x="0" y="135"/>
                  </a:lnTo>
                  <a:lnTo>
                    <a:pt x="76" y="0"/>
                  </a:lnTo>
                  <a:lnTo>
                    <a:pt x="76" y="0"/>
                  </a:lnTo>
                </a:path>
              </a:pathLst>
            </a:custGeom>
            <a:noFill/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16" id="16"/>
            <p:cNvSpPr/>
            <p:nvPr/>
          </p:nvSpPr>
          <p:spPr>
            <a:xfrm>
              <a:off x="6528433" y="4412990"/>
              <a:ext cx="1071682" cy="181300"/>
            </a:xfrm>
            <a:custGeom>
              <a:avLst/>
              <a:gdLst/>
              <a:ahLst/>
              <a:cxnLst/>
              <a:rect r="r" b="b" t="t" l="l"/>
              <a:pathLst>
                <a:path w="798" h="135" stroke="true" fill="norm" extrusionOk="true">
                  <a:moveTo>
                    <a:pt x="76" y="0"/>
                  </a:moveTo>
                  <a:lnTo>
                    <a:pt x="0" y="135"/>
                  </a:lnTo>
                  <a:lnTo>
                    <a:pt x="798" y="135"/>
                  </a:lnTo>
                  <a:lnTo>
                    <a:pt x="76" y="0"/>
                  </a:lnTo>
                </a:path>
              </a:pathLst>
            </a:custGeom>
            <a:noFill/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17" id="17"/>
            <p:cNvSpPr/>
            <p:nvPr/>
          </p:nvSpPr>
          <p:spPr>
            <a:xfrm>
              <a:off x="5663567" y="4594289"/>
              <a:ext cx="206816" cy="0"/>
            </a:xfrm>
            <a:custGeom>
              <a:avLst/>
              <a:gdLst/>
              <a:ahLst/>
              <a:cxnLst/>
              <a:rect r="r" b="b" t="t" l="l"/>
              <a:pathLst>
                <a:path w="154" h="0" stroke="true" fill="norm" extrusionOk="true">
                  <a:moveTo>
                    <a:pt x="154" y="0"/>
                  </a:moveTo>
                  <a:lnTo>
                    <a:pt x="0" y="0"/>
                  </a:lnTo>
                  <a:lnTo>
                    <a:pt x="154" y="0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18" id="18"/>
            <p:cNvSpPr/>
            <p:nvPr/>
          </p:nvSpPr>
          <p:spPr>
            <a:xfrm>
              <a:off x="5663567" y="4594289"/>
              <a:ext cx="206816" cy="0"/>
            </a:xfrm>
            <a:custGeom>
              <a:avLst/>
              <a:gdLst/>
              <a:ahLst/>
              <a:cxnLst/>
              <a:rect r="r" b="b" t="t" l="l"/>
              <a:pathLst>
                <a:path w="154" h="0" stroke="true" fill="norm" extrusionOk="true">
                  <a:moveTo>
                    <a:pt x="154" y="0"/>
                  </a:moveTo>
                  <a:lnTo>
                    <a:pt x="0" y="0"/>
                  </a:lnTo>
                  <a:lnTo>
                    <a:pt x="154" y="0"/>
                  </a:lnTo>
                  <a:lnTo>
                    <a:pt x="154" y="0"/>
                  </a:lnTo>
                </a:path>
              </a:pathLst>
            </a:custGeom>
            <a:noFill/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19" id="19"/>
            <p:cNvSpPr/>
            <p:nvPr/>
          </p:nvSpPr>
          <p:spPr>
            <a:xfrm>
              <a:off x="5663567" y="4594289"/>
              <a:ext cx="534498" cy="927986"/>
            </a:xfrm>
            <a:custGeom>
              <a:avLst/>
              <a:gdLst/>
              <a:ahLst/>
              <a:cxnLst/>
              <a:rect r="r" b="b" t="t" l="l"/>
              <a:pathLst>
                <a:path w="398" h="691" stroke="true" fill="norm" extrusionOk="true">
                  <a:moveTo>
                    <a:pt x="0" y="0"/>
                  </a:moveTo>
                  <a:lnTo>
                    <a:pt x="5" y="7"/>
                  </a:lnTo>
                  <a:lnTo>
                    <a:pt x="398" y="691"/>
                  </a:lnTo>
                  <a:lnTo>
                    <a:pt x="154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20" id="20"/>
            <p:cNvSpPr/>
            <p:nvPr/>
          </p:nvSpPr>
          <p:spPr>
            <a:xfrm>
              <a:off x="4693950" y="3843574"/>
              <a:ext cx="639249" cy="927986"/>
            </a:xfrm>
            <a:custGeom>
              <a:avLst/>
              <a:gdLst/>
              <a:ahLst/>
              <a:cxnLst/>
              <a:rect r="r" b="b" t="t" l="l"/>
              <a:pathLst>
                <a:path w="476" h="691" stroke="true" fill="norm" extrusionOk="true">
                  <a:moveTo>
                    <a:pt x="400" y="0"/>
                  </a:moveTo>
                  <a:lnTo>
                    <a:pt x="0" y="691"/>
                  </a:lnTo>
                  <a:lnTo>
                    <a:pt x="400" y="0"/>
                  </a:lnTo>
                  <a:lnTo>
                    <a:pt x="476" y="132"/>
                  </a:lnTo>
                  <a:lnTo>
                    <a:pt x="476" y="132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21" id="21"/>
            <p:cNvSpPr/>
            <p:nvPr/>
          </p:nvSpPr>
          <p:spPr>
            <a:xfrm>
              <a:off x="4693950" y="3843574"/>
              <a:ext cx="639249" cy="927986"/>
            </a:xfrm>
            <a:custGeom>
              <a:avLst/>
              <a:gdLst/>
              <a:ahLst/>
              <a:cxnLst/>
              <a:rect r="r" b="b" t="t" l="l"/>
              <a:pathLst>
                <a:path w="476" h="691" stroke="true" fill="norm" extrusionOk="true">
                  <a:moveTo>
                    <a:pt x="400" y="0"/>
                  </a:moveTo>
                  <a:lnTo>
                    <a:pt x="0" y="691"/>
                  </a:lnTo>
                  <a:lnTo>
                    <a:pt x="400" y="0"/>
                  </a:lnTo>
                  <a:lnTo>
                    <a:pt x="476" y="132"/>
                  </a:lnTo>
                  <a:lnTo>
                    <a:pt x="476" y="132"/>
                  </a:lnTo>
                  <a:lnTo>
                    <a:pt x="400" y="0"/>
                  </a:lnTo>
                </a:path>
              </a:pathLst>
            </a:custGeom>
            <a:noFill/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22" id="22"/>
            <p:cNvSpPr/>
            <p:nvPr/>
          </p:nvSpPr>
          <p:spPr>
            <a:xfrm>
              <a:off x="4693950" y="3843574"/>
              <a:ext cx="639249" cy="927986"/>
            </a:xfrm>
            <a:custGeom>
              <a:avLst/>
              <a:gdLst/>
              <a:ahLst/>
              <a:cxnLst/>
              <a:rect r="r" b="b" t="t" l="l"/>
              <a:pathLst>
                <a:path w="476" h="691" stroke="true" fill="norm" extrusionOk="true">
                  <a:moveTo>
                    <a:pt x="400" y="0"/>
                  </a:moveTo>
                  <a:lnTo>
                    <a:pt x="0" y="691"/>
                  </a:lnTo>
                  <a:lnTo>
                    <a:pt x="476" y="132"/>
                  </a:lnTo>
                  <a:lnTo>
                    <a:pt x="400" y="0"/>
                  </a:lnTo>
                </a:path>
              </a:pathLst>
            </a:custGeom>
            <a:noFill/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23" id="23"/>
            <p:cNvSpPr/>
            <p:nvPr/>
          </p:nvSpPr>
          <p:spPr>
            <a:xfrm>
              <a:off x="5558816" y="3095545"/>
              <a:ext cx="104751" cy="178614"/>
            </a:xfrm>
            <a:custGeom>
              <a:avLst/>
              <a:gdLst/>
              <a:ahLst/>
              <a:cxnLst/>
              <a:rect r="r" b="b" t="t" l="l"/>
              <a:pathLst>
                <a:path w="78" h="133" stroke="true" fill="norm" extrusionOk="true">
                  <a:moveTo>
                    <a:pt x="78" y="0"/>
                  </a:moveTo>
                  <a:lnTo>
                    <a:pt x="0" y="133"/>
                  </a:lnTo>
                  <a:lnTo>
                    <a:pt x="0" y="133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24" id="24"/>
            <p:cNvSpPr/>
            <p:nvPr/>
          </p:nvSpPr>
          <p:spPr>
            <a:xfrm>
              <a:off x="5558816" y="3095545"/>
              <a:ext cx="104751" cy="178614"/>
            </a:xfrm>
            <a:custGeom>
              <a:avLst/>
              <a:gdLst/>
              <a:ahLst/>
              <a:cxnLst/>
              <a:rect r="r" b="b" t="t" l="l"/>
              <a:pathLst>
                <a:path w="78" h="133" stroke="true" fill="norm" extrusionOk="true">
                  <a:moveTo>
                    <a:pt x="78" y="0"/>
                  </a:moveTo>
                  <a:lnTo>
                    <a:pt x="0" y="133"/>
                  </a:lnTo>
                  <a:lnTo>
                    <a:pt x="0" y="133"/>
                  </a:lnTo>
                  <a:lnTo>
                    <a:pt x="78" y="0"/>
                  </a:lnTo>
                </a:path>
              </a:pathLst>
            </a:custGeom>
            <a:noFill/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25" id="25"/>
            <p:cNvSpPr/>
            <p:nvPr/>
          </p:nvSpPr>
          <p:spPr>
            <a:xfrm>
              <a:off x="4589199" y="3095545"/>
              <a:ext cx="1074368" cy="178614"/>
            </a:xfrm>
            <a:custGeom>
              <a:avLst/>
              <a:gdLst/>
              <a:ahLst/>
              <a:cxnLst/>
              <a:rect r="r" b="b" t="t" l="l"/>
              <a:pathLst>
                <a:path w="800" h="133" stroke="true" fill="norm" extrusionOk="true">
                  <a:moveTo>
                    <a:pt x="800" y="0"/>
                  </a:moveTo>
                  <a:lnTo>
                    <a:pt x="0" y="0"/>
                  </a:lnTo>
                  <a:lnTo>
                    <a:pt x="722" y="133"/>
                  </a:lnTo>
                  <a:lnTo>
                    <a:pt x="800" y="0"/>
                  </a:lnTo>
                </a:path>
              </a:pathLst>
            </a:custGeom>
            <a:noFill/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26" id="26"/>
            <p:cNvSpPr/>
            <p:nvPr/>
          </p:nvSpPr>
          <p:spPr>
            <a:xfrm>
              <a:off x="6321617" y="3095545"/>
              <a:ext cx="206816" cy="0"/>
            </a:xfrm>
            <a:custGeom>
              <a:avLst/>
              <a:gdLst/>
              <a:ahLst/>
              <a:cxnLst/>
              <a:rect r="r" b="b" t="t" l="l"/>
              <a:pathLst>
                <a:path w="154" h="0" stroke="true" fill="norm" extrusionOk="true">
                  <a:moveTo>
                    <a:pt x="0" y="0"/>
                  </a:moveTo>
                  <a:lnTo>
                    <a:pt x="0" y="0"/>
                  </a:lnTo>
                  <a:lnTo>
                    <a:pt x="1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27" id="27"/>
            <p:cNvSpPr/>
            <p:nvPr/>
          </p:nvSpPr>
          <p:spPr>
            <a:xfrm>
              <a:off x="6321617" y="3095545"/>
              <a:ext cx="206816" cy="0"/>
            </a:xfrm>
            <a:custGeom>
              <a:avLst/>
              <a:gdLst/>
              <a:ahLst/>
              <a:cxnLst/>
              <a:rect r="r" b="b" t="t" l="l"/>
              <a:pathLst>
                <a:path w="154" h="0" stroke="true" fill="norm" extrusionOk="true">
                  <a:moveTo>
                    <a:pt x="0" y="0"/>
                  </a:moveTo>
                  <a:lnTo>
                    <a:pt x="0" y="0"/>
                  </a:lnTo>
                  <a:lnTo>
                    <a:pt x="154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28" id="28"/>
            <p:cNvSpPr/>
            <p:nvPr/>
          </p:nvSpPr>
          <p:spPr>
            <a:xfrm>
              <a:off x="5991249" y="2167560"/>
              <a:ext cx="537184" cy="927986"/>
            </a:xfrm>
            <a:custGeom>
              <a:avLst/>
              <a:gdLst/>
              <a:ahLst/>
              <a:cxnLst/>
              <a:rect r="r" b="b" t="t" l="l"/>
              <a:pathLst>
                <a:path w="400" h="691" stroke="true" fill="norm" extrusionOk="true">
                  <a:moveTo>
                    <a:pt x="0" y="0"/>
                  </a:moveTo>
                  <a:lnTo>
                    <a:pt x="246" y="691"/>
                  </a:lnTo>
                  <a:lnTo>
                    <a:pt x="400" y="691"/>
                  </a:lnTo>
                  <a:lnTo>
                    <a:pt x="182" y="31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29" id="29"/>
            <p:cNvSpPr/>
            <p:nvPr/>
          </p:nvSpPr>
          <p:spPr>
            <a:xfrm>
              <a:off x="3949950" y="3095545"/>
              <a:ext cx="1713617" cy="2152765"/>
            </a:xfrm>
            <a:custGeom>
              <a:avLst/>
              <a:gdLst/>
              <a:ahLst/>
              <a:cxnLst/>
              <a:rect r="r" b="b" t="t" l="l"/>
              <a:pathLst>
                <a:path w="539" h="677" stroke="true" fill="norm" extrusionOk="true">
                  <a:moveTo>
                    <a:pt x="201" y="0"/>
                  </a:moveTo>
                  <a:cubicBezTo>
                    <a:pt x="150" y="2"/>
                    <a:pt x="101" y="29"/>
                    <a:pt x="73" y="77"/>
                  </a:cubicBezTo>
                  <a:cubicBezTo>
                    <a:pt x="22" y="166"/>
                    <a:pt x="22" y="166"/>
                    <a:pt x="22" y="166"/>
                  </a:cubicBezTo>
                  <a:cubicBezTo>
                    <a:pt x="0" y="204"/>
                    <a:pt x="0" y="266"/>
                    <a:pt x="22" y="304"/>
                  </a:cubicBezTo>
                  <a:cubicBezTo>
                    <a:pt x="237" y="677"/>
                    <a:pt x="237" y="677"/>
                    <a:pt x="237" y="677"/>
                  </a:cubicBezTo>
                  <a:cubicBezTo>
                    <a:pt x="209" y="629"/>
                    <a:pt x="210" y="573"/>
                    <a:pt x="234" y="527"/>
                  </a:cubicBezTo>
                  <a:cubicBezTo>
                    <a:pt x="539" y="0"/>
                    <a:pt x="539" y="0"/>
                    <a:pt x="539" y="0"/>
                  </a:cubicBezTo>
                  <a:cubicBezTo>
                    <a:pt x="201" y="0"/>
                    <a:pt x="201" y="0"/>
                    <a:pt x="201" y="0"/>
                  </a:cubicBezTo>
                </a:path>
              </a:pathLst>
            </a:custGeom>
            <a:solidFill>
              <a:schemeClr val="tx2">
                <a:alpha val="15000"/>
              </a:schemeClr>
            </a:solidFill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30" id="30"/>
            <p:cNvSpPr/>
            <p:nvPr/>
          </p:nvSpPr>
          <p:spPr>
            <a:xfrm>
              <a:off x="4182282" y="1935228"/>
              <a:ext cx="2346151" cy="1404736"/>
            </a:xfrm>
            <a:custGeom>
              <a:avLst/>
              <a:gdLst/>
              <a:ahLst/>
              <a:cxnLst/>
              <a:rect r="r" b="b" t="t" l="l"/>
              <a:pathLst>
                <a:path w="738" h="442" stroke="true" fill="norm" extrusionOk="true">
                  <a:moveTo>
                    <a:pt x="569" y="73"/>
                  </a:moveTo>
                  <a:cubicBezTo>
                    <a:pt x="542" y="29"/>
                    <a:pt x="493" y="0"/>
                    <a:pt x="438" y="0"/>
                  </a:cubicBezTo>
                  <a:cubicBezTo>
                    <a:pt x="335" y="0"/>
                    <a:pt x="335" y="0"/>
                    <a:pt x="335" y="0"/>
                  </a:cubicBezTo>
                  <a:cubicBezTo>
                    <a:pt x="291" y="0"/>
                    <a:pt x="237" y="31"/>
                    <a:pt x="215" y="69"/>
                  </a:cubicBezTo>
                  <a:cubicBezTo>
                    <a:pt x="0" y="442"/>
                    <a:pt x="0" y="442"/>
                    <a:pt x="0" y="442"/>
                  </a:cubicBezTo>
                  <a:cubicBezTo>
                    <a:pt x="28" y="394"/>
                    <a:pt x="77" y="367"/>
                    <a:pt x="128" y="365"/>
                  </a:cubicBezTo>
                  <a:cubicBezTo>
                    <a:pt x="738" y="365"/>
                    <a:pt x="738" y="365"/>
                    <a:pt x="738" y="365"/>
                  </a:cubicBezTo>
                  <a:cubicBezTo>
                    <a:pt x="569" y="73"/>
                    <a:pt x="569" y="73"/>
                    <a:pt x="569" y="73"/>
                  </a:cubicBezTo>
                </a:path>
              </a:pathLst>
            </a:custGeom>
            <a:solidFill>
              <a:schemeClr val="accent1"/>
            </a:solidFill>
            <a:ln cap="rnd">
              <a:noFill/>
              <a:prstDash val="solid"/>
            </a:ln>
            <a:effectLst/>
          </p:spPr>
          <p:txBody>
            <a:bodyPr vert="horz" rot="0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31" id="31"/>
            <p:cNvSpPr/>
            <p:nvPr/>
          </p:nvSpPr>
          <p:spPr>
            <a:xfrm>
              <a:off x="5663567" y="4345842"/>
              <a:ext cx="2346151" cy="1406079"/>
            </a:xfrm>
            <a:custGeom>
              <a:avLst/>
              <a:gdLst/>
              <a:ahLst/>
              <a:cxnLst/>
              <a:rect r="r" b="b" t="t" l="l"/>
              <a:pathLst>
                <a:path w="738" h="442" stroke="true" fill="norm" extrusionOk="true">
                  <a:moveTo>
                    <a:pt x="168" y="370"/>
                  </a:moveTo>
                  <a:cubicBezTo>
                    <a:pt x="196" y="413"/>
                    <a:pt x="244" y="442"/>
                    <a:pt x="300" y="442"/>
                  </a:cubicBezTo>
                  <a:cubicBezTo>
                    <a:pt x="402" y="442"/>
                    <a:pt x="402" y="442"/>
                    <a:pt x="402" y="442"/>
                  </a:cubicBezTo>
                  <a:cubicBezTo>
                    <a:pt x="446" y="442"/>
                    <a:pt x="500" y="411"/>
                    <a:pt x="522" y="373"/>
                  </a:cubicBezTo>
                  <a:cubicBezTo>
                    <a:pt x="738" y="0"/>
                    <a:pt x="738" y="0"/>
                    <a:pt x="738" y="0"/>
                  </a:cubicBezTo>
                  <a:cubicBezTo>
                    <a:pt x="710" y="48"/>
                    <a:pt x="661" y="76"/>
                    <a:pt x="609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68" y="370"/>
                    <a:pt x="168" y="370"/>
                    <a:pt x="168" y="370"/>
                  </a:cubicBezTo>
                </a:path>
              </a:pathLst>
            </a:custGeom>
            <a:solidFill>
              <a:schemeClr val="tx2">
                <a:alpha val="15000"/>
              </a:schemeClr>
            </a:solidFill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32" id="32"/>
            <p:cNvSpPr/>
            <p:nvPr/>
          </p:nvSpPr>
          <p:spPr>
            <a:xfrm>
              <a:off x="4614716" y="3843575"/>
              <a:ext cx="2002354" cy="1908347"/>
            </a:xfrm>
            <a:custGeom>
              <a:avLst/>
              <a:gdLst/>
              <a:ahLst/>
              <a:cxnLst/>
              <a:rect r="r" b="b" t="t" l="l"/>
              <a:pathLst>
                <a:path w="630" h="600" stroke="true" fill="norm" extrusionOk="true">
                  <a:moveTo>
                    <a:pt x="25" y="292"/>
                  </a:moveTo>
                  <a:cubicBezTo>
                    <a:pt x="1" y="338"/>
                    <a:pt x="0" y="394"/>
                    <a:pt x="28" y="442"/>
                  </a:cubicBezTo>
                  <a:cubicBezTo>
                    <a:pt x="79" y="531"/>
                    <a:pt x="79" y="531"/>
                    <a:pt x="79" y="531"/>
                  </a:cubicBezTo>
                  <a:cubicBezTo>
                    <a:pt x="101" y="569"/>
                    <a:pt x="155" y="600"/>
                    <a:pt x="199" y="600"/>
                  </a:cubicBezTo>
                  <a:cubicBezTo>
                    <a:pt x="630" y="600"/>
                    <a:pt x="630" y="600"/>
                    <a:pt x="630" y="600"/>
                  </a:cubicBezTo>
                  <a:cubicBezTo>
                    <a:pt x="574" y="600"/>
                    <a:pt x="526" y="571"/>
                    <a:pt x="498" y="528"/>
                  </a:cubicBezTo>
                  <a:cubicBezTo>
                    <a:pt x="194" y="0"/>
                    <a:pt x="194" y="0"/>
                    <a:pt x="194" y="0"/>
                  </a:cubicBezTo>
                  <a:cubicBezTo>
                    <a:pt x="25" y="292"/>
                    <a:pt x="25" y="292"/>
                    <a:pt x="25" y="292"/>
                  </a:cubicBezTo>
                </a:path>
              </a:pathLst>
            </a:custGeom>
            <a:solidFill>
              <a:schemeClr val="accent3"/>
            </a:solidFill>
            <a:ln cap="rnd">
              <a:noFill/>
              <a:prstDash val="solid"/>
            </a:ln>
            <a:effectLst/>
          </p:spPr>
          <p:txBody>
            <a:bodyPr vert="horz" rot="0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33" id="33"/>
            <p:cNvSpPr/>
            <p:nvPr/>
          </p:nvSpPr>
          <p:spPr>
            <a:xfrm>
              <a:off x="5574932" y="1935228"/>
              <a:ext cx="1999668" cy="1908347"/>
            </a:xfrm>
            <a:custGeom>
              <a:avLst/>
              <a:gdLst/>
              <a:ahLst/>
              <a:cxnLst/>
              <a:rect r="r" b="b" t="t" l="l"/>
              <a:pathLst>
                <a:path w="629" h="600" stroke="true" fill="norm" extrusionOk="true">
                  <a:moveTo>
                    <a:pt x="604" y="308"/>
                  </a:moveTo>
                  <a:cubicBezTo>
                    <a:pt x="628" y="262"/>
                    <a:pt x="629" y="206"/>
                    <a:pt x="602" y="158"/>
                  </a:cubicBezTo>
                  <a:cubicBezTo>
                    <a:pt x="550" y="69"/>
                    <a:pt x="550" y="69"/>
                    <a:pt x="550" y="69"/>
                  </a:cubicBezTo>
                  <a:cubicBezTo>
                    <a:pt x="528" y="31"/>
                    <a:pt x="474" y="0"/>
                    <a:pt x="43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5" y="0"/>
                    <a:pt x="104" y="29"/>
                    <a:pt x="131" y="73"/>
                  </a:cubicBezTo>
                  <a:cubicBezTo>
                    <a:pt x="436" y="600"/>
                    <a:pt x="436" y="600"/>
                    <a:pt x="436" y="600"/>
                  </a:cubicBezTo>
                  <a:cubicBezTo>
                    <a:pt x="604" y="308"/>
                    <a:pt x="604" y="308"/>
                    <a:pt x="604" y="308"/>
                  </a:cubicBezTo>
                </a:path>
              </a:pathLst>
            </a:custGeom>
            <a:solidFill>
              <a:schemeClr val="tx2">
                <a:alpha val="15000"/>
              </a:schemeClr>
            </a:solidFill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34" id="34"/>
            <p:cNvSpPr/>
            <p:nvPr/>
          </p:nvSpPr>
          <p:spPr>
            <a:xfrm>
              <a:off x="6528433" y="2437495"/>
              <a:ext cx="1713617" cy="2156794"/>
            </a:xfrm>
            <a:custGeom>
              <a:avLst/>
              <a:gdLst/>
              <a:ahLst/>
              <a:cxnLst/>
              <a:rect r="r" b="b" t="t" l="l"/>
              <a:pathLst>
                <a:path w="539" h="678" stroke="true" fill="norm" extrusionOk="true">
                  <a:moveTo>
                    <a:pt x="337" y="678"/>
                  </a:moveTo>
                  <a:cubicBezTo>
                    <a:pt x="389" y="676"/>
                    <a:pt x="438" y="648"/>
                    <a:pt x="466" y="600"/>
                  </a:cubicBezTo>
                  <a:cubicBezTo>
                    <a:pt x="517" y="511"/>
                    <a:pt x="517" y="511"/>
                    <a:pt x="517" y="511"/>
                  </a:cubicBezTo>
                  <a:cubicBezTo>
                    <a:pt x="539" y="473"/>
                    <a:pt x="539" y="411"/>
                    <a:pt x="517" y="373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329" y="48"/>
                    <a:pt x="328" y="104"/>
                    <a:pt x="304" y="150"/>
                  </a:cubicBezTo>
                  <a:cubicBezTo>
                    <a:pt x="0" y="678"/>
                    <a:pt x="0" y="678"/>
                    <a:pt x="0" y="678"/>
                  </a:cubicBezTo>
                  <a:cubicBezTo>
                    <a:pt x="337" y="678"/>
                    <a:pt x="337" y="678"/>
                    <a:pt x="337" y="678"/>
                  </a:cubicBezTo>
                </a:path>
              </a:pathLst>
            </a:custGeom>
            <a:solidFill>
              <a:schemeClr val="accent2"/>
            </a:solidFill>
            <a:ln cap="rnd">
              <a:noFill/>
              <a:prstDash val="solid"/>
            </a:ln>
            <a:effectLst/>
          </p:spPr>
          <p:txBody>
            <a:bodyPr vert="horz" rot="0" anchor="ctr" wrap="square" tIns="45720" lIns="91440" bIns="45720" rIns="91440">
              <a:normAutofit/>
            </a:bodyPr>
            <a:p>
              <a:pPr algn="ctr" marL="0"/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chemeClr val="accent1">
            <a:alpha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2883310" y="3274142"/>
            <a:ext cx="5813560" cy="646331"/>
          </a:xfrm>
        </p:spPr>
        <p:txBody>
          <a:bodyPr vert="horz" anchor="t" wrap="square" tIns="45720" lIns="91440" bIns="45720" rIns="91440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b="true" i="false" sz="3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结论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5736" y="2258479"/>
            <a:ext cx="1268360" cy="1015663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6000" baseline="0" u="none">
                <a:solidFill>
                  <a:schemeClr val="tx1"/>
                </a:solidFill>
                <a:latin typeface="Arial"/>
                <a:ea typeface="Arial"/>
              </a:rPr>
              <a:t>06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chemeClr val="accent1">
            <a:alpha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/>
          <a:p>
            <a:pPr algn="l">
              <a:lnSpc>
                <a:spcPct val="100000"/>
              </a:lnSpc>
              <a:spcBef>
                <a:spcPct val="0"/>
              </a:spcBef>
              <a:buNone/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总结</a:t>
            </a:r>
          </a:p>
        </p:txBody>
      </p:sp>
      <p:sp>
        <p:nvSpPr>
          <p:cNvPr name="AutoShape 3" id="3"/>
          <p:cNvSpPr/>
          <p:nvPr/>
        </p:nvSpPr>
        <p:spPr>
          <a:xfrm>
            <a:off x="4473724" y="1201738"/>
            <a:ext cx="3231851" cy="4932362"/>
          </a:xfrm>
          <a:prstGeom prst="roundRect">
            <a:avLst>
              <a:gd name="adj" fmla="val 6524"/>
            </a:avLst>
          </a:prstGeom>
          <a:solidFill>
            <a:schemeClr val="bg1"/>
          </a:solidFill>
          <a:ln cap="rnd">
            <a:noFill/>
            <a:prstDash val="solid"/>
          </a:ln>
          <a:effectLst/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4" id="4"/>
          <p:cNvSpPr txBox="true"/>
          <p:nvPr/>
        </p:nvSpPr>
        <p:spPr>
          <a:xfrm>
            <a:off x="4664089" y="3491004"/>
            <a:ext cx="2902898" cy="1023357"/>
          </a:xfrm>
          <a:prstGeom prst="rect">
            <a:avLst/>
          </a:prstGeom>
          <a:noFill/>
          <a:ln>
            <a:noFill/>
          </a:ln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AI生成PPT技术通过自动化生成和智能优化，大幅提升了演示文稿的制作效率和质量。</a:t>
            </a:r>
            <a:endParaRPr lang="en-US" sz="1100"/>
          </a:p>
        </p:txBody>
      </p:sp>
      <p:grpSp>
        <p:nvGrpSpPr>
          <p:cNvPr name="Group 5" id="5"/>
          <p:cNvGrpSpPr/>
          <p:nvPr/>
        </p:nvGrpSpPr>
        <p:grpSpPr>
          <a:xfrm>
            <a:off x="5136808" y="3296600"/>
            <a:ext cx="1905682" cy="45719"/>
            <a:chOff x="5428482" y="3655847"/>
            <a:chExt cx="1905682" cy="45719"/>
          </a:xfrm>
        </p:grpSpPr>
        <p:sp>
          <p:nvSpPr>
            <p:cNvPr name="AutoShape 6" id="6"/>
            <p:cNvSpPr/>
            <p:nvPr/>
          </p:nvSpPr>
          <p:spPr>
            <a:xfrm>
              <a:off x="5428482" y="3655847"/>
              <a:ext cx="468975" cy="4571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cap="rnd">
              <a:noFill/>
              <a:prstDash val="solid"/>
            </a:ln>
            <a:effectLst>
              <a:outerShdw algn="ctr" blurRad="254000" dist="127000" rotWithShape="false">
                <a:schemeClr val="accent2">
                  <a:alpha val="32000"/>
                </a:schemeClr>
              </a:outerShdw>
            </a:effectLst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ctr" marL="0"/>
            </a:p>
          </p:txBody>
        </p:sp>
        <p:sp>
          <p:nvSpPr>
            <p:cNvPr name="AutoShape 7" id="7"/>
            <p:cNvSpPr/>
            <p:nvPr/>
          </p:nvSpPr>
          <p:spPr>
            <a:xfrm>
              <a:off x="6002934" y="3655847"/>
              <a:ext cx="1331230" cy="4571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cap="rnd">
              <a:noFill/>
              <a:prstDash val="solid"/>
            </a:ln>
            <a:effectLst>
              <a:outerShdw algn="ctr" blurRad="254000" dist="127000" rotWithShape="false">
                <a:schemeClr val="accent2">
                  <a:alpha val="32000"/>
                </a:schemeClr>
              </a:outerShdw>
            </a:effectLst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ctr" marL="0"/>
            </a:p>
          </p:txBody>
        </p:sp>
      </p:grpSp>
      <p:sp>
        <p:nvSpPr>
          <p:cNvPr name="TextBox 8" id="8"/>
          <p:cNvSpPr txBox="true"/>
          <p:nvPr/>
        </p:nvSpPr>
        <p:spPr>
          <a:xfrm>
            <a:off x="4664089" y="2135302"/>
            <a:ext cx="2902898" cy="338554"/>
          </a:xfrm>
          <a:prstGeom prst="rect">
            <a:avLst/>
          </a:prstGeom>
          <a:noFill/>
          <a:effectLst/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effectLst/>
                <a:latin typeface="微软雅黑"/>
                <a:ea typeface="微软雅黑"/>
              </a:rPr>
              <a:t>主要观点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1351081" y="1712901"/>
            <a:ext cx="2561987" cy="4259043"/>
          </a:xfrm>
          <a:prstGeom prst="roundRect">
            <a:avLst>
              <a:gd name="adj" fmla="val 6524"/>
            </a:avLst>
          </a:prstGeom>
          <a:solidFill>
            <a:schemeClr val="bg1"/>
          </a:solidFill>
          <a:ln cap="rnd">
            <a:noFill/>
            <a:prstDash val="solid"/>
          </a:ln>
          <a:effectLst/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10" id="10"/>
          <p:cNvSpPr txBox="true"/>
          <p:nvPr/>
        </p:nvSpPr>
        <p:spPr>
          <a:xfrm>
            <a:off x="1498086" y="2532800"/>
            <a:ext cx="2309163" cy="338554"/>
          </a:xfrm>
          <a:prstGeom prst="rect">
            <a:avLst/>
          </a:prstGeom>
          <a:noFill/>
          <a:effectLst/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effectLst/>
                <a:latin typeface="微软雅黑"/>
                <a:ea typeface="微软雅黑"/>
              </a:rPr>
              <a:t>关键发现</a:t>
            </a:r>
            <a:endParaRPr lang="en-US" sz="1100"/>
          </a:p>
        </p:txBody>
      </p:sp>
      <p:grpSp>
        <p:nvGrpSpPr>
          <p:cNvPr name="Group 11" id="11"/>
          <p:cNvGrpSpPr/>
          <p:nvPr/>
        </p:nvGrpSpPr>
        <p:grpSpPr>
          <a:xfrm>
            <a:off x="1679233" y="3259757"/>
            <a:ext cx="1905682" cy="45719"/>
            <a:chOff x="1507613" y="3655847"/>
            <a:chExt cx="1905682" cy="45719"/>
          </a:xfrm>
        </p:grpSpPr>
        <p:sp>
          <p:nvSpPr>
            <p:cNvPr name="AutoShape 12" id="12"/>
            <p:cNvSpPr/>
            <p:nvPr/>
          </p:nvSpPr>
          <p:spPr>
            <a:xfrm>
              <a:off x="1507613" y="3655847"/>
              <a:ext cx="468975" cy="45719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cap="rnd">
              <a:noFill/>
              <a:prstDash val="solid"/>
            </a:ln>
            <a:effectLst>
              <a:outerShdw algn="ctr" blurRad="254000" dist="127000" rotWithShape="false">
                <a:schemeClr val="accent3">
                  <a:alpha val="32000"/>
                </a:schemeClr>
              </a:outerShdw>
            </a:effectLst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ctr" marL="0"/>
            </a:p>
          </p:txBody>
        </p:sp>
        <p:sp>
          <p:nvSpPr>
            <p:cNvPr name="AutoShape 13" id="13"/>
            <p:cNvSpPr/>
            <p:nvPr/>
          </p:nvSpPr>
          <p:spPr>
            <a:xfrm>
              <a:off x="2082065" y="3655847"/>
              <a:ext cx="1331230" cy="45719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cap="rnd">
              <a:noFill/>
              <a:prstDash val="solid"/>
            </a:ln>
            <a:effectLst>
              <a:outerShdw algn="ctr" blurRad="254000" dist="127000" rotWithShape="false">
                <a:schemeClr val="accent3">
                  <a:alpha val="32000"/>
                </a:schemeClr>
              </a:outerShdw>
            </a:effectLst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ctr" marL="0"/>
            </a:p>
          </p:txBody>
        </p:sp>
      </p:grpSp>
      <p:sp>
        <p:nvSpPr>
          <p:cNvPr name="TextBox 14" id="14"/>
          <p:cNvSpPr txBox="true"/>
          <p:nvPr/>
        </p:nvSpPr>
        <p:spPr>
          <a:xfrm>
            <a:off x="1498086" y="3458673"/>
            <a:ext cx="2309163" cy="1346522"/>
          </a:xfrm>
          <a:prstGeom prst="rect">
            <a:avLst/>
          </a:prstGeom>
          <a:noFill/>
          <a:ln>
            <a:noFill/>
          </a:ln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fontAlgn="auto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自然语言处理、图像处理和数据驱动是AI生成PPT的核心技术，决定了生成内容的质量和多样性。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>
            <a:off x="8266231" y="1712901"/>
            <a:ext cx="2561987" cy="4259043"/>
          </a:xfrm>
          <a:prstGeom prst="roundRect">
            <a:avLst>
              <a:gd name="adj" fmla="val 6524"/>
            </a:avLst>
          </a:prstGeom>
          <a:solidFill>
            <a:schemeClr val="bg1"/>
          </a:solidFill>
          <a:ln cap="rnd">
            <a:noFill/>
            <a:prstDash val="solid"/>
          </a:ln>
          <a:effectLst/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16" id="16"/>
          <p:cNvSpPr txBox="true"/>
          <p:nvPr/>
        </p:nvSpPr>
        <p:spPr>
          <a:xfrm>
            <a:off x="8413236" y="2532800"/>
            <a:ext cx="2309164" cy="338554"/>
          </a:xfrm>
          <a:prstGeom prst="rect">
            <a:avLst/>
          </a:prstGeom>
          <a:noFill/>
          <a:effectLst/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effectLst/>
                <a:latin typeface="微软雅黑"/>
                <a:ea typeface="微软雅黑"/>
              </a:rPr>
              <a:t>未来方向</a:t>
            </a:r>
            <a:endParaRPr lang="en-US" sz="1100"/>
          </a:p>
        </p:txBody>
      </p:sp>
      <p:grpSp>
        <p:nvGrpSpPr>
          <p:cNvPr name="Group 17" id="17"/>
          <p:cNvGrpSpPr/>
          <p:nvPr/>
        </p:nvGrpSpPr>
        <p:grpSpPr>
          <a:xfrm>
            <a:off x="8594383" y="3259757"/>
            <a:ext cx="1905682" cy="45719"/>
            <a:chOff x="1507613" y="3655847"/>
            <a:chExt cx="1905682" cy="45719"/>
          </a:xfrm>
        </p:grpSpPr>
        <p:sp>
          <p:nvSpPr>
            <p:cNvPr name="AutoShape 18" id="18"/>
            <p:cNvSpPr/>
            <p:nvPr/>
          </p:nvSpPr>
          <p:spPr>
            <a:xfrm>
              <a:off x="1507613" y="3655847"/>
              <a:ext cx="468975" cy="45719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 cap="rnd">
              <a:noFill/>
              <a:prstDash val="solid"/>
            </a:ln>
            <a:effectLst>
              <a:outerShdw algn="ctr" blurRad="254000" dist="127000" rotWithShape="false">
                <a:schemeClr val="accent5">
                  <a:alpha val="32000"/>
                </a:schemeClr>
              </a:outerShdw>
            </a:effectLst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ctr" marL="0"/>
            </a:p>
          </p:txBody>
        </p:sp>
        <p:sp>
          <p:nvSpPr>
            <p:cNvPr name="AutoShape 19" id="19"/>
            <p:cNvSpPr/>
            <p:nvPr/>
          </p:nvSpPr>
          <p:spPr>
            <a:xfrm>
              <a:off x="2082065" y="3655847"/>
              <a:ext cx="1331230" cy="45719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 cap="rnd">
              <a:noFill/>
              <a:prstDash val="solid"/>
            </a:ln>
            <a:effectLst>
              <a:outerShdw algn="ctr" blurRad="254000" dist="127000" rotWithShape="false">
                <a:schemeClr val="accent5">
                  <a:alpha val="32000"/>
                </a:schemeClr>
              </a:outerShdw>
            </a:effectLst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ctr" marL="0"/>
            </a:p>
          </p:txBody>
        </p:sp>
      </p:grpSp>
      <p:sp>
        <p:nvSpPr>
          <p:cNvPr name="TextBox 20" id="20"/>
          <p:cNvSpPr txBox="true"/>
          <p:nvPr/>
        </p:nvSpPr>
        <p:spPr>
          <a:xfrm>
            <a:off x="8413236" y="3458673"/>
            <a:ext cx="2309164" cy="1346522"/>
          </a:xfrm>
          <a:prstGeom prst="rect">
            <a:avLst/>
          </a:prstGeom>
          <a:noFill/>
          <a:ln>
            <a:noFill/>
          </a:ln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fontAlgn="auto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未来，AI生成PPT技术将朝着更加智能、个性化和高效的方向发展，应用场景也将更加广泛。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chemeClr val="accent1">
            <a:alpha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66750" y="1518879"/>
            <a:ext cx="10858500" cy="2374900"/>
          </a:xfrm>
          <a:prstGeom prst="rightArrow">
            <a:avLst/>
          </a:prstGeom>
          <a:gradFill rotWithShape="true" flip="none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tileRect/>
          </a:gra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cxnSp>
        <p:nvCxnSpPr>
          <p:cNvPr name="Connector 3" id="3"/>
          <p:cNvCxnSpPr/>
          <p:nvPr/>
        </p:nvCxnSpPr>
        <p:spPr>
          <a:xfrm>
            <a:off x="3948461" y="2990668"/>
            <a:ext cx="0" cy="1381392"/>
          </a:xfrm>
          <a:prstGeom prst="line">
            <a:avLst/>
          </a:prstGeom>
          <a:ln w="6350" cap="flat" cmpd="sng">
            <a:solidFill>
              <a:schemeClr val="accent1"/>
            </a:solidFill>
            <a:prstDash val="solid"/>
          </a:ln>
        </p:spPr>
      </p:cxnSp>
      <p:cxnSp>
        <p:nvCxnSpPr>
          <p:cNvPr name="Connector 4" id="4"/>
          <p:cNvCxnSpPr/>
          <p:nvPr/>
        </p:nvCxnSpPr>
        <p:spPr>
          <a:xfrm>
            <a:off x="7074081" y="2990668"/>
            <a:ext cx="0" cy="1381392"/>
          </a:xfrm>
          <a:prstGeom prst="line">
            <a:avLst/>
          </a:prstGeom>
          <a:ln w="9525">
            <a:solidFill>
              <a:schemeClr val="accent2"/>
            </a:solidFill>
          </a:ln>
        </p:spPr>
      </p:cxnSp>
      <p:sp>
        <p:nvSpPr>
          <p:cNvPr name="AutoShape 5" id="5"/>
          <p:cNvSpPr/>
          <p:nvPr/>
        </p:nvSpPr>
        <p:spPr>
          <a:xfrm>
            <a:off x="963396" y="2322575"/>
            <a:ext cx="2827063" cy="8335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rot="0" anchor="ctr" wrap="square" anchorCtr="true" tIns="45720" lIns="91440" bIns="45720" rIns="91440">
            <a:noAutofit/>
          </a:bodyPr>
          <a:p>
            <a:pPr algn="ctr" marL="0"/>
            <a:r>
              <a:rPr lang="zh-CN" b="true" i="false" sz="1600" baseline="0" u="none" altLang="en-US">
                <a:solidFill>
                  <a:schemeClr val="lt1"/>
                </a:solidFill>
                <a:latin typeface="微软雅黑"/>
                <a:ea typeface="微软雅黑"/>
              </a:rPr>
              <a:t>技术建议</a:t>
            </a:r>
          </a:p>
        </p:txBody>
      </p:sp>
      <p:sp>
        <p:nvSpPr>
          <p:cNvPr name="AutoShape 6" id="6"/>
          <p:cNvSpPr/>
          <p:nvPr/>
        </p:nvSpPr>
        <p:spPr>
          <a:xfrm>
            <a:off x="963396" y="3293358"/>
            <a:ext cx="2827063" cy="815340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ct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effectLst/>
                <a:latin typeface="微软雅黑"/>
                <a:ea typeface="微软雅黑"/>
              </a:rPr>
              <a:t>建议加大对深度学习、增强现实等前沿技术的研究，以提升AI生成PPT的智能化水平。</a:t>
            </a:r>
          </a:p>
        </p:txBody>
      </p:sp>
      <p:sp>
        <p:nvSpPr>
          <p:cNvPr name="AutoShape 7" id="7"/>
          <p:cNvSpPr/>
          <p:nvPr/>
        </p:nvSpPr>
        <p:spPr>
          <a:xfrm>
            <a:off x="4087489" y="2322575"/>
            <a:ext cx="2827063" cy="8335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rot="0" anchor="ctr" wrap="square" anchorCtr="true" tIns="45720" lIns="91440" bIns="45720" rIns="91440">
            <a:noAutofit/>
          </a:bodyPr>
          <a:p>
            <a:pPr algn="ctr" marL="0"/>
            <a:r>
              <a:rPr lang="zh-CN" b="true" i="false" sz="1600" baseline="0" u="none" altLang="en-US">
                <a:solidFill>
                  <a:schemeClr val="lt1"/>
                </a:solidFill>
                <a:latin typeface="微软雅黑"/>
                <a:ea typeface="微软雅黑"/>
              </a:rPr>
              <a:t>应用建议</a:t>
            </a:r>
          </a:p>
        </p:txBody>
      </p:sp>
      <p:sp>
        <p:nvSpPr>
          <p:cNvPr name="AutoShape 8" id="8"/>
          <p:cNvSpPr/>
          <p:nvPr/>
        </p:nvSpPr>
        <p:spPr>
          <a:xfrm>
            <a:off x="4087489" y="3293358"/>
            <a:ext cx="2827063" cy="700192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ct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effectLst/>
                <a:latin typeface="微软雅黑"/>
                <a:ea typeface="微软雅黑"/>
              </a:rPr>
              <a:t>建议企业积极引入AI生成PPT工具，提升工作效率，降低制作成本。</a:t>
            </a:r>
          </a:p>
        </p:txBody>
      </p:sp>
      <p:sp>
        <p:nvSpPr>
          <p:cNvPr name="AutoShape 9" id="9"/>
          <p:cNvSpPr/>
          <p:nvPr/>
        </p:nvSpPr>
        <p:spPr>
          <a:xfrm>
            <a:off x="7211581" y="2322575"/>
            <a:ext cx="2827063" cy="8335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rot="0" anchor="ctr" wrap="square" anchorCtr="true" tIns="45720" lIns="91440" bIns="45720" rIns="91440">
            <a:noAutofit/>
          </a:bodyPr>
          <a:p>
            <a:pPr algn="ctr" marL="0"/>
            <a:r>
              <a:rPr lang="zh-CN" b="true" i="false" sz="1600" baseline="0" u="none" altLang="en-US">
                <a:solidFill>
                  <a:schemeClr val="lt1"/>
                </a:solidFill>
                <a:latin typeface="微软雅黑"/>
                <a:ea typeface="微软雅黑"/>
              </a:rPr>
              <a:t>政策建议</a:t>
            </a:r>
          </a:p>
        </p:txBody>
      </p:sp>
      <p:sp>
        <p:nvSpPr>
          <p:cNvPr name="AutoShape 10" id="10"/>
          <p:cNvSpPr/>
          <p:nvPr/>
        </p:nvSpPr>
        <p:spPr>
          <a:xfrm>
            <a:off x="7211581" y="3293358"/>
            <a:ext cx="2827063" cy="754052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ct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effectLst/>
                <a:latin typeface="微软雅黑"/>
                <a:ea typeface="微软雅黑"/>
              </a:rPr>
              <a:t>建议政府出台相关政策，支持AI生成PPT技术的发展，推动其在各行业的应用。</a:t>
            </a:r>
          </a:p>
        </p:txBody>
      </p:sp>
      <p:sp>
        <p:nvSpPr>
          <p:cNvPr name="AutoShape 11" id="11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/>
          <a:p>
            <a:pPr algn="l">
              <a:lnSpc>
                <a:spcPct val="100000"/>
              </a:lnSpc>
              <a:spcBef>
                <a:spcPct val="0"/>
              </a:spcBef>
              <a:buNone/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建议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chemeClr val="accent1">
            <a:alpha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3180889" y="1634649"/>
            <a:ext cx="5817522" cy="2249757"/>
          </a:xfrm>
        </p:spPr>
        <p:txBody>
          <a:bodyPr vert="horz" anchor="b" tIns="45720" lIns="91440" bIns="45720" rIns="91440">
            <a:normAutofit/>
          </a:bodyPr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b="true" i="false" sz="40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感谢聆听，敬请指正！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F16F97"/>
      </a:accent1>
      <a:accent2>
        <a:srgbClr val="F9B006"/>
      </a:accent2>
      <a:accent3>
        <a:srgbClr val="FB8B41"/>
      </a:accent3>
      <a:accent4>
        <a:srgbClr val="B27B59"/>
      </a:accent4>
      <a:accent5>
        <a:srgbClr val="B25936"/>
      </a:accent5>
      <a:accent6>
        <a:srgbClr val="663333"/>
      </a:accent6>
      <a:hlink>
        <a:srgbClr val="F84D4D"/>
      </a:hlink>
      <a:folHlink>
        <a:srgbClr val="979797"/>
      </a:folHlink>
    </a:clrScheme>
    <a:fontScheme name="Office">
      <a:majorFont>
        <a:latin typeface="Arial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2" baseType="lpstr"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cp:lastModifiedBy>卓伟 罗</cp:lastModifiedBy>
  <dcterms:modified xsi:type="dcterms:W3CDTF">2024-05-20T00:48:33Z</dcterms:modified>
  <cp:revision>2</cp:revision>
</cp:coreProperties>
</file>