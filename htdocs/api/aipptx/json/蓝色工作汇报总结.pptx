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false">
  <p:cSld name="Blank"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Title Slide">
    <p:bg>
      <p:bgPr>
        <a:gradFill>
          <a:gsLst>
            <a:gs pos="52000">
              <a:srgbClr val="1375FC">
                <a:alpha val="90000"/>
                <a:lumMod val="20000"/>
                <a:lumOff val="80000"/>
              </a:srgbClr>
            </a:gs>
            <a:gs pos="100000">
              <a:srgbClr val="1375FC">
                <a:lumMod val="60000"/>
                <a:lumOff val="4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name="Freeform 3" id="3"/>
            <p:cNvSpPr/>
            <p:nvPr/>
          </p:nvSpPr>
          <p:spPr>
            <a:xfrm>
              <a:off x="1" y="0"/>
              <a:ext cx="6633239" cy="6858000"/>
            </a:xfrm>
            <a:custGeom>
              <a:avLst/>
              <a:gdLst/>
              <a:ahLst/>
              <a:cxnLst/>
              <a:rect r="r" b="b" t="t" l="l"/>
              <a:pathLst>
                <a:path w="6633239" h="6858000" stroke="true" fill="norm" extrusionOk="true">
                  <a:moveTo>
                    <a:pt x="596110" y="0"/>
                  </a:moveTo>
                  <a:lnTo>
                    <a:pt x="5377854" y="0"/>
                  </a:lnTo>
                  <a:lnTo>
                    <a:pt x="5450651" y="107555"/>
                  </a:lnTo>
                  <a:cubicBezTo>
                    <a:pt x="6388305" y="1495084"/>
                    <a:pt x="7987340" y="3998818"/>
                    <a:pt x="4433318" y="5657486"/>
                  </a:cubicBezTo>
                  <a:cubicBezTo>
                    <a:pt x="3885871" y="5914614"/>
                    <a:pt x="3013775" y="6200205"/>
                    <a:pt x="2203403" y="6804713"/>
                  </a:cubicBezTo>
                  <a:lnTo>
                    <a:pt x="2136275" y="6858000"/>
                  </a:lnTo>
                  <a:lnTo>
                    <a:pt x="0" y="6858000"/>
                  </a:lnTo>
                  <a:lnTo>
                    <a:pt x="0" y="94762"/>
                  </a:lnTo>
                  <a:close/>
                </a:path>
              </a:pathLst>
            </a:custGeom>
            <a:gradFill>
              <a:gsLst>
                <a:gs pos="0">
                  <a:srgbClr val="1375FC"/>
                </a:gs>
                <a:gs pos="100000">
                  <a:srgbClr val="1375FC">
                    <a:alpha val="15000"/>
                  </a:srgbClr>
                </a:gs>
              </a:gsLst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5528855" y="3037214"/>
              <a:ext cx="6663145" cy="3820787"/>
            </a:xfrm>
            <a:custGeom>
              <a:avLst/>
              <a:gdLst/>
              <a:ahLst/>
              <a:cxnLst/>
              <a:rect r="r" b="b" t="t" l="l"/>
              <a:pathLst>
                <a:path w="6663145" h="3820787" stroke="true" fill="norm" extrusionOk="true">
                  <a:moveTo>
                    <a:pt x="6663145" y="0"/>
                  </a:moveTo>
                  <a:lnTo>
                    <a:pt x="6663145" y="3820787"/>
                  </a:lnTo>
                  <a:lnTo>
                    <a:pt x="0" y="3820787"/>
                  </a:lnTo>
                  <a:lnTo>
                    <a:pt x="35400" y="3764452"/>
                  </a:lnTo>
                  <a:cubicBezTo>
                    <a:pt x="382162" y="3261447"/>
                    <a:pt x="1011034" y="2791897"/>
                    <a:pt x="2074224" y="3273326"/>
                  </a:cubicBezTo>
                  <a:cubicBezTo>
                    <a:pt x="3168819" y="3452538"/>
                    <a:pt x="3885497" y="3133958"/>
                    <a:pt x="4820887" y="1501896"/>
                  </a:cubicBezTo>
                  <a:cubicBezTo>
                    <a:pt x="5288584" y="685865"/>
                    <a:pt x="5990171" y="153445"/>
                    <a:pt x="6654457" y="1679"/>
                  </a:cubicBezTo>
                  <a:close/>
                </a:path>
              </a:pathLst>
            </a:custGeom>
            <a:gradFill>
              <a:gsLst>
                <a:gs pos="0">
                  <a:srgbClr val="1375FC">
                    <a:alpha val="30000"/>
                  </a:srgbClr>
                </a:gs>
                <a:gs pos="100000">
                  <a:srgbClr val="1375FC">
                    <a:alpha val="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0" y="0"/>
              <a:ext cx="6590599" cy="6858000"/>
            </a:xfrm>
            <a:custGeom>
              <a:avLst/>
              <a:gdLst/>
              <a:ahLst/>
              <a:cxnLst/>
              <a:rect r="r" b="b" t="t" l="l"/>
              <a:pathLst>
                <a:path w="6590599" h="6858000" stroke="true" fill="norm" extrusionOk="true">
                  <a:moveTo>
                    <a:pt x="0" y="0"/>
                  </a:moveTo>
                  <a:lnTo>
                    <a:pt x="5811337" y="0"/>
                  </a:lnTo>
                  <a:lnTo>
                    <a:pt x="5823173" y="35223"/>
                  </a:lnTo>
                  <a:cubicBezTo>
                    <a:pt x="5863073" y="141116"/>
                    <a:pt x="5908283" y="249496"/>
                    <a:pt x="5959258" y="360324"/>
                  </a:cubicBezTo>
                  <a:cubicBezTo>
                    <a:pt x="6385182" y="1480365"/>
                    <a:pt x="7741870" y="4099507"/>
                    <a:pt x="4373883" y="5077137"/>
                  </a:cubicBezTo>
                  <a:cubicBezTo>
                    <a:pt x="3621197" y="5297609"/>
                    <a:pt x="2207593" y="5470083"/>
                    <a:pt x="1168750" y="6762102"/>
                  </a:cubicBezTo>
                  <a:lnTo>
                    <a:pt x="109498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0" l="-28042" b="0" r="-28042"/>
              </a:stretch>
            </a:blipFill>
            <a:ln cap="flat" cmpd="sng">
              <a:prstDash val="solid"/>
            </a:ln>
          </p:spPr>
          <p:txBody>
            <a:bodyPr vert="horz" rot="0" anchor="t" wrap="square" tIns="45720" lIns="91440" bIns="45720" rIns="91440">
              <a:prstTxWarp prst="textNoShape">
                <a:avLst/>
              </a:prstTxWarp>
              <a:no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1" y="1"/>
              <a:ext cx="1993941" cy="992855"/>
            </a:xfrm>
            <a:custGeom>
              <a:avLst/>
              <a:gdLst/>
              <a:ahLst/>
              <a:cxnLst/>
              <a:rect r="r" b="b" t="t" l="l"/>
              <a:pathLst>
                <a:path w="1993941" h="992855" stroke="true" fill="norm" extrusionOk="true">
                  <a:moveTo>
                    <a:pt x="0" y="0"/>
                  </a:moveTo>
                  <a:lnTo>
                    <a:pt x="1886349" y="0"/>
                  </a:lnTo>
                  <a:lnTo>
                    <a:pt x="1931050" y="96745"/>
                  </a:lnTo>
                  <a:cubicBezTo>
                    <a:pt x="1971596" y="171846"/>
                    <a:pt x="1993174" y="255714"/>
                    <a:pt x="1993901" y="341057"/>
                  </a:cubicBezTo>
                  <a:cubicBezTo>
                    <a:pt x="1996913" y="676219"/>
                    <a:pt x="1833172" y="1300941"/>
                    <a:pt x="631398" y="813616"/>
                  </a:cubicBezTo>
                  <a:cubicBezTo>
                    <a:pt x="460490" y="750791"/>
                    <a:pt x="217013" y="606779"/>
                    <a:pt x="6250" y="644362"/>
                  </a:cubicBezTo>
                  <a:lnTo>
                    <a:pt x="0" y="645926"/>
                  </a:lnTo>
                  <a:close/>
                </a:path>
              </a:pathLst>
            </a:custGeom>
            <a:gradFill>
              <a:gsLst>
                <a:gs pos="0">
                  <a:srgbClr val="1375FC">
                    <a:alpha val="50000"/>
                  </a:srgbClr>
                </a:gs>
                <a:gs pos="100000">
                  <a:srgbClr val="1375FC">
                    <a:alpha val="0"/>
                  </a:srgbClr>
                </a:gs>
              </a:gsLst>
              <a:lin ang="72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9437786" y="5538693"/>
              <a:ext cx="2754213" cy="1319308"/>
            </a:xfrm>
            <a:custGeom>
              <a:avLst/>
              <a:gdLst/>
              <a:ahLst/>
              <a:cxnLst/>
              <a:rect r="r" b="b" t="t" l="l"/>
              <a:pathLst>
                <a:path w="6686587" h="3202972" stroke="true" fill="norm" extrusionOk="true">
                  <a:moveTo>
                    <a:pt x="6555775" y="1284"/>
                  </a:moveTo>
                  <a:cubicBezTo>
                    <a:pt x="6595545" y="-612"/>
                    <a:pt x="6635123" y="-355"/>
                    <a:pt x="6674187" y="1703"/>
                  </a:cubicBezTo>
                  <a:lnTo>
                    <a:pt x="6686587" y="7390"/>
                  </a:lnTo>
                  <a:lnTo>
                    <a:pt x="6686587" y="3202972"/>
                  </a:lnTo>
                  <a:lnTo>
                    <a:pt x="0" y="3202972"/>
                  </a:lnTo>
                  <a:lnTo>
                    <a:pt x="7102" y="3193973"/>
                  </a:lnTo>
                  <a:cubicBezTo>
                    <a:pt x="164480" y="2999736"/>
                    <a:pt x="859956" y="2223554"/>
                    <a:pt x="1915381" y="2235813"/>
                  </a:cubicBezTo>
                  <a:cubicBezTo>
                    <a:pt x="3121580" y="2249824"/>
                    <a:pt x="4042588" y="2386570"/>
                    <a:pt x="4667614" y="2074057"/>
                  </a:cubicBezTo>
                  <a:cubicBezTo>
                    <a:pt x="5292641" y="1761543"/>
                    <a:pt x="5588692" y="873392"/>
                    <a:pt x="5802498" y="478704"/>
                  </a:cubicBezTo>
                  <a:cubicBezTo>
                    <a:pt x="5989579" y="133353"/>
                    <a:pt x="6277387" y="14558"/>
                    <a:pt x="6555775" y="1284"/>
                  </a:cubicBezTo>
                  <a:close/>
                </a:path>
              </a:pathLst>
            </a:custGeom>
            <a:gradFill>
              <a:gsLst>
                <a:gs pos="0">
                  <a:srgbClr val="1375FC"/>
                </a:gs>
                <a:gs pos="100000">
                  <a:srgbClr val="1375FC">
                    <a:alpha val="0"/>
                  </a:srgbClr>
                </a:gs>
              </a:gsLst>
              <a:lin ang="72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</p:grpSp>
      <p:sp>
        <p:nvSpPr>
          <p:cNvPr name="AutoShape 8" id="8"/>
          <p:cNvSpPr/>
          <p:nvPr>
            <p:ph type="ctrTitle"/>
          </p:nvPr>
        </p:nvSpPr>
        <p:spPr>
          <a:xfrm>
            <a:off x="6590599" y="1180052"/>
            <a:ext cx="4922712" cy="2337848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9" id="9"/>
          <p:cNvSpPr/>
          <p:nvPr>
            <p:ph type="subTitle" sz="quarter" idx="1"/>
          </p:nvPr>
        </p:nvSpPr>
        <p:spPr>
          <a:xfrm>
            <a:off x="6590598" y="3615710"/>
            <a:ext cx="4922712" cy="608391"/>
          </a:xfrm>
          <a:prstGeom prst="roundRect">
            <a:avLst>
              <a:gd name="adj" fmla="val 0"/>
            </a:avLst>
          </a:prstGeom>
          <a:noFill/>
        </p:spPr>
        <p:txBody>
          <a:bodyPr vert="horz" anchor="t" wrap="square" tIns="45720" lIns="91440" bIns="45720" rIns="91440">
            <a:normAutofit/>
          </a:bodyPr>
          <a:p>
            <a:pPr algn="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2F2F2F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Agenda"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1" y="1130300"/>
            <a:ext cx="11518889" cy="4752120"/>
            <a:chOff x="1" y="1130300"/>
            <a:chExt cx="11518889" cy="4752120"/>
          </a:xfrm>
        </p:grpSpPr>
      </p:grpSp>
      <p:sp>
        <p:nvSpPr>
          <p:cNvPr name="AutoShape 3" id="3"/>
          <p:cNvSpPr/>
          <p:nvPr>
            <p:ph type="title"/>
          </p:nvPr>
        </p:nvSpPr>
        <p:spPr>
          <a:xfrm>
            <a:off x="660399" y="1719192"/>
            <a:ext cx="3657600" cy="777873"/>
          </a:xfrm>
          <a:prstGeom prst="roundRect">
            <a:avLst>
              <a:gd name="adj" fmla="val 0"/>
            </a:avLst>
          </a:prstGeom>
          <a:noFill/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4" id="4"/>
          <p:cNvSpPr/>
          <p:nvPr>
            <p:ph type="obj" sz="quarter" idx="1"/>
          </p:nvPr>
        </p:nvSpPr>
        <p:spPr>
          <a:xfrm>
            <a:off x="660399" y="3429000"/>
            <a:ext cx="10858490" cy="2705100"/>
          </a:xfrm>
        </p:spPr>
        <p:txBody>
          <a:bodyPr vert="horz" anchor="t" tIns="45720" lIns="91440" bIns="45720" rIns="91440">
            <a:normAutofit/>
          </a:bodyPr>
          <a:p>
            <a:pPr algn="l" indent="-342900" marL="34290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342900" lvl="1" marL="8001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Section Header"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>
            <a:off x="0" y="0"/>
            <a:ext cx="12192000" cy="6858001"/>
            <a:chOff x="0" y="0"/>
            <a:chExt cx="12192000" cy="6858001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6267812" cy="6855546"/>
            </a:xfrm>
            <a:custGeom>
              <a:avLst/>
              <a:gdLst/>
              <a:ahLst/>
              <a:cxnLst/>
              <a:rect r="r" b="b" t="t" l="l"/>
              <a:pathLst>
                <a:path w="6267812" h="6855546" stroke="true" fill="norm" extrusionOk="true">
                  <a:moveTo>
                    <a:pt x="5354621" y="0"/>
                  </a:moveTo>
                  <a:lnTo>
                    <a:pt x="5970117" y="0"/>
                  </a:lnTo>
                  <a:lnTo>
                    <a:pt x="5938219" y="38934"/>
                  </a:lnTo>
                  <a:cubicBezTo>
                    <a:pt x="5706894" y="339473"/>
                    <a:pt x="5318863" y="1087770"/>
                    <a:pt x="5915822" y="2265517"/>
                  </a:cubicBezTo>
                  <a:cubicBezTo>
                    <a:pt x="6213004" y="3008441"/>
                    <a:pt x="7125708" y="4695868"/>
                    <a:pt x="3952503" y="5481236"/>
                  </a:cubicBezTo>
                  <a:cubicBezTo>
                    <a:pt x="3652675" y="5576704"/>
                    <a:pt x="2763567" y="5956132"/>
                    <a:pt x="2485573" y="6855546"/>
                  </a:cubicBezTo>
                  <a:lnTo>
                    <a:pt x="0" y="6855546"/>
                  </a:lnTo>
                  <a:lnTo>
                    <a:pt x="0" y="5689079"/>
                  </a:lnTo>
                  <a:lnTo>
                    <a:pt x="2572" y="5675889"/>
                  </a:lnTo>
                  <a:cubicBezTo>
                    <a:pt x="213324" y="4652680"/>
                    <a:pt x="619424" y="3267214"/>
                    <a:pt x="1324098" y="2817438"/>
                  </a:cubicBezTo>
                  <a:cubicBezTo>
                    <a:pt x="2487945" y="2074583"/>
                    <a:pt x="3682441" y="1836660"/>
                    <a:pt x="4247313" y="1011084"/>
                  </a:cubicBezTo>
                  <a:cubicBezTo>
                    <a:pt x="4565054" y="546698"/>
                    <a:pt x="4918942" y="219270"/>
                    <a:pt x="5271667" y="38661"/>
                  </a:cubicBezTo>
                  <a:close/>
                </a:path>
              </a:pathLst>
            </a:custGeom>
            <a:gradFill>
              <a:gsLst>
                <a:gs pos="0">
                  <a:srgbClr val="1375FC"/>
                </a:gs>
                <a:gs pos="100000">
                  <a:srgbClr val="1375FC">
                    <a:alpha val="15000"/>
                  </a:srgbClr>
                </a:gs>
              </a:gsLst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grpSp>
          <p:nvGrpSpPr>
            <p:cNvPr name="Group 4" id="4"/>
            <p:cNvGrpSpPr/>
            <p:nvPr/>
          </p:nvGrpSpPr>
          <p:grpSpPr>
            <a:xfrm>
              <a:off x="0" y="1"/>
              <a:ext cx="12192000" cy="6858000"/>
              <a:chOff x="0" y="1"/>
              <a:chExt cx="12192000" cy="6858000"/>
            </a:xfrm>
          </p:grpSpPr>
          <p:sp>
            <p:nvSpPr>
              <p:cNvPr name="Freeform 5" id="5"/>
              <p:cNvSpPr/>
              <p:nvPr/>
            </p:nvSpPr>
            <p:spPr>
              <a:xfrm>
                <a:off x="5528855" y="3037214"/>
                <a:ext cx="6663145" cy="3820787"/>
              </a:xfrm>
              <a:custGeom>
                <a:avLst/>
                <a:gdLst/>
                <a:ahLst/>
                <a:cxnLst/>
                <a:rect r="r" b="b" t="t" l="l"/>
                <a:pathLst>
                  <a:path w="6663145" h="3820787" stroke="true" fill="norm" extrusionOk="true">
                    <a:moveTo>
                      <a:pt x="6663145" y="0"/>
                    </a:moveTo>
                    <a:lnTo>
                      <a:pt x="6663145" y="3820787"/>
                    </a:lnTo>
                    <a:lnTo>
                      <a:pt x="0" y="3820787"/>
                    </a:lnTo>
                    <a:lnTo>
                      <a:pt x="35400" y="3764452"/>
                    </a:lnTo>
                    <a:cubicBezTo>
                      <a:pt x="382162" y="3261447"/>
                      <a:pt x="1011034" y="2791897"/>
                      <a:pt x="2074224" y="3273326"/>
                    </a:cubicBezTo>
                    <a:cubicBezTo>
                      <a:pt x="3168819" y="3452538"/>
                      <a:pt x="3885497" y="3133958"/>
                      <a:pt x="4820887" y="1501896"/>
                    </a:cubicBezTo>
                    <a:cubicBezTo>
                      <a:pt x="5288584" y="685865"/>
                      <a:pt x="5990171" y="153445"/>
                      <a:pt x="6654457" y="16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1375FC">
                      <a:alpha val="30000"/>
                    </a:srgbClr>
                  </a:gs>
                  <a:gs pos="100000">
                    <a:srgbClr val="1375FC">
                      <a:alpha val="0"/>
                    </a:srgbClr>
                  </a:gs>
                </a:gsLst>
                <a:lin ang="7200000"/>
              </a:gradFill>
              <a:ln cap="flat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>
                <a:off x="0" y="1"/>
                <a:ext cx="6116944" cy="6856823"/>
              </a:xfrm>
              <a:custGeom>
                <a:avLst/>
                <a:gdLst/>
                <a:ahLst/>
                <a:cxnLst/>
                <a:rect r="r" b="b" t="t" l="l"/>
                <a:pathLst>
                  <a:path w="6116944" h="6856823" stroke="true" fill="norm" extrusionOk="true">
                    <a:moveTo>
                      <a:pt x="2761721" y="0"/>
                    </a:moveTo>
                    <a:lnTo>
                      <a:pt x="5411319" y="0"/>
                    </a:lnTo>
                    <a:lnTo>
                      <a:pt x="5393681" y="81697"/>
                    </a:lnTo>
                    <a:cubicBezTo>
                      <a:pt x="5322855" y="488844"/>
                      <a:pt x="5351419" y="1026609"/>
                      <a:pt x="5651842" y="1679775"/>
                    </a:cubicBezTo>
                    <a:cubicBezTo>
                      <a:pt x="5965616" y="2504898"/>
                      <a:pt x="6965074" y="4434393"/>
                      <a:pt x="4483913" y="5154603"/>
                    </a:cubicBezTo>
                    <a:cubicBezTo>
                      <a:pt x="3850203" y="5340225"/>
                      <a:pt x="2580554" y="5479663"/>
                      <a:pt x="1813864" y="6856823"/>
                    </a:cubicBezTo>
                    <a:lnTo>
                      <a:pt x="0" y="6856823"/>
                    </a:lnTo>
                    <a:lnTo>
                      <a:pt x="0" y="854068"/>
                    </a:lnTo>
                    <a:lnTo>
                      <a:pt x="51253" y="858998"/>
                    </a:lnTo>
                    <a:cubicBezTo>
                      <a:pt x="233821" y="884473"/>
                      <a:pt x="437431" y="936767"/>
                      <a:pt x="663310" y="1025423"/>
                    </a:cubicBezTo>
                    <a:cubicBezTo>
                      <a:pt x="1110848" y="1143960"/>
                      <a:pt x="2122797" y="1712076"/>
                      <a:pt x="2724144" y="107146"/>
                    </a:cubicBezTo>
                    <a:close/>
                  </a:path>
                </a:pathLst>
              </a:custGeom>
              <a:blipFill>
                <a:blip r:embed="rId2"/>
                <a:srcRect/>
                <a:stretch>
                  <a:fillRect t="0" l="-34071" b="0" r="-34071"/>
                </a:stretch>
              </a:blipFill>
              <a:ln cap="flat">
                <a:prstDash val="solid"/>
              </a:ln>
            </p:spPr>
            <p:txBody>
              <a:bodyPr vert="horz" rot="0" anchor="ctr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ctr" marL="0"/>
              </a:p>
            </p:txBody>
          </p:sp>
          <p:sp>
            <p:nvSpPr>
              <p:cNvPr name="Freeform 7" id="7"/>
              <p:cNvSpPr/>
              <p:nvPr/>
            </p:nvSpPr>
            <p:spPr>
              <a:xfrm>
                <a:off x="1" y="1"/>
                <a:ext cx="1993941" cy="992855"/>
              </a:xfrm>
              <a:custGeom>
                <a:avLst/>
                <a:gdLst/>
                <a:ahLst/>
                <a:cxnLst/>
                <a:rect r="r" b="b" t="t" l="l"/>
                <a:pathLst>
                  <a:path w="1993941" h="992855" stroke="true" fill="norm" extrusionOk="true">
                    <a:moveTo>
                      <a:pt x="0" y="0"/>
                    </a:moveTo>
                    <a:lnTo>
                      <a:pt x="1886349" y="0"/>
                    </a:lnTo>
                    <a:lnTo>
                      <a:pt x="1931050" y="96745"/>
                    </a:lnTo>
                    <a:cubicBezTo>
                      <a:pt x="1971596" y="171846"/>
                      <a:pt x="1993174" y="255714"/>
                      <a:pt x="1993901" y="341057"/>
                    </a:cubicBezTo>
                    <a:cubicBezTo>
                      <a:pt x="1996913" y="676219"/>
                      <a:pt x="1833172" y="1300941"/>
                      <a:pt x="631398" y="813616"/>
                    </a:cubicBezTo>
                    <a:cubicBezTo>
                      <a:pt x="460490" y="750791"/>
                      <a:pt x="217013" y="606779"/>
                      <a:pt x="6250" y="644362"/>
                    </a:cubicBezTo>
                    <a:lnTo>
                      <a:pt x="0" y="645926"/>
                    </a:lnTo>
                    <a:close/>
                  </a:path>
                </a:pathLst>
              </a:custGeom>
              <a:gradFill>
                <a:gsLst>
                  <a:gs pos="0">
                    <a:srgbClr val="1375FC"/>
                  </a:gs>
                  <a:gs pos="100000">
                    <a:srgbClr val="1375FC">
                      <a:alpha val="0"/>
                    </a:srgbClr>
                  </a:gs>
                </a:gsLst>
                <a:lin ang="7200000"/>
              </a:gradFill>
              <a:ln cap="flat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l" marL="0"/>
              </a:p>
            </p:txBody>
          </p:sp>
          <p:sp>
            <p:nvSpPr>
              <p:cNvPr name="Freeform 8" id="8"/>
              <p:cNvSpPr/>
              <p:nvPr/>
            </p:nvSpPr>
            <p:spPr>
              <a:xfrm>
                <a:off x="9437786" y="5538693"/>
                <a:ext cx="2754213" cy="1319308"/>
              </a:xfrm>
              <a:custGeom>
                <a:avLst/>
                <a:gdLst/>
                <a:ahLst/>
                <a:cxnLst/>
                <a:rect r="r" b="b" t="t" l="l"/>
                <a:pathLst>
                  <a:path w="6686587" h="3202972" stroke="true" fill="norm" extrusionOk="true">
                    <a:moveTo>
                      <a:pt x="6555775" y="1284"/>
                    </a:moveTo>
                    <a:cubicBezTo>
                      <a:pt x="6595545" y="-612"/>
                      <a:pt x="6635123" y="-355"/>
                      <a:pt x="6674187" y="1703"/>
                    </a:cubicBezTo>
                    <a:lnTo>
                      <a:pt x="6686587" y="7390"/>
                    </a:lnTo>
                    <a:lnTo>
                      <a:pt x="6686587" y="3202972"/>
                    </a:lnTo>
                    <a:lnTo>
                      <a:pt x="0" y="3202972"/>
                    </a:lnTo>
                    <a:lnTo>
                      <a:pt x="7102" y="3193973"/>
                    </a:lnTo>
                    <a:cubicBezTo>
                      <a:pt x="164480" y="2999736"/>
                      <a:pt x="859956" y="2223554"/>
                      <a:pt x="1915381" y="2235813"/>
                    </a:cubicBezTo>
                    <a:cubicBezTo>
                      <a:pt x="3121580" y="2249824"/>
                      <a:pt x="4042588" y="2386570"/>
                      <a:pt x="4667614" y="2074057"/>
                    </a:cubicBezTo>
                    <a:cubicBezTo>
                      <a:pt x="5292641" y="1761543"/>
                      <a:pt x="5588692" y="873392"/>
                      <a:pt x="5802498" y="478704"/>
                    </a:cubicBezTo>
                    <a:cubicBezTo>
                      <a:pt x="5989579" y="133353"/>
                      <a:pt x="6277387" y="14558"/>
                      <a:pt x="6555775" y="12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1375FC"/>
                  </a:gs>
                  <a:gs pos="100000">
                    <a:srgbClr val="1375FC">
                      <a:alpha val="0"/>
                    </a:srgbClr>
                  </a:gs>
                </a:gsLst>
                <a:lin ang="7200000"/>
              </a:gradFill>
              <a:ln cap="flat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l" marL="0"/>
              </a:p>
            </p:txBody>
          </p:sp>
        </p:grpSp>
      </p:grpSp>
      <p:sp>
        <p:nvSpPr>
          <p:cNvPr name="AutoShape 9" id="9"/>
          <p:cNvSpPr/>
          <p:nvPr>
            <p:ph type="title"/>
          </p:nvPr>
        </p:nvSpPr>
        <p:spPr>
          <a:xfrm>
            <a:off x="660401" y="2278021"/>
            <a:ext cx="4923788" cy="1933799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46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10" id="10"/>
          <p:cNvSpPr/>
          <p:nvPr>
            <p:ph type="body" sz="quarter" idx="1"/>
          </p:nvPr>
        </p:nvSpPr>
        <p:spPr>
          <a:xfrm>
            <a:off x="660401" y="4223673"/>
            <a:ext cx="4923788" cy="620452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Closing">
    <p:bg>
      <p:bgPr>
        <a:gradFill>
          <a:gsLst>
            <a:gs pos="52000">
              <a:srgbClr val="1375FC">
                <a:alpha val="90000"/>
                <a:lumMod val="20000"/>
                <a:lumOff val="80000"/>
              </a:srgbClr>
            </a:gs>
            <a:gs pos="100000">
              <a:srgbClr val="1375FC">
                <a:lumMod val="60000"/>
                <a:lumOff val="4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name="Freeform 3" id="3"/>
            <p:cNvSpPr/>
            <p:nvPr/>
          </p:nvSpPr>
          <p:spPr>
            <a:xfrm>
              <a:off x="1" y="0"/>
              <a:ext cx="6633239" cy="6858000"/>
            </a:xfrm>
            <a:custGeom>
              <a:avLst/>
              <a:gdLst/>
              <a:ahLst/>
              <a:cxnLst/>
              <a:rect r="r" b="b" t="t" l="l"/>
              <a:pathLst>
                <a:path w="6633239" h="6858000" stroke="true" fill="norm" extrusionOk="true">
                  <a:moveTo>
                    <a:pt x="596110" y="0"/>
                  </a:moveTo>
                  <a:lnTo>
                    <a:pt x="5377854" y="0"/>
                  </a:lnTo>
                  <a:lnTo>
                    <a:pt x="5450651" y="107555"/>
                  </a:lnTo>
                  <a:cubicBezTo>
                    <a:pt x="6388305" y="1495084"/>
                    <a:pt x="7987340" y="3998818"/>
                    <a:pt x="4433318" y="5657486"/>
                  </a:cubicBezTo>
                  <a:cubicBezTo>
                    <a:pt x="3885871" y="5914614"/>
                    <a:pt x="3013775" y="6200205"/>
                    <a:pt x="2203403" y="6804713"/>
                  </a:cubicBezTo>
                  <a:lnTo>
                    <a:pt x="2136275" y="6858000"/>
                  </a:lnTo>
                  <a:lnTo>
                    <a:pt x="0" y="6858000"/>
                  </a:lnTo>
                  <a:lnTo>
                    <a:pt x="0" y="94762"/>
                  </a:lnTo>
                  <a:close/>
                </a:path>
              </a:pathLst>
            </a:custGeom>
            <a:gradFill>
              <a:gsLst>
                <a:gs pos="0">
                  <a:srgbClr val="1375FC"/>
                </a:gs>
                <a:gs pos="100000">
                  <a:srgbClr val="1375FC">
                    <a:alpha val="15000"/>
                  </a:srgbClr>
                </a:gs>
              </a:gsLst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5528855" y="3037214"/>
              <a:ext cx="6663145" cy="3820787"/>
            </a:xfrm>
            <a:custGeom>
              <a:avLst/>
              <a:gdLst/>
              <a:ahLst/>
              <a:cxnLst/>
              <a:rect r="r" b="b" t="t" l="l"/>
              <a:pathLst>
                <a:path w="6663145" h="3820787" stroke="true" fill="norm" extrusionOk="true">
                  <a:moveTo>
                    <a:pt x="6663145" y="0"/>
                  </a:moveTo>
                  <a:lnTo>
                    <a:pt x="6663145" y="3820787"/>
                  </a:lnTo>
                  <a:lnTo>
                    <a:pt x="0" y="3820787"/>
                  </a:lnTo>
                  <a:lnTo>
                    <a:pt x="35400" y="3764452"/>
                  </a:lnTo>
                  <a:cubicBezTo>
                    <a:pt x="382162" y="3261447"/>
                    <a:pt x="1011034" y="2791897"/>
                    <a:pt x="2074224" y="3273326"/>
                  </a:cubicBezTo>
                  <a:cubicBezTo>
                    <a:pt x="3168819" y="3452538"/>
                    <a:pt x="3885497" y="3133958"/>
                    <a:pt x="4820887" y="1501896"/>
                  </a:cubicBezTo>
                  <a:cubicBezTo>
                    <a:pt x="5288584" y="685865"/>
                    <a:pt x="5990171" y="153445"/>
                    <a:pt x="6654457" y="1679"/>
                  </a:cubicBezTo>
                  <a:close/>
                </a:path>
              </a:pathLst>
            </a:custGeom>
            <a:gradFill>
              <a:gsLst>
                <a:gs pos="0">
                  <a:srgbClr val="1375FC">
                    <a:alpha val="30000"/>
                  </a:srgbClr>
                </a:gs>
                <a:gs pos="100000">
                  <a:srgbClr val="1375FC">
                    <a:alpha val="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0" y="0"/>
              <a:ext cx="6590599" cy="6858000"/>
            </a:xfrm>
            <a:custGeom>
              <a:avLst/>
              <a:gdLst/>
              <a:ahLst/>
              <a:cxnLst/>
              <a:rect r="r" b="b" t="t" l="l"/>
              <a:pathLst>
                <a:path w="6590599" h="6858000" stroke="true" fill="norm" extrusionOk="true">
                  <a:moveTo>
                    <a:pt x="0" y="0"/>
                  </a:moveTo>
                  <a:lnTo>
                    <a:pt x="5811337" y="0"/>
                  </a:lnTo>
                  <a:lnTo>
                    <a:pt x="5823173" y="35223"/>
                  </a:lnTo>
                  <a:cubicBezTo>
                    <a:pt x="5863073" y="141116"/>
                    <a:pt x="5908283" y="249496"/>
                    <a:pt x="5959258" y="360324"/>
                  </a:cubicBezTo>
                  <a:cubicBezTo>
                    <a:pt x="6385182" y="1480365"/>
                    <a:pt x="7741870" y="4099507"/>
                    <a:pt x="4373883" y="5077137"/>
                  </a:cubicBezTo>
                  <a:cubicBezTo>
                    <a:pt x="3621197" y="5297609"/>
                    <a:pt x="2207593" y="5470083"/>
                    <a:pt x="1168750" y="6762102"/>
                  </a:cubicBezTo>
                  <a:lnTo>
                    <a:pt x="109498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0" l="-28042" b="0" r="-28042"/>
              </a:stretch>
            </a:blipFill>
            <a:ln cap="flat" cmpd="sng">
              <a:prstDash val="solid"/>
            </a:ln>
          </p:spPr>
          <p:txBody>
            <a:bodyPr vert="horz" rot="0" anchor="t" wrap="square" tIns="45720" lIns="91440" bIns="45720" rIns="91440">
              <a:prstTxWarp prst="textNoShape">
                <a:avLst/>
              </a:prstTxWarp>
              <a:no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1" y="1"/>
              <a:ext cx="1993941" cy="992855"/>
            </a:xfrm>
            <a:custGeom>
              <a:avLst/>
              <a:gdLst/>
              <a:ahLst/>
              <a:cxnLst/>
              <a:rect r="r" b="b" t="t" l="l"/>
              <a:pathLst>
                <a:path w="1993941" h="992855" stroke="true" fill="norm" extrusionOk="true">
                  <a:moveTo>
                    <a:pt x="0" y="0"/>
                  </a:moveTo>
                  <a:lnTo>
                    <a:pt x="1886349" y="0"/>
                  </a:lnTo>
                  <a:lnTo>
                    <a:pt x="1931050" y="96745"/>
                  </a:lnTo>
                  <a:cubicBezTo>
                    <a:pt x="1971596" y="171846"/>
                    <a:pt x="1993174" y="255714"/>
                    <a:pt x="1993901" y="341057"/>
                  </a:cubicBezTo>
                  <a:cubicBezTo>
                    <a:pt x="1996913" y="676219"/>
                    <a:pt x="1833172" y="1300941"/>
                    <a:pt x="631398" y="813616"/>
                  </a:cubicBezTo>
                  <a:cubicBezTo>
                    <a:pt x="460490" y="750791"/>
                    <a:pt x="217013" y="606779"/>
                    <a:pt x="6250" y="644362"/>
                  </a:cubicBezTo>
                  <a:lnTo>
                    <a:pt x="0" y="645926"/>
                  </a:lnTo>
                  <a:close/>
                </a:path>
              </a:pathLst>
            </a:custGeom>
            <a:gradFill>
              <a:gsLst>
                <a:gs pos="0">
                  <a:srgbClr val="1375FC">
                    <a:alpha val="50000"/>
                  </a:srgbClr>
                </a:gs>
                <a:gs pos="100000">
                  <a:srgbClr val="1375FC">
                    <a:alpha val="0"/>
                  </a:srgbClr>
                </a:gs>
              </a:gsLst>
              <a:lin ang="72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9437786" y="5538693"/>
              <a:ext cx="2754213" cy="1319308"/>
            </a:xfrm>
            <a:custGeom>
              <a:avLst/>
              <a:gdLst/>
              <a:ahLst/>
              <a:cxnLst/>
              <a:rect r="r" b="b" t="t" l="l"/>
              <a:pathLst>
                <a:path w="6686587" h="3202972" stroke="true" fill="norm" extrusionOk="true">
                  <a:moveTo>
                    <a:pt x="6555775" y="1284"/>
                  </a:moveTo>
                  <a:cubicBezTo>
                    <a:pt x="6595545" y="-612"/>
                    <a:pt x="6635123" y="-355"/>
                    <a:pt x="6674187" y="1703"/>
                  </a:cubicBezTo>
                  <a:lnTo>
                    <a:pt x="6686587" y="7390"/>
                  </a:lnTo>
                  <a:lnTo>
                    <a:pt x="6686587" y="3202972"/>
                  </a:lnTo>
                  <a:lnTo>
                    <a:pt x="0" y="3202972"/>
                  </a:lnTo>
                  <a:lnTo>
                    <a:pt x="7102" y="3193973"/>
                  </a:lnTo>
                  <a:cubicBezTo>
                    <a:pt x="164480" y="2999736"/>
                    <a:pt x="859956" y="2223554"/>
                    <a:pt x="1915381" y="2235813"/>
                  </a:cubicBezTo>
                  <a:cubicBezTo>
                    <a:pt x="3121580" y="2249824"/>
                    <a:pt x="4042588" y="2386570"/>
                    <a:pt x="4667614" y="2074057"/>
                  </a:cubicBezTo>
                  <a:cubicBezTo>
                    <a:pt x="5292641" y="1761543"/>
                    <a:pt x="5588692" y="873392"/>
                    <a:pt x="5802498" y="478704"/>
                  </a:cubicBezTo>
                  <a:cubicBezTo>
                    <a:pt x="5989579" y="133353"/>
                    <a:pt x="6277387" y="14558"/>
                    <a:pt x="6555775" y="1284"/>
                  </a:cubicBezTo>
                  <a:close/>
                </a:path>
              </a:pathLst>
            </a:custGeom>
            <a:gradFill>
              <a:gsLst>
                <a:gs pos="0">
                  <a:srgbClr val="1375FC"/>
                </a:gs>
                <a:gs pos="100000">
                  <a:srgbClr val="1375FC">
                    <a:alpha val="0"/>
                  </a:srgbClr>
                </a:gs>
              </a:gsLst>
              <a:lin ang="7200000"/>
            </a:gra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</p:grpSp>
      <p:sp>
        <p:nvSpPr>
          <p:cNvPr name="AutoShape 8" id="8"/>
          <p:cNvSpPr/>
          <p:nvPr>
            <p:ph type="title"/>
          </p:nvPr>
        </p:nvSpPr>
        <p:spPr>
          <a:xfrm>
            <a:off x="6590599" y="1180052"/>
            <a:ext cx="4922712" cy="2337848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grpSp>
          <p:nvGrpSpPr>
            <p:cNvPr name="Group 3" id="3"/>
            <p:cNvGrpSpPr/>
            <p:nvPr/>
          </p:nvGrpSpPr>
          <p:grpSpPr>
            <a:xfrm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name="Freeform 4" id="4"/>
              <p:cNvSpPr/>
              <p:nvPr/>
            </p:nvSpPr>
            <p:spPr>
              <a:xfrm>
                <a:off x="0" y="531050"/>
                <a:ext cx="3509740" cy="4140065"/>
              </a:xfrm>
              <a:custGeom>
                <a:avLst/>
                <a:gdLst/>
                <a:ahLst/>
                <a:cxnLst/>
                <a:rect r="r" b="b" t="t" l="l"/>
                <a:pathLst>
                  <a:path w="5172248" h="6101148" stroke="true" fill="norm" extrusionOk="true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>
                <a:off x="0" y="1"/>
                <a:ext cx="2131542" cy="2105841"/>
              </a:xfrm>
              <a:custGeom>
                <a:avLst/>
                <a:gdLst/>
                <a:ahLst/>
                <a:cxnLst/>
                <a:rect r="r" b="b" t="t" l="l"/>
                <a:pathLst>
                  <a:path w="1947314" h="1923835" stroke="true" fill="norm" extrusionOk="true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1375FC">
                      <a:lumMod val="40000"/>
                      <a:lumOff val="60000"/>
                    </a:srgbClr>
                  </a:gs>
                  <a:gs pos="100000">
                    <a:srgbClr val="1375FC"/>
                  </a:gs>
                </a:gsLst>
                <a:lin ang="10800000"/>
              </a:gradFill>
            </p:spPr>
            <p:txBody>
              <a:bodyPr vert="horz" anchor="ctr" wrap="square" anchorCtr="true" tIns="45720" lIns="91440" bIns="45720" rIns="91440">
                <a:noAutofit/>
              </a:bodyPr>
              <a:p>
                <a:pPr algn="ctr" marL="0"/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name="Freeform 7" id="7"/>
              <p:cNvSpPr/>
              <p:nvPr/>
            </p:nvSpPr>
            <p:spPr>
              <a:xfrm>
                <a:off x="10858500" y="6266282"/>
                <a:ext cx="1333500" cy="591717"/>
              </a:xfrm>
              <a:custGeom>
                <a:avLst/>
                <a:gdLst/>
                <a:ahLst/>
                <a:cxnLst/>
                <a:rect r="r" b="b" t="t" l="l"/>
                <a:pathLst>
                  <a:path w="2395738" h="1063066" stroke="true" fill="norm" extrusionOk="true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375FC">
                      <a:alpha val="49000"/>
                      <a:lumMod val="40000"/>
                      <a:lumOff val="60000"/>
                    </a:srgbClr>
                  </a:gs>
                  <a:gs pos="100000">
                    <a:srgbClr val="1375FC">
                      <a:alpha val="50000"/>
                    </a:srgbClr>
                  </a:gs>
                </a:gsLst>
                <a:lin ang="10800000"/>
              </a:gradFill>
            </p:spPr>
            <p:txBody>
              <a:bodyPr vert="horz" anchor="ctr" wrap="square" anchorCtr="tru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Freeform 8" id="8"/>
              <p:cNvSpPr/>
              <p:nvPr/>
            </p:nvSpPr>
            <p:spPr>
              <a:xfrm>
                <a:off x="12045916" y="5511800"/>
                <a:ext cx="146083" cy="275322"/>
              </a:xfrm>
              <a:custGeom>
                <a:avLst/>
                <a:gdLst/>
                <a:ahLst/>
                <a:cxnLst/>
                <a:rect r="r" b="b" t="t" l="l"/>
                <a:pathLst>
                  <a:path w="220278" h="415156" stroke="true" fill="norm" extrusionOk="true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</p:spPr>
            <p:txBody>
              <a:bodyPr vert="horz" anchor="ctr" wrap="square" anchorCtr="tru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AutoShape 9" id="9"/>
              <p:cNvSpPr/>
              <p:nvPr/>
            </p:nvSpPr>
            <p:spPr>
              <a:xfrm>
                <a:off x="11377784" y="5938201"/>
                <a:ext cx="534344" cy="534344"/>
              </a:xfrm>
              <a:prstGeom prst="ellipse">
                <a:avLst/>
              </a:prstGeom>
              <a:gradFill>
                <a:gsLst>
                  <a:gs pos="1000">
                    <a:srgbClr val="1375FC">
                      <a:alpha val="50000"/>
                      <a:lumMod val="40000"/>
                      <a:lumOff val="60000"/>
                    </a:srgbClr>
                  </a:gs>
                  <a:gs pos="91000">
                    <a:srgbClr val="1375FC"/>
                  </a:gs>
                </a:gsLst>
                <a:lin ang="13500000"/>
              </a:gradFill>
            </p:spPr>
            <p:txBody>
              <a:bodyPr vert="horz" anchor="ctr" wrap="square" anchorCtr="true" tIns="45720" lIns="91440" bIns="45720" rIns="91440">
                <a:noAutofit/>
              </a:bodyPr>
              <a:p>
                <a:pPr algn="ctr" marL="0"/>
              </a:p>
            </p:txBody>
          </p:sp>
        </p:grpSp>
      </p:grpSp>
      <p:sp>
        <p:nvSpPr>
          <p:cNvPr name="AutoShape 10" id="10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11" id="11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12" id="12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3" id="13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4" id="14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52000">
              <a:srgbClr val="1375FC">
                <a:alpha val="90000"/>
                <a:lumMod val="20000"/>
                <a:lumOff val="80000"/>
              </a:srgbClr>
            </a:gs>
            <a:gs pos="100000">
              <a:srgbClr val="1375FC">
                <a:lumMod val="60000"/>
                <a:lumOff val="4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6590599" y="2194461"/>
            <a:ext cx="4922712" cy="1323439"/>
          </a:xfrm>
        </p:spPr>
        <p:txBody>
          <a:bodyPr vert="horz" anchor="b" tIns="45720" lIns="91440" bIns="45720" rIns="91440">
            <a:sp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b="true" i="false" sz="4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AI智能生成PPT演示文稿</a:t>
            </a:r>
          </a:p>
        </p:txBody>
      </p:sp>
      <p:sp>
        <p:nvSpPr>
          <p:cNvPr name="AutoShape 3" id="3"/>
          <p:cNvSpPr/>
          <p:nvPr>
            <p:ph type="subTitle" sz="quarter" idx="1"/>
          </p:nvPr>
        </p:nvSpPr>
        <p:spPr>
          <a:xfrm>
            <a:off x="6590598" y="3615710"/>
            <a:ext cx="4922712" cy="608391"/>
          </a:xfrm>
        </p:spPr>
        <p:txBody>
          <a:bodyPr vert="horz" anchor="t" tIns="45720" lIns="91440" bIns="45720" rIns="91440">
            <a:normAutofit/>
          </a:bodyPr>
          <a:p>
            <a:pPr algn="r" indent="0" marL="0">
              <a:lnSpc>
                <a:spcPct val="100000"/>
              </a:lnSpc>
              <a:spcBef>
                <a:spcPts val="1000"/>
              </a:spcBef>
            </a:pPr>
            <a:r>
              <a:rPr lang="zh-CN" b="fals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14583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3" id="3"/>
          <p:cNvSpPr/>
          <p:nvPr/>
        </p:nvSpPr>
        <p:spPr>
          <a:xfrm>
            <a:off x="314583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343003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引言</a:t>
            </a:r>
          </a:p>
        </p:txBody>
      </p:sp>
      <p:sp>
        <p:nvSpPr>
          <p:cNvPr name="AutoShape 5" id="5"/>
          <p:cNvSpPr/>
          <p:nvPr>
            <p:ph type="title" idx="4294967295"/>
          </p:nvPr>
        </p:nvSpPr>
        <p:spPr>
          <a:xfrm>
            <a:off x="660400" y="128588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400" baseline="0" u="none">
                <a:solidFill>
                  <a:srgbClr val="2F2F2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6" id="6"/>
          <p:cNvSpPr/>
          <p:nvPr/>
        </p:nvSpPr>
        <p:spPr>
          <a:xfrm>
            <a:off x="2258713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7" id="7"/>
          <p:cNvSpPr/>
          <p:nvPr/>
        </p:nvSpPr>
        <p:spPr>
          <a:xfrm>
            <a:off x="2258713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8" id="8"/>
          <p:cNvSpPr/>
          <p:nvPr/>
        </p:nvSpPr>
        <p:spPr>
          <a:xfrm>
            <a:off x="2287133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技术架构</a:t>
            </a:r>
          </a:p>
        </p:txBody>
      </p:sp>
      <p:sp>
        <p:nvSpPr>
          <p:cNvPr name="AutoShape 9" id="9"/>
          <p:cNvSpPr/>
          <p:nvPr/>
        </p:nvSpPr>
        <p:spPr>
          <a:xfrm>
            <a:off x="4258448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258448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1" id="11"/>
          <p:cNvSpPr/>
          <p:nvPr/>
        </p:nvSpPr>
        <p:spPr>
          <a:xfrm>
            <a:off x="4286868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功能特点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118401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118401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4" id="14"/>
          <p:cNvSpPr/>
          <p:nvPr/>
        </p:nvSpPr>
        <p:spPr>
          <a:xfrm>
            <a:off x="6146821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应用案例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062531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062531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7" id="17"/>
          <p:cNvSpPr/>
          <p:nvPr/>
        </p:nvSpPr>
        <p:spPr>
          <a:xfrm>
            <a:off x="8090951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优势与挑战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0062266" y="1477685"/>
            <a:ext cx="1777567" cy="464331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anchorCtr="tru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062266" y="2110719"/>
            <a:ext cx="1772469" cy="2235155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20" id="20"/>
          <p:cNvSpPr/>
          <p:nvPr/>
        </p:nvSpPr>
        <p:spPr>
          <a:xfrm>
            <a:off x="10090686" y="2790255"/>
            <a:ext cx="1732934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未来展望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引言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AI生成PPT概述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2225268" y="2712545"/>
            <a:ext cx="979128" cy="979948"/>
            <a:chOff x="3287425" y="3613920"/>
            <a:chExt cx="648499" cy="649042"/>
          </a:xfrm>
        </p:grpSpPr>
        <p:sp>
          <p:nvSpPr>
            <p:cNvPr name="AutoShape 4" id="4"/>
            <p:cNvSpPr/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 cap="flat" cmpd="sng">
              <a:prstDash val="solid"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2825615" y="2195896"/>
            <a:ext cx="1142742" cy="1629867"/>
            <a:chOff x="3732213" y="2166938"/>
            <a:chExt cx="1679575" cy="2395538"/>
          </a:xfrm>
        </p:grpSpPr>
        <p:sp>
          <p:nvSpPr>
            <p:cNvPr name="Freeform 7" id="7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2647399" y="1687496"/>
            <a:ext cx="1497014" cy="708544"/>
            <a:chOff x="1576436" y="2533941"/>
            <a:chExt cx="1338219" cy="633386"/>
          </a:xfrm>
        </p:grpSpPr>
        <p:grpSp>
          <p:nvGrpSpPr>
            <p:cNvPr name="Group 11" id="11"/>
            <p:cNvGrpSpPr/>
            <p:nvPr/>
          </p:nvGrpSpPr>
          <p:grpSpPr>
            <a:xfrm>
              <a:off x="1576436" y="2533941"/>
              <a:ext cx="1338219" cy="546488"/>
              <a:chOff x="1576436" y="2571750"/>
              <a:chExt cx="1338219" cy="546488"/>
            </a:xfrm>
          </p:grpSpPr>
          <p:sp>
            <p:nvSpPr>
              <p:cNvPr name="Freeform 12" id="12"/>
              <p:cNvSpPr/>
              <p:nvPr/>
            </p:nvSpPr>
            <p:spPr>
              <a:xfrm>
                <a:off x="1576436" y="2571750"/>
                <a:ext cx="670075" cy="539730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3">
                  <a:alpha val="66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>
                <a:off x="2246511" y="2571750"/>
                <a:ext cx="668144" cy="546488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3">
                  <a:alpha val="49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1576436" y="2648839"/>
              <a:ext cx="1338219" cy="518488"/>
              <a:chOff x="1576436" y="2686648"/>
              <a:chExt cx="1338219" cy="518488"/>
            </a:xfrm>
          </p:grpSpPr>
          <p:sp>
            <p:nvSpPr>
              <p:cNvPr name="Freeform 15" id="15"/>
              <p:cNvSpPr/>
              <p:nvPr/>
            </p:nvSpPr>
            <p:spPr>
              <a:xfrm>
                <a:off x="2246511" y="2693406"/>
                <a:ext cx="668144" cy="511729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3">
                  <a:alpha val="57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>
                <a:off x="1576436" y="2686648"/>
                <a:ext cx="670075" cy="518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3">
                  <a:alpha val="31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>
            <a:off x="7867259" y="2712545"/>
            <a:ext cx="979128" cy="979948"/>
            <a:chOff x="5249342" y="1406453"/>
            <a:chExt cx="648499" cy="649042"/>
          </a:xfrm>
        </p:grpSpPr>
        <p:sp>
          <p:nvSpPr>
            <p:cNvPr name="AutoShape 18" id="18"/>
            <p:cNvSpPr/>
            <p:nvPr/>
          </p:nvSpPr>
          <p:spPr>
            <a:xfrm>
              <a:off x="5249342" y="1406453"/>
              <a:ext cx="648499" cy="64904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5324169" y="1481343"/>
              <a:ext cx="498845" cy="499263"/>
            </a:xfrm>
            <a:prstGeom prst="ellipse">
              <a:avLst/>
            </a:prstGeom>
            <a:solidFill>
              <a:schemeClr val="accent4"/>
            </a:solidFill>
            <a:ln cap="flat" cmpd="sng">
              <a:prstDash val="solid"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8481742" y="2195896"/>
            <a:ext cx="1142742" cy="1629867"/>
            <a:chOff x="3732213" y="2166938"/>
            <a:chExt cx="1679575" cy="2395538"/>
          </a:xfrm>
        </p:grpSpPr>
        <p:sp>
          <p:nvSpPr>
            <p:cNvPr name="Freeform 21" id="21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4"/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8303526" y="1687171"/>
            <a:ext cx="1497014" cy="708544"/>
            <a:chOff x="6533739" y="2526030"/>
            <a:chExt cx="1338219" cy="633386"/>
          </a:xfrm>
        </p:grpSpPr>
        <p:grpSp>
          <p:nvGrpSpPr>
            <p:cNvPr name="Group 25" id="25"/>
            <p:cNvGrpSpPr/>
            <p:nvPr/>
          </p:nvGrpSpPr>
          <p:grpSpPr>
            <a:xfrm>
              <a:off x="6533739" y="2526030"/>
              <a:ext cx="1338219" cy="546488"/>
              <a:chOff x="3470275" y="1419225"/>
              <a:chExt cx="2200275" cy="898525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4">
                  <a:alpha val="66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4">
                  <a:alpha val="49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>
              <a:off x="6533739" y="2640928"/>
              <a:ext cx="1338219" cy="518488"/>
              <a:chOff x="3470275" y="1608138"/>
              <a:chExt cx="2200275" cy="852488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4">
                  <a:alpha val="57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4">
                  <a:alpha val="31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>
            <a:off x="5019291" y="2712545"/>
            <a:ext cx="979128" cy="979948"/>
            <a:chOff x="3287425" y="1417883"/>
            <a:chExt cx="648499" cy="649042"/>
          </a:xfrm>
        </p:grpSpPr>
        <p:sp>
          <p:nvSpPr>
            <p:cNvPr name="AutoShape 32" id="32"/>
            <p:cNvSpPr/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33" id="33"/>
            <p:cNvSpPr/>
            <p:nvPr/>
          </p:nvSpPr>
          <p:spPr>
            <a:xfrm>
              <a:off x="3362252" y="1492773"/>
              <a:ext cx="498845" cy="499263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5618156" y="2197203"/>
            <a:ext cx="1149360" cy="1639303"/>
            <a:chOff x="3732213" y="2166938"/>
            <a:chExt cx="1679575" cy="2395538"/>
          </a:xfrm>
        </p:grpSpPr>
        <p:sp>
          <p:nvSpPr>
            <p:cNvPr name="Freeform 35" id="35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5438907" y="1685532"/>
            <a:ext cx="1505682" cy="712647"/>
            <a:chOff x="3615309" y="1918566"/>
            <a:chExt cx="1913383" cy="905614"/>
          </a:xfrm>
        </p:grpSpPr>
        <p:grpSp>
          <p:nvGrpSpPr>
            <p:cNvPr name="Group 39" id="39"/>
            <p:cNvGrpSpPr/>
            <p:nvPr/>
          </p:nvGrpSpPr>
          <p:grpSpPr>
            <a:xfrm>
              <a:off x="3615309" y="1918566"/>
              <a:ext cx="1913383" cy="781367"/>
              <a:chOff x="3470275" y="1419225"/>
              <a:chExt cx="2200275" cy="898525"/>
            </a:xfrm>
          </p:grpSpPr>
          <p:sp>
            <p:nvSpPr>
              <p:cNvPr name="Freeform 40" id="40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1">
                  <a:alpha val="66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1">
                  <a:alpha val="49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>
              <a:off x="3615309" y="2082847"/>
              <a:ext cx="1913383" cy="741333"/>
              <a:chOff x="3470275" y="1608138"/>
              <a:chExt cx="2200275" cy="852488"/>
            </a:xfrm>
          </p:grpSpPr>
          <p:sp>
            <p:nvSpPr>
              <p:cNvPr name="Freeform 43" id="43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1">
                  <a:alpha val="57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4" id="44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1">
                  <a:alpha val="31000"/>
                  <a:lumMod val="75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>
            <a:off x="5164703" y="4450246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基于自然语言处理和机器学习算法，AI能够理解用户需求并生成结构化的PPT内容。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5164703" y="4029838"/>
            <a:ext cx="2054090" cy="246221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技术原理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2369940" y="4450246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AI生成PPT是指利用人工智能技术自动创建演示文稿的过程，背景源于企业对高效办公工具的需求。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>
            <a:off x="2369940" y="4029838"/>
            <a:ext cx="2054090" cy="246221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3"/>
                </a:solidFill>
                <a:latin typeface="微软雅黑"/>
                <a:ea typeface="微软雅黑"/>
              </a:rPr>
              <a:t>定义与背景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8026068" y="4450244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广泛应用于企业报告、教育培训、产品展示等领域，提升内容创作效率。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8026068" y="4029836"/>
            <a:ext cx="2054090" cy="246221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应用场景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市场需求</a:t>
            </a:r>
          </a:p>
        </p:txBody>
      </p:sp>
      <p:sp>
        <p:nvSpPr>
          <p:cNvPr name="AutoShape 3" id="3"/>
          <p:cNvSpPr/>
          <p:nvPr/>
        </p:nvSpPr>
        <p:spPr>
          <a:xfrm>
            <a:off x="7493001" y="1130299"/>
            <a:ext cx="4025900" cy="5003801"/>
          </a:xfrm>
          <a:prstGeom prst="roundRect">
            <a:avLst>
              <a:gd name="adj" fmla="val 9727"/>
            </a:avLst>
          </a:prstGeom>
          <a:blipFill>
            <a:blip r:embed="rId2"/>
            <a:srcRect/>
            <a:stretch>
              <a:fillRect t="0" l="-43217" b="0" r="-43217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096840" y="2921115"/>
            <a:ext cx="1866900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用户需求分析</a:t>
            </a:r>
          </a:p>
        </p:txBody>
      </p:sp>
      <p:sp>
        <p:nvSpPr>
          <p:cNvPr name="AutoShape 5" id="5"/>
          <p:cNvSpPr/>
          <p:nvPr/>
        </p:nvSpPr>
        <p:spPr>
          <a:xfrm>
            <a:off x="1096840" y="3419686"/>
            <a:ext cx="1866900" cy="815340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anchor="t" wrap="square" tIns="45720" lIns="91440" bIns="45720" rIns="91440">
            <a:spAutoFit/>
          </a:bodyPr>
          <a:p>
            <a:pPr fontAlgn="auto" algn="ctr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用户希望减少PPT制作时间，同时保证内容质量和视觉吸引力。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1825190" y="1989570"/>
            <a:ext cx="410200" cy="410198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1941290" y="2127919"/>
            <a:ext cx="178001" cy="133500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3153909" y="2921115"/>
            <a:ext cx="1866900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市场趋势</a:t>
            </a:r>
          </a:p>
        </p:txBody>
      </p:sp>
      <p:sp>
        <p:nvSpPr>
          <p:cNvPr name="AutoShape 9" id="9"/>
          <p:cNvSpPr/>
          <p:nvPr/>
        </p:nvSpPr>
        <p:spPr>
          <a:xfrm>
            <a:off x="3153909" y="3419686"/>
            <a:ext cx="1866900" cy="815340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anchor="t" wrap="square" tIns="45720" lIns="91440" bIns="45720" rIns="91440">
            <a:spAutoFit/>
          </a:bodyPr>
          <a:p>
            <a:pPr fontAlgn="auto" algn="ctr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随着AI技术的成熟，智能生成工具逐渐成为办公软件市场的主流趋势。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882259" y="1989570"/>
            <a:ext cx="410200" cy="410198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3998359" y="2099311"/>
            <a:ext cx="178001" cy="162108"/>
          </a:xfrm>
          <a:custGeom>
            <a:avLst/>
            <a:gdLst/>
            <a:ahLst/>
            <a:cxnLst/>
            <a:rect r="r" b="b" t="t" l="l"/>
            <a:pathLst>
              <a:path w="533400" h="485775" stroke="true" fill="norm" extrusionOk="true">
                <a:moveTo>
                  <a:pt x="125329" y="229221"/>
                </a:moveTo>
                <a:lnTo>
                  <a:pt x="125329" y="276846"/>
                </a:lnTo>
                <a:lnTo>
                  <a:pt x="144379" y="276846"/>
                </a:lnTo>
                <a:lnTo>
                  <a:pt x="144379" y="229221"/>
                </a:lnTo>
                <a:lnTo>
                  <a:pt x="392029" y="229221"/>
                </a:lnTo>
                <a:lnTo>
                  <a:pt x="392029" y="276846"/>
                </a:lnTo>
                <a:lnTo>
                  <a:pt x="411079" y="276846"/>
                </a:lnTo>
                <a:lnTo>
                  <a:pt x="411079" y="229221"/>
                </a:lnTo>
                <a:lnTo>
                  <a:pt x="534904" y="229221"/>
                </a:lnTo>
                <a:lnTo>
                  <a:pt x="534904" y="457821"/>
                </a:lnTo>
                <a:cubicBezTo>
                  <a:pt x="534904" y="473632"/>
                  <a:pt x="522141" y="486396"/>
                  <a:pt x="506329" y="486396"/>
                </a:cubicBezTo>
                <a:lnTo>
                  <a:pt x="30079" y="486396"/>
                </a:lnTo>
                <a:cubicBezTo>
                  <a:pt x="14267" y="486396"/>
                  <a:pt x="1504" y="473632"/>
                  <a:pt x="1504" y="457821"/>
                </a:cubicBezTo>
                <a:lnTo>
                  <a:pt x="1504" y="229221"/>
                </a:lnTo>
                <a:lnTo>
                  <a:pt x="125329" y="229221"/>
                </a:lnTo>
                <a:close/>
                <a:moveTo>
                  <a:pt x="372979" y="621"/>
                </a:moveTo>
                <a:cubicBezTo>
                  <a:pt x="393363" y="621"/>
                  <a:pt x="410031" y="16623"/>
                  <a:pt x="411079" y="36816"/>
                </a:cubicBezTo>
                <a:lnTo>
                  <a:pt x="411079" y="38721"/>
                </a:lnTo>
                <a:lnTo>
                  <a:pt x="411079" y="114921"/>
                </a:lnTo>
                <a:lnTo>
                  <a:pt x="506329" y="114921"/>
                </a:lnTo>
                <a:cubicBezTo>
                  <a:pt x="522141" y="114921"/>
                  <a:pt x="534904" y="127685"/>
                  <a:pt x="534904" y="143496"/>
                </a:cubicBezTo>
                <a:lnTo>
                  <a:pt x="534904" y="210171"/>
                </a:lnTo>
                <a:lnTo>
                  <a:pt x="1504" y="210171"/>
                </a:lnTo>
                <a:lnTo>
                  <a:pt x="1504" y="143496"/>
                </a:lnTo>
                <a:cubicBezTo>
                  <a:pt x="1504" y="127685"/>
                  <a:pt x="14267" y="114921"/>
                  <a:pt x="30079" y="114921"/>
                </a:cubicBezTo>
                <a:lnTo>
                  <a:pt x="125329" y="114921"/>
                </a:lnTo>
                <a:lnTo>
                  <a:pt x="125329" y="38721"/>
                </a:lnTo>
                <a:cubicBezTo>
                  <a:pt x="125329" y="18337"/>
                  <a:pt x="141331" y="1669"/>
                  <a:pt x="161524" y="621"/>
                </a:cubicBezTo>
                <a:lnTo>
                  <a:pt x="163429" y="621"/>
                </a:lnTo>
                <a:lnTo>
                  <a:pt x="372979" y="621"/>
                </a:lnTo>
                <a:close/>
                <a:moveTo>
                  <a:pt x="372979" y="19671"/>
                </a:moveTo>
                <a:lnTo>
                  <a:pt x="163429" y="19671"/>
                </a:lnTo>
                <a:cubicBezTo>
                  <a:pt x="153428" y="19671"/>
                  <a:pt x="145141" y="27482"/>
                  <a:pt x="144474" y="37292"/>
                </a:cubicBezTo>
                <a:lnTo>
                  <a:pt x="144379" y="38721"/>
                </a:lnTo>
                <a:lnTo>
                  <a:pt x="144379" y="114921"/>
                </a:lnTo>
                <a:lnTo>
                  <a:pt x="392029" y="114921"/>
                </a:lnTo>
                <a:lnTo>
                  <a:pt x="392029" y="38721"/>
                </a:lnTo>
                <a:cubicBezTo>
                  <a:pt x="392029" y="29196"/>
                  <a:pt x="384981" y="21290"/>
                  <a:pt x="375836" y="19862"/>
                </a:cubicBezTo>
                <a:lnTo>
                  <a:pt x="374408" y="19671"/>
                </a:lnTo>
                <a:lnTo>
                  <a:pt x="372979" y="1967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5210978" y="2921115"/>
            <a:ext cx="1866900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竞争分析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210978" y="3419686"/>
            <a:ext cx="1866900" cy="815340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anchor="t" wrap="square" tIns="45720" lIns="91440" bIns="45720" rIns="91440">
            <a:spAutoFit/>
          </a:bodyPr>
          <a:p>
            <a:pPr fontAlgn="auto" algn="ctr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市场上已有多种AI生成工具，竞争激烈，但仍有创新空间。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939328" y="1989570"/>
            <a:ext cx="410200" cy="410198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" id="15"/>
          <p:cNvSpPr/>
          <p:nvPr/>
        </p:nvSpPr>
        <p:spPr>
          <a:xfrm>
            <a:off x="6055428" y="2130280"/>
            <a:ext cx="178001" cy="148188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技术架构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name="AutoShape 3" id="3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2F2F2F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1375FC">
                        <a:lumMod val="60000"/>
                        <a:lumOff val="40000"/>
                      </a:srgbClr>
                    </a:gs>
                    <a:gs pos="61062">
                      <a:srgbClr val="1375FC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813895" y="3668995"/>
            <a:ext cx="3234731" cy="70019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系统包括用户界面、数据处理模块、AI生成引擎和输出模块，各模块协同工作。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15483" y="3035116"/>
            <a:ext cx="323314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整体架构图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1BB6FF">
                        <a:lumMod val="60000"/>
                        <a:lumOff val="40000"/>
                      </a:srgbClr>
                    </a:gs>
                    <a:gs pos="60000">
                      <a:srgbClr val="1BB6FF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724992" y="3668995"/>
            <a:ext cx="3101550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用户界面负责输入需求，数据处理模块分析数据，AI生成引擎创建内容，输出模块生成PPT。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726579" y="3035116"/>
            <a:ext cx="309975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模块功能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1375FC">
                        <a:lumMod val="60000"/>
                        <a:lumOff val="40000"/>
                      </a:srgbClr>
                    </a:gs>
                    <a:gs pos="61062">
                      <a:srgbClr val="1375FC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636089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数据从用户输入到AI处理，最终生成PPT文件，流程高效且无缝衔接。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核心技术</a:t>
            </a:r>
          </a:p>
        </p:txBody>
      </p:sp>
      <p:sp>
        <p:nvSpPr>
          <p:cNvPr name="AutoShape 3" id="3"/>
          <p:cNvSpPr/>
          <p:nvPr/>
        </p:nvSpPr>
        <p:spPr>
          <a:xfrm>
            <a:off x="6985663" y="1329470"/>
            <a:ext cx="4199060" cy="4199060"/>
          </a:xfrm>
          <a:prstGeom prst="ellipse">
            <a:avLst/>
          </a:prstGeom>
          <a:noFill/>
          <a:ln w="57150" cap="flat" cmpd="sng">
            <a:solidFill>
              <a:srgbClr val="778495">
                <a:alpha val="1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280959" y="1624766"/>
            <a:ext cx="3608468" cy="3608468"/>
          </a:xfrm>
          <a:prstGeom prst="ellipse">
            <a:avLst/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7805034" y="2148840"/>
            <a:ext cx="2560320" cy="2560320"/>
          </a:xfrm>
          <a:prstGeom prst="ellipse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007277" y="1354722"/>
            <a:ext cx="4795069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图像生成</a:t>
            </a:r>
          </a:p>
        </p:txBody>
      </p:sp>
      <p:sp>
        <p:nvSpPr>
          <p:cNvPr name="AutoShape 7" id="7"/>
          <p:cNvSpPr/>
          <p:nvPr/>
        </p:nvSpPr>
        <p:spPr>
          <a:xfrm>
            <a:off x="1007276" y="1638738"/>
            <a:ext cx="4795069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基于GAN等技术的图像生成模块，为PPT提供高质量的视觉元素。</a:t>
            </a:r>
          </a:p>
        </p:txBody>
      </p:sp>
      <p:sp>
        <p:nvSpPr>
          <p:cNvPr name="AutoShape 8" id="8"/>
          <p:cNvSpPr/>
          <p:nvPr/>
        </p:nvSpPr>
        <p:spPr>
          <a:xfrm>
            <a:off x="6097640" y="1447081"/>
            <a:ext cx="433402" cy="433402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cxnSp>
        <p:nvCxnSpPr>
          <p:cNvPr name="Connector 9" id="9"/>
          <p:cNvCxnSpPr/>
          <p:nvPr/>
        </p:nvCxnSpPr>
        <p:spPr>
          <a:xfrm flipH="true">
            <a:off x="6550092" y="1653341"/>
            <a:ext cx="1273992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AutoShape 10" id="10"/>
          <p:cNvSpPr/>
          <p:nvPr/>
        </p:nvSpPr>
        <p:spPr>
          <a:xfrm>
            <a:off x="660400" y="2976792"/>
            <a:ext cx="421223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60400" y="3301210"/>
            <a:ext cx="4212231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NLP技术用于理解用户输入，提取关键信息并生成文本内容。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170210" y="3084509"/>
            <a:ext cx="433402" cy="433402"/>
          </a:xfrm>
          <a:prstGeom prst="round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cxnSp>
        <p:nvCxnSpPr>
          <p:cNvPr name="Connector 13" id="13"/>
          <p:cNvCxnSpPr/>
          <p:nvPr/>
        </p:nvCxnSpPr>
        <p:spPr>
          <a:xfrm flipH="true">
            <a:off x="5615918" y="3314319"/>
            <a:ext cx="1315796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AutoShape 14" id="14"/>
          <p:cNvSpPr/>
          <p:nvPr/>
        </p:nvSpPr>
        <p:spPr>
          <a:xfrm>
            <a:off x="1007278" y="4603672"/>
            <a:ext cx="4795068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机器学习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07276" y="4855642"/>
            <a:ext cx="4795068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机器学习算法优化内容生成过程，提升PPT的准确性和相关性。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097640" y="4696206"/>
            <a:ext cx="433402" cy="433402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cxnSp>
        <p:nvCxnSpPr>
          <p:cNvPr name="Connector 17" id="17"/>
          <p:cNvCxnSpPr/>
          <p:nvPr/>
        </p:nvCxnSpPr>
        <p:spPr>
          <a:xfrm flipH="true">
            <a:off x="6569142" y="4911443"/>
            <a:ext cx="934072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功能特点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0400" y="2086121"/>
            <a:ext cx="3092232" cy="4047979"/>
          </a:xfrm>
          <a:prstGeom prst="roundRect">
            <a:avLst>
              <a:gd name="adj" fmla="val 6262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660400" y="1527615"/>
            <a:ext cx="3092232" cy="487898"/>
          </a:xfrm>
          <a:prstGeom prst="roundRect">
            <a:avLst>
              <a:gd name="adj" fmla="val 29161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60400" y="2518209"/>
            <a:ext cx="309223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fontAlgn="auto" indent="0" marR="0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文本生成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60400" y="2930503"/>
            <a:ext cx="3092232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AI根据用户输入自动生成标题、段落和列表，确保内容逻辑清晰。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4549884" y="2086121"/>
            <a:ext cx="3092232" cy="4047979"/>
          </a:xfrm>
          <a:prstGeom prst="roundRect">
            <a:avLst>
              <a:gd name="adj" fmla="val 6262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noAutofit/>
          </a:bodyPr>
          <a:p>
            <a:pPr algn="l" marL="0"/>
          </a:p>
        </p:txBody>
      </p:sp>
      <p:sp>
        <p:nvSpPr>
          <p:cNvPr name="AutoShape 7" id="7"/>
          <p:cNvSpPr/>
          <p:nvPr/>
        </p:nvSpPr>
        <p:spPr>
          <a:xfrm>
            <a:off x="4549884" y="1527615"/>
            <a:ext cx="3092232" cy="487898"/>
          </a:xfrm>
          <a:prstGeom prst="roundRect">
            <a:avLst>
              <a:gd name="adj" fmla="val 29161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rgbClr val="778495">
                    <a:alpha val="70000"/>
                  </a:srgbClr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549884" y="2518209"/>
            <a:ext cx="309223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fontAlgn="auto" indent="0" marR="0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图表生成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4549884" y="2930503"/>
            <a:ext cx="3092232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自动生成柱状图、饼图等数据可视化图表，帮助用户直观展示信息。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8426668" y="2086121"/>
            <a:ext cx="3092232" cy="4047979"/>
          </a:xfrm>
          <a:prstGeom prst="roundRect">
            <a:avLst>
              <a:gd name="adj" fmla="val 6262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noAutofit/>
          </a:bodyPr>
          <a:p>
            <a:pPr algn="l" marL="0"/>
          </a:p>
        </p:txBody>
      </p:sp>
      <p:sp>
        <p:nvSpPr>
          <p:cNvPr name="AutoShape 11" id="11"/>
          <p:cNvSpPr/>
          <p:nvPr/>
        </p:nvSpPr>
        <p:spPr>
          <a:xfrm>
            <a:off x="8426668" y="1527615"/>
            <a:ext cx="3092232" cy="487898"/>
          </a:xfrm>
          <a:prstGeom prst="roundRect">
            <a:avLst>
              <a:gd name="adj" fmla="val 29161"/>
            </a:avLst>
          </a:prstGeom>
          <a:solidFill>
            <a:schemeClr val="accent1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426668" y="2518209"/>
            <a:ext cx="309223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fontAlgn="auto" indent="0" marR="0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布局优化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426668" y="2930503"/>
            <a:ext cx="3092232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2F2F2F"/>
                </a:solidFill>
                <a:latin typeface="微软雅黑"/>
                <a:ea typeface="微软雅黑"/>
              </a:rPr>
              <a:t>AI智能调整幻灯片布局，确保内容排版美观且符合设计规范。</a:t>
            </a:r>
            <a:endParaRPr lang="en-US" sz="1100"/>
          </a:p>
        </p:txBody>
      </p:sp>
      <p:sp>
        <p:nvSpPr>
          <p:cNvPr name="AutoShape 14" id="14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自动生成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用户交互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379129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用户输入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1397935" y="2764073"/>
            <a:ext cx="2714224" cy="1023357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用户通过简单界面输入需求，系统快速响应并生成内容。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379129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rgbClr val="2F2F2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833262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chemeClr val="accent1"/>
                </a:solidFill>
                <a:latin typeface="微软雅黑"/>
                <a:ea typeface="微软雅黑"/>
              </a:rPr>
              <a:t>实时预览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852068" y="2764073"/>
            <a:ext cx="2714224" cy="166968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用户可实时查看生成效果，并根据需要进行调整和优化。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833262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287395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chemeClr val="accent1"/>
                </a:solidFill>
                <a:latin typeface="微软雅黑"/>
                <a:ea typeface="微软雅黑"/>
              </a:rPr>
              <a:t>反馈机制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8306201" y="2764073"/>
            <a:ext cx="2714224" cy="134652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系统支持用户反馈，不断优化生成算法，提升用户体验。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287395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rgbClr val="2F2F2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1394506" y="4780233"/>
            <a:ext cx="2714224" cy="1205528"/>
          </a:xfrm>
          <a:prstGeom prst="rect">
            <a:avLst/>
          </a:prstGeom>
          <a:blipFill>
            <a:blip r:embed="rId2"/>
            <a:stretch>
              <a:fillRect t="-25293" l="0" b="-24762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4852068" y="4780233"/>
            <a:ext cx="2714224" cy="1205528"/>
          </a:xfrm>
          <a:prstGeom prst="rect">
            <a:avLst/>
          </a:prstGeom>
          <a:blipFill>
            <a:blip r:embed="rId3"/>
            <a:stretch>
              <a:fillRect t="-25293" l="0" b="-24762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8302772" y="4780233"/>
            <a:ext cx="2714224" cy="1205528"/>
          </a:xfrm>
          <a:prstGeom prst="rect">
            <a:avLst/>
          </a:prstGeom>
          <a:blipFill>
            <a:blip r:embed="rId4"/>
            <a:stretch>
              <a:fillRect t="-25224" l="0" b="-24698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应用案例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flipH="true">
            <a:off x="1669845" y="1281381"/>
            <a:ext cx="5709906" cy="338554"/>
          </a:xfrm>
          <a:prstGeom prst="rect">
            <a:avLst/>
          </a:prstGeom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市场报告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flipH="true">
            <a:off x="1669844" y="1611751"/>
            <a:ext cx="5709906" cy="37702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AI生成的市场报告内容详实，图表清晰，帮助企业快速决策。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1013635" y="1296231"/>
            <a:ext cx="612530" cy="612528"/>
          </a:xfrm>
          <a:prstGeom prst="ellipse">
            <a:avLst/>
          </a:prstGeom>
          <a:solidFill>
            <a:srgbClr val="778495">
              <a:alpha val="15000"/>
            </a:srgbClr>
          </a:solidFill>
          <a:ln cap="rnd" cmpd="sng">
            <a:prstDash val="solid"/>
          </a:ln>
        </p:spPr>
        <p:txBody>
          <a:bodyPr vert="horz" rot="0" anchor="ctr" wrap="square" tIns="0" lIns="0" bIns="0" rIns="0">
            <a:prstTxWarp prst="textNoShape">
              <a:avLst/>
            </a:prstTxWarp>
            <a:noAutofit/>
          </a:bodyPr>
          <a:p>
            <a:pPr algn="ctr" marL="0"/>
            <a:r>
              <a:rPr lang="en-US" b="true" i="false" baseline="0" u="none">
                <a:solidFill>
                  <a:srgbClr val="778495"/>
                </a:solidFill>
                <a:latin typeface="Arial"/>
                <a:ea typeface="Arial"/>
              </a:rPr>
              <a:t>01</a:t>
            </a:r>
          </a:p>
        </p:txBody>
      </p:sp>
      <p:cxnSp>
        <p:nvCxnSpPr>
          <p:cNvPr name="Connector 5" id="5"/>
          <p:cNvCxnSpPr/>
          <p:nvPr/>
        </p:nvCxnSpPr>
        <p:spPr>
          <a:xfrm>
            <a:off x="983734" y="2801642"/>
            <a:ext cx="6568884" cy="0"/>
          </a:xfrm>
          <a:prstGeom prst="line">
            <a:avLst/>
          </a:prstGeom>
          <a:ln w="15875" cap="rnd" cmpd="sng">
            <a:solidFill>
              <a:srgbClr val="778495">
                <a:alpha val="50000"/>
              </a:srgbClr>
            </a:solidFill>
            <a:prstDash val="solid"/>
            <a:headEnd w="lg" len="lg"/>
            <a:tailEnd w="lg" len="lg"/>
          </a:ln>
        </p:spPr>
      </p:cxnSp>
      <p:sp>
        <p:nvSpPr>
          <p:cNvPr name="TextBox 6" id="6"/>
          <p:cNvSpPr txBox="true"/>
          <p:nvPr/>
        </p:nvSpPr>
        <p:spPr>
          <a:xfrm flipH="true">
            <a:off x="1714486" y="2892285"/>
            <a:ext cx="5709906" cy="338554"/>
          </a:xfrm>
          <a:prstGeom prst="rect">
            <a:avLst/>
          </a:prstGeom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产品演示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flipH="true">
            <a:off x="1714485" y="3222655"/>
            <a:ext cx="5709906" cy="37702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自动生成的产品演示PPT，展示产品特点和优势，提升销售效果。</a:t>
            </a:r>
          </a:p>
        </p:txBody>
      </p:sp>
      <p:sp>
        <p:nvSpPr>
          <p:cNvPr name="AutoShape 8" id="8"/>
          <p:cNvSpPr/>
          <p:nvPr/>
        </p:nvSpPr>
        <p:spPr>
          <a:xfrm>
            <a:off x="1017976" y="2896510"/>
            <a:ext cx="612530" cy="6125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cap="rnd" cmpd="sng">
            <a:prstDash val="solid"/>
          </a:ln>
        </p:spPr>
        <p:txBody>
          <a:bodyPr vert="horz" rot="0" anchor="ctr" wrap="square" tIns="0" lIns="0" bIns="0" rIns="0">
            <a:prstTxWarp prst="textNoShape">
              <a:avLst/>
            </a:prstTxWarp>
            <a:noAutofit/>
          </a:bodyPr>
          <a:p>
            <a:pPr algn="ctr" marL="0"/>
            <a:r>
              <a:rPr lang="en-US" b="true" i="false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</a:p>
        </p:txBody>
      </p:sp>
      <p:cxnSp>
        <p:nvCxnSpPr>
          <p:cNvPr name="Connector 9" id="9"/>
          <p:cNvCxnSpPr/>
          <p:nvPr/>
        </p:nvCxnSpPr>
        <p:spPr>
          <a:xfrm>
            <a:off x="983736" y="4333413"/>
            <a:ext cx="6568884" cy="0"/>
          </a:xfrm>
          <a:prstGeom prst="line">
            <a:avLst/>
          </a:prstGeom>
          <a:ln w="15875" cap="rnd" cmpd="sng">
            <a:solidFill>
              <a:srgbClr val="778495">
                <a:alpha val="50000"/>
              </a:srgbClr>
            </a:solidFill>
            <a:prstDash val="solid"/>
            <a:headEnd w="lg" len="lg"/>
            <a:tailEnd w="lg" len="lg"/>
          </a:ln>
        </p:spPr>
      </p:cxnSp>
      <p:sp>
        <p:nvSpPr>
          <p:cNvPr name="TextBox 10" id="10"/>
          <p:cNvSpPr txBox="true"/>
          <p:nvPr/>
        </p:nvSpPr>
        <p:spPr>
          <a:xfrm flipH="true">
            <a:off x="1710145" y="4432239"/>
            <a:ext cx="5709906" cy="338554"/>
          </a:xfrm>
          <a:prstGeom prst="rect">
            <a:avLst/>
          </a:prstGeom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内部培训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flipH="true">
            <a:off x="1710144" y="4762609"/>
            <a:ext cx="5709906" cy="37702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用于内部培训的PPT内容结构清晰，帮助员工快速掌握知识。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13635" y="4436464"/>
            <a:ext cx="612530" cy="612528"/>
          </a:xfrm>
          <a:prstGeom prst="ellipse">
            <a:avLst/>
          </a:prstGeom>
          <a:solidFill>
            <a:srgbClr val="778495">
              <a:alpha val="15000"/>
            </a:srgbClr>
          </a:solidFill>
          <a:ln cap="rnd" cmpd="sng">
            <a:prstDash val="solid"/>
          </a:ln>
        </p:spPr>
        <p:txBody>
          <a:bodyPr vert="horz" rot="0" anchor="ctr" wrap="square" tIns="0" lIns="0" bIns="0" rIns="0">
            <a:prstTxWarp prst="textNoShape">
              <a:avLst/>
            </a:prstTxWarp>
            <a:noAutofit/>
          </a:bodyPr>
          <a:p>
            <a:pPr algn="ctr" marL="0"/>
            <a:r>
              <a:rPr lang="en-US" b="true" i="false" baseline="0" u="none">
                <a:solidFill>
                  <a:srgbClr val="778495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3" id="13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企业应用</a:t>
            </a:r>
          </a:p>
        </p:txBody>
      </p:sp>
      <p:sp>
        <p:nvSpPr>
          <p:cNvPr name="Freeform 14" id="14"/>
          <p:cNvSpPr/>
          <p:nvPr/>
        </p:nvSpPr>
        <p:spPr>
          <a:xfrm>
            <a:off x="9016660" y="1304925"/>
            <a:ext cx="2281744" cy="4641837"/>
          </a:xfrm>
          <a:custGeom>
            <a:avLst/>
            <a:gdLst/>
            <a:ahLst/>
            <a:cxnLst/>
            <a:rect r="r" b="b" t="t" l="l"/>
            <a:pathLst>
              <a:path w="2578696" h="5245938" stroke="true" fill="norm" extrusionOk="true">
                <a:moveTo>
                  <a:pt x="420624" y="0"/>
                </a:moveTo>
                <a:lnTo>
                  <a:pt x="2158325" y="0"/>
                </a:lnTo>
                <a:cubicBezTo>
                  <a:pt x="2267900" y="0"/>
                  <a:pt x="2328774" y="11806"/>
                  <a:pt x="2392416" y="45748"/>
                </a:cubicBezTo>
                <a:cubicBezTo>
                  <a:pt x="2452738" y="78031"/>
                  <a:pt x="2500884" y="126177"/>
                  <a:pt x="2532982" y="186314"/>
                </a:cubicBezTo>
                <a:cubicBezTo>
                  <a:pt x="2566924" y="249956"/>
                  <a:pt x="2578730" y="310831"/>
                  <a:pt x="2578730" y="420406"/>
                </a:cubicBezTo>
                <a:lnTo>
                  <a:pt x="2578730" y="4825533"/>
                </a:lnTo>
                <a:cubicBezTo>
                  <a:pt x="2578730" y="4935108"/>
                  <a:pt x="2566924" y="4995983"/>
                  <a:pt x="2532982" y="5059625"/>
                </a:cubicBezTo>
                <a:cubicBezTo>
                  <a:pt x="2500700" y="5119946"/>
                  <a:pt x="2452553" y="5168093"/>
                  <a:pt x="2392416" y="5200190"/>
                </a:cubicBezTo>
                <a:cubicBezTo>
                  <a:pt x="2328774" y="5234132"/>
                  <a:pt x="2267900" y="5245939"/>
                  <a:pt x="2158325" y="5245939"/>
                </a:cubicBezTo>
                <a:lnTo>
                  <a:pt x="420624" y="5245939"/>
                </a:lnTo>
                <a:cubicBezTo>
                  <a:pt x="311049" y="5245939"/>
                  <a:pt x="250174" y="5234132"/>
                  <a:pt x="186532" y="5200190"/>
                </a:cubicBezTo>
                <a:cubicBezTo>
                  <a:pt x="126211" y="5167908"/>
                  <a:pt x="78065" y="5119761"/>
                  <a:pt x="45967" y="5059625"/>
                </a:cubicBezTo>
                <a:cubicBezTo>
                  <a:pt x="11840" y="4996351"/>
                  <a:pt x="34" y="4935292"/>
                  <a:pt x="34" y="4825717"/>
                </a:cubicBezTo>
                <a:lnTo>
                  <a:pt x="34" y="420590"/>
                </a:lnTo>
                <a:cubicBezTo>
                  <a:pt x="34" y="311015"/>
                  <a:pt x="11840" y="250140"/>
                  <a:pt x="45782" y="186498"/>
                </a:cubicBezTo>
                <a:cubicBezTo>
                  <a:pt x="78065" y="126177"/>
                  <a:pt x="126211" y="78031"/>
                  <a:pt x="186348" y="45933"/>
                </a:cubicBezTo>
                <a:cubicBezTo>
                  <a:pt x="249990" y="11806"/>
                  <a:pt x="311049" y="0"/>
                  <a:pt x="420624" y="0"/>
                </a:cubicBezTo>
                <a:close/>
              </a:path>
            </a:pathLst>
          </a:custGeom>
          <a:gradFill>
            <a:gsLst>
              <a:gs pos="0">
                <a:srgbClr val="2F2F2F"/>
              </a:gs>
              <a:gs pos="6000">
                <a:srgbClr val="2F2F2F">
                  <a:lumMod val="75000"/>
                  <a:lumOff val="25000"/>
                </a:srgbClr>
              </a:gs>
              <a:gs pos="11000">
                <a:srgbClr val="FFFFFF">
                  <a:lumMod val="85000"/>
                </a:srgbClr>
              </a:gs>
              <a:gs pos="41000">
                <a:srgbClr val="2F2F2F"/>
              </a:gs>
              <a:gs pos="98000">
                <a:srgbClr val="2F2F2F">
                  <a:lumMod val="75000"/>
                  <a:lumOff val="2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  <a:gs pos="100000">
                <a:srgbClr val="2F2F2F"/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>
            <a:off x="9032983" y="1317983"/>
            <a:ext cx="2255628" cy="4615721"/>
          </a:xfrm>
          <a:custGeom>
            <a:avLst/>
            <a:gdLst/>
            <a:ahLst/>
            <a:cxnLst/>
            <a:rect r="r" b="b" t="t" l="l"/>
            <a:pathLst>
              <a:path w="2549181" h="5216423" stroke="true" fill="norm" extrusionOk="true">
                <a:moveTo>
                  <a:pt x="405866" y="0"/>
                </a:moveTo>
                <a:lnTo>
                  <a:pt x="2143567" y="0"/>
                </a:lnTo>
                <a:cubicBezTo>
                  <a:pt x="2250744" y="0"/>
                  <a:pt x="2309405" y="11253"/>
                  <a:pt x="2370649" y="44088"/>
                </a:cubicBezTo>
                <a:cubicBezTo>
                  <a:pt x="2428388" y="74895"/>
                  <a:pt x="2474321" y="121012"/>
                  <a:pt x="2505127" y="178566"/>
                </a:cubicBezTo>
                <a:cubicBezTo>
                  <a:pt x="2537963" y="239810"/>
                  <a:pt x="2549215" y="298471"/>
                  <a:pt x="2549215" y="405648"/>
                </a:cubicBezTo>
                <a:lnTo>
                  <a:pt x="2549215" y="4810775"/>
                </a:lnTo>
                <a:cubicBezTo>
                  <a:pt x="2549215" y="4917952"/>
                  <a:pt x="2537963" y="4976613"/>
                  <a:pt x="2505127" y="5037857"/>
                </a:cubicBezTo>
                <a:cubicBezTo>
                  <a:pt x="2474321" y="5095596"/>
                  <a:pt x="2428203" y="5141529"/>
                  <a:pt x="2370649" y="5172335"/>
                </a:cubicBezTo>
                <a:cubicBezTo>
                  <a:pt x="2309405" y="5205171"/>
                  <a:pt x="2250744" y="5216423"/>
                  <a:pt x="2143567" y="5216423"/>
                </a:cubicBezTo>
                <a:lnTo>
                  <a:pt x="405866" y="5216423"/>
                </a:lnTo>
                <a:cubicBezTo>
                  <a:pt x="298690" y="5216423"/>
                  <a:pt x="240029" y="5205171"/>
                  <a:pt x="178785" y="5172335"/>
                </a:cubicBezTo>
                <a:cubicBezTo>
                  <a:pt x="121046" y="5141529"/>
                  <a:pt x="75113" y="5095411"/>
                  <a:pt x="44307" y="5037857"/>
                </a:cubicBezTo>
                <a:cubicBezTo>
                  <a:pt x="11287" y="4976982"/>
                  <a:pt x="34" y="4918137"/>
                  <a:pt x="34" y="4810960"/>
                </a:cubicBezTo>
                <a:lnTo>
                  <a:pt x="34" y="405832"/>
                </a:lnTo>
                <a:cubicBezTo>
                  <a:pt x="34" y="298656"/>
                  <a:pt x="11287" y="239995"/>
                  <a:pt x="44122" y="178751"/>
                </a:cubicBezTo>
                <a:cubicBezTo>
                  <a:pt x="74929" y="121012"/>
                  <a:pt x="121046" y="75079"/>
                  <a:pt x="178600" y="44273"/>
                </a:cubicBezTo>
                <a:cubicBezTo>
                  <a:pt x="239844" y="11253"/>
                  <a:pt x="298690" y="0"/>
                  <a:pt x="405866" y="0"/>
                </a:cubicBezTo>
                <a:close/>
              </a:path>
            </a:pathLst>
          </a:custGeom>
          <a:solidFill>
            <a:srgbClr val="C9C6C8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>
            <a:off x="9032983" y="1317983"/>
            <a:ext cx="2255628" cy="4615721"/>
          </a:xfrm>
          <a:custGeom>
            <a:avLst/>
            <a:gdLst/>
            <a:ahLst/>
            <a:cxnLst/>
            <a:rect r="r" b="b" t="t" l="l"/>
            <a:pathLst>
              <a:path w="2549181" h="5216423" stroke="true" fill="norm" extrusionOk="true">
                <a:moveTo>
                  <a:pt x="405866" y="0"/>
                </a:moveTo>
                <a:lnTo>
                  <a:pt x="2143567" y="0"/>
                </a:lnTo>
                <a:cubicBezTo>
                  <a:pt x="2250744" y="0"/>
                  <a:pt x="2309405" y="11253"/>
                  <a:pt x="2370649" y="44088"/>
                </a:cubicBezTo>
                <a:cubicBezTo>
                  <a:pt x="2428388" y="74895"/>
                  <a:pt x="2474321" y="121012"/>
                  <a:pt x="2505127" y="178566"/>
                </a:cubicBezTo>
                <a:cubicBezTo>
                  <a:pt x="2537963" y="239810"/>
                  <a:pt x="2549215" y="298471"/>
                  <a:pt x="2549215" y="405648"/>
                </a:cubicBezTo>
                <a:lnTo>
                  <a:pt x="2549215" y="4810775"/>
                </a:lnTo>
                <a:cubicBezTo>
                  <a:pt x="2549215" y="4917952"/>
                  <a:pt x="2537963" y="4976613"/>
                  <a:pt x="2505127" y="5037857"/>
                </a:cubicBezTo>
                <a:cubicBezTo>
                  <a:pt x="2474321" y="5095596"/>
                  <a:pt x="2428203" y="5141529"/>
                  <a:pt x="2370649" y="5172335"/>
                </a:cubicBezTo>
                <a:cubicBezTo>
                  <a:pt x="2309405" y="5205171"/>
                  <a:pt x="2250744" y="5216423"/>
                  <a:pt x="2143567" y="5216423"/>
                </a:cubicBezTo>
                <a:lnTo>
                  <a:pt x="405866" y="5216423"/>
                </a:lnTo>
                <a:cubicBezTo>
                  <a:pt x="298690" y="5216423"/>
                  <a:pt x="240029" y="5205171"/>
                  <a:pt x="178785" y="5172335"/>
                </a:cubicBezTo>
                <a:cubicBezTo>
                  <a:pt x="121046" y="5141529"/>
                  <a:pt x="75113" y="5095411"/>
                  <a:pt x="44307" y="5037857"/>
                </a:cubicBezTo>
                <a:cubicBezTo>
                  <a:pt x="11287" y="4976982"/>
                  <a:pt x="34" y="4918137"/>
                  <a:pt x="34" y="4810960"/>
                </a:cubicBezTo>
                <a:lnTo>
                  <a:pt x="34" y="405832"/>
                </a:lnTo>
                <a:cubicBezTo>
                  <a:pt x="34" y="298656"/>
                  <a:pt x="11287" y="239995"/>
                  <a:pt x="44122" y="178751"/>
                </a:cubicBezTo>
                <a:cubicBezTo>
                  <a:pt x="74929" y="121012"/>
                  <a:pt x="121046" y="75079"/>
                  <a:pt x="178600" y="44273"/>
                </a:cubicBezTo>
                <a:cubicBezTo>
                  <a:pt x="239844" y="11253"/>
                  <a:pt x="298690" y="0"/>
                  <a:pt x="405866" y="0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>
            <a:off x="9023188" y="1339202"/>
            <a:ext cx="2275377" cy="4566916"/>
          </a:xfrm>
          <a:custGeom>
            <a:avLst/>
            <a:gdLst/>
            <a:ahLst/>
            <a:cxnLst/>
            <a:rect r="r" b="b" t="t" l="l"/>
            <a:pathLst>
              <a:path w="2571501" h="5161266" stroke="true" fill="norm" extrusionOk="true">
                <a:moveTo>
                  <a:pt x="409371" y="0"/>
                </a:moveTo>
                <a:lnTo>
                  <a:pt x="2162199" y="0"/>
                </a:lnTo>
                <a:cubicBezTo>
                  <a:pt x="2270298" y="0"/>
                  <a:pt x="2329512" y="11253"/>
                  <a:pt x="2391310" y="43535"/>
                </a:cubicBezTo>
                <a:cubicBezTo>
                  <a:pt x="2449417" y="73972"/>
                  <a:pt x="2495904" y="119536"/>
                  <a:pt x="2527079" y="176722"/>
                </a:cubicBezTo>
                <a:cubicBezTo>
                  <a:pt x="2560099" y="237228"/>
                  <a:pt x="2571536" y="295335"/>
                  <a:pt x="2571536" y="401405"/>
                </a:cubicBezTo>
                <a:lnTo>
                  <a:pt x="2571536" y="4759862"/>
                </a:lnTo>
                <a:cubicBezTo>
                  <a:pt x="2571536" y="4865932"/>
                  <a:pt x="2560099" y="4924040"/>
                  <a:pt x="2527079" y="4984546"/>
                </a:cubicBezTo>
                <a:cubicBezTo>
                  <a:pt x="2495904" y="5041546"/>
                  <a:pt x="2449602" y="5087110"/>
                  <a:pt x="2391310" y="5117732"/>
                </a:cubicBezTo>
                <a:cubicBezTo>
                  <a:pt x="2329512" y="5150199"/>
                  <a:pt x="2270298" y="5161267"/>
                  <a:pt x="2162199" y="5161267"/>
                </a:cubicBezTo>
                <a:lnTo>
                  <a:pt x="409371" y="5161267"/>
                </a:lnTo>
                <a:cubicBezTo>
                  <a:pt x="301272" y="5161267"/>
                  <a:pt x="242058" y="5150014"/>
                  <a:pt x="180260" y="5117732"/>
                </a:cubicBezTo>
                <a:cubicBezTo>
                  <a:pt x="122153" y="5087295"/>
                  <a:pt x="75666" y="5041731"/>
                  <a:pt x="44491" y="4984546"/>
                </a:cubicBezTo>
                <a:cubicBezTo>
                  <a:pt x="11471" y="4924040"/>
                  <a:pt x="34" y="4865932"/>
                  <a:pt x="34" y="4759862"/>
                </a:cubicBezTo>
                <a:lnTo>
                  <a:pt x="34" y="401590"/>
                </a:lnTo>
                <a:cubicBezTo>
                  <a:pt x="34" y="295520"/>
                  <a:pt x="11471" y="237412"/>
                  <a:pt x="44491" y="176906"/>
                </a:cubicBezTo>
                <a:cubicBezTo>
                  <a:pt x="75666" y="119905"/>
                  <a:pt x="121968" y="74341"/>
                  <a:pt x="180260" y="43719"/>
                </a:cubicBezTo>
                <a:cubicBezTo>
                  <a:pt x="242058" y="11253"/>
                  <a:pt x="301272" y="0"/>
                  <a:pt x="409371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8" id="18"/>
          <p:cNvSpPr/>
          <p:nvPr/>
        </p:nvSpPr>
        <p:spPr>
          <a:xfrm>
            <a:off x="9023188" y="1339202"/>
            <a:ext cx="2275377" cy="4566916"/>
          </a:xfrm>
          <a:custGeom>
            <a:avLst/>
            <a:gdLst/>
            <a:ahLst/>
            <a:cxnLst/>
            <a:rect r="r" b="b" t="t" l="l"/>
            <a:pathLst>
              <a:path w="2571501" h="5161266" stroke="true" fill="norm" extrusionOk="true">
                <a:moveTo>
                  <a:pt x="409371" y="0"/>
                </a:moveTo>
                <a:lnTo>
                  <a:pt x="2162199" y="0"/>
                </a:lnTo>
                <a:cubicBezTo>
                  <a:pt x="2270298" y="0"/>
                  <a:pt x="2329512" y="11253"/>
                  <a:pt x="2391310" y="43535"/>
                </a:cubicBezTo>
                <a:cubicBezTo>
                  <a:pt x="2449417" y="73972"/>
                  <a:pt x="2495904" y="119536"/>
                  <a:pt x="2527079" y="176722"/>
                </a:cubicBezTo>
                <a:cubicBezTo>
                  <a:pt x="2560099" y="237228"/>
                  <a:pt x="2571536" y="295335"/>
                  <a:pt x="2571536" y="401405"/>
                </a:cubicBezTo>
                <a:lnTo>
                  <a:pt x="2571536" y="4759862"/>
                </a:lnTo>
                <a:cubicBezTo>
                  <a:pt x="2571536" y="4865932"/>
                  <a:pt x="2560099" y="4924040"/>
                  <a:pt x="2527079" y="4984546"/>
                </a:cubicBezTo>
                <a:cubicBezTo>
                  <a:pt x="2495904" y="5041546"/>
                  <a:pt x="2449602" y="5087110"/>
                  <a:pt x="2391310" y="5117732"/>
                </a:cubicBezTo>
                <a:cubicBezTo>
                  <a:pt x="2329512" y="5150199"/>
                  <a:pt x="2270298" y="5161267"/>
                  <a:pt x="2162199" y="5161267"/>
                </a:cubicBezTo>
                <a:lnTo>
                  <a:pt x="409371" y="5161267"/>
                </a:lnTo>
                <a:cubicBezTo>
                  <a:pt x="301272" y="5161267"/>
                  <a:pt x="242058" y="5150014"/>
                  <a:pt x="180260" y="5117732"/>
                </a:cubicBezTo>
                <a:cubicBezTo>
                  <a:pt x="122153" y="5087295"/>
                  <a:pt x="75666" y="5041731"/>
                  <a:pt x="44491" y="4984546"/>
                </a:cubicBezTo>
                <a:cubicBezTo>
                  <a:pt x="11471" y="4924040"/>
                  <a:pt x="34" y="4865932"/>
                  <a:pt x="34" y="4759862"/>
                </a:cubicBezTo>
                <a:lnTo>
                  <a:pt x="34" y="401590"/>
                </a:lnTo>
                <a:cubicBezTo>
                  <a:pt x="34" y="295520"/>
                  <a:pt x="11471" y="237412"/>
                  <a:pt x="44491" y="176906"/>
                </a:cubicBezTo>
                <a:cubicBezTo>
                  <a:pt x="75666" y="119905"/>
                  <a:pt x="121968" y="74341"/>
                  <a:pt x="180260" y="43719"/>
                </a:cubicBezTo>
                <a:cubicBezTo>
                  <a:pt x="242058" y="11253"/>
                  <a:pt x="301272" y="0"/>
                  <a:pt x="409371" y="0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9060730" y="1331041"/>
            <a:ext cx="2193601" cy="4589768"/>
          </a:xfrm>
          <a:custGeom>
            <a:avLst/>
            <a:gdLst/>
            <a:ahLst/>
            <a:cxnLst/>
            <a:rect r="r" b="b" t="t" l="l"/>
            <a:pathLst>
              <a:path w="2479082" h="5187092" stroke="true" fill="norm" extrusionOk="true">
                <a:moveTo>
                  <a:pt x="394614" y="0"/>
                </a:moveTo>
                <a:lnTo>
                  <a:pt x="2084537" y="0"/>
                </a:lnTo>
                <a:cubicBezTo>
                  <a:pt x="2188762" y="0"/>
                  <a:pt x="2245948" y="11253"/>
                  <a:pt x="2305531" y="43904"/>
                </a:cubicBezTo>
                <a:cubicBezTo>
                  <a:pt x="2361610" y="74526"/>
                  <a:pt x="2406436" y="120274"/>
                  <a:pt x="2436320" y="177644"/>
                </a:cubicBezTo>
                <a:cubicBezTo>
                  <a:pt x="2468233" y="238519"/>
                  <a:pt x="2479117" y="296996"/>
                  <a:pt x="2479117" y="403434"/>
                </a:cubicBezTo>
                <a:lnTo>
                  <a:pt x="2479117" y="4783658"/>
                </a:lnTo>
                <a:cubicBezTo>
                  <a:pt x="2479117" y="4890282"/>
                  <a:pt x="2468049" y="4948574"/>
                  <a:pt x="2436320" y="5009449"/>
                </a:cubicBezTo>
                <a:cubicBezTo>
                  <a:pt x="2406252" y="5066819"/>
                  <a:pt x="2361610" y="5112567"/>
                  <a:pt x="2305531" y="5143189"/>
                </a:cubicBezTo>
                <a:cubicBezTo>
                  <a:pt x="2245948" y="5175840"/>
                  <a:pt x="2188947" y="5187093"/>
                  <a:pt x="2084537" y="5187093"/>
                </a:cubicBezTo>
                <a:lnTo>
                  <a:pt x="394614" y="5187093"/>
                </a:lnTo>
                <a:cubicBezTo>
                  <a:pt x="290389" y="5187093"/>
                  <a:pt x="233203" y="5175840"/>
                  <a:pt x="173620" y="5143189"/>
                </a:cubicBezTo>
                <a:cubicBezTo>
                  <a:pt x="117541" y="5112567"/>
                  <a:pt x="72715" y="5066819"/>
                  <a:pt x="42831" y="5009449"/>
                </a:cubicBezTo>
                <a:cubicBezTo>
                  <a:pt x="11102" y="4948758"/>
                  <a:pt x="34" y="4890282"/>
                  <a:pt x="34" y="4783843"/>
                </a:cubicBezTo>
                <a:lnTo>
                  <a:pt x="34" y="403434"/>
                </a:lnTo>
                <a:cubicBezTo>
                  <a:pt x="34" y="296811"/>
                  <a:pt x="11102" y="238519"/>
                  <a:pt x="42831" y="177644"/>
                </a:cubicBezTo>
                <a:cubicBezTo>
                  <a:pt x="72899" y="120274"/>
                  <a:pt x="117541" y="74526"/>
                  <a:pt x="173620" y="43904"/>
                </a:cubicBezTo>
                <a:cubicBezTo>
                  <a:pt x="233388" y="11253"/>
                  <a:pt x="290389" y="0"/>
                  <a:pt x="394614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9060730" y="1331041"/>
            <a:ext cx="2193601" cy="4589768"/>
          </a:xfrm>
          <a:custGeom>
            <a:avLst/>
            <a:gdLst/>
            <a:ahLst/>
            <a:cxnLst/>
            <a:rect r="r" b="b" t="t" l="l"/>
            <a:pathLst>
              <a:path w="2479082" h="5187092" stroke="true" fill="norm" extrusionOk="true">
                <a:moveTo>
                  <a:pt x="394614" y="0"/>
                </a:moveTo>
                <a:lnTo>
                  <a:pt x="2084537" y="0"/>
                </a:lnTo>
                <a:cubicBezTo>
                  <a:pt x="2188762" y="0"/>
                  <a:pt x="2245948" y="11253"/>
                  <a:pt x="2305531" y="43904"/>
                </a:cubicBezTo>
                <a:cubicBezTo>
                  <a:pt x="2361610" y="74526"/>
                  <a:pt x="2406436" y="120274"/>
                  <a:pt x="2436320" y="177644"/>
                </a:cubicBezTo>
                <a:cubicBezTo>
                  <a:pt x="2468233" y="238519"/>
                  <a:pt x="2479117" y="296996"/>
                  <a:pt x="2479117" y="403434"/>
                </a:cubicBezTo>
                <a:lnTo>
                  <a:pt x="2479117" y="4783658"/>
                </a:lnTo>
                <a:cubicBezTo>
                  <a:pt x="2479117" y="4890282"/>
                  <a:pt x="2468049" y="4948574"/>
                  <a:pt x="2436320" y="5009449"/>
                </a:cubicBezTo>
                <a:cubicBezTo>
                  <a:pt x="2406252" y="5066819"/>
                  <a:pt x="2361610" y="5112567"/>
                  <a:pt x="2305531" y="5143189"/>
                </a:cubicBezTo>
                <a:cubicBezTo>
                  <a:pt x="2245948" y="5175840"/>
                  <a:pt x="2188947" y="5187093"/>
                  <a:pt x="2084537" y="5187093"/>
                </a:cubicBezTo>
                <a:lnTo>
                  <a:pt x="394614" y="5187093"/>
                </a:lnTo>
                <a:cubicBezTo>
                  <a:pt x="290389" y="5187093"/>
                  <a:pt x="233203" y="5175840"/>
                  <a:pt x="173620" y="5143189"/>
                </a:cubicBezTo>
                <a:cubicBezTo>
                  <a:pt x="117541" y="5112567"/>
                  <a:pt x="72715" y="5066819"/>
                  <a:pt x="42831" y="5009449"/>
                </a:cubicBezTo>
                <a:cubicBezTo>
                  <a:pt x="11102" y="4948758"/>
                  <a:pt x="34" y="4890282"/>
                  <a:pt x="34" y="4783843"/>
                </a:cubicBezTo>
                <a:lnTo>
                  <a:pt x="34" y="403434"/>
                </a:lnTo>
                <a:cubicBezTo>
                  <a:pt x="34" y="296811"/>
                  <a:pt x="11102" y="238519"/>
                  <a:pt x="42831" y="177644"/>
                </a:cubicBezTo>
                <a:cubicBezTo>
                  <a:pt x="72899" y="120274"/>
                  <a:pt x="117541" y="74526"/>
                  <a:pt x="173620" y="43904"/>
                </a:cubicBezTo>
                <a:cubicBezTo>
                  <a:pt x="233388" y="11253"/>
                  <a:pt x="290389" y="0"/>
                  <a:pt x="394614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9051754" y="1341650"/>
            <a:ext cx="2218248" cy="4568711"/>
          </a:xfrm>
          <a:custGeom>
            <a:avLst/>
            <a:gdLst/>
            <a:ahLst/>
            <a:cxnLst/>
            <a:rect r="r" b="b" t="t" l="l"/>
            <a:pathLst>
              <a:path w="2506937" h="5163295" stroke="true" fill="norm" extrusionOk="true">
                <a:moveTo>
                  <a:pt x="2127887" y="0"/>
                </a:moveTo>
                <a:cubicBezTo>
                  <a:pt x="2230821" y="0"/>
                  <a:pt x="2285424" y="10515"/>
                  <a:pt x="2342425" y="40952"/>
                </a:cubicBezTo>
                <a:cubicBezTo>
                  <a:pt x="2395368" y="69360"/>
                  <a:pt x="2437611" y="111604"/>
                  <a:pt x="2466020" y="164547"/>
                </a:cubicBezTo>
                <a:cubicBezTo>
                  <a:pt x="2496457" y="221548"/>
                  <a:pt x="2506972" y="276151"/>
                  <a:pt x="2506972" y="379084"/>
                </a:cubicBezTo>
                <a:lnTo>
                  <a:pt x="2506972" y="379084"/>
                </a:lnTo>
                <a:lnTo>
                  <a:pt x="2506972" y="4784212"/>
                </a:lnTo>
                <a:cubicBezTo>
                  <a:pt x="2506972" y="4887146"/>
                  <a:pt x="2496457" y="4941748"/>
                  <a:pt x="2466020" y="4998750"/>
                </a:cubicBezTo>
                <a:cubicBezTo>
                  <a:pt x="2437611" y="5051692"/>
                  <a:pt x="2395368" y="5093936"/>
                  <a:pt x="2342425" y="5122344"/>
                </a:cubicBezTo>
                <a:cubicBezTo>
                  <a:pt x="2285424" y="5152782"/>
                  <a:pt x="2230821" y="5163296"/>
                  <a:pt x="2127887" y="5163296"/>
                </a:cubicBezTo>
                <a:lnTo>
                  <a:pt x="2127887" y="5163296"/>
                </a:lnTo>
                <a:lnTo>
                  <a:pt x="379118" y="5163296"/>
                </a:lnTo>
                <a:cubicBezTo>
                  <a:pt x="276185" y="5163296"/>
                  <a:pt x="221582" y="5152782"/>
                  <a:pt x="164581" y="5122344"/>
                </a:cubicBezTo>
                <a:cubicBezTo>
                  <a:pt x="111638" y="5093936"/>
                  <a:pt x="69394" y="5051692"/>
                  <a:pt x="40986" y="4998750"/>
                </a:cubicBezTo>
                <a:cubicBezTo>
                  <a:pt x="10549" y="4941748"/>
                  <a:pt x="34" y="4887146"/>
                  <a:pt x="34" y="4784212"/>
                </a:cubicBezTo>
                <a:lnTo>
                  <a:pt x="34" y="4784212"/>
                </a:lnTo>
                <a:lnTo>
                  <a:pt x="34" y="379084"/>
                </a:lnTo>
                <a:cubicBezTo>
                  <a:pt x="34" y="276151"/>
                  <a:pt x="10549" y="221548"/>
                  <a:pt x="40986" y="164547"/>
                </a:cubicBezTo>
                <a:cubicBezTo>
                  <a:pt x="69394" y="111604"/>
                  <a:pt x="111638" y="69360"/>
                  <a:pt x="164581" y="40952"/>
                </a:cubicBezTo>
                <a:cubicBezTo>
                  <a:pt x="221582" y="10515"/>
                  <a:pt x="276185" y="0"/>
                  <a:pt x="379118" y="0"/>
                </a:cubicBezTo>
                <a:lnTo>
                  <a:pt x="379118" y="0"/>
                </a:lnTo>
                <a:lnTo>
                  <a:pt x="2127887" y="0"/>
                </a:lnTo>
                <a:close/>
              </a:path>
            </a:pathLst>
          </a:custGeom>
          <a:solidFill>
            <a:srgbClr val="5F5F5F"/>
          </a:solidFill>
          <a:ln w="5521" cap="flat">
            <a:solidFill>
              <a:srgbClr val="000000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>
            <a:off x="9073789" y="1363686"/>
            <a:ext cx="2174177" cy="4524641"/>
          </a:xfrm>
          <a:custGeom>
            <a:avLst/>
            <a:gdLst/>
            <a:ahLst/>
            <a:cxnLst/>
            <a:rect r="r" b="b" t="t" l="l"/>
            <a:pathLst>
              <a:path w="2457130" h="5113489" stroke="true" fill="norm" extrusionOk="true">
                <a:moveTo>
                  <a:pt x="355875" y="0"/>
                </a:moveTo>
                <a:lnTo>
                  <a:pt x="2101508" y="0"/>
                </a:lnTo>
                <a:cubicBezTo>
                  <a:pt x="2200199" y="0"/>
                  <a:pt x="2251482" y="9408"/>
                  <a:pt x="2305162" y="38001"/>
                </a:cubicBezTo>
                <a:cubicBezTo>
                  <a:pt x="2354047" y="64011"/>
                  <a:pt x="2392970" y="102749"/>
                  <a:pt x="2418980" y="151449"/>
                </a:cubicBezTo>
                <a:cubicBezTo>
                  <a:pt x="2447757" y="204945"/>
                  <a:pt x="2457165" y="256043"/>
                  <a:pt x="2457165" y="354181"/>
                </a:cubicBezTo>
                <a:lnTo>
                  <a:pt x="2457165" y="4759308"/>
                </a:lnTo>
                <a:cubicBezTo>
                  <a:pt x="2457165" y="4857631"/>
                  <a:pt x="2447757" y="4908729"/>
                  <a:pt x="2418980" y="4962040"/>
                </a:cubicBezTo>
                <a:cubicBezTo>
                  <a:pt x="2392785" y="5010740"/>
                  <a:pt x="2354047" y="5049294"/>
                  <a:pt x="2305162" y="5075489"/>
                </a:cubicBezTo>
                <a:cubicBezTo>
                  <a:pt x="2251482" y="5104081"/>
                  <a:pt x="2200199" y="5113489"/>
                  <a:pt x="2101508" y="5113489"/>
                </a:cubicBezTo>
                <a:lnTo>
                  <a:pt x="355875" y="5113489"/>
                </a:lnTo>
                <a:cubicBezTo>
                  <a:pt x="257184" y="5113489"/>
                  <a:pt x="205902" y="5104081"/>
                  <a:pt x="152221" y="5075489"/>
                </a:cubicBezTo>
                <a:cubicBezTo>
                  <a:pt x="103337" y="5049479"/>
                  <a:pt x="64414" y="5010740"/>
                  <a:pt x="38404" y="4962040"/>
                </a:cubicBezTo>
                <a:cubicBezTo>
                  <a:pt x="9442" y="4908729"/>
                  <a:pt x="34" y="4857631"/>
                  <a:pt x="34" y="4759308"/>
                </a:cubicBezTo>
                <a:lnTo>
                  <a:pt x="34" y="354181"/>
                </a:lnTo>
                <a:cubicBezTo>
                  <a:pt x="34" y="255859"/>
                  <a:pt x="9442" y="204761"/>
                  <a:pt x="38219" y="151449"/>
                </a:cubicBezTo>
                <a:cubicBezTo>
                  <a:pt x="64414" y="102749"/>
                  <a:pt x="103152" y="64195"/>
                  <a:pt x="152037" y="38001"/>
                </a:cubicBezTo>
                <a:cubicBezTo>
                  <a:pt x="205717" y="9408"/>
                  <a:pt x="257000" y="0"/>
                  <a:pt x="355875" y="0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>
            <a:off x="9073789" y="1363686"/>
            <a:ext cx="2174177" cy="4524641"/>
          </a:xfrm>
          <a:custGeom>
            <a:avLst/>
            <a:gdLst/>
            <a:ahLst/>
            <a:cxnLst/>
            <a:rect r="r" b="b" t="t" l="l"/>
            <a:pathLst>
              <a:path w="2457130" h="5113489" stroke="true" fill="norm" extrusionOk="true">
                <a:moveTo>
                  <a:pt x="355875" y="0"/>
                </a:moveTo>
                <a:lnTo>
                  <a:pt x="2101508" y="0"/>
                </a:lnTo>
                <a:cubicBezTo>
                  <a:pt x="2200199" y="0"/>
                  <a:pt x="2251482" y="9408"/>
                  <a:pt x="2305162" y="38001"/>
                </a:cubicBezTo>
                <a:cubicBezTo>
                  <a:pt x="2354047" y="64011"/>
                  <a:pt x="2392970" y="102749"/>
                  <a:pt x="2418980" y="151449"/>
                </a:cubicBezTo>
                <a:cubicBezTo>
                  <a:pt x="2447757" y="204945"/>
                  <a:pt x="2457165" y="256043"/>
                  <a:pt x="2457165" y="354181"/>
                </a:cubicBezTo>
                <a:lnTo>
                  <a:pt x="2457165" y="4759308"/>
                </a:lnTo>
                <a:cubicBezTo>
                  <a:pt x="2457165" y="4857631"/>
                  <a:pt x="2447757" y="4908729"/>
                  <a:pt x="2418980" y="4962040"/>
                </a:cubicBezTo>
                <a:cubicBezTo>
                  <a:pt x="2392785" y="5010740"/>
                  <a:pt x="2354047" y="5049294"/>
                  <a:pt x="2305162" y="5075489"/>
                </a:cubicBezTo>
                <a:cubicBezTo>
                  <a:pt x="2251482" y="5104081"/>
                  <a:pt x="2200199" y="5113489"/>
                  <a:pt x="2101508" y="5113489"/>
                </a:cubicBezTo>
                <a:lnTo>
                  <a:pt x="355875" y="5113489"/>
                </a:lnTo>
                <a:cubicBezTo>
                  <a:pt x="257184" y="5113489"/>
                  <a:pt x="205902" y="5104081"/>
                  <a:pt x="152221" y="5075489"/>
                </a:cubicBezTo>
                <a:cubicBezTo>
                  <a:pt x="103337" y="5049479"/>
                  <a:pt x="64414" y="5010740"/>
                  <a:pt x="38404" y="4962040"/>
                </a:cubicBezTo>
                <a:cubicBezTo>
                  <a:pt x="9442" y="4908729"/>
                  <a:pt x="34" y="4857631"/>
                  <a:pt x="34" y="4759308"/>
                </a:cubicBezTo>
                <a:lnTo>
                  <a:pt x="34" y="354181"/>
                </a:lnTo>
                <a:cubicBezTo>
                  <a:pt x="34" y="255859"/>
                  <a:pt x="9442" y="204761"/>
                  <a:pt x="38219" y="151449"/>
                </a:cubicBezTo>
                <a:cubicBezTo>
                  <a:pt x="64414" y="102749"/>
                  <a:pt x="103152" y="64195"/>
                  <a:pt x="152037" y="38001"/>
                </a:cubicBezTo>
                <a:cubicBezTo>
                  <a:pt x="205717" y="9408"/>
                  <a:pt x="257000" y="0"/>
                  <a:pt x="355875" y="0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>
            <a:off x="9108066" y="1393067"/>
            <a:ext cx="2105785" cy="4466206"/>
          </a:xfrm>
          <a:custGeom>
            <a:avLst/>
            <a:gdLst/>
            <a:ahLst/>
            <a:cxnLst/>
            <a:rect r="r" b="b" t="t" l="l"/>
            <a:pathLst>
              <a:path w="2379838" h="5047449" stroke="true" fill="norm" extrusionOk="true">
                <a:moveTo>
                  <a:pt x="321011" y="0"/>
                </a:moveTo>
                <a:lnTo>
                  <a:pt x="2058711" y="0"/>
                </a:lnTo>
                <a:cubicBezTo>
                  <a:pt x="2153160" y="0"/>
                  <a:pt x="2198539" y="8855"/>
                  <a:pt x="2245948" y="34127"/>
                </a:cubicBezTo>
                <a:cubicBezTo>
                  <a:pt x="2288744" y="57001"/>
                  <a:pt x="2322687" y="90943"/>
                  <a:pt x="2345746" y="133925"/>
                </a:cubicBezTo>
                <a:cubicBezTo>
                  <a:pt x="2371018" y="181149"/>
                  <a:pt x="2379872" y="226713"/>
                  <a:pt x="2379872" y="321161"/>
                </a:cubicBezTo>
                <a:lnTo>
                  <a:pt x="2379872" y="4726289"/>
                </a:lnTo>
                <a:cubicBezTo>
                  <a:pt x="2379872" y="4820737"/>
                  <a:pt x="2371018" y="4866116"/>
                  <a:pt x="2345746" y="4913525"/>
                </a:cubicBezTo>
                <a:cubicBezTo>
                  <a:pt x="2322871" y="4956322"/>
                  <a:pt x="2288929" y="4990264"/>
                  <a:pt x="2245948" y="5013323"/>
                </a:cubicBezTo>
                <a:cubicBezTo>
                  <a:pt x="2198724" y="5038595"/>
                  <a:pt x="2153160" y="5047449"/>
                  <a:pt x="2058711" y="5047449"/>
                </a:cubicBezTo>
                <a:lnTo>
                  <a:pt x="321011" y="5047449"/>
                </a:lnTo>
                <a:cubicBezTo>
                  <a:pt x="226562" y="5047449"/>
                  <a:pt x="181183" y="5038595"/>
                  <a:pt x="133774" y="5013323"/>
                </a:cubicBezTo>
                <a:cubicBezTo>
                  <a:pt x="90977" y="4990449"/>
                  <a:pt x="57035" y="4956506"/>
                  <a:pt x="33976" y="4913525"/>
                </a:cubicBezTo>
                <a:cubicBezTo>
                  <a:pt x="8889" y="4865932"/>
                  <a:pt x="34" y="4820552"/>
                  <a:pt x="34" y="4726104"/>
                </a:cubicBezTo>
                <a:lnTo>
                  <a:pt x="34" y="320977"/>
                </a:lnTo>
                <a:cubicBezTo>
                  <a:pt x="34" y="226528"/>
                  <a:pt x="8889" y="181149"/>
                  <a:pt x="34161" y="133740"/>
                </a:cubicBezTo>
                <a:cubicBezTo>
                  <a:pt x="57035" y="90943"/>
                  <a:pt x="90977" y="57001"/>
                  <a:pt x="133959" y="33942"/>
                </a:cubicBezTo>
                <a:cubicBezTo>
                  <a:pt x="181183" y="8855"/>
                  <a:pt x="226562" y="0"/>
                  <a:pt x="321011" y="0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>
            <a:off x="9073789" y="1397943"/>
            <a:ext cx="134822" cy="4457615"/>
          </a:xfrm>
          <a:custGeom>
            <a:avLst/>
            <a:gdLst/>
            <a:ahLst/>
            <a:cxnLst/>
            <a:rect r="r" b="b" t="t" l="l"/>
            <a:pathLst>
              <a:path w="152368" h="5037740" stroke="true" fill="norm" extrusionOk="true">
                <a:moveTo>
                  <a:pt x="152072" y="5037753"/>
                </a:moveTo>
                <a:cubicBezTo>
                  <a:pt x="103187" y="5011743"/>
                  <a:pt x="64264" y="4973004"/>
                  <a:pt x="38254" y="4924304"/>
                </a:cubicBezTo>
                <a:cubicBezTo>
                  <a:pt x="9477" y="4870808"/>
                  <a:pt x="69" y="4819710"/>
                  <a:pt x="69" y="4721573"/>
                </a:cubicBezTo>
                <a:lnTo>
                  <a:pt x="69" y="316445"/>
                </a:lnTo>
                <a:cubicBezTo>
                  <a:pt x="69" y="218123"/>
                  <a:pt x="9477" y="167025"/>
                  <a:pt x="38254" y="113714"/>
                </a:cubicBezTo>
                <a:cubicBezTo>
                  <a:pt x="64449" y="65014"/>
                  <a:pt x="103187" y="26275"/>
                  <a:pt x="152072" y="265"/>
                </a:cubicBezTo>
                <a:cubicBezTo>
                  <a:pt x="160004" y="-3978"/>
                  <a:pt x="36409" y="55421"/>
                  <a:pt x="36409" y="297998"/>
                </a:cubicBezTo>
                <a:cubicBezTo>
                  <a:pt x="36409" y="1076274"/>
                  <a:pt x="36409" y="3508871"/>
                  <a:pt x="36409" y="4740020"/>
                </a:cubicBezTo>
                <a:cubicBezTo>
                  <a:pt x="36409" y="4973373"/>
                  <a:pt x="155761" y="5039782"/>
                  <a:pt x="152072" y="5037753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>
            <a:off x="9073789" y="1397943"/>
            <a:ext cx="134822" cy="4457615"/>
          </a:xfrm>
          <a:custGeom>
            <a:avLst/>
            <a:gdLst/>
            <a:ahLst/>
            <a:cxnLst/>
            <a:rect r="r" b="b" t="t" l="l"/>
            <a:pathLst>
              <a:path w="152368" h="5037740" stroke="true" fill="norm" extrusionOk="true">
                <a:moveTo>
                  <a:pt x="152072" y="5037753"/>
                </a:moveTo>
                <a:cubicBezTo>
                  <a:pt x="103187" y="5011743"/>
                  <a:pt x="64264" y="4973004"/>
                  <a:pt x="38254" y="4924304"/>
                </a:cubicBezTo>
                <a:cubicBezTo>
                  <a:pt x="9477" y="4870808"/>
                  <a:pt x="69" y="4819710"/>
                  <a:pt x="69" y="4721573"/>
                </a:cubicBezTo>
                <a:lnTo>
                  <a:pt x="69" y="316445"/>
                </a:lnTo>
                <a:cubicBezTo>
                  <a:pt x="69" y="218123"/>
                  <a:pt x="9477" y="167025"/>
                  <a:pt x="38254" y="113714"/>
                </a:cubicBezTo>
                <a:cubicBezTo>
                  <a:pt x="64449" y="65014"/>
                  <a:pt x="103187" y="26275"/>
                  <a:pt x="152072" y="265"/>
                </a:cubicBezTo>
                <a:cubicBezTo>
                  <a:pt x="160004" y="-3978"/>
                  <a:pt x="36409" y="55421"/>
                  <a:pt x="36409" y="297998"/>
                </a:cubicBezTo>
                <a:cubicBezTo>
                  <a:pt x="36409" y="1076274"/>
                  <a:pt x="36409" y="3508871"/>
                  <a:pt x="36409" y="4740020"/>
                </a:cubicBezTo>
                <a:cubicBezTo>
                  <a:pt x="36409" y="4973373"/>
                  <a:pt x="155761" y="5039782"/>
                  <a:pt x="152072" y="5037753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 flipV="true" rot="10800000">
            <a:off x="11113127" y="1397943"/>
            <a:ext cx="134822" cy="4457615"/>
          </a:xfrm>
          <a:custGeom>
            <a:avLst/>
            <a:gdLst/>
            <a:ahLst/>
            <a:cxnLst/>
            <a:rect r="r" b="b" t="t" l="l"/>
            <a:pathLst>
              <a:path w="152368" h="5037740" stroke="true" fill="norm" extrusionOk="true">
                <a:moveTo>
                  <a:pt x="152016" y="5037753"/>
                </a:moveTo>
                <a:cubicBezTo>
                  <a:pt x="103131" y="5011743"/>
                  <a:pt x="64208" y="4973004"/>
                  <a:pt x="38198" y="4924304"/>
                </a:cubicBezTo>
                <a:cubicBezTo>
                  <a:pt x="9421" y="4870808"/>
                  <a:pt x="13" y="4819710"/>
                  <a:pt x="13" y="4721573"/>
                </a:cubicBezTo>
                <a:lnTo>
                  <a:pt x="13" y="316445"/>
                </a:lnTo>
                <a:cubicBezTo>
                  <a:pt x="13" y="218123"/>
                  <a:pt x="9421" y="167025"/>
                  <a:pt x="38198" y="113714"/>
                </a:cubicBezTo>
                <a:cubicBezTo>
                  <a:pt x="64393" y="65014"/>
                  <a:pt x="103131" y="26460"/>
                  <a:pt x="152016" y="265"/>
                </a:cubicBezTo>
                <a:cubicBezTo>
                  <a:pt x="159948" y="-3978"/>
                  <a:pt x="36353" y="55421"/>
                  <a:pt x="36353" y="297998"/>
                </a:cubicBezTo>
                <a:cubicBezTo>
                  <a:pt x="36353" y="1076274"/>
                  <a:pt x="36353" y="3508871"/>
                  <a:pt x="36353" y="4740020"/>
                </a:cubicBezTo>
                <a:cubicBezTo>
                  <a:pt x="36353" y="4973373"/>
                  <a:pt x="155705" y="5039782"/>
                  <a:pt x="152016" y="5037753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 flipV="true" rot="10800000">
            <a:off x="11113127" y="1397943"/>
            <a:ext cx="134822" cy="4457615"/>
          </a:xfrm>
          <a:custGeom>
            <a:avLst/>
            <a:gdLst/>
            <a:ahLst/>
            <a:cxnLst/>
            <a:rect r="r" b="b" t="t" l="l"/>
            <a:pathLst>
              <a:path w="152368" h="5037740" stroke="true" fill="norm" extrusionOk="true">
                <a:moveTo>
                  <a:pt x="152016" y="5037753"/>
                </a:moveTo>
                <a:cubicBezTo>
                  <a:pt x="103131" y="5011743"/>
                  <a:pt x="64208" y="4973004"/>
                  <a:pt x="38198" y="4924304"/>
                </a:cubicBezTo>
                <a:cubicBezTo>
                  <a:pt x="9421" y="4870808"/>
                  <a:pt x="13" y="4819710"/>
                  <a:pt x="13" y="4721573"/>
                </a:cubicBezTo>
                <a:lnTo>
                  <a:pt x="13" y="316445"/>
                </a:lnTo>
                <a:cubicBezTo>
                  <a:pt x="13" y="218123"/>
                  <a:pt x="9421" y="167025"/>
                  <a:pt x="38198" y="113714"/>
                </a:cubicBezTo>
                <a:cubicBezTo>
                  <a:pt x="64393" y="65014"/>
                  <a:pt x="103131" y="26460"/>
                  <a:pt x="152016" y="265"/>
                </a:cubicBezTo>
                <a:cubicBezTo>
                  <a:pt x="159948" y="-3978"/>
                  <a:pt x="36353" y="55421"/>
                  <a:pt x="36353" y="297998"/>
                </a:cubicBezTo>
                <a:cubicBezTo>
                  <a:pt x="36353" y="1076274"/>
                  <a:pt x="36353" y="3508871"/>
                  <a:pt x="36353" y="4740020"/>
                </a:cubicBezTo>
                <a:cubicBezTo>
                  <a:pt x="36353" y="4973373"/>
                  <a:pt x="155705" y="5039782"/>
                  <a:pt x="152016" y="5037753"/>
                </a:cubicBezTo>
                <a:close/>
              </a:path>
            </a:pathLst>
          </a:custGeom>
          <a:gradFill>
            <a:gsLst>
              <a:gs pos="0">
                <a:srgbClr val="2F2F2F">
                  <a:lumMod val="65000"/>
                  <a:lumOff val="35000"/>
                </a:srgbClr>
              </a:gs>
              <a:gs pos="1000">
                <a:srgbClr val="FFFFFF">
                  <a:lumMod val="85000"/>
                </a:srgbClr>
              </a:gs>
              <a:gs pos="2000">
                <a:srgbClr val="2F2F2F">
                  <a:lumMod val="75000"/>
                  <a:lumOff val="25000"/>
                </a:srgbClr>
              </a:gs>
              <a:gs pos="39000">
                <a:srgbClr val="FFFFFF">
                  <a:lumMod val="75000"/>
                </a:srgbClr>
              </a:gs>
              <a:gs pos="98000">
                <a:srgbClr val="2F2F2F">
                  <a:lumMod val="75000"/>
                  <a:lumOff val="25000"/>
                </a:srgbClr>
              </a:gs>
              <a:gs pos="99000">
                <a:srgbClr val="FFFFFF">
                  <a:lumMod val="7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>
            <a:off x="9016660" y="1714623"/>
            <a:ext cx="37541" cy="27748"/>
          </a:xfrm>
          <a:custGeom>
            <a:avLst/>
            <a:gdLst/>
            <a:ahLst/>
            <a:cxnLst/>
            <a:rect r="r" b="b" t="t" l="l"/>
            <a:pathLst>
              <a:path w="42427" h="31359" stroke="true" fill="norm" extrusionOk="true">
                <a:moveTo>
                  <a:pt x="34" y="0"/>
                </a:moveTo>
                <a:lnTo>
                  <a:pt x="42462" y="0"/>
                </a:lnTo>
                <a:lnTo>
                  <a:pt x="42462" y="31360"/>
                </a:lnTo>
                <a:lnTo>
                  <a:pt x="34" y="31360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>
            <a:off x="11267554" y="1714623"/>
            <a:ext cx="31013" cy="27748"/>
          </a:xfrm>
          <a:custGeom>
            <a:avLst/>
            <a:gdLst/>
            <a:ahLst/>
            <a:cxnLst/>
            <a:rect r="r" b="b" t="t" l="l"/>
            <a:pathLst>
              <a:path w="35049" h="31359" stroke="true" fill="norm" extrusionOk="true">
                <a:moveTo>
                  <a:pt x="34" y="0"/>
                </a:moveTo>
                <a:lnTo>
                  <a:pt x="35083" y="0"/>
                </a:lnTo>
                <a:lnTo>
                  <a:pt x="35083" y="31360"/>
                </a:lnTo>
                <a:lnTo>
                  <a:pt x="34" y="31360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>
            <a:off x="9016660" y="5509642"/>
            <a:ext cx="37541" cy="27748"/>
          </a:xfrm>
          <a:custGeom>
            <a:avLst/>
            <a:gdLst/>
            <a:ahLst/>
            <a:cxnLst/>
            <a:rect r="r" b="b" t="t" l="l"/>
            <a:pathLst>
              <a:path w="42427" h="31359" stroke="true" fill="norm" extrusionOk="true">
                <a:moveTo>
                  <a:pt x="34" y="0"/>
                </a:moveTo>
                <a:lnTo>
                  <a:pt x="42462" y="0"/>
                </a:lnTo>
                <a:lnTo>
                  <a:pt x="42462" y="31360"/>
                </a:lnTo>
                <a:lnTo>
                  <a:pt x="34" y="31360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>
            <a:off x="11267554" y="5509642"/>
            <a:ext cx="31013" cy="27748"/>
          </a:xfrm>
          <a:custGeom>
            <a:avLst/>
            <a:gdLst/>
            <a:ahLst/>
            <a:cxnLst/>
            <a:rect r="r" b="b" t="t" l="l"/>
            <a:pathLst>
              <a:path w="35049" h="31359" stroke="true" fill="norm" extrusionOk="true">
                <a:moveTo>
                  <a:pt x="34" y="0"/>
                </a:moveTo>
                <a:lnTo>
                  <a:pt x="35083" y="0"/>
                </a:lnTo>
                <a:lnTo>
                  <a:pt x="35083" y="31360"/>
                </a:lnTo>
                <a:lnTo>
                  <a:pt x="34" y="31360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>
            <a:off x="10867649" y="1304925"/>
            <a:ext cx="27748" cy="37541"/>
          </a:xfrm>
          <a:custGeom>
            <a:avLst/>
            <a:gdLst/>
            <a:ahLst/>
            <a:cxnLst/>
            <a:rect r="r" b="b" t="t" l="l"/>
            <a:pathLst>
              <a:path w="31359" h="42427" stroke="true" fill="norm" extrusionOk="true">
                <a:moveTo>
                  <a:pt x="34" y="0"/>
                </a:moveTo>
                <a:lnTo>
                  <a:pt x="31394" y="0"/>
                </a:lnTo>
                <a:lnTo>
                  <a:pt x="31394" y="42428"/>
                </a:lnTo>
                <a:lnTo>
                  <a:pt x="34" y="42428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4" id="34"/>
          <p:cNvSpPr/>
          <p:nvPr/>
        </p:nvSpPr>
        <p:spPr>
          <a:xfrm>
            <a:off x="9426359" y="5909547"/>
            <a:ext cx="27748" cy="37541"/>
          </a:xfrm>
          <a:custGeom>
            <a:avLst/>
            <a:gdLst/>
            <a:ahLst/>
            <a:cxnLst/>
            <a:rect r="r" b="b" t="t" l="l"/>
            <a:pathLst>
              <a:path w="31359" h="42427" stroke="true" fill="norm" extrusionOk="true">
                <a:moveTo>
                  <a:pt x="34" y="0"/>
                </a:moveTo>
                <a:lnTo>
                  <a:pt x="31394" y="0"/>
                </a:lnTo>
                <a:lnTo>
                  <a:pt x="31394" y="42428"/>
                </a:lnTo>
                <a:lnTo>
                  <a:pt x="34" y="42428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5" id="35"/>
          <p:cNvSpPr/>
          <p:nvPr/>
        </p:nvSpPr>
        <p:spPr>
          <a:xfrm>
            <a:off x="9006866" y="1879482"/>
            <a:ext cx="18027" cy="163226"/>
          </a:xfrm>
          <a:custGeom>
            <a:avLst/>
            <a:gdLst/>
            <a:ahLst/>
            <a:cxnLst/>
            <a:rect r="r" b="b" t="t" l="l"/>
            <a:pathLst>
              <a:path w="20373" h="184469" stroke="true" fill="norm" extrusionOk="true">
                <a:moveTo>
                  <a:pt x="12941" y="352"/>
                </a:moveTo>
                <a:cubicBezTo>
                  <a:pt x="5747" y="352"/>
                  <a:pt x="28" y="6071"/>
                  <a:pt x="28" y="13265"/>
                </a:cubicBezTo>
                <a:lnTo>
                  <a:pt x="28" y="171908"/>
                </a:lnTo>
                <a:cubicBezTo>
                  <a:pt x="28" y="179103"/>
                  <a:pt x="5747" y="184821"/>
                  <a:pt x="12941" y="184821"/>
                </a:cubicBezTo>
                <a:lnTo>
                  <a:pt x="20320" y="184821"/>
                </a:lnTo>
                <a:cubicBezTo>
                  <a:pt x="20320" y="175044"/>
                  <a:pt x="20504" y="9760"/>
                  <a:pt x="20320" y="352"/>
                </a:cubicBezTo>
                <a:lnTo>
                  <a:pt x="12941" y="352"/>
                </a:lnTo>
                <a:close/>
              </a:path>
            </a:pathLst>
          </a:custGeom>
          <a:solidFill>
            <a:srgbClr val="A5A5A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6" id="36"/>
          <p:cNvSpPr/>
          <p:nvPr/>
        </p:nvSpPr>
        <p:spPr>
          <a:xfrm>
            <a:off x="9006866" y="1879482"/>
            <a:ext cx="18027" cy="163226"/>
          </a:xfrm>
          <a:custGeom>
            <a:avLst/>
            <a:gdLst/>
            <a:ahLst/>
            <a:cxnLst/>
            <a:rect r="r" b="b" t="t" l="l"/>
            <a:pathLst>
              <a:path w="20373" h="184469" stroke="true" fill="norm" extrusionOk="true">
                <a:moveTo>
                  <a:pt x="12941" y="352"/>
                </a:moveTo>
                <a:cubicBezTo>
                  <a:pt x="5747" y="352"/>
                  <a:pt x="28" y="6071"/>
                  <a:pt x="28" y="13265"/>
                </a:cubicBezTo>
                <a:lnTo>
                  <a:pt x="28" y="171908"/>
                </a:lnTo>
                <a:cubicBezTo>
                  <a:pt x="28" y="179103"/>
                  <a:pt x="5747" y="184821"/>
                  <a:pt x="12941" y="184821"/>
                </a:cubicBezTo>
                <a:lnTo>
                  <a:pt x="20320" y="184821"/>
                </a:lnTo>
                <a:cubicBezTo>
                  <a:pt x="20320" y="175044"/>
                  <a:pt x="20504" y="9760"/>
                  <a:pt x="20320" y="352"/>
                </a:cubicBezTo>
                <a:lnTo>
                  <a:pt x="12941" y="352"/>
                </a:lnTo>
                <a:close/>
              </a:path>
            </a:pathLst>
          </a:custGeom>
          <a:gradFill>
            <a:gsLst>
              <a:gs pos="0">
                <a:srgbClr val="F0F0F0">
                  <a:lumMod val="25000"/>
                </a:srgbClr>
              </a:gs>
              <a:gs pos="1000">
                <a:srgbClr val="2F2F2F">
                  <a:lumMod val="75000"/>
                  <a:lumOff val="25000"/>
                </a:srgbClr>
              </a:gs>
              <a:gs pos="2000">
                <a:srgbClr val="F0F0F0">
                  <a:lumMod val="25000"/>
                </a:srgbClr>
              </a:gs>
              <a:gs pos="21000">
                <a:srgbClr val="FFFFFF">
                  <a:lumMod val="85000"/>
                </a:srgbClr>
              </a:gs>
              <a:gs pos="82000">
                <a:srgbClr val="FFFFFF">
                  <a:lumMod val="85000"/>
                </a:srgbClr>
              </a:gs>
              <a:gs pos="98000">
                <a:srgbClr val="F0F0F0">
                  <a:lumMod val="25000"/>
                </a:srgbClr>
              </a:gs>
              <a:gs pos="99000">
                <a:srgbClr val="2F2F2F">
                  <a:lumMod val="75000"/>
                  <a:lumOff val="2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37" id="37"/>
          <p:cNvSpPr/>
          <p:nvPr/>
        </p:nvSpPr>
        <p:spPr>
          <a:xfrm>
            <a:off x="9007029" y="2178187"/>
            <a:ext cx="17864" cy="310130"/>
          </a:xfrm>
          <a:custGeom>
            <a:avLst/>
            <a:gdLst/>
            <a:ahLst/>
            <a:cxnLst/>
            <a:rect r="r" b="b" t="t" l="l"/>
            <a:pathLst>
              <a:path w="20189" h="350491" stroke="true" fill="norm" extrusionOk="true">
                <a:moveTo>
                  <a:pt x="12756" y="352"/>
                </a:moveTo>
                <a:cubicBezTo>
                  <a:pt x="8514" y="1459"/>
                  <a:pt x="3533" y="4041"/>
                  <a:pt x="950" y="7731"/>
                </a:cubicBezTo>
                <a:cubicBezTo>
                  <a:pt x="397" y="8469"/>
                  <a:pt x="28" y="10867"/>
                  <a:pt x="28" y="11605"/>
                </a:cubicBezTo>
                <a:cubicBezTo>
                  <a:pt x="28" y="47023"/>
                  <a:pt x="28" y="155122"/>
                  <a:pt x="28" y="335533"/>
                </a:cubicBezTo>
                <a:cubicBezTo>
                  <a:pt x="28" y="336271"/>
                  <a:pt x="581" y="340145"/>
                  <a:pt x="950" y="341067"/>
                </a:cubicBezTo>
                <a:cubicBezTo>
                  <a:pt x="3164" y="346416"/>
                  <a:pt x="6853" y="347708"/>
                  <a:pt x="12756" y="350844"/>
                </a:cubicBezTo>
                <a:lnTo>
                  <a:pt x="20135" y="350844"/>
                </a:lnTo>
                <a:cubicBezTo>
                  <a:pt x="20135" y="341067"/>
                  <a:pt x="20320" y="9760"/>
                  <a:pt x="20135" y="352"/>
                </a:cubicBezTo>
                <a:lnTo>
                  <a:pt x="12756" y="352"/>
                </a:lnTo>
                <a:close/>
              </a:path>
            </a:pathLst>
          </a:custGeom>
          <a:solidFill>
            <a:srgbClr val="A5A5A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8" id="38"/>
          <p:cNvSpPr/>
          <p:nvPr/>
        </p:nvSpPr>
        <p:spPr>
          <a:xfrm>
            <a:off x="9007029" y="2178187"/>
            <a:ext cx="17864" cy="310130"/>
          </a:xfrm>
          <a:custGeom>
            <a:avLst/>
            <a:gdLst/>
            <a:ahLst/>
            <a:cxnLst/>
            <a:rect r="r" b="b" t="t" l="l"/>
            <a:pathLst>
              <a:path w="20189" h="350491" stroke="true" fill="norm" extrusionOk="true">
                <a:moveTo>
                  <a:pt x="12756" y="352"/>
                </a:moveTo>
                <a:cubicBezTo>
                  <a:pt x="8514" y="1459"/>
                  <a:pt x="3533" y="4041"/>
                  <a:pt x="950" y="7731"/>
                </a:cubicBezTo>
                <a:cubicBezTo>
                  <a:pt x="397" y="8469"/>
                  <a:pt x="28" y="10867"/>
                  <a:pt x="28" y="11605"/>
                </a:cubicBezTo>
                <a:cubicBezTo>
                  <a:pt x="28" y="47023"/>
                  <a:pt x="28" y="155122"/>
                  <a:pt x="28" y="335533"/>
                </a:cubicBezTo>
                <a:cubicBezTo>
                  <a:pt x="28" y="336271"/>
                  <a:pt x="581" y="340145"/>
                  <a:pt x="950" y="341067"/>
                </a:cubicBezTo>
                <a:cubicBezTo>
                  <a:pt x="3164" y="346416"/>
                  <a:pt x="6853" y="347708"/>
                  <a:pt x="12756" y="350844"/>
                </a:cubicBezTo>
                <a:lnTo>
                  <a:pt x="20135" y="350844"/>
                </a:lnTo>
                <a:cubicBezTo>
                  <a:pt x="20135" y="341067"/>
                  <a:pt x="20320" y="9760"/>
                  <a:pt x="20135" y="352"/>
                </a:cubicBezTo>
                <a:lnTo>
                  <a:pt x="12756" y="352"/>
                </a:lnTo>
                <a:close/>
              </a:path>
            </a:pathLst>
          </a:custGeom>
          <a:gradFill>
            <a:gsLst>
              <a:gs pos="0">
                <a:srgbClr val="F0F0F0">
                  <a:lumMod val="25000"/>
                </a:srgbClr>
              </a:gs>
              <a:gs pos="1000">
                <a:srgbClr val="2F2F2F">
                  <a:lumMod val="75000"/>
                  <a:lumOff val="25000"/>
                </a:srgbClr>
              </a:gs>
              <a:gs pos="2000">
                <a:srgbClr val="F0F0F0">
                  <a:lumMod val="25000"/>
                </a:srgbClr>
              </a:gs>
              <a:gs pos="21000">
                <a:srgbClr val="FFFFFF">
                  <a:lumMod val="85000"/>
                </a:srgbClr>
              </a:gs>
              <a:gs pos="82000">
                <a:srgbClr val="FFFFFF">
                  <a:lumMod val="85000"/>
                </a:srgbClr>
              </a:gs>
              <a:gs pos="98000">
                <a:srgbClr val="F0F0F0">
                  <a:lumMod val="25000"/>
                </a:srgbClr>
              </a:gs>
              <a:gs pos="99000">
                <a:srgbClr val="2F2F2F">
                  <a:lumMod val="75000"/>
                  <a:lumOff val="2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39" id="39"/>
          <p:cNvSpPr/>
          <p:nvPr/>
        </p:nvSpPr>
        <p:spPr>
          <a:xfrm>
            <a:off x="9007029" y="2565034"/>
            <a:ext cx="17864" cy="310130"/>
          </a:xfrm>
          <a:custGeom>
            <a:avLst/>
            <a:gdLst/>
            <a:ahLst/>
            <a:cxnLst/>
            <a:rect r="r" b="b" t="t" l="l"/>
            <a:pathLst>
              <a:path w="20189" h="350491" stroke="true" fill="norm" extrusionOk="true">
                <a:moveTo>
                  <a:pt x="12756" y="352"/>
                </a:moveTo>
                <a:cubicBezTo>
                  <a:pt x="8514" y="1459"/>
                  <a:pt x="3533" y="4041"/>
                  <a:pt x="950" y="7731"/>
                </a:cubicBezTo>
                <a:cubicBezTo>
                  <a:pt x="397" y="8469"/>
                  <a:pt x="28" y="10867"/>
                  <a:pt x="28" y="11605"/>
                </a:cubicBezTo>
                <a:cubicBezTo>
                  <a:pt x="28" y="47023"/>
                  <a:pt x="28" y="155122"/>
                  <a:pt x="28" y="335533"/>
                </a:cubicBezTo>
                <a:cubicBezTo>
                  <a:pt x="28" y="336271"/>
                  <a:pt x="581" y="340145"/>
                  <a:pt x="950" y="341067"/>
                </a:cubicBezTo>
                <a:cubicBezTo>
                  <a:pt x="3164" y="346416"/>
                  <a:pt x="6853" y="347708"/>
                  <a:pt x="12756" y="350844"/>
                </a:cubicBezTo>
                <a:lnTo>
                  <a:pt x="20135" y="350844"/>
                </a:lnTo>
                <a:cubicBezTo>
                  <a:pt x="20135" y="341067"/>
                  <a:pt x="20320" y="9760"/>
                  <a:pt x="20135" y="352"/>
                </a:cubicBezTo>
                <a:lnTo>
                  <a:pt x="12756" y="352"/>
                </a:lnTo>
                <a:close/>
              </a:path>
            </a:pathLst>
          </a:custGeom>
          <a:solidFill>
            <a:srgbClr val="A5A5A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0" id="40"/>
          <p:cNvSpPr/>
          <p:nvPr/>
        </p:nvSpPr>
        <p:spPr>
          <a:xfrm>
            <a:off x="9007029" y="2565034"/>
            <a:ext cx="17864" cy="310130"/>
          </a:xfrm>
          <a:custGeom>
            <a:avLst/>
            <a:gdLst/>
            <a:ahLst/>
            <a:cxnLst/>
            <a:rect r="r" b="b" t="t" l="l"/>
            <a:pathLst>
              <a:path w="20189" h="350491" stroke="true" fill="norm" extrusionOk="true">
                <a:moveTo>
                  <a:pt x="12756" y="352"/>
                </a:moveTo>
                <a:cubicBezTo>
                  <a:pt x="8514" y="1459"/>
                  <a:pt x="3533" y="4041"/>
                  <a:pt x="950" y="7731"/>
                </a:cubicBezTo>
                <a:cubicBezTo>
                  <a:pt x="397" y="8469"/>
                  <a:pt x="28" y="10867"/>
                  <a:pt x="28" y="11605"/>
                </a:cubicBezTo>
                <a:cubicBezTo>
                  <a:pt x="28" y="47023"/>
                  <a:pt x="28" y="155122"/>
                  <a:pt x="28" y="335533"/>
                </a:cubicBezTo>
                <a:cubicBezTo>
                  <a:pt x="28" y="336271"/>
                  <a:pt x="581" y="340145"/>
                  <a:pt x="950" y="341067"/>
                </a:cubicBezTo>
                <a:cubicBezTo>
                  <a:pt x="3164" y="346416"/>
                  <a:pt x="6853" y="347708"/>
                  <a:pt x="12756" y="350844"/>
                </a:cubicBezTo>
                <a:lnTo>
                  <a:pt x="20135" y="350844"/>
                </a:lnTo>
                <a:cubicBezTo>
                  <a:pt x="20135" y="341067"/>
                  <a:pt x="20320" y="9760"/>
                  <a:pt x="20135" y="352"/>
                </a:cubicBezTo>
                <a:lnTo>
                  <a:pt x="12756" y="352"/>
                </a:lnTo>
                <a:close/>
              </a:path>
            </a:pathLst>
          </a:custGeom>
          <a:gradFill>
            <a:gsLst>
              <a:gs pos="0">
                <a:srgbClr val="F0F0F0">
                  <a:lumMod val="25000"/>
                </a:srgbClr>
              </a:gs>
              <a:gs pos="1000">
                <a:srgbClr val="2F2F2F">
                  <a:lumMod val="75000"/>
                  <a:lumOff val="25000"/>
                </a:srgbClr>
              </a:gs>
              <a:gs pos="2000">
                <a:srgbClr val="F0F0F0">
                  <a:lumMod val="25000"/>
                </a:srgbClr>
              </a:gs>
              <a:gs pos="21000">
                <a:srgbClr val="FFFFFF">
                  <a:lumMod val="85000"/>
                </a:srgbClr>
              </a:gs>
              <a:gs pos="82000">
                <a:srgbClr val="FFFFFF">
                  <a:lumMod val="85000"/>
                </a:srgbClr>
              </a:gs>
              <a:gs pos="98000">
                <a:srgbClr val="F0F0F0">
                  <a:lumMod val="25000"/>
                </a:srgbClr>
              </a:gs>
              <a:gs pos="99000">
                <a:srgbClr val="2F2F2F">
                  <a:lumMod val="75000"/>
                  <a:lumOff val="2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41" id="41"/>
          <p:cNvSpPr/>
          <p:nvPr/>
        </p:nvSpPr>
        <p:spPr>
          <a:xfrm flipV="true" rot="10800000">
            <a:off x="11295230" y="2279387"/>
            <a:ext cx="17864" cy="492944"/>
          </a:xfrm>
          <a:custGeom>
            <a:avLst/>
            <a:gdLst/>
            <a:ahLst/>
            <a:cxnLst/>
            <a:rect r="r" b="b" t="t" l="l"/>
            <a:pathLst>
              <a:path w="20189" h="557097" stroke="true" fill="norm" extrusionOk="true">
                <a:moveTo>
                  <a:pt x="12700" y="352"/>
                </a:moveTo>
                <a:cubicBezTo>
                  <a:pt x="8457" y="1459"/>
                  <a:pt x="3477" y="4041"/>
                  <a:pt x="894" y="7731"/>
                </a:cubicBezTo>
                <a:cubicBezTo>
                  <a:pt x="341" y="8469"/>
                  <a:pt x="-28" y="10867"/>
                  <a:pt x="-28" y="11605"/>
                </a:cubicBezTo>
                <a:cubicBezTo>
                  <a:pt x="-28" y="47023"/>
                  <a:pt x="-28" y="361727"/>
                  <a:pt x="-28" y="542138"/>
                </a:cubicBezTo>
                <a:cubicBezTo>
                  <a:pt x="-28" y="542876"/>
                  <a:pt x="525" y="546750"/>
                  <a:pt x="894" y="547672"/>
                </a:cubicBezTo>
                <a:cubicBezTo>
                  <a:pt x="3108" y="553022"/>
                  <a:pt x="6797" y="554313"/>
                  <a:pt x="12700" y="557449"/>
                </a:cubicBezTo>
                <a:lnTo>
                  <a:pt x="20079" y="557449"/>
                </a:lnTo>
                <a:cubicBezTo>
                  <a:pt x="20079" y="547672"/>
                  <a:pt x="20263" y="9760"/>
                  <a:pt x="20079" y="352"/>
                </a:cubicBezTo>
                <a:lnTo>
                  <a:pt x="12700" y="352"/>
                </a:lnTo>
                <a:close/>
              </a:path>
            </a:pathLst>
          </a:custGeom>
          <a:gradFill>
            <a:gsLst>
              <a:gs pos="0">
                <a:srgbClr val="F0F0F0">
                  <a:lumMod val="25000"/>
                </a:srgbClr>
              </a:gs>
              <a:gs pos="1000">
                <a:srgbClr val="2F2F2F">
                  <a:lumMod val="75000"/>
                  <a:lumOff val="25000"/>
                </a:srgbClr>
              </a:gs>
              <a:gs pos="2000">
                <a:srgbClr val="F0F0F0">
                  <a:lumMod val="25000"/>
                </a:srgbClr>
              </a:gs>
              <a:gs pos="21000">
                <a:srgbClr val="FFFFFF">
                  <a:lumMod val="85000"/>
                </a:srgbClr>
              </a:gs>
              <a:gs pos="82000">
                <a:srgbClr val="FFFFFF">
                  <a:lumMod val="85000"/>
                </a:srgbClr>
              </a:gs>
              <a:gs pos="98000">
                <a:srgbClr val="F0F0F0">
                  <a:lumMod val="25000"/>
                </a:srgbClr>
              </a:gs>
              <a:gs pos="99000">
                <a:srgbClr val="2F2F2F">
                  <a:lumMod val="75000"/>
                  <a:lumOff val="25000"/>
                </a:srgbClr>
              </a:gs>
              <a:gs pos="100000">
                <a:srgbClr val="2F2F2F">
                  <a:lumMod val="75000"/>
                  <a:lumOff val="25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Freeform 42" id="42"/>
          <p:cNvSpPr/>
          <p:nvPr/>
        </p:nvSpPr>
        <p:spPr>
          <a:xfrm>
            <a:off x="10033561" y="1464886"/>
            <a:ext cx="254633" cy="39174"/>
          </a:xfrm>
          <a:custGeom>
            <a:avLst/>
            <a:gdLst/>
            <a:ahLst/>
            <a:cxnLst/>
            <a:rect r="r" b="b" t="t" l="l"/>
            <a:pathLst>
              <a:path w="287772" h="44272" stroke="true" fill="norm" extrusionOk="true">
                <a:moveTo>
                  <a:pt x="22793" y="98"/>
                </a:moveTo>
                <a:lnTo>
                  <a:pt x="266293" y="98"/>
                </a:lnTo>
                <a:cubicBezTo>
                  <a:pt x="278468" y="98"/>
                  <a:pt x="288429" y="10059"/>
                  <a:pt x="288429" y="22234"/>
                </a:cubicBezTo>
                <a:lnTo>
                  <a:pt x="288429" y="22234"/>
                </a:lnTo>
                <a:cubicBezTo>
                  <a:pt x="288429" y="34409"/>
                  <a:pt x="278468" y="44371"/>
                  <a:pt x="266293" y="44371"/>
                </a:cubicBezTo>
                <a:lnTo>
                  <a:pt x="22793" y="44371"/>
                </a:lnTo>
                <a:cubicBezTo>
                  <a:pt x="10618" y="44371"/>
                  <a:pt x="657" y="34409"/>
                  <a:pt x="657" y="22234"/>
                </a:cubicBezTo>
                <a:lnTo>
                  <a:pt x="657" y="22234"/>
                </a:lnTo>
                <a:cubicBezTo>
                  <a:pt x="657" y="10059"/>
                  <a:pt x="10618" y="98"/>
                  <a:pt x="22793" y="98"/>
                </a:cubicBezTo>
                <a:close/>
              </a:path>
            </a:pathLst>
          </a:custGeom>
          <a:solidFill>
            <a:srgbClr val="1D1C1C">
              <a:alpha val="1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3" id="43"/>
          <p:cNvSpPr/>
          <p:nvPr/>
        </p:nvSpPr>
        <p:spPr>
          <a:xfrm>
            <a:off x="10033561" y="1464886"/>
            <a:ext cx="254633" cy="34277"/>
          </a:xfrm>
          <a:custGeom>
            <a:avLst/>
            <a:gdLst/>
            <a:ahLst/>
            <a:cxnLst/>
            <a:rect r="r" b="b" t="t" l="l"/>
            <a:pathLst>
              <a:path w="287772" h="38738" stroke="true" fill="norm" extrusionOk="true">
                <a:moveTo>
                  <a:pt x="288429" y="35701"/>
                </a:moveTo>
                <a:lnTo>
                  <a:pt x="288429" y="38837"/>
                </a:lnTo>
                <a:lnTo>
                  <a:pt x="657" y="38837"/>
                </a:lnTo>
                <a:lnTo>
                  <a:pt x="657" y="35516"/>
                </a:lnTo>
                <a:lnTo>
                  <a:pt x="288429" y="35516"/>
                </a:lnTo>
                <a:close/>
                <a:moveTo>
                  <a:pt x="288429" y="27584"/>
                </a:moveTo>
                <a:lnTo>
                  <a:pt x="288429" y="30904"/>
                </a:lnTo>
                <a:lnTo>
                  <a:pt x="657" y="30904"/>
                </a:lnTo>
                <a:lnTo>
                  <a:pt x="657" y="27584"/>
                </a:lnTo>
                <a:lnTo>
                  <a:pt x="288429" y="27584"/>
                </a:lnTo>
                <a:close/>
                <a:moveTo>
                  <a:pt x="288429" y="17807"/>
                </a:moveTo>
                <a:lnTo>
                  <a:pt x="288429" y="21128"/>
                </a:lnTo>
                <a:lnTo>
                  <a:pt x="657" y="21128"/>
                </a:lnTo>
                <a:lnTo>
                  <a:pt x="657" y="17807"/>
                </a:lnTo>
                <a:lnTo>
                  <a:pt x="288429" y="17807"/>
                </a:lnTo>
                <a:close/>
                <a:moveTo>
                  <a:pt x="288429" y="9875"/>
                </a:moveTo>
                <a:lnTo>
                  <a:pt x="288429" y="13011"/>
                </a:lnTo>
                <a:lnTo>
                  <a:pt x="657" y="13011"/>
                </a:lnTo>
                <a:lnTo>
                  <a:pt x="657" y="9875"/>
                </a:lnTo>
                <a:lnTo>
                  <a:pt x="288429" y="9875"/>
                </a:lnTo>
                <a:close/>
                <a:moveTo>
                  <a:pt x="288429" y="98"/>
                </a:moveTo>
                <a:lnTo>
                  <a:pt x="288429" y="3418"/>
                </a:lnTo>
                <a:lnTo>
                  <a:pt x="657" y="3418"/>
                </a:lnTo>
                <a:lnTo>
                  <a:pt x="657" y="98"/>
                </a:lnTo>
                <a:lnTo>
                  <a:pt x="288429" y="98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4" id="44"/>
          <p:cNvSpPr/>
          <p:nvPr/>
        </p:nvSpPr>
        <p:spPr>
          <a:xfrm>
            <a:off x="10033561" y="1471416"/>
            <a:ext cx="254633" cy="34277"/>
          </a:xfrm>
          <a:custGeom>
            <a:avLst/>
            <a:gdLst/>
            <a:ahLst/>
            <a:cxnLst/>
            <a:rect r="r" b="b" t="t" l="l"/>
            <a:pathLst>
              <a:path w="287772" h="38738" stroke="true" fill="norm" extrusionOk="true">
                <a:moveTo>
                  <a:pt x="288429" y="35701"/>
                </a:moveTo>
                <a:lnTo>
                  <a:pt x="288429" y="38837"/>
                </a:lnTo>
                <a:lnTo>
                  <a:pt x="657" y="38837"/>
                </a:lnTo>
                <a:lnTo>
                  <a:pt x="657" y="35516"/>
                </a:lnTo>
                <a:lnTo>
                  <a:pt x="288429" y="35516"/>
                </a:lnTo>
                <a:close/>
                <a:moveTo>
                  <a:pt x="288429" y="27584"/>
                </a:moveTo>
                <a:lnTo>
                  <a:pt x="288429" y="30904"/>
                </a:lnTo>
                <a:lnTo>
                  <a:pt x="657" y="30904"/>
                </a:lnTo>
                <a:lnTo>
                  <a:pt x="657" y="27584"/>
                </a:lnTo>
                <a:lnTo>
                  <a:pt x="288429" y="27584"/>
                </a:lnTo>
                <a:close/>
                <a:moveTo>
                  <a:pt x="288429" y="17807"/>
                </a:moveTo>
                <a:lnTo>
                  <a:pt x="288429" y="21128"/>
                </a:lnTo>
                <a:lnTo>
                  <a:pt x="657" y="21128"/>
                </a:lnTo>
                <a:lnTo>
                  <a:pt x="657" y="17807"/>
                </a:lnTo>
                <a:lnTo>
                  <a:pt x="288429" y="17807"/>
                </a:lnTo>
                <a:close/>
                <a:moveTo>
                  <a:pt x="288429" y="9875"/>
                </a:moveTo>
                <a:lnTo>
                  <a:pt x="288429" y="13011"/>
                </a:lnTo>
                <a:lnTo>
                  <a:pt x="657" y="13011"/>
                </a:lnTo>
                <a:lnTo>
                  <a:pt x="657" y="9875"/>
                </a:lnTo>
                <a:lnTo>
                  <a:pt x="288429" y="9875"/>
                </a:lnTo>
                <a:close/>
                <a:moveTo>
                  <a:pt x="288429" y="98"/>
                </a:moveTo>
                <a:lnTo>
                  <a:pt x="288429" y="3418"/>
                </a:lnTo>
                <a:lnTo>
                  <a:pt x="657" y="3418"/>
                </a:lnTo>
                <a:lnTo>
                  <a:pt x="657" y="98"/>
                </a:lnTo>
                <a:lnTo>
                  <a:pt x="288429" y="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5" id="45"/>
          <p:cNvSpPr/>
          <p:nvPr/>
        </p:nvSpPr>
        <p:spPr>
          <a:xfrm>
            <a:off x="10039274" y="1464886"/>
            <a:ext cx="243207" cy="39174"/>
          </a:xfrm>
          <a:custGeom>
            <a:avLst/>
            <a:gdLst/>
            <a:ahLst/>
            <a:cxnLst/>
            <a:rect r="r" b="b" t="t" l="l"/>
            <a:pathLst>
              <a:path w="274859" h="44272" stroke="true" fill="norm" extrusionOk="true">
                <a:moveTo>
                  <a:pt x="3977" y="98"/>
                </a:moveTo>
                <a:lnTo>
                  <a:pt x="3977" y="44371"/>
                </a:lnTo>
                <a:lnTo>
                  <a:pt x="657" y="44371"/>
                </a:lnTo>
                <a:lnTo>
                  <a:pt x="657" y="98"/>
                </a:lnTo>
                <a:lnTo>
                  <a:pt x="3977" y="98"/>
                </a:lnTo>
                <a:close/>
                <a:moveTo>
                  <a:pt x="13754" y="98"/>
                </a:moveTo>
                <a:lnTo>
                  <a:pt x="13754" y="44371"/>
                </a:lnTo>
                <a:lnTo>
                  <a:pt x="10434" y="44371"/>
                </a:lnTo>
                <a:lnTo>
                  <a:pt x="10434" y="98"/>
                </a:lnTo>
                <a:lnTo>
                  <a:pt x="13754" y="98"/>
                </a:lnTo>
                <a:close/>
                <a:moveTo>
                  <a:pt x="21871" y="98"/>
                </a:moveTo>
                <a:lnTo>
                  <a:pt x="21871" y="44371"/>
                </a:lnTo>
                <a:lnTo>
                  <a:pt x="18551" y="44371"/>
                </a:lnTo>
                <a:lnTo>
                  <a:pt x="18551" y="98"/>
                </a:lnTo>
                <a:lnTo>
                  <a:pt x="21871" y="98"/>
                </a:lnTo>
                <a:close/>
                <a:moveTo>
                  <a:pt x="31832" y="98"/>
                </a:moveTo>
                <a:lnTo>
                  <a:pt x="31832" y="44371"/>
                </a:lnTo>
                <a:lnTo>
                  <a:pt x="28512" y="44371"/>
                </a:lnTo>
                <a:lnTo>
                  <a:pt x="28512" y="98"/>
                </a:lnTo>
                <a:lnTo>
                  <a:pt x="31832" y="98"/>
                </a:lnTo>
                <a:close/>
                <a:moveTo>
                  <a:pt x="39949" y="98"/>
                </a:moveTo>
                <a:lnTo>
                  <a:pt x="39949" y="44371"/>
                </a:lnTo>
                <a:lnTo>
                  <a:pt x="36629" y="44371"/>
                </a:lnTo>
                <a:lnTo>
                  <a:pt x="36629" y="98"/>
                </a:lnTo>
                <a:lnTo>
                  <a:pt x="39949" y="98"/>
                </a:lnTo>
                <a:close/>
                <a:moveTo>
                  <a:pt x="49726" y="98"/>
                </a:moveTo>
                <a:lnTo>
                  <a:pt x="49726" y="44371"/>
                </a:lnTo>
                <a:lnTo>
                  <a:pt x="46405" y="44371"/>
                </a:lnTo>
                <a:lnTo>
                  <a:pt x="46405" y="98"/>
                </a:lnTo>
                <a:lnTo>
                  <a:pt x="49726" y="98"/>
                </a:lnTo>
                <a:close/>
                <a:moveTo>
                  <a:pt x="57842" y="98"/>
                </a:moveTo>
                <a:lnTo>
                  <a:pt x="57842" y="44371"/>
                </a:lnTo>
                <a:lnTo>
                  <a:pt x="54707" y="44371"/>
                </a:lnTo>
                <a:lnTo>
                  <a:pt x="54707" y="98"/>
                </a:lnTo>
                <a:lnTo>
                  <a:pt x="57842" y="98"/>
                </a:lnTo>
                <a:close/>
                <a:moveTo>
                  <a:pt x="67804" y="98"/>
                </a:moveTo>
                <a:lnTo>
                  <a:pt x="67804" y="44371"/>
                </a:lnTo>
                <a:lnTo>
                  <a:pt x="64483" y="44371"/>
                </a:lnTo>
                <a:lnTo>
                  <a:pt x="64483" y="98"/>
                </a:lnTo>
                <a:lnTo>
                  <a:pt x="67804" y="98"/>
                </a:lnTo>
                <a:close/>
                <a:moveTo>
                  <a:pt x="75920" y="98"/>
                </a:moveTo>
                <a:lnTo>
                  <a:pt x="75920" y="44371"/>
                </a:lnTo>
                <a:lnTo>
                  <a:pt x="72600" y="44371"/>
                </a:lnTo>
                <a:lnTo>
                  <a:pt x="72600" y="98"/>
                </a:lnTo>
                <a:lnTo>
                  <a:pt x="75920" y="98"/>
                </a:lnTo>
                <a:close/>
                <a:moveTo>
                  <a:pt x="85697" y="98"/>
                </a:moveTo>
                <a:lnTo>
                  <a:pt x="85697" y="44371"/>
                </a:lnTo>
                <a:lnTo>
                  <a:pt x="82377" y="44371"/>
                </a:lnTo>
                <a:lnTo>
                  <a:pt x="82377" y="98"/>
                </a:lnTo>
                <a:lnTo>
                  <a:pt x="85697" y="98"/>
                </a:lnTo>
                <a:close/>
                <a:moveTo>
                  <a:pt x="93998" y="98"/>
                </a:moveTo>
                <a:lnTo>
                  <a:pt x="93998" y="44371"/>
                </a:lnTo>
                <a:lnTo>
                  <a:pt x="90678" y="44371"/>
                </a:lnTo>
                <a:lnTo>
                  <a:pt x="90678" y="98"/>
                </a:lnTo>
                <a:lnTo>
                  <a:pt x="93998" y="98"/>
                </a:lnTo>
                <a:close/>
                <a:moveTo>
                  <a:pt x="103775" y="98"/>
                </a:moveTo>
                <a:lnTo>
                  <a:pt x="103775" y="44371"/>
                </a:lnTo>
                <a:lnTo>
                  <a:pt x="100455" y="44371"/>
                </a:lnTo>
                <a:lnTo>
                  <a:pt x="100455" y="98"/>
                </a:lnTo>
                <a:lnTo>
                  <a:pt x="103775" y="98"/>
                </a:lnTo>
                <a:close/>
                <a:moveTo>
                  <a:pt x="111892" y="98"/>
                </a:moveTo>
                <a:lnTo>
                  <a:pt x="111892" y="44371"/>
                </a:lnTo>
                <a:lnTo>
                  <a:pt x="108572" y="44371"/>
                </a:lnTo>
                <a:lnTo>
                  <a:pt x="108572" y="98"/>
                </a:lnTo>
                <a:lnTo>
                  <a:pt x="111892" y="98"/>
                </a:lnTo>
                <a:close/>
                <a:moveTo>
                  <a:pt x="121669" y="98"/>
                </a:moveTo>
                <a:lnTo>
                  <a:pt x="121669" y="44371"/>
                </a:lnTo>
                <a:lnTo>
                  <a:pt x="118348" y="44371"/>
                </a:lnTo>
                <a:lnTo>
                  <a:pt x="118348" y="98"/>
                </a:lnTo>
                <a:lnTo>
                  <a:pt x="121669" y="98"/>
                </a:lnTo>
                <a:close/>
                <a:moveTo>
                  <a:pt x="131630" y="98"/>
                </a:moveTo>
                <a:lnTo>
                  <a:pt x="131630" y="44371"/>
                </a:lnTo>
                <a:lnTo>
                  <a:pt x="128310" y="44371"/>
                </a:lnTo>
                <a:lnTo>
                  <a:pt x="128310" y="98"/>
                </a:lnTo>
                <a:lnTo>
                  <a:pt x="131630" y="98"/>
                </a:lnTo>
                <a:close/>
                <a:moveTo>
                  <a:pt x="139747" y="98"/>
                </a:moveTo>
                <a:lnTo>
                  <a:pt x="139747" y="44371"/>
                </a:lnTo>
                <a:lnTo>
                  <a:pt x="136426" y="44371"/>
                </a:lnTo>
                <a:lnTo>
                  <a:pt x="136426" y="98"/>
                </a:lnTo>
                <a:lnTo>
                  <a:pt x="139747" y="98"/>
                </a:lnTo>
                <a:close/>
                <a:moveTo>
                  <a:pt x="149524" y="98"/>
                </a:moveTo>
                <a:lnTo>
                  <a:pt x="149524" y="44371"/>
                </a:lnTo>
                <a:lnTo>
                  <a:pt x="146203" y="44371"/>
                </a:lnTo>
                <a:lnTo>
                  <a:pt x="146203" y="98"/>
                </a:lnTo>
                <a:lnTo>
                  <a:pt x="149524" y="98"/>
                </a:lnTo>
                <a:close/>
                <a:moveTo>
                  <a:pt x="157640" y="98"/>
                </a:moveTo>
                <a:lnTo>
                  <a:pt x="157640" y="44371"/>
                </a:lnTo>
                <a:lnTo>
                  <a:pt x="154320" y="44371"/>
                </a:lnTo>
                <a:lnTo>
                  <a:pt x="154320" y="98"/>
                </a:lnTo>
                <a:lnTo>
                  <a:pt x="157640" y="98"/>
                </a:lnTo>
                <a:close/>
                <a:moveTo>
                  <a:pt x="167602" y="98"/>
                </a:moveTo>
                <a:lnTo>
                  <a:pt x="167602" y="44371"/>
                </a:lnTo>
                <a:lnTo>
                  <a:pt x="164281" y="44371"/>
                </a:lnTo>
                <a:lnTo>
                  <a:pt x="164281" y="98"/>
                </a:lnTo>
                <a:lnTo>
                  <a:pt x="167602" y="98"/>
                </a:lnTo>
                <a:close/>
                <a:moveTo>
                  <a:pt x="175718" y="98"/>
                </a:moveTo>
                <a:lnTo>
                  <a:pt x="175718" y="44371"/>
                </a:lnTo>
                <a:lnTo>
                  <a:pt x="172398" y="44371"/>
                </a:lnTo>
                <a:lnTo>
                  <a:pt x="172398" y="98"/>
                </a:lnTo>
                <a:lnTo>
                  <a:pt x="175718" y="98"/>
                </a:lnTo>
                <a:close/>
                <a:moveTo>
                  <a:pt x="185495" y="98"/>
                </a:moveTo>
                <a:lnTo>
                  <a:pt x="185495" y="44371"/>
                </a:lnTo>
                <a:lnTo>
                  <a:pt x="182175" y="44371"/>
                </a:lnTo>
                <a:lnTo>
                  <a:pt x="182175" y="98"/>
                </a:lnTo>
                <a:lnTo>
                  <a:pt x="185495" y="98"/>
                </a:lnTo>
                <a:close/>
                <a:moveTo>
                  <a:pt x="193796" y="98"/>
                </a:moveTo>
                <a:lnTo>
                  <a:pt x="193796" y="44371"/>
                </a:lnTo>
                <a:lnTo>
                  <a:pt x="190476" y="44371"/>
                </a:lnTo>
                <a:lnTo>
                  <a:pt x="190476" y="98"/>
                </a:lnTo>
                <a:lnTo>
                  <a:pt x="193796" y="98"/>
                </a:lnTo>
                <a:close/>
                <a:moveTo>
                  <a:pt x="203573" y="98"/>
                </a:moveTo>
                <a:lnTo>
                  <a:pt x="203573" y="44371"/>
                </a:lnTo>
                <a:lnTo>
                  <a:pt x="200253" y="44371"/>
                </a:lnTo>
                <a:lnTo>
                  <a:pt x="200253" y="98"/>
                </a:lnTo>
                <a:lnTo>
                  <a:pt x="203573" y="98"/>
                </a:lnTo>
                <a:close/>
                <a:moveTo>
                  <a:pt x="211690" y="98"/>
                </a:moveTo>
                <a:lnTo>
                  <a:pt x="211690" y="44371"/>
                </a:lnTo>
                <a:lnTo>
                  <a:pt x="208369" y="44371"/>
                </a:lnTo>
                <a:lnTo>
                  <a:pt x="208369" y="98"/>
                </a:lnTo>
                <a:lnTo>
                  <a:pt x="211690" y="98"/>
                </a:lnTo>
                <a:close/>
                <a:moveTo>
                  <a:pt x="221467" y="98"/>
                </a:moveTo>
                <a:lnTo>
                  <a:pt x="221467" y="44371"/>
                </a:lnTo>
                <a:lnTo>
                  <a:pt x="218146" y="44371"/>
                </a:lnTo>
                <a:lnTo>
                  <a:pt x="218146" y="98"/>
                </a:lnTo>
                <a:lnTo>
                  <a:pt x="221467" y="98"/>
                </a:lnTo>
                <a:close/>
                <a:moveTo>
                  <a:pt x="229768" y="98"/>
                </a:moveTo>
                <a:lnTo>
                  <a:pt x="229768" y="44371"/>
                </a:lnTo>
                <a:lnTo>
                  <a:pt x="226447" y="44371"/>
                </a:lnTo>
                <a:lnTo>
                  <a:pt x="226447" y="98"/>
                </a:lnTo>
                <a:lnTo>
                  <a:pt x="229768" y="98"/>
                </a:lnTo>
                <a:close/>
                <a:moveTo>
                  <a:pt x="239545" y="98"/>
                </a:moveTo>
                <a:lnTo>
                  <a:pt x="239545" y="44371"/>
                </a:lnTo>
                <a:lnTo>
                  <a:pt x="236224" y="44371"/>
                </a:lnTo>
                <a:lnTo>
                  <a:pt x="236224" y="98"/>
                </a:lnTo>
                <a:lnTo>
                  <a:pt x="239545" y="98"/>
                </a:lnTo>
                <a:close/>
                <a:moveTo>
                  <a:pt x="249322" y="98"/>
                </a:moveTo>
                <a:lnTo>
                  <a:pt x="249322" y="44371"/>
                </a:lnTo>
                <a:lnTo>
                  <a:pt x="246001" y="44371"/>
                </a:lnTo>
                <a:lnTo>
                  <a:pt x="246001" y="98"/>
                </a:lnTo>
                <a:lnTo>
                  <a:pt x="249322" y="98"/>
                </a:lnTo>
                <a:close/>
                <a:moveTo>
                  <a:pt x="257438" y="98"/>
                </a:moveTo>
                <a:lnTo>
                  <a:pt x="257438" y="44371"/>
                </a:lnTo>
                <a:lnTo>
                  <a:pt x="254302" y="44371"/>
                </a:lnTo>
                <a:lnTo>
                  <a:pt x="254302" y="98"/>
                </a:lnTo>
                <a:lnTo>
                  <a:pt x="257438" y="98"/>
                </a:lnTo>
                <a:close/>
                <a:moveTo>
                  <a:pt x="267400" y="98"/>
                </a:moveTo>
                <a:lnTo>
                  <a:pt x="267400" y="44371"/>
                </a:lnTo>
                <a:lnTo>
                  <a:pt x="264079" y="44371"/>
                </a:lnTo>
                <a:lnTo>
                  <a:pt x="264079" y="98"/>
                </a:lnTo>
                <a:lnTo>
                  <a:pt x="267400" y="98"/>
                </a:lnTo>
                <a:close/>
                <a:moveTo>
                  <a:pt x="275516" y="98"/>
                </a:moveTo>
                <a:lnTo>
                  <a:pt x="275516" y="44371"/>
                </a:lnTo>
                <a:lnTo>
                  <a:pt x="272196" y="44371"/>
                </a:lnTo>
                <a:lnTo>
                  <a:pt x="272196" y="98"/>
                </a:lnTo>
                <a:lnTo>
                  <a:pt x="275516" y="98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6" id="46"/>
          <p:cNvSpPr/>
          <p:nvPr/>
        </p:nvSpPr>
        <p:spPr>
          <a:xfrm>
            <a:off x="10032581" y="1464886"/>
            <a:ext cx="243207" cy="39174"/>
          </a:xfrm>
          <a:custGeom>
            <a:avLst/>
            <a:gdLst/>
            <a:ahLst/>
            <a:cxnLst/>
            <a:rect r="r" b="b" t="t" l="l"/>
            <a:pathLst>
              <a:path w="274859" h="44272" stroke="true" fill="norm" extrusionOk="true">
                <a:moveTo>
                  <a:pt x="3977" y="98"/>
                </a:moveTo>
                <a:lnTo>
                  <a:pt x="3977" y="44371"/>
                </a:lnTo>
                <a:lnTo>
                  <a:pt x="657" y="44371"/>
                </a:lnTo>
                <a:lnTo>
                  <a:pt x="657" y="98"/>
                </a:lnTo>
                <a:lnTo>
                  <a:pt x="3977" y="98"/>
                </a:lnTo>
                <a:close/>
                <a:moveTo>
                  <a:pt x="13754" y="98"/>
                </a:moveTo>
                <a:lnTo>
                  <a:pt x="13754" y="44371"/>
                </a:lnTo>
                <a:lnTo>
                  <a:pt x="10434" y="44371"/>
                </a:lnTo>
                <a:lnTo>
                  <a:pt x="10434" y="98"/>
                </a:lnTo>
                <a:lnTo>
                  <a:pt x="13754" y="98"/>
                </a:lnTo>
                <a:close/>
                <a:moveTo>
                  <a:pt x="22055" y="98"/>
                </a:moveTo>
                <a:lnTo>
                  <a:pt x="22055" y="44371"/>
                </a:lnTo>
                <a:lnTo>
                  <a:pt x="18735" y="44371"/>
                </a:lnTo>
                <a:lnTo>
                  <a:pt x="18735" y="98"/>
                </a:lnTo>
                <a:lnTo>
                  <a:pt x="22055" y="98"/>
                </a:lnTo>
                <a:close/>
                <a:moveTo>
                  <a:pt x="31832" y="98"/>
                </a:moveTo>
                <a:lnTo>
                  <a:pt x="31832" y="44371"/>
                </a:lnTo>
                <a:lnTo>
                  <a:pt x="28512" y="44371"/>
                </a:lnTo>
                <a:lnTo>
                  <a:pt x="28512" y="98"/>
                </a:lnTo>
                <a:lnTo>
                  <a:pt x="31832" y="98"/>
                </a:lnTo>
                <a:close/>
                <a:moveTo>
                  <a:pt x="39949" y="98"/>
                </a:moveTo>
                <a:lnTo>
                  <a:pt x="39949" y="44371"/>
                </a:lnTo>
                <a:lnTo>
                  <a:pt x="36629" y="44371"/>
                </a:lnTo>
                <a:lnTo>
                  <a:pt x="36629" y="98"/>
                </a:lnTo>
                <a:lnTo>
                  <a:pt x="39949" y="98"/>
                </a:lnTo>
                <a:close/>
                <a:moveTo>
                  <a:pt x="49726" y="98"/>
                </a:moveTo>
                <a:lnTo>
                  <a:pt x="49726" y="44371"/>
                </a:lnTo>
                <a:lnTo>
                  <a:pt x="46405" y="44371"/>
                </a:lnTo>
                <a:lnTo>
                  <a:pt x="46405" y="98"/>
                </a:lnTo>
                <a:lnTo>
                  <a:pt x="49726" y="98"/>
                </a:lnTo>
                <a:close/>
                <a:moveTo>
                  <a:pt x="58027" y="98"/>
                </a:moveTo>
                <a:lnTo>
                  <a:pt x="58027" y="44371"/>
                </a:lnTo>
                <a:lnTo>
                  <a:pt x="54707" y="44371"/>
                </a:lnTo>
                <a:lnTo>
                  <a:pt x="54707" y="98"/>
                </a:lnTo>
                <a:lnTo>
                  <a:pt x="58027" y="98"/>
                </a:lnTo>
                <a:close/>
                <a:moveTo>
                  <a:pt x="67804" y="98"/>
                </a:moveTo>
                <a:lnTo>
                  <a:pt x="67804" y="44371"/>
                </a:lnTo>
                <a:lnTo>
                  <a:pt x="64483" y="44371"/>
                </a:lnTo>
                <a:lnTo>
                  <a:pt x="64483" y="98"/>
                </a:lnTo>
                <a:lnTo>
                  <a:pt x="67804" y="98"/>
                </a:lnTo>
                <a:close/>
                <a:moveTo>
                  <a:pt x="75920" y="98"/>
                </a:moveTo>
                <a:lnTo>
                  <a:pt x="75920" y="44371"/>
                </a:lnTo>
                <a:lnTo>
                  <a:pt x="72600" y="44371"/>
                </a:lnTo>
                <a:lnTo>
                  <a:pt x="72600" y="98"/>
                </a:lnTo>
                <a:lnTo>
                  <a:pt x="75920" y="98"/>
                </a:lnTo>
                <a:close/>
                <a:moveTo>
                  <a:pt x="85697" y="98"/>
                </a:moveTo>
                <a:lnTo>
                  <a:pt x="85697" y="44371"/>
                </a:lnTo>
                <a:lnTo>
                  <a:pt x="82377" y="44371"/>
                </a:lnTo>
                <a:lnTo>
                  <a:pt x="82377" y="98"/>
                </a:lnTo>
                <a:lnTo>
                  <a:pt x="85697" y="98"/>
                </a:lnTo>
                <a:close/>
                <a:moveTo>
                  <a:pt x="93998" y="98"/>
                </a:moveTo>
                <a:lnTo>
                  <a:pt x="93998" y="44371"/>
                </a:lnTo>
                <a:lnTo>
                  <a:pt x="90678" y="44371"/>
                </a:lnTo>
                <a:lnTo>
                  <a:pt x="90678" y="98"/>
                </a:lnTo>
                <a:lnTo>
                  <a:pt x="93998" y="98"/>
                </a:lnTo>
                <a:close/>
                <a:moveTo>
                  <a:pt x="103775" y="98"/>
                </a:moveTo>
                <a:lnTo>
                  <a:pt x="103775" y="44371"/>
                </a:lnTo>
                <a:lnTo>
                  <a:pt x="100455" y="44371"/>
                </a:lnTo>
                <a:lnTo>
                  <a:pt x="100455" y="98"/>
                </a:lnTo>
                <a:lnTo>
                  <a:pt x="103775" y="98"/>
                </a:lnTo>
                <a:close/>
                <a:moveTo>
                  <a:pt x="111892" y="98"/>
                </a:moveTo>
                <a:lnTo>
                  <a:pt x="111892" y="44371"/>
                </a:lnTo>
                <a:lnTo>
                  <a:pt x="108756" y="44371"/>
                </a:lnTo>
                <a:lnTo>
                  <a:pt x="108756" y="98"/>
                </a:lnTo>
                <a:lnTo>
                  <a:pt x="111892" y="98"/>
                </a:lnTo>
                <a:close/>
                <a:moveTo>
                  <a:pt x="121853" y="98"/>
                </a:moveTo>
                <a:lnTo>
                  <a:pt x="121853" y="44371"/>
                </a:lnTo>
                <a:lnTo>
                  <a:pt x="118533" y="44371"/>
                </a:lnTo>
                <a:lnTo>
                  <a:pt x="118533" y="98"/>
                </a:lnTo>
                <a:lnTo>
                  <a:pt x="121853" y="98"/>
                </a:lnTo>
                <a:close/>
                <a:moveTo>
                  <a:pt x="131630" y="98"/>
                </a:moveTo>
                <a:lnTo>
                  <a:pt x="131630" y="44371"/>
                </a:lnTo>
                <a:lnTo>
                  <a:pt x="128310" y="44371"/>
                </a:lnTo>
                <a:lnTo>
                  <a:pt x="128310" y="98"/>
                </a:lnTo>
                <a:lnTo>
                  <a:pt x="131630" y="98"/>
                </a:lnTo>
                <a:close/>
                <a:moveTo>
                  <a:pt x="139747" y="98"/>
                </a:moveTo>
                <a:lnTo>
                  <a:pt x="139747" y="44371"/>
                </a:lnTo>
                <a:lnTo>
                  <a:pt x="136426" y="44371"/>
                </a:lnTo>
                <a:lnTo>
                  <a:pt x="136426" y="98"/>
                </a:lnTo>
                <a:lnTo>
                  <a:pt x="139747" y="98"/>
                </a:lnTo>
                <a:close/>
                <a:moveTo>
                  <a:pt x="149524" y="98"/>
                </a:moveTo>
                <a:lnTo>
                  <a:pt x="149524" y="44371"/>
                </a:lnTo>
                <a:lnTo>
                  <a:pt x="146203" y="44371"/>
                </a:lnTo>
                <a:lnTo>
                  <a:pt x="146203" y="98"/>
                </a:lnTo>
                <a:lnTo>
                  <a:pt x="149524" y="98"/>
                </a:lnTo>
                <a:close/>
                <a:moveTo>
                  <a:pt x="157825" y="98"/>
                </a:moveTo>
                <a:lnTo>
                  <a:pt x="157825" y="44371"/>
                </a:lnTo>
                <a:lnTo>
                  <a:pt x="154504" y="44371"/>
                </a:lnTo>
                <a:lnTo>
                  <a:pt x="154504" y="98"/>
                </a:lnTo>
                <a:lnTo>
                  <a:pt x="157825" y="98"/>
                </a:lnTo>
                <a:close/>
                <a:moveTo>
                  <a:pt x="167602" y="98"/>
                </a:moveTo>
                <a:lnTo>
                  <a:pt x="167602" y="44371"/>
                </a:lnTo>
                <a:lnTo>
                  <a:pt x="164281" y="44371"/>
                </a:lnTo>
                <a:lnTo>
                  <a:pt x="164281" y="98"/>
                </a:lnTo>
                <a:lnTo>
                  <a:pt x="167602" y="98"/>
                </a:lnTo>
                <a:close/>
                <a:moveTo>
                  <a:pt x="175718" y="98"/>
                </a:moveTo>
                <a:lnTo>
                  <a:pt x="175718" y="44371"/>
                </a:lnTo>
                <a:lnTo>
                  <a:pt x="172398" y="44371"/>
                </a:lnTo>
                <a:lnTo>
                  <a:pt x="172398" y="98"/>
                </a:lnTo>
                <a:lnTo>
                  <a:pt x="175718" y="98"/>
                </a:lnTo>
                <a:close/>
                <a:moveTo>
                  <a:pt x="185495" y="98"/>
                </a:moveTo>
                <a:lnTo>
                  <a:pt x="185495" y="44371"/>
                </a:lnTo>
                <a:lnTo>
                  <a:pt x="182175" y="44371"/>
                </a:lnTo>
                <a:lnTo>
                  <a:pt x="182175" y="98"/>
                </a:lnTo>
                <a:lnTo>
                  <a:pt x="185495" y="98"/>
                </a:lnTo>
                <a:close/>
                <a:moveTo>
                  <a:pt x="193796" y="98"/>
                </a:moveTo>
                <a:lnTo>
                  <a:pt x="193796" y="44371"/>
                </a:lnTo>
                <a:lnTo>
                  <a:pt x="190476" y="44371"/>
                </a:lnTo>
                <a:lnTo>
                  <a:pt x="190476" y="98"/>
                </a:lnTo>
                <a:lnTo>
                  <a:pt x="193796" y="98"/>
                </a:lnTo>
                <a:close/>
                <a:moveTo>
                  <a:pt x="203573" y="98"/>
                </a:moveTo>
                <a:lnTo>
                  <a:pt x="203573" y="44371"/>
                </a:lnTo>
                <a:lnTo>
                  <a:pt x="200253" y="44371"/>
                </a:lnTo>
                <a:lnTo>
                  <a:pt x="200253" y="98"/>
                </a:lnTo>
                <a:lnTo>
                  <a:pt x="203573" y="98"/>
                </a:lnTo>
                <a:close/>
                <a:moveTo>
                  <a:pt x="211690" y="98"/>
                </a:moveTo>
                <a:lnTo>
                  <a:pt x="211690" y="44371"/>
                </a:lnTo>
                <a:lnTo>
                  <a:pt x="208369" y="44371"/>
                </a:lnTo>
                <a:lnTo>
                  <a:pt x="208369" y="98"/>
                </a:lnTo>
                <a:lnTo>
                  <a:pt x="211690" y="98"/>
                </a:lnTo>
                <a:close/>
                <a:moveTo>
                  <a:pt x="221651" y="98"/>
                </a:moveTo>
                <a:lnTo>
                  <a:pt x="221651" y="44371"/>
                </a:lnTo>
                <a:lnTo>
                  <a:pt x="218331" y="44371"/>
                </a:lnTo>
                <a:lnTo>
                  <a:pt x="218331" y="98"/>
                </a:lnTo>
                <a:lnTo>
                  <a:pt x="221651" y="98"/>
                </a:lnTo>
                <a:close/>
                <a:moveTo>
                  <a:pt x="229768" y="98"/>
                </a:moveTo>
                <a:lnTo>
                  <a:pt x="229768" y="44371"/>
                </a:lnTo>
                <a:lnTo>
                  <a:pt x="226447" y="44371"/>
                </a:lnTo>
                <a:lnTo>
                  <a:pt x="226447" y="98"/>
                </a:lnTo>
                <a:lnTo>
                  <a:pt x="229768" y="98"/>
                </a:lnTo>
                <a:close/>
                <a:moveTo>
                  <a:pt x="239545" y="98"/>
                </a:moveTo>
                <a:lnTo>
                  <a:pt x="239545" y="44371"/>
                </a:lnTo>
                <a:lnTo>
                  <a:pt x="236224" y="44371"/>
                </a:lnTo>
                <a:lnTo>
                  <a:pt x="236224" y="98"/>
                </a:lnTo>
                <a:lnTo>
                  <a:pt x="239545" y="98"/>
                </a:lnTo>
                <a:close/>
                <a:moveTo>
                  <a:pt x="249322" y="98"/>
                </a:moveTo>
                <a:lnTo>
                  <a:pt x="249322" y="44371"/>
                </a:lnTo>
                <a:lnTo>
                  <a:pt x="246001" y="44371"/>
                </a:lnTo>
                <a:lnTo>
                  <a:pt x="246001" y="98"/>
                </a:lnTo>
                <a:lnTo>
                  <a:pt x="249322" y="98"/>
                </a:lnTo>
                <a:close/>
                <a:moveTo>
                  <a:pt x="257623" y="98"/>
                </a:moveTo>
                <a:lnTo>
                  <a:pt x="257623" y="44371"/>
                </a:lnTo>
                <a:lnTo>
                  <a:pt x="254302" y="44371"/>
                </a:lnTo>
                <a:lnTo>
                  <a:pt x="254302" y="98"/>
                </a:lnTo>
                <a:lnTo>
                  <a:pt x="257623" y="98"/>
                </a:lnTo>
                <a:close/>
                <a:moveTo>
                  <a:pt x="267400" y="98"/>
                </a:moveTo>
                <a:lnTo>
                  <a:pt x="267400" y="44371"/>
                </a:lnTo>
                <a:lnTo>
                  <a:pt x="264079" y="44371"/>
                </a:lnTo>
                <a:lnTo>
                  <a:pt x="264079" y="98"/>
                </a:lnTo>
                <a:lnTo>
                  <a:pt x="267400" y="98"/>
                </a:lnTo>
                <a:close/>
                <a:moveTo>
                  <a:pt x="275516" y="98"/>
                </a:moveTo>
                <a:lnTo>
                  <a:pt x="275516" y="44371"/>
                </a:lnTo>
                <a:lnTo>
                  <a:pt x="272196" y="44371"/>
                </a:lnTo>
                <a:lnTo>
                  <a:pt x="272196" y="98"/>
                </a:lnTo>
                <a:lnTo>
                  <a:pt x="275516" y="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7" id="47"/>
          <p:cNvSpPr/>
          <p:nvPr/>
        </p:nvSpPr>
        <p:spPr>
          <a:xfrm>
            <a:off x="10033561" y="1464886"/>
            <a:ext cx="254633" cy="39174"/>
          </a:xfrm>
          <a:custGeom>
            <a:avLst/>
            <a:gdLst/>
            <a:ahLst/>
            <a:cxnLst/>
            <a:rect r="r" b="b" t="t" l="l"/>
            <a:pathLst>
              <a:path w="287772" h="44272" stroke="true" fill="norm" extrusionOk="true">
                <a:moveTo>
                  <a:pt x="22793" y="98"/>
                </a:moveTo>
                <a:lnTo>
                  <a:pt x="266293" y="98"/>
                </a:lnTo>
                <a:cubicBezTo>
                  <a:pt x="278468" y="98"/>
                  <a:pt x="288429" y="10059"/>
                  <a:pt x="288429" y="22234"/>
                </a:cubicBezTo>
                <a:lnTo>
                  <a:pt x="288429" y="22234"/>
                </a:lnTo>
                <a:cubicBezTo>
                  <a:pt x="288429" y="34409"/>
                  <a:pt x="278468" y="44371"/>
                  <a:pt x="266293" y="44371"/>
                </a:cubicBezTo>
                <a:lnTo>
                  <a:pt x="22793" y="44371"/>
                </a:lnTo>
                <a:cubicBezTo>
                  <a:pt x="10618" y="44371"/>
                  <a:pt x="657" y="34409"/>
                  <a:pt x="657" y="22234"/>
                </a:cubicBezTo>
                <a:lnTo>
                  <a:pt x="657" y="22234"/>
                </a:lnTo>
                <a:cubicBezTo>
                  <a:pt x="657" y="10059"/>
                  <a:pt x="10618" y="98"/>
                  <a:pt x="22793" y="98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8" id="48"/>
          <p:cNvSpPr/>
          <p:nvPr/>
        </p:nvSpPr>
        <p:spPr>
          <a:xfrm>
            <a:off x="10351852" y="1446932"/>
            <a:ext cx="68555" cy="68555"/>
          </a:xfrm>
          <a:custGeom>
            <a:avLst/>
            <a:gdLst/>
            <a:ahLst/>
            <a:cxnLst/>
            <a:rect r="r" b="b" t="t" l="l"/>
            <a:pathLst>
              <a:path w="77477" h="77477" stroke="true" fill="norm" extrusionOk="true">
                <a:moveTo>
                  <a:pt x="78329" y="38826"/>
                </a:moveTo>
                <a:cubicBezTo>
                  <a:pt x="78329" y="60220"/>
                  <a:pt x="60985" y="77564"/>
                  <a:pt x="39591" y="77564"/>
                </a:cubicBezTo>
                <a:cubicBezTo>
                  <a:pt x="18196" y="77564"/>
                  <a:pt x="852" y="60220"/>
                  <a:pt x="852" y="38826"/>
                </a:cubicBezTo>
                <a:cubicBezTo>
                  <a:pt x="852" y="17431"/>
                  <a:pt x="18196" y="87"/>
                  <a:pt x="39591" y="87"/>
                </a:cubicBezTo>
                <a:cubicBezTo>
                  <a:pt x="60985" y="87"/>
                  <a:pt x="78329" y="17431"/>
                  <a:pt x="78329" y="38826"/>
                </a:cubicBezTo>
                <a:close/>
              </a:path>
            </a:pathLst>
          </a:custGeom>
          <a:solidFill>
            <a:srgbClr val="434343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9" id="49"/>
          <p:cNvSpPr/>
          <p:nvPr/>
        </p:nvSpPr>
        <p:spPr>
          <a:xfrm>
            <a:off x="10368175" y="1463255"/>
            <a:ext cx="35910" cy="35910"/>
          </a:xfrm>
          <a:custGeom>
            <a:avLst/>
            <a:gdLst/>
            <a:ahLst/>
            <a:cxnLst/>
            <a:rect r="r" b="b" t="t" l="l"/>
            <a:pathLst>
              <a:path w="40583" h="40583" stroke="true" fill="norm" extrusionOk="true">
                <a:moveTo>
                  <a:pt x="41435" y="20379"/>
                </a:moveTo>
                <a:cubicBezTo>
                  <a:pt x="41435" y="31585"/>
                  <a:pt x="32350" y="40670"/>
                  <a:pt x="21144" y="40670"/>
                </a:cubicBezTo>
                <a:cubicBezTo>
                  <a:pt x="9937" y="40670"/>
                  <a:pt x="852" y="31585"/>
                  <a:pt x="852" y="20379"/>
                </a:cubicBezTo>
                <a:cubicBezTo>
                  <a:pt x="852" y="9172"/>
                  <a:pt x="9937" y="87"/>
                  <a:pt x="21144" y="87"/>
                </a:cubicBezTo>
                <a:cubicBezTo>
                  <a:pt x="32350" y="87"/>
                  <a:pt x="41435" y="9172"/>
                  <a:pt x="41435" y="20379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0" id="50"/>
          <p:cNvSpPr/>
          <p:nvPr/>
        </p:nvSpPr>
        <p:spPr>
          <a:xfrm>
            <a:off x="10368175" y="1463255"/>
            <a:ext cx="35910" cy="35910"/>
          </a:xfrm>
          <a:custGeom>
            <a:avLst/>
            <a:gdLst/>
            <a:ahLst/>
            <a:cxnLst/>
            <a:rect r="r" b="b" t="t" l="l"/>
            <a:pathLst>
              <a:path w="40583" h="40583" stroke="true" fill="norm" extrusionOk="true">
                <a:moveTo>
                  <a:pt x="41435" y="20379"/>
                </a:moveTo>
                <a:cubicBezTo>
                  <a:pt x="41435" y="31585"/>
                  <a:pt x="32350" y="40670"/>
                  <a:pt x="21144" y="40670"/>
                </a:cubicBezTo>
                <a:cubicBezTo>
                  <a:pt x="9937" y="40670"/>
                  <a:pt x="852" y="31585"/>
                  <a:pt x="852" y="20379"/>
                </a:cubicBezTo>
                <a:cubicBezTo>
                  <a:pt x="852" y="9172"/>
                  <a:pt x="9937" y="87"/>
                  <a:pt x="21144" y="87"/>
                </a:cubicBezTo>
                <a:cubicBezTo>
                  <a:pt x="32350" y="87"/>
                  <a:pt x="41435" y="9172"/>
                  <a:pt x="41435" y="20379"/>
                </a:cubicBezTo>
                <a:close/>
              </a:path>
            </a:pathLst>
          </a:custGeom>
          <a:solidFill>
            <a:srgbClr val="2A4893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1" id="51"/>
          <p:cNvSpPr/>
          <p:nvPr/>
        </p:nvSpPr>
        <p:spPr>
          <a:xfrm>
            <a:off x="10365721" y="1463279"/>
            <a:ext cx="12279" cy="29397"/>
          </a:xfrm>
          <a:custGeom>
            <a:avLst/>
            <a:gdLst/>
            <a:ahLst/>
            <a:cxnLst/>
            <a:rect r="r" b="b" t="t" l="l"/>
            <a:pathLst>
              <a:path w="13877" h="33223" stroke="true" fill="norm" extrusionOk="true">
                <a:moveTo>
                  <a:pt x="10266" y="14079"/>
                </a:moveTo>
                <a:cubicBezTo>
                  <a:pt x="12111" y="6885"/>
                  <a:pt x="17092" y="1351"/>
                  <a:pt x="13402" y="428"/>
                </a:cubicBezTo>
                <a:cubicBezTo>
                  <a:pt x="9713" y="-494"/>
                  <a:pt x="8606" y="-494"/>
                  <a:pt x="3072" y="13157"/>
                </a:cubicBezTo>
                <a:cubicBezTo>
                  <a:pt x="-2462" y="26807"/>
                  <a:pt x="3626" y="32342"/>
                  <a:pt x="7499" y="33264"/>
                </a:cubicBezTo>
                <a:cubicBezTo>
                  <a:pt x="11373" y="34186"/>
                  <a:pt x="8422" y="21273"/>
                  <a:pt x="10266" y="14079"/>
                </a:cubicBezTo>
                <a:close/>
              </a:path>
            </a:pathLst>
          </a:custGeom>
          <a:solidFill>
            <a:srgbClr val="3E89CC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2" id="52"/>
          <p:cNvSpPr/>
          <p:nvPr/>
        </p:nvSpPr>
        <p:spPr>
          <a:xfrm>
            <a:off x="10389394" y="1463255"/>
            <a:ext cx="21219" cy="27748"/>
          </a:xfrm>
          <a:custGeom>
            <a:avLst/>
            <a:gdLst/>
            <a:ahLst/>
            <a:cxnLst/>
            <a:rect r="r" b="b" t="t" l="l"/>
            <a:pathLst>
              <a:path w="23981" h="31359" stroke="true" fill="norm" extrusionOk="true">
                <a:moveTo>
                  <a:pt x="24833" y="15767"/>
                </a:moveTo>
                <a:cubicBezTo>
                  <a:pt x="24833" y="24427"/>
                  <a:pt x="19465" y="31447"/>
                  <a:pt x="12843" y="31447"/>
                </a:cubicBezTo>
                <a:cubicBezTo>
                  <a:pt x="6220" y="31447"/>
                  <a:pt x="852" y="24427"/>
                  <a:pt x="852" y="15767"/>
                </a:cubicBezTo>
                <a:cubicBezTo>
                  <a:pt x="852" y="7107"/>
                  <a:pt x="6220" y="87"/>
                  <a:pt x="12843" y="87"/>
                </a:cubicBezTo>
                <a:cubicBezTo>
                  <a:pt x="19465" y="87"/>
                  <a:pt x="24833" y="7107"/>
                  <a:pt x="24833" y="15767"/>
                </a:cubicBezTo>
                <a:close/>
              </a:path>
            </a:pathLst>
          </a:custGeom>
          <a:solidFill>
            <a:srgbClr val="1C5894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3" id="53"/>
          <p:cNvSpPr/>
          <p:nvPr/>
        </p:nvSpPr>
        <p:spPr>
          <a:xfrm rot="20640160">
            <a:off x="10373732" y="1485301"/>
            <a:ext cx="31992" cy="20893"/>
          </a:xfrm>
          <a:custGeom>
            <a:avLst/>
            <a:gdLst/>
            <a:ahLst/>
            <a:cxnLst/>
            <a:rect r="r" b="b" t="t" l="l"/>
            <a:pathLst>
              <a:path w="36156" h="23612" stroke="true" fill="norm" extrusionOk="true">
                <a:moveTo>
                  <a:pt x="37009" y="11893"/>
                </a:moveTo>
                <a:cubicBezTo>
                  <a:pt x="37009" y="18414"/>
                  <a:pt x="28915" y="23700"/>
                  <a:pt x="18930" y="23700"/>
                </a:cubicBezTo>
                <a:cubicBezTo>
                  <a:pt x="8946" y="23700"/>
                  <a:pt x="852" y="18414"/>
                  <a:pt x="852" y="11893"/>
                </a:cubicBezTo>
                <a:cubicBezTo>
                  <a:pt x="852" y="5373"/>
                  <a:pt x="8946" y="87"/>
                  <a:pt x="18930" y="87"/>
                </a:cubicBezTo>
                <a:cubicBezTo>
                  <a:pt x="28915" y="87"/>
                  <a:pt x="37009" y="5373"/>
                  <a:pt x="37009" y="11893"/>
                </a:cubicBezTo>
                <a:close/>
              </a:path>
            </a:pathLst>
          </a:custGeom>
          <a:solidFill>
            <a:srgbClr val="0A152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4" id="54"/>
          <p:cNvSpPr/>
          <p:nvPr/>
        </p:nvSpPr>
        <p:spPr>
          <a:xfrm>
            <a:off x="8412476" y="5858563"/>
            <a:ext cx="3495172" cy="182615"/>
          </a:xfrm>
          <a:prstGeom prst="ellipse">
            <a:avLst/>
          </a:prstGeom>
          <a:solidFill>
            <a:srgbClr val="2F2F2F">
              <a:alpha val="50000"/>
              <a:lumMod val="90000"/>
              <a:lumOff val="1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5" id="55"/>
          <p:cNvSpPr/>
          <p:nvPr/>
        </p:nvSpPr>
        <p:spPr>
          <a:xfrm>
            <a:off x="9147404" y="1432242"/>
            <a:ext cx="2026620" cy="4387204"/>
          </a:xfrm>
          <a:custGeom>
            <a:avLst/>
            <a:gdLst/>
            <a:ahLst/>
            <a:cxnLst/>
            <a:rect r="r" b="b" t="t" l="l"/>
            <a:pathLst>
              <a:path w="2290370" h="4958166" stroke="true" fill="norm" extrusionOk="true">
                <a:moveTo>
                  <a:pt x="531201" y="78"/>
                </a:moveTo>
                <a:cubicBezTo>
                  <a:pt x="549464" y="78"/>
                  <a:pt x="563852" y="15020"/>
                  <a:pt x="564406" y="33282"/>
                </a:cubicBezTo>
                <a:cubicBezTo>
                  <a:pt x="565328" y="69992"/>
                  <a:pt x="571046" y="89361"/>
                  <a:pt x="580639" y="107439"/>
                </a:cubicBezTo>
                <a:cubicBezTo>
                  <a:pt x="591338" y="127362"/>
                  <a:pt x="606834" y="142857"/>
                  <a:pt x="626572" y="153372"/>
                </a:cubicBezTo>
                <a:cubicBezTo>
                  <a:pt x="646494" y="164071"/>
                  <a:pt x="667708" y="169605"/>
                  <a:pt x="711981" y="169605"/>
                </a:cubicBezTo>
                <a:lnTo>
                  <a:pt x="711981" y="169605"/>
                </a:lnTo>
                <a:lnTo>
                  <a:pt x="1578618" y="169605"/>
                </a:lnTo>
                <a:cubicBezTo>
                  <a:pt x="1622890" y="169605"/>
                  <a:pt x="1644289" y="163887"/>
                  <a:pt x="1664027" y="153372"/>
                </a:cubicBezTo>
                <a:cubicBezTo>
                  <a:pt x="1683950" y="142673"/>
                  <a:pt x="1699445" y="127177"/>
                  <a:pt x="1709960" y="107439"/>
                </a:cubicBezTo>
                <a:cubicBezTo>
                  <a:pt x="1719552" y="89361"/>
                  <a:pt x="1725086" y="69992"/>
                  <a:pt x="1726193" y="33282"/>
                </a:cubicBezTo>
                <a:cubicBezTo>
                  <a:pt x="1726747" y="15020"/>
                  <a:pt x="1741135" y="78"/>
                  <a:pt x="1759398" y="78"/>
                </a:cubicBezTo>
                <a:lnTo>
                  <a:pt x="1759398" y="78"/>
                </a:lnTo>
                <a:lnTo>
                  <a:pt x="2013965" y="78"/>
                </a:lnTo>
                <a:cubicBezTo>
                  <a:pt x="2110258" y="78"/>
                  <a:pt x="2145123" y="10039"/>
                  <a:pt x="2180172" y="28855"/>
                </a:cubicBezTo>
                <a:cubicBezTo>
                  <a:pt x="2215221" y="47671"/>
                  <a:pt x="2242892" y="75341"/>
                  <a:pt x="2261708" y="110391"/>
                </a:cubicBezTo>
                <a:cubicBezTo>
                  <a:pt x="2280524" y="145624"/>
                  <a:pt x="2290485" y="180489"/>
                  <a:pt x="2290485" y="276597"/>
                </a:cubicBezTo>
                <a:lnTo>
                  <a:pt x="2290485" y="4681725"/>
                </a:lnTo>
                <a:cubicBezTo>
                  <a:pt x="2290485" y="4778018"/>
                  <a:pt x="2280524" y="4812883"/>
                  <a:pt x="2261708" y="4847932"/>
                </a:cubicBezTo>
                <a:cubicBezTo>
                  <a:pt x="2242892" y="4883165"/>
                  <a:pt x="2215221" y="4910651"/>
                  <a:pt x="2180172" y="4929467"/>
                </a:cubicBezTo>
                <a:cubicBezTo>
                  <a:pt x="2144939" y="4948283"/>
                  <a:pt x="2110074" y="4958244"/>
                  <a:pt x="2013965" y="4958244"/>
                </a:cubicBezTo>
                <a:lnTo>
                  <a:pt x="276633" y="4958244"/>
                </a:lnTo>
                <a:cubicBezTo>
                  <a:pt x="180341" y="4958244"/>
                  <a:pt x="145476" y="4948283"/>
                  <a:pt x="110427" y="4929467"/>
                </a:cubicBezTo>
                <a:cubicBezTo>
                  <a:pt x="75193" y="4910651"/>
                  <a:pt x="47707" y="4882981"/>
                  <a:pt x="28891" y="4847932"/>
                </a:cubicBezTo>
                <a:cubicBezTo>
                  <a:pt x="10075" y="4812883"/>
                  <a:pt x="114" y="4777833"/>
                  <a:pt x="114" y="4681725"/>
                </a:cubicBezTo>
                <a:lnTo>
                  <a:pt x="114" y="276782"/>
                </a:lnTo>
                <a:cubicBezTo>
                  <a:pt x="114" y="180489"/>
                  <a:pt x="10075" y="145624"/>
                  <a:pt x="28891" y="110575"/>
                </a:cubicBezTo>
                <a:cubicBezTo>
                  <a:pt x="47707" y="75526"/>
                  <a:pt x="75377" y="47856"/>
                  <a:pt x="110427" y="29040"/>
                </a:cubicBezTo>
                <a:cubicBezTo>
                  <a:pt x="145476" y="10224"/>
                  <a:pt x="180341" y="78"/>
                  <a:pt x="276633" y="78"/>
                </a:cubicBezTo>
                <a:lnTo>
                  <a:pt x="531201" y="78"/>
                </a:lnTo>
                <a:close/>
              </a:path>
            </a:pathLst>
          </a:custGeom>
          <a:blipFill>
            <a:blip r:embed="rId2"/>
            <a:srcRect/>
            <a:stretch>
              <a:fillRect t="0" l="-143022" b="0" r="-143022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教育应用</a:t>
            </a:r>
          </a:p>
        </p:txBody>
      </p:sp>
      <p:pic>
        <p:nvPicPr>
          <p:cNvPr name="image12.png" id="3"/>
          <p:cNvPicPr>
            <a:picLocks noChangeAspect="true"/>
          </p:cNvPicPr>
          <p:nvPr/>
        </p:nvPicPr>
        <p:blipFill>
          <a:blip r:embed="rId2"/>
          <a:srcRect l="16275" r="16275"/>
          <a:stretch>
            <a:fillRect/>
          </a:stretch>
        </p:blipFill>
        <p:spPr>
          <a:xfrm>
            <a:off x="6623716" y="1195613"/>
            <a:ext cx="4787186" cy="4729806"/>
          </a:xfrm>
          <a:custGeom>
            <a:pathLst>
              <a:path w="4787186" h="4729806" stroke="true" fill="norm" extrusionOk="true">
                <a:moveTo>
                  <a:pt x="2393592" y="694350"/>
                </a:moveTo>
                <a:cubicBezTo>
                  <a:pt x="2622304" y="694350"/>
                  <a:pt x="2807712" y="879757"/>
                  <a:pt x="2807712" y="1108470"/>
                </a:cubicBezTo>
                <a:cubicBezTo>
                  <a:pt x="2807712" y="2177542"/>
                  <a:pt x="2807711" y="3246614"/>
                  <a:pt x="2807711" y="4315686"/>
                </a:cubicBezTo>
                <a:cubicBezTo>
                  <a:pt x="2807711" y="4544399"/>
                  <a:pt x="2622303" y="4729806"/>
                  <a:pt x="2393591" y="4729806"/>
                </a:cubicBezTo>
                <a:lnTo>
                  <a:pt x="2393592" y="4729805"/>
                </a:lnTo>
                <a:cubicBezTo>
                  <a:pt x="2164880" y="4729805"/>
                  <a:pt x="1979472" y="4544398"/>
                  <a:pt x="1979472" y="4315685"/>
                </a:cubicBezTo>
                <a:lnTo>
                  <a:pt x="1979472" y="1108470"/>
                </a:lnTo>
                <a:cubicBezTo>
                  <a:pt x="1979472" y="879757"/>
                  <a:pt x="2164880" y="694350"/>
                  <a:pt x="2393592" y="694350"/>
                </a:cubicBezTo>
                <a:close/>
                <a:moveTo>
                  <a:pt x="4373066" y="534838"/>
                </a:moveTo>
                <a:cubicBezTo>
                  <a:pt x="4601779" y="534838"/>
                  <a:pt x="4787186" y="720246"/>
                  <a:pt x="4787186" y="948957"/>
                </a:cubicBezTo>
                <a:cubicBezTo>
                  <a:pt x="4787186" y="2044615"/>
                  <a:pt x="4787185" y="3140272"/>
                  <a:pt x="4787185" y="4235930"/>
                </a:cubicBezTo>
                <a:cubicBezTo>
                  <a:pt x="4787185" y="4464642"/>
                  <a:pt x="4601777" y="4650050"/>
                  <a:pt x="4373065" y="4650050"/>
                </a:cubicBezTo>
                <a:lnTo>
                  <a:pt x="4373066" y="4650049"/>
                </a:lnTo>
                <a:cubicBezTo>
                  <a:pt x="4144354" y="4650049"/>
                  <a:pt x="3958946" y="4464641"/>
                  <a:pt x="3958946" y="4235929"/>
                </a:cubicBezTo>
                <a:lnTo>
                  <a:pt x="3958946" y="948957"/>
                </a:lnTo>
                <a:cubicBezTo>
                  <a:pt x="3958946" y="720246"/>
                  <a:pt x="4144354" y="534838"/>
                  <a:pt x="4373066" y="534838"/>
                </a:cubicBezTo>
                <a:close/>
                <a:moveTo>
                  <a:pt x="414120" y="534838"/>
                </a:moveTo>
                <a:cubicBezTo>
                  <a:pt x="642832" y="534838"/>
                  <a:pt x="828240" y="720246"/>
                  <a:pt x="828240" y="948957"/>
                </a:cubicBezTo>
                <a:cubicBezTo>
                  <a:pt x="828240" y="2044615"/>
                  <a:pt x="828239" y="3140272"/>
                  <a:pt x="828239" y="4235930"/>
                </a:cubicBezTo>
                <a:cubicBezTo>
                  <a:pt x="828239" y="4464642"/>
                  <a:pt x="642831" y="4650050"/>
                  <a:pt x="414119" y="4650050"/>
                </a:cubicBezTo>
                <a:lnTo>
                  <a:pt x="414120" y="4650049"/>
                </a:lnTo>
                <a:cubicBezTo>
                  <a:pt x="185408" y="4650049"/>
                  <a:pt x="0" y="4464641"/>
                  <a:pt x="0" y="4235929"/>
                </a:cubicBezTo>
                <a:lnTo>
                  <a:pt x="0" y="948957"/>
                </a:lnTo>
                <a:cubicBezTo>
                  <a:pt x="0" y="720246"/>
                  <a:pt x="185408" y="534838"/>
                  <a:pt x="414120" y="534838"/>
                </a:cubicBezTo>
                <a:close/>
                <a:moveTo>
                  <a:pt x="3383328" y="312349"/>
                </a:moveTo>
                <a:cubicBezTo>
                  <a:pt x="3612040" y="312349"/>
                  <a:pt x="3797448" y="497757"/>
                  <a:pt x="3797448" y="726469"/>
                </a:cubicBezTo>
                <a:cubicBezTo>
                  <a:pt x="3797448" y="1822127"/>
                  <a:pt x="3797447" y="2917784"/>
                  <a:pt x="3797447" y="4013442"/>
                </a:cubicBezTo>
                <a:cubicBezTo>
                  <a:pt x="3797447" y="4242155"/>
                  <a:pt x="3612039" y="4427562"/>
                  <a:pt x="3383327" y="4427562"/>
                </a:cubicBezTo>
                <a:lnTo>
                  <a:pt x="3383328" y="4427561"/>
                </a:lnTo>
                <a:cubicBezTo>
                  <a:pt x="3154616" y="4427561"/>
                  <a:pt x="2969208" y="4242154"/>
                  <a:pt x="2969208" y="4013441"/>
                </a:cubicBezTo>
                <a:lnTo>
                  <a:pt x="2969208" y="726469"/>
                </a:lnTo>
                <a:cubicBezTo>
                  <a:pt x="2969208" y="497757"/>
                  <a:pt x="3154616" y="312349"/>
                  <a:pt x="3383328" y="312349"/>
                </a:cubicBezTo>
                <a:close/>
                <a:moveTo>
                  <a:pt x="1403856" y="0"/>
                </a:moveTo>
                <a:cubicBezTo>
                  <a:pt x="1632568" y="0"/>
                  <a:pt x="1817976" y="185408"/>
                  <a:pt x="1817976" y="414120"/>
                </a:cubicBezTo>
                <a:cubicBezTo>
                  <a:pt x="1817976" y="1509778"/>
                  <a:pt x="1817975" y="2605435"/>
                  <a:pt x="1817975" y="3701093"/>
                </a:cubicBezTo>
                <a:cubicBezTo>
                  <a:pt x="1817975" y="3929805"/>
                  <a:pt x="1632567" y="4115213"/>
                  <a:pt x="1403855" y="4115213"/>
                </a:cubicBezTo>
                <a:lnTo>
                  <a:pt x="1403856" y="4115212"/>
                </a:lnTo>
                <a:cubicBezTo>
                  <a:pt x="1175144" y="4115212"/>
                  <a:pt x="989736" y="3929804"/>
                  <a:pt x="989736" y="3701092"/>
                </a:cubicBezTo>
                <a:lnTo>
                  <a:pt x="989736" y="414120"/>
                </a:lnTo>
                <a:cubicBezTo>
                  <a:pt x="989736" y="185408"/>
                  <a:pt x="1175144" y="0"/>
                  <a:pt x="1403856" y="0"/>
                </a:cubicBezTo>
                <a:close/>
              </a:path>
            </a:pathLst>
          </a:custGeom>
          <a:solidFill>
            <a:srgbClr val="2196F3">
              <a:lumMod val="40000"/>
              <a:lumOff val="60000"/>
            </a:srgbClr>
          </a:solidFill>
        </p:spPr>
      </p:pic>
      <p:cxnSp>
        <p:nvCxnSpPr>
          <p:cNvPr name="Connector 4" id="4"/>
          <p:cNvCxnSpPr/>
          <p:nvPr/>
        </p:nvCxnSpPr>
        <p:spPr>
          <a:xfrm>
            <a:off x="1597906" y="1793026"/>
            <a:ext cx="0" cy="447427"/>
          </a:xfrm>
          <a:prstGeom prst="line">
            <a:avLst/>
          </a:prstGeom>
          <a:noFill/>
          <a:ln w="6350" cap="flat">
            <a:solidFill>
              <a:schemeClr val="accent2"/>
            </a:solidFill>
            <a:prstDash val="solid"/>
          </a:ln>
        </p:spPr>
      </p:cxnSp>
      <p:sp>
        <p:nvSpPr>
          <p:cNvPr name="TextBox 5" id="5"/>
          <p:cNvSpPr txBox="true"/>
          <p:nvPr/>
        </p:nvSpPr>
        <p:spPr>
          <a:xfrm>
            <a:off x="795846" y="1662796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false" i="false" sz="4000" baseline="0" u="none">
                <a:ln/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>
            <a:off x="1597906" y="3356666"/>
            <a:ext cx="0" cy="447427"/>
          </a:xfrm>
          <a:prstGeom prst="line">
            <a:avLst/>
          </a:prstGeom>
          <a:noFill/>
          <a:ln w="6350" cap="flat">
            <a:solidFill>
              <a:schemeClr val="accent2"/>
            </a:solidFill>
            <a:prstDash val="solid"/>
          </a:ln>
        </p:spPr>
      </p:cxnSp>
      <p:sp>
        <p:nvSpPr>
          <p:cNvPr name="TextBox 7" id="7"/>
          <p:cNvSpPr txBox="true"/>
          <p:nvPr/>
        </p:nvSpPr>
        <p:spPr>
          <a:xfrm>
            <a:off x="795846" y="3226436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false" i="false" sz="4000" baseline="0" u="none">
                <a:ln/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795846" y="4932581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false" i="false" sz="4000" baseline="0" u="none">
                <a:ln/>
                <a:solidFill>
                  <a:schemeClr val="accent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>
            <a:off x="1597906" y="5062811"/>
            <a:ext cx="0" cy="447427"/>
          </a:xfrm>
          <a:prstGeom prst="line">
            <a:avLst/>
          </a:prstGeom>
          <a:noFill/>
          <a:ln w="6350" cap="flat">
            <a:solidFill>
              <a:schemeClr val="accent2"/>
            </a:solidFill>
            <a:prstDash val="solid"/>
          </a:ln>
        </p:spPr>
      </p:cxnSp>
      <p:sp>
        <p:nvSpPr>
          <p:cNvPr name="TextBox 10" id="10"/>
          <p:cNvSpPr txBox="true"/>
          <p:nvPr/>
        </p:nvSpPr>
        <p:spPr>
          <a:xfrm>
            <a:off x="1638935" y="1932545"/>
            <a:ext cx="4733613" cy="62517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AI生成的教学课件内容丰富，帮助学生更好地理解课程内容。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1638935" y="1562438"/>
            <a:ext cx="473361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教学课件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638935" y="3491507"/>
            <a:ext cx="4733613" cy="62517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学术报告PPT逻辑严谨，图表专业，提升学术交流效果。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638935" y="3121400"/>
            <a:ext cx="473361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学术报告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1638935" y="5302688"/>
            <a:ext cx="4733613" cy="62517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学生可通过AI工具快速生成作业PPT，节省时间并提升质量。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1638935" y="4932581"/>
            <a:ext cx="473361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学生作业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优势与挑战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优势</a:t>
            </a:r>
          </a:p>
        </p:txBody>
      </p:sp>
      <p:sp>
        <p:nvSpPr>
          <p:cNvPr name="AutoShape 3" id="3"/>
          <p:cNvSpPr/>
          <p:nvPr/>
        </p:nvSpPr>
        <p:spPr>
          <a:xfrm>
            <a:off x="604083" y="2169566"/>
            <a:ext cx="4332622" cy="2518867"/>
          </a:xfrm>
          <a:prstGeom prst="roundRect">
            <a:avLst>
              <a:gd name="adj" fmla="val 8000"/>
            </a:avLst>
          </a:prstGeom>
          <a:solidFill>
            <a:schemeClr val="accent1">
              <a:alpha val="62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323176" y="2746600"/>
            <a:ext cx="4031918" cy="2344046"/>
          </a:xfrm>
          <a:prstGeom prst="roundRect">
            <a:avLst>
              <a:gd name="adj" fmla="val 8000"/>
            </a:avLst>
          </a:prstGeom>
          <a:blipFill>
            <a:blip r:embed="rId2"/>
            <a:stretch>
              <a:fillRect t="-1611" l="0" b="-1593" r="0"/>
            </a:stretch>
          </a:blip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 flipH="true">
            <a:off x="6105938" y="4826458"/>
            <a:ext cx="527602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质量保证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6103545" y="5197913"/>
            <a:ext cx="5291115" cy="70057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AI生成的内容符合设计规范，确保PPT的专业性和一致性。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6105938" y="3083755"/>
            <a:ext cx="527602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成本降低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6103545" y="3455209"/>
            <a:ext cx="5291115" cy="102374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减少人力成本，企业无需雇佣专业设计师即可获得高质量PPT。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6103545" y="1340718"/>
            <a:ext cx="527602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效率提升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6096000" y="1660087"/>
            <a:ext cx="5291115" cy="70057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AI生成PPT大幅缩短制作时间，用户可专注于内容创作而非排版。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挑战</a:t>
            </a:r>
          </a:p>
        </p:txBody>
      </p:sp>
      <p:sp>
        <p:nvSpPr>
          <p:cNvPr name="Freeform 3" id="3"/>
          <p:cNvSpPr/>
          <p:nvPr/>
        </p:nvSpPr>
        <p:spPr>
          <a:xfrm>
            <a:off x="-9367" y="3944222"/>
            <a:ext cx="4068000" cy="2898775"/>
          </a:xfrm>
          <a:custGeom>
            <a:avLst/>
            <a:gdLst/>
            <a:ahLst/>
            <a:cxnLst/>
            <a:rect r="r" b="b" t="t" l="l"/>
            <a:pathLst>
              <a:path w="1329" h="1826" stroke="true" fill="norm" extrusionOk="true">
                <a:moveTo>
                  <a:pt x="1329" y="0"/>
                </a:moveTo>
                <a:lnTo>
                  <a:pt x="0" y="774"/>
                </a:lnTo>
                <a:lnTo>
                  <a:pt x="0" y="1826"/>
                </a:lnTo>
                <a:lnTo>
                  <a:pt x="1329" y="1052"/>
                </a:lnTo>
                <a:lnTo>
                  <a:pt x="1329" y="0"/>
                </a:lnTo>
                <a:close/>
              </a:path>
            </a:pathLst>
          </a:custGeom>
          <a:blipFill>
            <a:blip r:embed="rId2"/>
            <a:srcRect/>
            <a:stretch>
              <a:fillRect t="0" l="-10218" b="0" r="-10218"/>
            </a:stretch>
          </a:blipFill>
          <a:ln w="38100" cap="flat" cmpd="sng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73274" y="1326652"/>
            <a:ext cx="2702721" cy="36279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技术瓶颈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73272" y="1927657"/>
            <a:ext cx="270272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当前技术在处理复杂需求时仍存在局限性，需进一步优化。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>
            <a:off x="4057317" y="3945809"/>
            <a:ext cx="4068000" cy="2897188"/>
          </a:xfrm>
          <a:custGeom>
            <a:avLst/>
            <a:gdLst/>
            <a:ahLst/>
            <a:cxnLst/>
            <a:rect r="r" b="b" t="t" l="l"/>
            <a:pathLst>
              <a:path w="1329" h="1825" stroke="true" fill="norm" extrusionOk="true">
                <a:moveTo>
                  <a:pt x="0" y="0"/>
                </a:moveTo>
                <a:lnTo>
                  <a:pt x="0" y="1051"/>
                </a:lnTo>
                <a:lnTo>
                  <a:pt x="1329" y="1825"/>
                </a:lnTo>
                <a:lnTo>
                  <a:pt x="1329" y="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/>
            <a:stretch>
              <a:fillRect t="0" l="-3540" b="0" r="-3540"/>
            </a:stretch>
          </a:blipFill>
          <a:ln w="38100" cap="flat" cmpd="sng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4739960" y="1326652"/>
            <a:ext cx="2702721" cy="36279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用户接受度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739958" y="1927657"/>
            <a:ext cx="270272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部分用户对AI生成内容持怀疑态度，需通过实际效果提升信任。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>
            <a:off x="8124000" y="3944222"/>
            <a:ext cx="4068000" cy="2898775"/>
          </a:xfrm>
          <a:custGeom>
            <a:avLst/>
            <a:gdLst/>
            <a:ahLst/>
            <a:cxnLst/>
            <a:rect r="r" b="b" t="t" l="l"/>
            <a:pathLst>
              <a:path w="1329" h="1826" stroke="true" fill="norm" extrusionOk="true">
                <a:moveTo>
                  <a:pt x="1329" y="0"/>
                </a:moveTo>
                <a:lnTo>
                  <a:pt x="0" y="774"/>
                </a:lnTo>
                <a:lnTo>
                  <a:pt x="0" y="1826"/>
                </a:lnTo>
                <a:lnTo>
                  <a:pt x="1329" y="1052"/>
                </a:lnTo>
                <a:lnTo>
                  <a:pt x="1329" y="0"/>
                </a:lnTo>
                <a:close/>
              </a:path>
            </a:pathLst>
          </a:custGeom>
          <a:blipFill>
            <a:blip r:embed="rId4"/>
            <a:srcRect/>
            <a:stretch>
              <a:fillRect t="0" l="-5" b="0" r="-5"/>
            </a:stretch>
          </a:blipFill>
          <a:ln w="38100" cap="flat" cmpd="sng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8806645" y="1326652"/>
            <a:ext cx="2702721" cy="36279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数据安全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806643" y="1927657"/>
            <a:ext cx="270272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用户数据的安全性和隐私保护是AI工具面临的重要挑战。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1406495" y="4125197"/>
            <a:ext cx="1105648" cy="110564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ctr" indent="-225425" marL="225425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3" id="13"/>
          <p:cNvSpPr/>
          <p:nvPr/>
        </p:nvSpPr>
        <p:spPr>
          <a:xfrm>
            <a:off x="5473179" y="4125197"/>
            <a:ext cx="1105648" cy="1105644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ctr" indent="-225425" marL="225425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4" id="14"/>
          <p:cNvSpPr/>
          <p:nvPr/>
        </p:nvSpPr>
        <p:spPr>
          <a:xfrm>
            <a:off x="9539862" y="4125197"/>
            <a:ext cx="1105648" cy="110564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ctr" indent="-225425" marL="225425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1620872" y="4353798"/>
            <a:ext cx="676893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false" i="false" sz="32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670677" y="4353797"/>
            <a:ext cx="676893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false" i="false" sz="32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9754239" y="4385631"/>
            <a:ext cx="676893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false" i="false" sz="32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alpha val="10000"/>
              </a:srgbClr>
            </a:gs>
            <a:gs pos="100000">
              <a:srgbClr val="1375FC">
                <a:alpha val="64000"/>
              </a:srgbClr>
            </a:gs>
          </a:gsLst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3121218"/>
            <a:ext cx="4923788" cy="800219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410691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技术发展</a:t>
            </a:r>
          </a:p>
        </p:txBody>
      </p:sp>
      <p:grpSp>
        <p:nvGrpSpPr>
          <p:cNvPr name="Group 3" id="3"/>
          <p:cNvGrpSpPr/>
          <p:nvPr/>
        </p:nvGrpSpPr>
        <p:grpSpPr>
          <a:xfrm rot="21314955">
            <a:off x="-1226458" y="2749927"/>
            <a:ext cx="14644914" cy="2027172"/>
            <a:chOff x="-1357086" y="2808513"/>
            <a:chExt cx="14644914" cy="2027172"/>
          </a:xfrm>
        </p:grpSpPr>
        <p:sp>
          <p:nvSpPr>
            <p:cNvPr name="Freeform 4" id="4"/>
            <p:cNvSpPr/>
            <p:nvPr/>
          </p:nvSpPr>
          <p:spPr>
            <a:xfrm>
              <a:off x="-1357086" y="2866571"/>
              <a:ext cx="14383657" cy="1771492"/>
            </a:xfrm>
            <a:custGeom>
              <a:avLst/>
              <a:gdLst/>
              <a:ahLst/>
              <a:cxnLst/>
              <a:rect r="r" b="b" t="t" l="l"/>
              <a:pathLst>
                <a:path w="14383657" h="2111829" stroke="true" fill="norm" extrusionOk="true">
                  <a:moveTo>
                    <a:pt x="0" y="2111829"/>
                  </a:moveTo>
                  <a:cubicBezTo>
                    <a:pt x="620485" y="1631648"/>
                    <a:pt x="1240971" y="1151467"/>
                    <a:pt x="1814285" y="1117600"/>
                  </a:cubicBezTo>
                  <a:cubicBezTo>
                    <a:pt x="2387599" y="1083733"/>
                    <a:pt x="2737152" y="1978781"/>
                    <a:pt x="3439885" y="1908629"/>
                  </a:cubicBezTo>
                  <a:cubicBezTo>
                    <a:pt x="4142618" y="1838477"/>
                    <a:pt x="5289247" y="749905"/>
                    <a:pt x="6030685" y="696686"/>
                  </a:cubicBezTo>
                  <a:cubicBezTo>
                    <a:pt x="6772123" y="643467"/>
                    <a:pt x="7218438" y="1611086"/>
                    <a:pt x="7888514" y="1589315"/>
                  </a:cubicBezTo>
                  <a:cubicBezTo>
                    <a:pt x="8558590" y="1567544"/>
                    <a:pt x="9368972" y="625324"/>
                    <a:pt x="10051143" y="566057"/>
                  </a:cubicBezTo>
                  <a:cubicBezTo>
                    <a:pt x="10733314" y="506790"/>
                    <a:pt x="11259457" y="1328058"/>
                    <a:pt x="11981543" y="1233715"/>
                  </a:cubicBezTo>
                  <a:cubicBezTo>
                    <a:pt x="12703629" y="1139372"/>
                    <a:pt x="13543643" y="569686"/>
                    <a:pt x="14383657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-1349829" y="3018971"/>
              <a:ext cx="14586857" cy="1473200"/>
            </a:xfrm>
            <a:custGeom>
              <a:avLst/>
              <a:gdLst/>
              <a:ahLst/>
              <a:cxnLst/>
              <a:rect r="r" b="b" t="t" l="l"/>
              <a:pathLst>
                <a:path w="14586857" h="1756229" stroke="true" fill="norm" extrusionOk="true">
                  <a:moveTo>
                    <a:pt x="0" y="1756229"/>
                  </a:moveTo>
                  <a:cubicBezTo>
                    <a:pt x="620485" y="1276048"/>
                    <a:pt x="1352247" y="1151467"/>
                    <a:pt x="1959428" y="1117600"/>
                  </a:cubicBezTo>
                  <a:cubicBezTo>
                    <a:pt x="2566609" y="1083733"/>
                    <a:pt x="2940352" y="1623181"/>
                    <a:pt x="3643085" y="1553029"/>
                  </a:cubicBezTo>
                  <a:cubicBezTo>
                    <a:pt x="4345818" y="1482877"/>
                    <a:pt x="5473095" y="737810"/>
                    <a:pt x="6175828" y="696686"/>
                  </a:cubicBezTo>
                  <a:cubicBezTo>
                    <a:pt x="6878561" y="655562"/>
                    <a:pt x="7189409" y="1328057"/>
                    <a:pt x="7859485" y="1306286"/>
                  </a:cubicBezTo>
                  <a:cubicBezTo>
                    <a:pt x="8529561" y="1284515"/>
                    <a:pt x="9493553" y="628952"/>
                    <a:pt x="10196286" y="566057"/>
                  </a:cubicBezTo>
                  <a:cubicBezTo>
                    <a:pt x="10899019" y="503162"/>
                    <a:pt x="11353800" y="1023258"/>
                    <a:pt x="12075886" y="928915"/>
                  </a:cubicBezTo>
                  <a:cubicBezTo>
                    <a:pt x="12797972" y="834572"/>
                    <a:pt x="13746843" y="569686"/>
                    <a:pt x="14586857" y="0"/>
                  </a:cubicBezTo>
                </a:path>
              </a:pathLst>
            </a:custGeom>
            <a:noFill/>
            <a:ln w="12700" cap="flat" cmpd="sng">
              <a:solidFill>
                <a:schemeClr val="accent1"/>
              </a:solidFill>
              <a:prstDash val="sysDot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-1182915" y="2808513"/>
              <a:ext cx="14470743" cy="2027172"/>
            </a:xfrm>
            <a:custGeom>
              <a:avLst/>
              <a:gdLst/>
              <a:ahLst/>
              <a:cxnLst/>
              <a:rect r="r" b="b" t="t" l="l"/>
              <a:pathLst>
                <a:path w="14470743" h="2416629" stroke="true" fill="norm" extrusionOk="true">
                  <a:moveTo>
                    <a:pt x="0" y="2416629"/>
                  </a:moveTo>
                  <a:cubicBezTo>
                    <a:pt x="620485" y="1936448"/>
                    <a:pt x="1342571" y="1152676"/>
                    <a:pt x="1915885" y="1117600"/>
                  </a:cubicBezTo>
                  <a:cubicBezTo>
                    <a:pt x="2489199" y="1082524"/>
                    <a:pt x="2731105" y="2279953"/>
                    <a:pt x="3439886" y="2206172"/>
                  </a:cubicBezTo>
                  <a:cubicBezTo>
                    <a:pt x="4148667" y="2132391"/>
                    <a:pt x="5442857" y="714830"/>
                    <a:pt x="6168571" y="674915"/>
                  </a:cubicBezTo>
                  <a:cubicBezTo>
                    <a:pt x="6894285" y="635001"/>
                    <a:pt x="7116838" y="1984828"/>
                    <a:pt x="7794171" y="1966685"/>
                  </a:cubicBezTo>
                  <a:cubicBezTo>
                    <a:pt x="8471504" y="1948542"/>
                    <a:pt x="9525001" y="641046"/>
                    <a:pt x="10232572" y="566056"/>
                  </a:cubicBezTo>
                  <a:cubicBezTo>
                    <a:pt x="10940144" y="491066"/>
                    <a:pt x="11317514" y="1611086"/>
                    <a:pt x="12039600" y="1516743"/>
                  </a:cubicBezTo>
                  <a:cubicBezTo>
                    <a:pt x="12761686" y="1422400"/>
                    <a:pt x="13630729" y="569686"/>
                    <a:pt x="14470743" y="0"/>
                  </a:cubicBezTo>
                </a:path>
              </a:pathLst>
            </a:custGeom>
            <a:noFill/>
            <a:ln w="6350" cap="flat" cmpd="sng">
              <a:gradFill>
                <a:gsLst>
                  <a:gs pos="0">
                    <a:srgbClr val="1375FC">
                      <a:alpha val="5000"/>
                    </a:srgbClr>
                  </a:gs>
                  <a:gs pos="74000">
                    <a:srgbClr val="1375FC"/>
                  </a:gs>
                  <a:gs pos="83000">
                    <a:srgbClr val="1375FC">
                      <a:lumMod val="45000"/>
                      <a:lumOff val="55000"/>
                    </a:srgbClr>
                  </a:gs>
                  <a:gs pos="100000">
                    <a:srgbClr val="1375FC">
                      <a:lumMod val="30000"/>
                      <a:lumOff val="70000"/>
                    </a:srgbClr>
                  </a:gs>
                </a:gsLst>
              </a:gra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/>
        </p:nvSpPr>
        <p:spPr>
          <a:xfrm>
            <a:off x="855758" y="4180776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917198" y="3435109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8247596" y="3401703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1031545" y="1886123"/>
            <a:ext cx="360682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深度学习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031545" y="2214352"/>
            <a:ext cx="3606824" cy="702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深度学习技术的进步将进一步提升AI生成PPT的准确性和多样性。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844184" y="1939730"/>
            <a:ext cx="159042" cy="2241046"/>
            <a:chOff x="713942" y="2558079"/>
            <a:chExt cx="159042" cy="2241046"/>
          </a:xfrm>
        </p:grpSpPr>
        <p:cxnSp>
          <p:nvCxnSpPr>
            <p:cNvPr name="Connector 13" id="13"/>
            <p:cNvCxnSpPr/>
            <p:nvPr/>
          </p:nvCxnSpPr>
          <p:spPr>
            <a:xfrm flipH="true" flipV="true">
              <a:off x="793464" y="2620257"/>
              <a:ext cx="388" cy="2178868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14" id="14"/>
            <p:cNvSpPr/>
            <p:nvPr/>
          </p:nvSpPr>
          <p:spPr>
            <a:xfrm>
              <a:off x="713942" y="2558079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5123147" y="1710188"/>
            <a:ext cx="451005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增强现实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123146" y="2038417"/>
            <a:ext cx="4510053" cy="37741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结合AR技术，未来PPT可能实现更沉浸式的展示效果。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4914344" y="1682527"/>
            <a:ext cx="159042" cy="1752582"/>
            <a:chOff x="713942" y="2522351"/>
            <a:chExt cx="159042" cy="1752582"/>
          </a:xfrm>
        </p:grpSpPr>
        <p:cxnSp>
          <p:nvCxnSpPr>
            <p:cNvPr name="Connector 18" id="18"/>
            <p:cNvCxnSpPr/>
            <p:nvPr/>
          </p:nvCxnSpPr>
          <p:spPr>
            <a:xfrm flipH="true" flipV="true">
              <a:off x="782314" y="2620259"/>
              <a:ext cx="2818" cy="1654674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19" id="19"/>
            <p:cNvSpPr/>
            <p:nvPr/>
          </p:nvSpPr>
          <p:spPr>
            <a:xfrm>
              <a:off x="713942" y="2522351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grpSp>
        <p:nvGrpSpPr>
          <p:cNvPr name="Group 20" id="20"/>
          <p:cNvGrpSpPr/>
          <p:nvPr/>
        </p:nvGrpSpPr>
        <p:grpSpPr>
          <a:xfrm flipV="true">
            <a:off x="8247596" y="3634275"/>
            <a:ext cx="159042" cy="562296"/>
            <a:chOff x="713942" y="1899867"/>
            <a:chExt cx="159042" cy="562296"/>
          </a:xfrm>
        </p:grpSpPr>
        <p:cxnSp>
          <p:nvCxnSpPr>
            <p:cNvPr name="Connector 21" id="21"/>
            <p:cNvCxnSpPr/>
            <p:nvPr/>
          </p:nvCxnSpPr>
          <p:spPr>
            <a:xfrm flipV="true">
              <a:off x="793464" y="1979364"/>
              <a:ext cx="0" cy="482799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22" id="22"/>
            <p:cNvSpPr/>
            <p:nvPr/>
          </p:nvSpPr>
          <p:spPr>
            <a:xfrm>
              <a:off x="713942" y="1899867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23" id="23"/>
          <p:cNvSpPr txBox="true"/>
          <p:nvPr/>
        </p:nvSpPr>
        <p:spPr>
          <a:xfrm>
            <a:off x="6018970" y="4288000"/>
            <a:ext cx="461629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多模态融合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018970" y="4616229"/>
            <a:ext cx="4616296" cy="415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多模态技术将文本、图像、音频等元素融合，丰富PPT的表现形式。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1375FC">
                <a:lumMod val="20000"/>
                <a:lumOff val="80000"/>
              </a:srgbClr>
            </a:gs>
            <a:gs pos="5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市场前景</a:t>
            </a:r>
          </a:p>
        </p:txBody>
      </p:sp>
      <p:sp>
        <p:nvSpPr>
          <p:cNvPr name="Freeform 3" id="3"/>
          <p:cNvSpPr/>
          <p:nvPr/>
        </p:nvSpPr>
        <p:spPr>
          <a:xfrm>
            <a:off x="0" y="2563289"/>
            <a:ext cx="12192000" cy="4294712"/>
          </a:xfrm>
          <a:custGeom>
            <a:avLst/>
            <a:gdLst/>
            <a:ahLst/>
            <a:cxnLst/>
            <a:rect r="r" b="b" t="t" l="l"/>
            <a:pathLst>
              <a:path w="12192000" h="4285880" stroke="true" fill="norm" extrusionOk="true">
                <a:moveTo>
                  <a:pt x="12192000" y="0"/>
                </a:moveTo>
                <a:lnTo>
                  <a:pt x="12192000" y="4285880"/>
                </a:lnTo>
                <a:lnTo>
                  <a:pt x="0" y="4285880"/>
                </a:lnTo>
                <a:lnTo>
                  <a:pt x="0" y="1911118"/>
                </a:lnTo>
                <a:lnTo>
                  <a:pt x="391515" y="1835757"/>
                </a:lnTo>
                <a:cubicBezTo>
                  <a:pt x="1091641" y="1709378"/>
                  <a:pt x="507882" y="1759258"/>
                  <a:pt x="1531220" y="1640647"/>
                </a:cubicBezTo>
                <a:cubicBezTo>
                  <a:pt x="2554558" y="1522036"/>
                  <a:pt x="5326783" y="1314992"/>
                  <a:pt x="6531545" y="1124092"/>
                </a:cubicBezTo>
                <a:cubicBezTo>
                  <a:pt x="7736306" y="933191"/>
                  <a:pt x="9058176" y="500054"/>
                  <a:pt x="10070433" y="312360"/>
                </a:cubicBezTo>
                <a:cubicBezTo>
                  <a:pt x="10956158" y="148130"/>
                  <a:pt x="11379493" y="71378"/>
                  <a:pt x="12107697" y="6787"/>
                </a:cubicBezTo>
                <a:lnTo>
                  <a:pt x="12192000" y="0"/>
                </a:lnTo>
                <a:close/>
              </a:path>
            </a:pathLst>
          </a:custGeom>
          <a:gradFill>
            <a:gsLst>
              <a:gs pos="10000">
                <a:srgbClr val="1375FC"/>
              </a:gs>
              <a:gs pos="96000">
                <a:srgbClr val="1375FC">
                  <a:alpha val="0"/>
                  <a:lumMod val="34000"/>
                  <a:lumOff val="66000"/>
                </a:srgbClr>
              </a:gs>
            </a:gsLst>
            <a:lin ang="5400000"/>
          </a:gradFill>
          <a:ln cap="flat" cmpd="sng">
            <a:prstDash val="solid"/>
          </a:ln>
        </p:spPr>
        <p:txBody>
          <a:bodyPr vert="horz" anchor="ctr" wrap="square" tIns="45720" lIns="91440" bIns="45720" rIns="91440">
            <a:sp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660400" y="2645165"/>
            <a:ext cx="245650" cy="1836623"/>
            <a:chOff x="660400" y="2609028"/>
            <a:chExt cx="245650" cy="1836623"/>
          </a:xfrm>
        </p:grpSpPr>
        <p:sp>
          <p:nvSpPr>
            <p:cNvPr name="AutoShape 5" id="5"/>
            <p:cNvSpPr/>
            <p:nvPr/>
          </p:nvSpPr>
          <p:spPr>
            <a:xfrm>
              <a:off x="660400" y="4200001"/>
              <a:ext cx="245650" cy="245650"/>
            </a:xfrm>
            <a:prstGeom prst="ellipse">
              <a:avLst/>
            </a:prstGeom>
            <a:solidFill>
              <a:srgbClr val="FFFFFF"/>
            </a:solidFill>
            <a:ln w="66675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cxnSp>
          <p:nvCxnSpPr>
            <p:cNvPr name="Connector 6" id="6"/>
            <p:cNvCxnSpPr/>
            <p:nvPr/>
          </p:nvCxnSpPr>
          <p:spPr>
            <a:xfrm>
              <a:off x="776432" y="2609028"/>
              <a:ext cx="0" cy="1563101"/>
            </a:xfrm>
            <a:prstGeom prst="line">
              <a:avLst/>
            </a:prstGeom>
            <a:ln w="12700" cap="flat" cmpd="sng">
              <a:solidFill>
                <a:schemeClr val="accent4"/>
              </a:solidFill>
              <a:prstDash val="solid"/>
            </a:ln>
          </p:spPr>
        </p:cxnSp>
      </p:grpSp>
      <p:sp>
        <p:nvSpPr>
          <p:cNvPr name="TextBox 7" id="7"/>
          <p:cNvSpPr txBox="true"/>
          <p:nvPr/>
        </p:nvSpPr>
        <p:spPr>
          <a:xfrm>
            <a:off x="899257" y="3018216"/>
            <a:ext cx="3395595" cy="3238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just" lvl="1" marL="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预计未来五年内，AI生成PPT市场规模将保持高速增长。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906050" y="2817826"/>
            <a:ext cx="1026890" cy="126602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906050" y="2628417"/>
            <a:ext cx="3395597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微软雅黑"/>
                <a:ea typeface="微软雅黑"/>
              </a:rPr>
              <a:t>市场规模预测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 rot="10800000">
            <a:off x="4767831" y="3806554"/>
            <a:ext cx="245650" cy="1836714"/>
            <a:chOff x="3833072" y="2242263"/>
            <a:chExt cx="245650" cy="1836714"/>
          </a:xfrm>
        </p:grpSpPr>
        <p:sp>
          <p:nvSpPr>
            <p:cNvPr name="AutoShape 11" id="11"/>
            <p:cNvSpPr/>
            <p:nvPr/>
          </p:nvSpPr>
          <p:spPr>
            <a:xfrm>
              <a:off x="3833072" y="3833327"/>
              <a:ext cx="245650" cy="245650"/>
            </a:xfrm>
            <a:prstGeom prst="ellipse">
              <a:avLst/>
            </a:prstGeom>
            <a:solidFill>
              <a:srgbClr val="FFFFFF"/>
            </a:solidFill>
            <a:ln w="66675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cxnSp>
          <p:nvCxnSpPr>
            <p:cNvPr name="Connector 12" id="12"/>
            <p:cNvCxnSpPr/>
            <p:nvPr/>
          </p:nvCxnSpPr>
          <p:spPr>
            <a:xfrm>
              <a:off x="3950802" y="2242263"/>
              <a:ext cx="0" cy="1561044"/>
            </a:xfrm>
            <a:prstGeom prst="line">
              <a:avLst/>
            </a:prstGeom>
            <a:ln w="12700" cap="flat" cmpd="sng">
              <a:solidFill>
                <a:schemeClr val="accent4"/>
              </a:solidFill>
              <a:prstDash val="solid"/>
            </a:ln>
          </p:spPr>
        </p:cxnSp>
      </p:grpSp>
      <p:sp>
        <p:nvSpPr>
          <p:cNvPr name="TextBox 13" id="13"/>
          <p:cNvSpPr txBox="true"/>
          <p:nvPr/>
        </p:nvSpPr>
        <p:spPr>
          <a:xfrm>
            <a:off x="5015178" y="4868890"/>
            <a:ext cx="3951809" cy="3238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just" lvl="1" marL="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企业、教育机构和个人用户将成为AI生成工具的主要用户群体。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5023669" y="4661286"/>
            <a:ext cx="1045948" cy="126602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5023669" y="4471877"/>
            <a:ext cx="3943318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微软雅黑"/>
                <a:ea typeface="微软雅黑"/>
              </a:rPr>
              <a:t>潜在用户群体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7829691" y="3271465"/>
            <a:ext cx="245650" cy="245650"/>
          </a:xfrm>
          <a:prstGeom prst="ellipse">
            <a:avLst/>
          </a:prstGeom>
          <a:solidFill>
            <a:srgbClr val="FFFFFF"/>
          </a:solidFill>
          <a:ln w="66675" cap="flat" cmpd="sng">
            <a:solidFill>
              <a:schemeClr val="accent1"/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cxnSp>
        <p:nvCxnSpPr>
          <p:cNvPr name="Connector 17" id="17"/>
          <p:cNvCxnSpPr/>
          <p:nvPr/>
        </p:nvCxnSpPr>
        <p:spPr>
          <a:xfrm>
            <a:off x="7949119" y="1526650"/>
            <a:ext cx="0" cy="1731309"/>
          </a:xfrm>
          <a:prstGeom prst="line">
            <a:avLst/>
          </a:prstGeom>
          <a:ln w="12700" cap="flat" cmpd="sng">
            <a:solidFill>
              <a:schemeClr val="accent4"/>
            </a:solidFill>
            <a:prstDash val="solid"/>
          </a:ln>
        </p:spPr>
      </p:cxnSp>
      <p:sp>
        <p:nvSpPr>
          <p:cNvPr name="TextBox 18" id="18"/>
          <p:cNvSpPr txBox="true"/>
          <p:nvPr/>
        </p:nvSpPr>
        <p:spPr>
          <a:xfrm>
            <a:off x="8071943" y="1848071"/>
            <a:ext cx="3395595" cy="3238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just" lvl="1" marL="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与办公软件、设计工具等行业的合作将推动AI生成PPT的普及。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8078736" y="1647681"/>
            <a:ext cx="1026890" cy="126602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20" id="20"/>
          <p:cNvSpPr txBox="true"/>
          <p:nvPr/>
        </p:nvSpPr>
        <p:spPr>
          <a:xfrm>
            <a:off x="8078736" y="1458272"/>
            <a:ext cx="3395597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微软雅黑"/>
                <a:ea typeface="微软雅黑"/>
              </a:rPr>
              <a:t>行业合作机会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52000">
              <a:srgbClr val="1375FC">
                <a:alpha val="90000"/>
                <a:lumMod val="20000"/>
                <a:lumOff val="80000"/>
              </a:srgbClr>
            </a:gs>
            <a:gs pos="100000">
              <a:srgbClr val="1375FC">
                <a:lumMod val="60000"/>
                <a:lumOff val="4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590599" y="1180052"/>
            <a:ext cx="4922712" cy="2337848"/>
          </a:xfrm>
        </p:spPr>
        <p:txBody>
          <a:bodyPr vert="horz" anchor="b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b="true" i="false" sz="4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590598" y="3615710"/>
            <a:ext cx="4922712" cy="608391"/>
          </a:xfrm>
          <a:prstGeom prst="roundRect">
            <a:avLst>
              <a:gd name="adj" fmla="val 0"/>
            </a:avLst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r" indent="0" marL="0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b="fals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375FC"/>
      </a:accent1>
      <a:accent2>
        <a:srgbClr val="1BB6FF"/>
      </a:accent2>
      <a:accent3>
        <a:srgbClr val="1787D1"/>
      </a:accent3>
      <a:accent4>
        <a:srgbClr val="5AB1FF"/>
      </a:accent4>
      <a:accent5>
        <a:srgbClr val="A2A2A2"/>
      </a:accent5>
      <a:accent6>
        <a:srgbClr val="818181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