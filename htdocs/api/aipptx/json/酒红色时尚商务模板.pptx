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10" Target="ppt/slideLayouts/slideLayout7.xml" Type="http://schemas.openxmlformats.org/officeDocument/2006/relationships/slideLayou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ppt/slideLayouts/slideLayout2.xml" Type="http://schemas.openxmlformats.org/officeDocument/2006/relationships/slideLayout"/><Relationship Id="rId6" Target="ppt/slideLayouts/slideLayout3.xml" Type="http://schemas.openxmlformats.org/officeDocument/2006/relationships/slideLayout"/><Relationship Id="rId7" Target="ppt/slideLayouts/slideLayout4.xml" Type="http://schemas.openxmlformats.org/officeDocument/2006/relationships/slideLayout"/><Relationship Id="rId8" Target="ppt/slideLayouts/slideLayout5.xml" Type="http://schemas.openxmlformats.org/officeDocument/2006/relationships/slideLayout"/><Relationship Id="rId9" Target="ppt/slideLayouts/slideLayout6.xml" Type="http://schemas.openxmlformats.org/officeDocument/2006/relationships/slideLayout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14" d="100"/>
          <a:sy n="114" d="100"/>
        </p:scale>
        <p:origin x="912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.jpeg" Type="http://schemas.openxmlformats.org/officeDocument/2006/relationships/image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.jpeg" Type="http://schemas.openxmlformats.org/officeDocument/2006/relationships/image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.jpeg" Type="http://schemas.openxmlformats.org/officeDocument/2006/relationships/image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.jpeg" Type="http://schemas.openxmlformats.org/officeDocument/2006/relationships/image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.jpeg" Type="http://schemas.openxmlformats.org/officeDocument/2006/relationships/image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anchor="ctr" tIns="45720" lIns="91440" bIns="45720" rIns="91440">
            <a:normAutofit/>
          </a:bodyPr>
          <a:p>
            <a:pPr algn="ctr" marL="0"/>
            <a:r>
              <a:rPr lang="zh-CN" b="false" i="false" sz="1200" baseline="0" u="none" altLang="en-US">
                <a:solidFill>
                  <a:srgbClr val="FFFFFF">
                    <a:tint val="75000"/>
                  </a:srgbClr>
                </a:solidFill>
                <a:latin typeface="Arial"/>
                <a:ea typeface="Arial"/>
              </a:rPr>
              <a:t>2024/8/14</a:t>
            </a:r>
          </a:p>
        </p:txBody>
      </p:sp>
      <p:sp>
        <p:nvSpPr>
          <p:cNvPr name="AutoShape 3" id="3"/>
          <p:cNvSpPr/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anchor="ctr" tIns="45720" lIns="91440" bIns="45720" rIns="91440">
            <a:normAutofit/>
          </a:bodyPr>
          <a:p>
            <a:pPr algn="r" marL="0"/>
            <a:fld type="slidenum" id="{3386411A-70EE-422D-B97C-F56BEE3FF077}">
              <a:rPr lang="en-US" b="false" i="false" sz="1200" baseline="0" u="none">
                <a:solidFill>
                  <a:srgbClr val="FFFFFF">
                    <a:tint val="75000"/>
                  </a:srgbClr>
                </a:solidFill>
                <a:latin typeface="Arial"/>
                <a:ea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false">
  <p:cSld name="Title Slide">
    <p:bg>
      <p:bgPr>
        <a:solidFill>
          <a:srgbClr val="7784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0"/>
            <a:ext cx="12192001" cy="6858000"/>
            <a:chOff x="0" y="0"/>
            <a:chExt cx="12192001" cy="6858000"/>
          </a:xfrm>
        </p:grpSpPr>
        <p:pic>
          <p:nvPicPr>
            <p:cNvPr name="image1.jpg" id="3"/>
            <p:cNvPicPr>
              <a:picLocks noChangeAspect="true"/>
            </p:cNvPicPr>
            <p:nvPr/>
          </p:nvPicPr>
          <p:blipFill>
            <a:blip r:embed="rId2"/>
            <a:srcRect t="16574" b="2795" r="4374"/>
            <a:stretch>
              <a:fillRect/>
            </a:stretch>
          </p:blipFill>
          <p:spPr>
            <a:xfrm>
              <a:off x="0" y="0"/>
              <a:ext cx="12191999" cy="6858000"/>
            </a:xfrm>
            <a:prstGeom prst="rect">
              <a:avLst/>
            </a:prstGeom>
          </p:spPr>
        </p:pic>
        <p:sp>
          <p:nvSpPr>
            <p:cNvPr name="AutoShape 4" id="4"/>
            <p:cNvSpPr/>
            <p:nvPr/>
          </p:nvSpPr>
          <p:spPr>
            <a:xfrm>
              <a:off x="1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E25B34"/>
                </a:gs>
                <a:gs pos="55000">
                  <a:srgbClr val="E25B34">
                    <a:alpha val="0"/>
                    <a:lumMod val="60000"/>
                    <a:lumOff val="40000"/>
                  </a:srgbClr>
                </a:gs>
              </a:gsLst>
              <a:lin ang="2700000"/>
            </a:gradFill>
            <a:ln cap="flat" cmpd="sng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</p:grpSp>
      <p:sp>
        <p:nvSpPr>
          <p:cNvPr name="AutoShape 5" id="5"/>
          <p:cNvSpPr/>
          <p:nvPr>
            <p:ph type="ctrTitle"/>
          </p:nvPr>
        </p:nvSpPr>
        <p:spPr>
          <a:xfrm>
            <a:off x="660400" y="2107792"/>
            <a:ext cx="8331200" cy="2305198"/>
          </a:xfrm>
          <a:prstGeom prst="rect">
            <a:avLst/>
          </a:prstGeom>
        </p:spPr>
        <p:txBody>
          <a:bodyPr vert="horz" anchor="b" wrap="square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b="true" i="false" sz="6600" baseline="0" u="none">
                <a:solidFill>
                  <a:srgbClr val="FFFFFF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name="AutoShape 6" id="6"/>
          <p:cNvSpPr/>
          <p:nvPr>
            <p:ph type="subTitle" sz="quarter" idx="1"/>
          </p:nvPr>
        </p:nvSpPr>
        <p:spPr>
          <a:xfrm>
            <a:off x="761998" y="4710765"/>
            <a:ext cx="4083050" cy="512506"/>
          </a:xfrm>
          <a:prstGeom prst="roundRect">
            <a:avLst>
              <a:gd name="adj" fmla="val 50000"/>
            </a:avLst>
          </a:prstGeom>
          <a:solidFill>
            <a:schemeClr val="accent2">
              <a:alpha val="40000"/>
            </a:schemeClr>
          </a:solidFill>
        </p:spPr>
        <p:txBody>
          <a:bodyPr vert="horz" anchor="ctr" anchorCtr="true" tIns="45720" lIns="91440" bIns="45720" rIns="91440">
            <a:normAutofit/>
          </a:bodyPr>
          <a:p>
            <a:pPr algn="l" indent="0" marL="0">
              <a:lnSpc>
                <a:spcPct val="120000"/>
              </a:lnSpc>
              <a:spcBef>
                <a:spcPts val="1000"/>
              </a:spcBef>
            </a:pPr>
            <a:r>
              <a:rPr lang="en-US" b="false" i="false" sz="2000" baseline="0" u="none">
                <a:solidFill>
                  <a:srgbClr val="FFFFFF"/>
                </a:solidFill>
                <a:latin typeface="Arial"/>
                <a:ea typeface="Arial"/>
              </a:rPr>
              <a:t>Click to add subtitle</a:t>
            </a:r>
          </a:p>
        </p:txBody>
      </p:sp>
      <p:sp>
        <p:nvSpPr>
          <p:cNvPr name="AutoShape 7" id="7"/>
          <p:cNvSpPr/>
          <p:nvPr>
            <p:ph type="body" sz="quarter" idx="13"/>
          </p:nvPr>
        </p:nvSpPr>
        <p:spPr>
          <a:xfrm>
            <a:off x="8775700" y="5857100"/>
            <a:ext cx="2743200" cy="276999"/>
          </a:xfrm>
          <a:prstGeom prst="rect">
            <a:avLst/>
          </a:prstGeom>
        </p:spPr>
        <p:txBody>
          <a:bodyPr vert="horz" anchor="t" wrap="square" tIns="45720" lIns="90000" bIns="45720" rIns="91440">
            <a:normAutofit/>
          </a:bodyPr>
          <a:p>
            <a:pPr algn="r" indent="0" marL="0">
              <a:lnSpc>
                <a:spcPct val="100000"/>
              </a:lnSpc>
              <a:spcBef>
                <a:spcPts val="1000"/>
              </a:spcBef>
            </a:pPr>
            <a:r>
              <a:rPr lang="en-US" b="false" i="false" sz="1200" baseline="0" u="none">
                <a:solidFill>
                  <a:srgbClr val="FFFFFF"/>
                </a:solidFill>
                <a:latin typeface="Arial"/>
                <a:ea typeface="Arial"/>
              </a:rPr>
              <a:t>Presenter name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b="true" i="false" sz="2800" baseline="0" u="none">
                <a:solidFill>
                  <a:schemeClr val="accent1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name="AutoShape 3" id="3"/>
          <p:cNvSpPr/>
          <p:nvPr>
            <p:ph type="obj" idx="1"/>
          </p:nvPr>
        </p:nvSpPr>
        <p:spPr>
          <a:xfrm>
            <a:off x="660400" y="1092200"/>
            <a:ext cx="10858500" cy="5041900"/>
          </a:xfrm>
          <a:prstGeom prst="rect">
            <a:avLst/>
          </a:prstGeom>
        </p:spPr>
        <p:txBody>
          <a:bodyPr vert="horz" anchor="t" tIns="45720" lIns="91440" bIns="45720" rIns="91440">
            <a:normAutofit/>
          </a:bodyPr>
          <a:p>
            <a:pPr algn="l" indent="-285750" marL="285750">
              <a:lnSpc>
                <a:spcPct val="120000"/>
              </a:lnSpc>
              <a:spcBef>
                <a:spcPts val="1000"/>
              </a:spcBef>
            </a:pPr>
            <a:r>
              <a:rPr lang="en-US" b="false" i="false" sz="1800" baseline="0" u="none">
                <a:solidFill>
                  <a:srgbClr val="000000"/>
                </a:solidFill>
                <a:latin typeface="Arial"/>
                <a:ea typeface="Arial"/>
              </a:rPr>
              <a:t>Click to add text</a:t>
            </a:r>
          </a:p>
          <a:p>
            <a:pPr algn="l" indent="-285750" lvl="1" marL="742950">
              <a:lnSpc>
                <a:spcPct val="120000"/>
              </a:lnSpc>
              <a:spcBef>
                <a:spcPts val="500"/>
              </a:spcBef>
            </a:pPr>
            <a:r>
              <a:rPr lang="en-US" b="false" i="false" sz="1600" baseline="0" u="none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algn="l" indent="-285750" lvl="2" marL="1200150">
              <a:lnSpc>
                <a:spcPct val="120000"/>
              </a:lnSpc>
              <a:spcBef>
                <a:spcPts val="500"/>
              </a:spcBef>
            </a:pPr>
            <a:r>
              <a:rPr lang="en-US" b="false" i="false" sz="1400" baseline="0" u="none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algn="l" indent="-285750" lvl="3" marL="1657350">
              <a:lnSpc>
                <a:spcPct val="120000"/>
              </a:lnSpc>
              <a:spcBef>
                <a:spcPts val="500"/>
              </a:spcBef>
            </a:pPr>
            <a:r>
              <a:rPr lang="en-US" b="false" i="false" sz="1200" baseline="0" u="none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algn="l" indent="-285750" lvl="4" marL="2114550">
              <a:lnSpc>
                <a:spcPct val="120000"/>
              </a:lnSpc>
              <a:spcBef>
                <a:spcPts val="500"/>
              </a:spcBef>
            </a:pPr>
            <a:r>
              <a:rPr lang="en-US" b="false" i="false" sz="1200" baseline="0" u="none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name="AutoShape 4" id="4"/>
          <p:cNvSpPr/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anchor="ctr" tIns="45720" lIns="91440" bIns="45720" rIns="91440">
            <a:normAutofit/>
          </a:bodyPr>
          <a:p>
            <a:pPr algn="ctr" marL="0"/>
            <a:r>
              <a:rPr lang="zh-CN" b="false" i="false" sz="1200" baseline="0" u="none" altLang="en-US">
                <a:solidFill>
                  <a:srgbClr val="000000">
                    <a:tint val="75000"/>
                  </a:srgbClr>
                </a:solidFill>
                <a:latin typeface="Arial"/>
                <a:ea typeface="Arial"/>
              </a:rPr>
              <a:t>2024/8/14</a:t>
            </a:r>
          </a:p>
        </p:txBody>
      </p:sp>
      <p:sp>
        <p:nvSpPr>
          <p:cNvPr name="AutoShape 5" id="5"/>
          <p:cNvSpPr/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anchor="ctr" tIns="45720" lIns="91440" bIns="45720" rIns="91440">
            <a:normAutofit/>
          </a:bodyPr>
          <a:p>
            <a:pPr algn="r" marL="0"/>
            <a:fld type="slidenum" id="{3386411A-70EE-422D-B97C-F56BEE3FF077}">
              <a:rPr lang="zh-CN" b="false" i="false" sz="1200" baseline="0" u="none" altLang="en-US">
                <a:solidFill>
                  <a:srgbClr val="000000">
                    <a:tint val="75000"/>
                  </a:srgbClr>
                </a:solidFill>
                <a:latin typeface="Arial"/>
                <a:ea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0"/>
            <a:ext cx="12192001" cy="6858000"/>
            <a:chOff x="0" y="0"/>
            <a:chExt cx="12192001" cy="6858000"/>
          </a:xfrm>
        </p:grpSpPr>
        <p:pic>
          <p:nvPicPr>
            <p:cNvPr name="image1.jpg" id="3"/>
            <p:cNvPicPr>
              <a:picLocks noChangeAspect="true"/>
            </p:cNvPicPr>
            <p:nvPr/>
          </p:nvPicPr>
          <p:blipFill>
            <a:blip r:embed="rId2">
              <a:alphaModFix amt="15000"/>
            </a:blip>
            <a:srcRect t="7870" b="7870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name="AutoShape 4" id="4"/>
          <p:cNvSpPr/>
          <p:nvPr>
            <p:ph type="title"/>
          </p:nvPr>
        </p:nvSpPr>
        <p:spPr>
          <a:xfrm>
            <a:off x="660400" y="1500188"/>
            <a:ext cx="2836800" cy="914400"/>
          </a:xfrm>
          <a:prstGeom prst="rect">
            <a:avLst/>
          </a:prstGeom>
        </p:spPr>
        <p:txBody>
          <a:bodyPr vert="horz" anchor="t" wrap="none" tIns="45720" lIns="91440" bIns="45720" rIns="91440">
            <a:normAutofit/>
          </a:bodyPr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b="true" i="false" sz="2800" baseline="0" u="none">
                <a:solidFill>
                  <a:srgbClr val="FFFFFF"/>
                </a:solidFill>
                <a:latin typeface="Arial"/>
                <a:ea typeface="Arial"/>
              </a:rPr>
              <a:t>Agenda</a:t>
            </a:r>
          </a:p>
        </p:txBody>
      </p:sp>
      <p:sp>
        <p:nvSpPr>
          <p:cNvPr name="AutoShape 5" id="5"/>
          <p:cNvSpPr/>
          <p:nvPr>
            <p:ph type="obj" sz="quarter" idx="1"/>
          </p:nvPr>
        </p:nvSpPr>
        <p:spPr>
          <a:xfrm>
            <a:off x="3746500" y="1500187"/>
            <a:ext cx="7772400" cy="4633200"/>
          </a:xfrm>
          <a:prstGeom prst="rect">
            <a:avLst/>
          </a:prstGeom>
        </p:spPr>
        <p:txBody>
          <a:bodyPr vert="horz" anchor="t" wrap="square" tIns="45720" lIns="91440" bIns="45720" rIns="91440">
            <a:normAutofit/>
          </a:bodyPr>
          <a:p>
            <a:pPr algn="l" indent="-457200" marL="457200">
              <a:lnSpc>
                <a:spcPct val="130000"/>
              </a:lnSpc>
              <a:spcBef>
                <a:spcPts val="1000"/>
              </a:spcBef>
            </a:pPr>
            <a:r>
              <a:rPr lang="en-US" b="false" i="false" sz="2400" baseline="0" u="none">
                <a:solidFill>
                  <a:srgbClr val="FFFFFF"/>
                </a:solidFill>
                <a:latin typeface="Arial"/>
                <a:ea typeface="Arial"/>
              </a:rPr>
              <a:t>Click to add text</a:t>
            </a:r>
          </a:p>
          <a:p>
            <a:pPr algn="l" indent="-228600" lvl="1" marL="685800">
              <a:lnSpc>
                <a:spcPct val="120000"/>
              </a:lnSpc>
              <a:spcBef>
                <a:spcPts val="500"/>
              </a:spcBef>
            </a:pPr>
            <a:r>
              <a:rPr lang="en-US" b="false" i="false" sz="1600" baseline="0" u="none">
                <a:solidFill>
                  <a:srgbClr val="FFFFFF"/>
                </a:solidFill>
                <a:latin typeface="Arial"/>
                <a:ea typeface="Arial"/>
              </a:rPr>
              <a:t>Second level</a:t>
            </a:r>
          </a:p>
          <a:p>
            <a:pPr algn="l" indent="-228600" lvl="2" marL="1143000">
              <a:lnSpc>
                <a:spcPct val="120000"/>
              </a:lnSpc>
              <a:spcBef>
                <a:spcPts val="500"/>
              </a:spcBef>
            </a:pPr>
            <a:r>
              <a:rPr lang="en-US" b="false" i="false" sz="1400" baseline="0" u="none">
                <a:solidFill>
                  <a:srgbClr val="FFFFFF"/>
                </a:solidFill>
                <a:latin typeface="Arial"/>
                <a:ea typeface="Arial"/>
              </a:rPr>
              <a:t>Third level</a:t>
            </a:r>
          </a:p>
          <a:p>
            <a:pPr algn="l" indent="-228600" lvl="3" marL="1600200">
              <a:lnSpc>
                <a:spcPct val="120000"/>
              </a:lnSpc>
              <a:spcBef>
                <a:spcPts val="500"/>
              </a:spcBef>
            </a:pPr>
            <a:r>
              <a:rPr lang="en-US" b="false" i="false" sz="1200" baseline="0" u="none">
                <a:solidFill>
                  <a:srgbClr val="FFFFFF"/>
                </a:solidFill>
                <a:latin typeface="Arial"/>
                <a:ea typeface="Arial"/>
              </a:rPr>
              <a:t>Fourth level</a:t>
            </a:r>
          </a:p>
          <a:p>
            <a:pPr algn="l" indent="-228600" lvl="4" marL="2057400">
              <a:lnSpc>
                <a:spcPct val="120000"/>
              </a:lnSpc>
              <a:spcBef>
                <a:spcPts val="500"/>
              </a:spcBef>
            </a:pPr>
            <a:r>
              <a:rPr lang="en-US" b="false" i="false" sz="1200" baseline="0" u="none">
                <a:solidFill>
                  <a:srgbClr val="FFFFFF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name="AutoShape 6" id="6"/>
          <p:cNvSpPr/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anchor="ctr" tIns="45720" lIns="91440" bIns="45720" rIns="91440">
            <a:normAutofit/>
          </a:bodyPr>
          <a:p>
            <a:pPr algn="ctr" marL="0"/>
            <a:r>
              <a:rPr lang="zh-CN" b="false" i="false" sz="1200" baseline="0" u="none" altLang="en-US">
                <a:solidFill>
                  <a:srgbClr val="FFFFFF">
                    <a:tint val="75000"/>
                  </a:srgbClr>
                </a:solidFill>
                <a:latin typeface="Arial"/>
                <a:ea typeface="Arial"/>
              </a:rPr>
              <a:t>2024/8/14</a:t>
            </a:r>
          </a:p>
        </p:txBody>
      </p:sp>
      <p:sp>
        <p:nvSpPr>
          <p:cNvPr name="AutoShape 7" id="7"/>
          <p:cNvSpPr/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anchor="ctr" tIns="45720" lIns="91440" bIns="45720" rIns="91440">
            <a:normAutofit/>
          </a:bodyPr>
          <a:p>
            <a:pPr algn="r" marL="0"/>
            <a:fld type="slidenum" id="{3386411A-70EE-422D-B97C-F56BEE3FF077}">
              <a:rPr lang="en-US" b="false" i="false" sz="1200" baseline="0" u="none">
                <a:solidFill>
                  <a:srgbClr val="FFFFFF">
                    <a:tint val="75000"/>
                  </a:srgbClr>
                </a:solidFill>
                <a:latin typeface="Arial"/>
                <a:ea typeface="Arial"/>
              </a:rPr>
              <a:t>‹#›</a:t>
            </a:fld>
          </a:p>
        </p:txBody>
      </p:sp>
      <p:grpSp>
        <p:nvGrpSpPr>
          <p:cNvPr name="Group 8" id="8"/>
          <p:cNvGrpSpPr/>
          <p:nvPr/>
        </p:nvGrpSpPr>
        <p:grpSpPr>
          <a:xfrm>
            <a:off x="2626456" y="1500188"/>
            <a:ext cx="994563" cy="4634686"/>
            <a:chOff x="2626456" y="1500188"/>
            <a:chExt cx="994563" cy="4634686"/>
          </a:xfrm>
        </p:grpSpPr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showMasterSp="false">
  <p:cSld name="Section Header">
    <p:bg>
      <p:bgPr>
        <a:solidFill>
          <a:srgbClr val="7784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0"/>
            <a:ext cx="12192000" cy="6858000"/>
            <a:chOff x="1" y="0"/>
            <a:chExt cx="12192000" cy="6858000"/>
          </a:xfrm>
        </p:grpSpPr>
        <p:pic>
          <p:nvPicPr>
            <p:cNvPr name="image1.jpg" id="3"/>
            <p:cNvPicPr>
              <a:picLocks noChangeAspect="true"/>
            </p:cNvPicPr>
            <p:nvPr/>
          </p:nvPicPr>
          <p:blipFill>
            <a:blip r:embed="rId2"/>
            <a:srcRect t="7900" b="7900"/>
            <a:stretch>
              <a:fillRect/>
            </a:stretch>
          </p:blipFill>
          <p:spPr>
            <a:xfrm>
              <a:off x="1" y="1"/>
              <a:ext cx="12191998" cy="6857999"/>
            </a:xfrm>
            <a:prstGeom prst="rect">
              <a:avLst/>
            </a:prstGeom>
          </p:spPr>
        </p:pic>
        <p:sp>
          <p:nvSpPr>
            <p:cNvPr name="AutoShape 4" id="4"/>
            <p:cNvSpPr/>
            <p:nvPr/>
          </p:nvSpPr>
          <p:spPr>
            <a:xfrm>
              <a:off x="1" y="0"/>
              <a:ext cx="12192000" cy="6858000"/>
            </a:xfrm>
            <a:prstGeom prst="rect">
              <a:avLst/>
            </a:prstGeom>
            <a:gradFill>
              <a:gsLst>
                <a:gs pos="17000">
                  <a:srgbClr val="E25B34"/>
                </a:gs>
                <a:gs pos="81000">
                  <a:srgbClr val="E25B34">
                    <a:alpha val="0"/>
                    <a:lumMod val="60000"/>
                    <a:lumOff val="40000"/>
                  </a:srgbClr>
                </a:gs>
              </a:gsLst>
              <a:lin ang="2700000"/>
            </a:gradFill>
            <a:ln cap="flat" cmpd="sng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</p:grpSp>
      <p:sp>
        <p:nvSpPr>
          <p:cNvPr name="AutoShape 5" id="5"/>
          <p:cNvSpPr/>
          <p:nvPr>
            <p:ph type="title"/>
          </p:nvPr>
        </p:nvSpPr>
        <p:spPr>
          <a:xfrm>
            <a:off x="660398" y="1551400"/>
            <a:ext cx="6553201" cy="990811"/>
          </a:xfrm>
          <a:prstGeom prst="rect">
            <a:avLst/>
          </a:prstGeom>
        </p:spPr>
        <p:txBody>
          <a:bodyPr vert="horz" anchor="b" tIns="45720" lIns="91440" bIns="45720" rIns="91440">
            <a:no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b="true" i="false" sz="5400" baseline="0" u="none">
                <a:solidFill>
                  <a:srgbClr val="FFFFFF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name="AutoShape 6" id="6"/>
          <p:cNvSpPr/>
          <p:nvPr>
            <p:ph type="body" sz="quarter" idx="1"/>
          </p:nvPr>
        </p:nvSpPr>
        <p:spPr>
          <a:xfrm>
            <a:off x="660398" y="2630260"/>
            <a:ext cx="6553201" cy="2160000"/>
          </a:xfrm>
          <a:prstGeom prst="rect">
            <a:avLst/>
          </a:prstGeom>
        </p:spPr>
        <p:txBody>
          <a:bodyPr vert="horz" anchor="t" tIns="45720" lIns="91440" bIns="45720" rIns="91440">
            <a:normAutofit/>
          </a:bodyPr>
          <a:p>
            <a:pPr algn="l" indent="0" marL="0">
              <a:lnSpc>
                <a:spcPct val="120000"/>
              </a:lnSpc>
              <a:spcBef>
                <a:spcPts val="1000"/>
              </a:spcBef>
            </a:pPr>
            <a:r>
              <a:rPr lang="en-US" b="false" i="false" sz="1800" baseline="0" u="none">
                <a:solidFill>
                  <a:srgbClr val="FFFFFF"/>
                </a:solidFill>
                <a:latin typeface="Arial"/>
                <a:ea typeface="Arial"/>
              </a:rPr>
              <a:t>Click to add text</a:t>
            </a:r>
          </a:p>
        </p:txBody>
      </p:sp>
      <p:sp>
        <p:nvSpPr>
          <p:cNvPr name="AutoShape 7" id="7"/>
          <p:cNvSpPr/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anchor="ctr" tIns="45720" lIns="91440" bIns="45720" rIns="91440">
            <a:normAutofit/>
          </a:bodyPr>
          <a:p>
            <a:pPr algn="ctr" marL="0"/>
            <a:r>
              <a:rPr lang="zh-CN" b="false" i="false" sz="1200" baseline="0" u="none" altLang="en-US">
                <a:solidFill>
                  <a:srgbClr val="FFFFFF">
                    <a:tint val="75000"/>
                  </a:srgbClr>
                </a:solidFill>
                <a:latin typeface="Arial"/>
                <a:ea typeface="Arial"/>
              </a:rPr>
              <a:t>2024/8/14</a:t>
            </a:r>
          </a:p>
        </p:txBody>
      </p:sp>
      <p:sp>
        <p:nvSpPr>
          <p:cNvPr name="AutoShape 8" id="8"/>
          <p:cNvSpPr/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anchor="ctr" tIns="45720" lIns="91440" bIns="45720" rIns="91440">
            <a:normAutofit/>
          </a:bodyPr>
          <a:p>
            <a:pPr algn="r" marL="0"/>
            <a:fld type="slidenum" id="{3386411A-70EE-422D-B97C-F56BEE3FF077}">
              <a:rPr lang="en-US" b="false" i="false" sz="1200" baseline="0" u="none">
                <a:solidFill>
                  <a:srgbClr val="FFFFFF">
                    <a:tint val="75000"/>
                  </a:srgbClr>
                </a:solidFill>
                <a:latin typeface="Arial"/>
                <a:ea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0"/>
            <a:ext cx="12192001" cy="6858000"/>
            <a:chOff x="0" y="0"/>
            <a:chExt cx="12192001" cy="6858000"/>
          </a:xfrm>
        </p:grpSpPr>
        <p:pic>
          <p:nvPicPr>
            <p:cNvPr name="image1.jpg" id="3"/>
            <p:cNvPicPr>
              <a:picLocks noChangeAspect="true"/>
            </p:cNvPicPr>
            <p:nvPr/>
          </p:nvPicPr>
          <p:blipFill>
            <a:blip r:embed="rId2">
              <a:alphaModFix amt="15000"/>
            </a:blip>
            <a:srcRect t="7870" b="7870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name="AutoShape 4" id="4"/>
            <p:cNvSpPr/>
            <p:nvPr/>
          </p:nvSpPr>
          <p:spPr>
            <a:xfrm>
              <a:off x="1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E25B34">
                    <a:alpha val="50000"/>
                    <a:lumMod val="75000"/>
                  </a:srgbClr>
                </a:gs>
                <a:gs pos="50000">
                  <a:srgbClr val="E25B34">
                    <a:alpha val="0"/>
                    <a:lumMod val="75000"/>
                  </a:srgbClr>
                </a:gs>
              </a:gsLst>
              <a:lin ang="2700000"/>
            </a:gradFill>
            <a:ln cap="flat" cmpd="sng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</p:grpSp>
      <p:sp>
        <p:nvSpPr>
          <p:cNvPr name="AutoShape 5" id="5"/>
          <p:cNvSpPr/>
          <p:nvPr>
            <p:ph type="title"/>
          </p:nvPr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b="true" i="false" sz="2800" baseline="0" u="none">
                <a:solidFill>
                  <a:srgbClr val="FFFFFF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name="AutoShape 6" id="6"/>
          <p:cNvSpPr/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anchor="ctr" tIns="45720" lIns="91440" bIns="45720" rIns="91440">
            <a:normAutofit/>
          </a:bodyPr>
          <a:p>
            <a:pPr algn="ctr" marL="0"/>
            <a:r>
              <a:rPr lang="zh-CN" b="false" i="false" sz="1200" baseline="0" u="none" altLang="en-US">
                <a:solidFill>
                  <a:srgbClr val="FFFFFF">
                    <a:tint val="75000"/>
                  </a:srgbClr>
                </a:solidFill>
                <a:latin typeface="Arial"/>
                <a:ea typeface="Arial"/>
              </a:rPr>
              <a:t>2024/8/14</a:t>
            </a:r>
          </a:p>
        </p:txBody>
      </p:sp>
      <p:sp>
        <p:nvSpPr>
          <p:cNvPr name="AutoShape 7" id="7"/>
          <p:cNvSpPr/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anchor="ctr" tIns="45720" lIns="91440" bIns="45720" rIns="91440">
            <a:normAutofit/>
          </a:bodyPr>
          <a:p>
            <a:pPr algn="r" marL="0"/>
            <a:fld type="slidenum" id="{3386411A-70EE-422D-B97C-F56BEE3FF077}">
              <a:rPr lang="zh-CN" b="false" i="false" sz="1200" baseline="0" u="none" altLang="en-US">
                <a:solidFill>
                  <a:srgbClr val="FFFFFF">
                    <a:tint val="75000"/>
                  </a:srgbClr>
                </a:solidFill>
                <a:latin typeface="Arial"/>
                <a:ea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false">
  <p:cSld name="Closing">
    <p:bg>
      <p:bgPr>
        <a:solidFill>
          <a:srgbClr val="7784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0"/>
            <a:ext cx="12192001" cy="6858000"/>
            <a:chOff x="0" y="0"/>
            <a:chExt cx="12192001" cy="6858000"/>
          </a:xfrm>
        </p:grpSpPr>
        <p:pic>
          <p:nvPicPr>
            <p:cNvPr name="image1.jpg" id="3"/>
            <p:cNvPicPr>
              <a:picLocks noChangeAspect="true"/>
            </p:cNvPicPr>
            <p:nvPr/>
          </p:nvPicPr>
          <p:blipFill>
            <a:blip r:embed="rId2"/>
            <a:srcRect t="16574" b="2795" r="4374"/>
            <a:stretch>
              <a:fillRect/>
            </a:stretch>
          </p:blipFill>
          <p:spPr>
            <a:xfrm>
              <a:off x="0" y="0"/>
              <a:ext cx="12191999" cy="6858000"/>
            </a:xfrm>
            <a:prstGeom prst="rect">
              <a:avLst/>
            </a:prstGeom>
          </p:spPr>
        </p:pic>
        <p:sp>
          <p:nvSpPr>
            <p:cNvPr name="AutoShape 4" id="4"/>
            <p:cNvSpPr/>
            <p:nvPr/>
          </p:nvSpPr>
          <p:spPr>
            <a:xfrm>
              <a:off x="1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E25B34"/>
                </a:gs>
                <a:gs pos="55000">
                  <a:srgbClr val="E25B34">
                    <a:alpha val="0"/>
                    <a:lumMod val="60000"/>
                    <a:lumOff val="40000"/>
                  </a:srgbClr>
                </a:gs>
              </a:gsLst>
              <a:lin ang="2700000"/>
            </a:gradFill>
            <a:ln cap="flat" cmpd="sng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</p:grpSp>
      <p:sp>
        <p:nvSpPr>
          <p:cNvPr name="AutoShape 5" id="5"/>
          <p:cNvSpPr/>
          <p:nvPr>
            <p:ph type="title"/>
          </p:nvPr>
        </p:nvSpPr>
        <p:spPr>
          <a:xfrm>
            <a:off x="660400" y="3021827"/>
            <a:ext cx="7785100" cy="1905773"/>
          </a:xfrm>
          <a:prstGeom prst="rect">
            <a:avLst/>
          </a:prstGeom>
        </p:spPr>
        <p:txBody>
          <a:bodyPr vert="horz" anchor="b" wrap="square" tIns="45720" lIns="91440" bIns="45720" rIns="91440">
            <a:no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b="true" i="false" sz="7200" baseline="0" u="none">
                <a:solidFill>
                  <a:srgbClr val="FFFFFF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name="AutoShape 6" id="6"/>
          <p:cNvSpPr/>
          <p:nvPr>
            <p:ph type="body" sz="quarter" idx="13"/>
          </p:nvPr>
        </p:nvSpPr>
        <p:spPr>
          <a:xfrm>
            <a:off x="8775700" y="5857100"/>
            <a:ext cx="2743200" cy="276999"/>
          </a:xfrm>
          <a:prstGeom prst="rect">
            <a:avLst/>
          </a:prstGeom>
        </p:spPr>
        <p:txBody>
          <a:bodyPr vert="horz" anchor="t" wrap="square" tIns="45720" lIns="90000" bIns="45720" rIns="91440">
            <a:normAutofit/>
          </a:bodyPr>
          <a:p>
            <a:pPr algn="r" indent="0" marL="0">
              <a:lnSpc>
                <a:spcPct val="100000"/>
              </a:lnSpc>
              <a:spcBef>
                <a:spcPts val="1000"/>
              </a:spcBef>
            </a:pPr>
            <a:r>
              <a:rPr lang="en-US" b="false" i="false" sz="1200" baseline="0" u="none">
                <a:solidFill>
                  <a:srgbClr val="FFFFFF"/>
                </a:solidFill>
                <a:latin typeface="Arial"/>
                <a:ea typeface="Arial"/>
              </a:rPr>
              <a:t>Presenter name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Relationship Id="rId3" Target="../slideLayouts/slideLayout2.xml" Type="http://schemas.openxmlformats.org/officeDocument/2006/relationships/slideLayout"/><Relationship Id="rId4" Target="../slideLayouts/slideLayout3.xml" Type="http://schemas.openxmlformats.org/officeDocument/2006/relationships/slideLayout"/><Relationship Id="rId5" Target="../slideLayouts/slideLayout4.xml" Type="http://schemas.openxmlformats.org/officeDocument/2006/relationships/slideLayout"/><Relationship Id="rId6" Target="../slideLayouts/slideLayout5.xml" Type="http://schemas.openxmlformats.org/officeDocument/2006/relationships/slideLayout"/><Relationship Id="rId7" Target="../slideLayouts/slideLayout6.xml" Type="http://schemas.openxmlformats.org/officeDocument/2006/relationships/slideLayout"/><Relationship Id="rId8" Target="../slideLayouts/slideLayout7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b="true" i="false" sz="2800" baseline="0" u="none">
                <a:solidFill>
                  <a:srgbClr val="000000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name="AutoShape 3" id="3"/>
          <p:cNvSpPr/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anchor="t" tIns="45720" lIns="91440" bIns="45720" rIns="91440">
            <a:normAutofit/>
          </a:bodyPr>
          <a:p>
            <a:pPr algn="l" indent="-228600" marL="228600">
              <a:lnSpc>
                <a:spcPct val="120000"/>
              </a:lnSpc>
              <a:spcBef>
                <a:spcPts val="1000"/>
              </a:spcBef>
            </a:pPr>
            <a:r>
              <a:rPr lang="en-US" b="false" i="false" sz="1800" baseline="0" u="none">
                <a:solidFill>
                  <a:srgbClr val="000000"/>
                </a:solidFill>
                <a:latin typeface="Arial"/>
                <a:ea typeface="Arial"/>
              </a:rPr>
              <a:t>Click to add text</a:t>
            </a:r>
          </a:p>
          <a:p>
            <a:pPr algn="l" indent="-228600" lvl="1" marL="685800">
              <a:lnSpc>
                <a:spcPct val="120000"/>
              </a:lnSpc>
              <a:spcBef>
                <a:spcPts val="500"/>
              </a:spcBef>
            </a:pPr>
            <a:r>
              <a:rPr lang="en-US" b="false" i="false" sz="1600" baseline="0" u="none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algn="l" indent="-228600" lvl="2" marL="1143000">
              <a:lnSpc>
                <a:spcPct val="120000"/>
              </a:lnSpc>
              <a:spcBef>
                <a:spcPts val="500"/>
              </a:spcBef>
            </a:pPr>
            <a:r>
              <a:rPr lang="en-US" b="false" i="false" sz="1400" baseline="0" u="none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algn="l" indent="-228600" lvl="3" marL="1600200">
              <a:lnSpc>
                <a:spcPct val="120000"/>
              </a:lnSpc>
              <a:spcBef>
                <a:spcPts val="500"/>
              </a:spcBef>
            </a:pPr>
            <a:r>
              <a:rPr lang="en-US" b="false" i="false" sz="1200" baseline="0" u="none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algn="l" indent="-228600" lvl="4" marL="2057400">
              <a:lnSpc>
                <a:spcPct val="120000"/>
              </a:lnSpc>
              <a:spcBef>
                <a:spcPts val="500"/>
              </a:spcBef>
            </a:pPr>
            <a:r>
              <a:rPr lang="en-US" b="false" i="false" sz="1200" baseline="0" u="none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name="AutoShape 4" id="4"/>
          <p:cNvSpPr/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anchor="ctr" tIns="45720" lIns="91440" bIns="45720" rIns="91440">
            <a:normAutofit/>
          </a:bodyPr>
          <a:p>
            <a:pPr algn="l" marL="0"/>
            <a:r>
              <a:rPr lang="zh-CN" b="false" i="false" sz="1800" baseline="0" u="none" altLang="en-US">
                <a:solidFill>
                  <a:srgbClr val="000000"/>
                </a:solidFill>
                <a:latin typeface="Arial"/>
                <a:ea typeface="Arial"/>
              </a:rPr>
              <a:t>2024/8/14</a:t>
            </a:r>
          </a:p>
        </p:txBody>
      </p:sp>
      <p:sp>
        <p:nvSpPr>
          <p:cNvPr name="AutoShape 5" id="5"/>
          <p:cNvSpPr/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anchor="ctr" tIns="45720" lIns="91440" bIns="45720" rIns="91440">
            <a:normAutofit/>
          </a:bodyPr>
          <a:p>
            <a:pPr algn="l" marL="0"/>
            <a:fld type="slidenum" id="{3386411A-70EE-422D-B97C-F56BEE3FF077}">
              <a:rPr lang="en-US" b="false" i="false" sz="1800" baseline="0" u="none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</p:sldLayoutIdLst>
  <p:hf sldNum="true" dt="false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7784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ctrTitle"/>
          </p:nvPr>
        </p:nvSpPr>
        <p:spPr>
          <a:xfrm>
            <a:off x="660400" y="2107792"/>
            <a:ext cx="8331200" cy="2305198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6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AI智能生成PPT演示文稿</a:t>
            </a:r>
          </a:p>
        </p:txBody>
      </p:sp>
      <p:sp>
        <p:nvSpPr>
          <p:cNvPr name="AutoShape 3" id="3"/>
          <p:cNvSpPr/>
          <p:nvPr>
            <p:ph type="subTitle" sz="quarter" idx="1"/>
          </p:nvPr>
        </p:nvSpPr>
        <p:spPr>
          <a:xfrm>
            <a:off x="660400" y="4855906"/>
            <a:ext cx="4083050" cy="512506"/>
          </a:xfrm>
          <a:solidFill>
            <a:schemeClr val="accent2">
              <a:alpha val="40000"/>
            </a:schemeClr>
          </a:solidFill>
        </p:spPr>
        <p:txBody>
          <a:bodyPr vert="horz" anchor="ctr" anchorCtr="true" tIns="45720" lIns="91440" bIns="45720" rIns="91440">
            <a:normAutofit/>
          </a:bodyPr>
          <a:p>
            <a:pPr algn="l" indent="0" marL="0">
              <a:lnSpc>
                <a:spcPct val="108000"/>
              </a:lnSpc>
              <a:spcBef>
                <a:spcPts val="1000"/>
              </a:spcBef>
            </a:pPr>
            <a:r>
              <a:rPr lang="zh-CN" b="false" i="false" sz="17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汇报人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image1.jpg" id="2"/>
          <p:cNvPicPr>
            <a:picLocks noChangeAspect="true"/>
          </p:cNvPicPr>
          <p:nvPr/>
        </p:nvPicPr>
        <p:blipFill>
          <a:blip r:embed="rId2">
            <a:alphaModFix amt="15000"/>
          </a:blip>
          <a:srcRect t="7870" b="787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AutoShape 3" id="3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gradFill>
            <a:gsLst>
              <a:gs pos="0">
                <a:srgbClr val="E25B34">
                  <a:alpha val="50000"/>
                  <a:lumMod val="75000"/>
                </a:srgbClr>
              </a:gs>
              <a:gs pos="50000">
                <a:srgbClr val="E25B34">
                  <a:alpha val="0"/>
                  <a:lumMod val="75000"/>
                </a:srgbClr>
              </a:gs>
            </a:gsLst>
            <a:lin ang="2700000"/>
          </a:gra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TextBox 4" id="4"/>
          <p:cNvSpPr txBox="true"/>
          <p:nvPr/>
        </p:nvSpPr>
        <p:spPr>
          <a:xfrm>
            <a:off x="3802166" y="-18939"/>
            <a:ext cx="3274724" cy="1225528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20000"/>
              </a:lnSpc>
              <a:defRPr/>
            </a:pPr>
            <a:r>
              <a:rPr lang="zh-CN" b="true" i="false" sz="60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目录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1795792" y="2068778"/>
            <a:ext cx="527709" cy="461664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2400" baseline="0" u="none">
                <a:solidFill>
                  <a:srgbClr val="FFFFFF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1228926" y="3147143"/>
            <a:ext cx="1719044" cy="44704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20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AI智能生成PPT概述</a:t>
            </a:r>
            <a:endParaRPr lang="en-US" sz="1100"/>
          </a:p>
        </p:txBody>
      </p:sp>
      <p:grpSp>
        <p:nvGrpSpPr>
          <p:cNvPr name="Group 7" id="7"/>
          <p:cNvGrpSpPr/>
          <p:nvPr/>
        </p:nvGrpSpPr>
        <p:grpSpPr>
          <a:xfrm>
            <a:off x="1344819" y="1573276"/>
            <a:ext cx="1487258" cy="1415980"/>
            <a:chOff x="1118738" y="724540"/>
            <a:chExt cx="1687040" cy="1606188"/>
          </a:xfrm>
        </p:grpSpPr>
        <p:sp>
          <p:nvSpPr>
            <p:cNvPr name="Freeform 8" id="8"/>
            <p:cNvSpPr/>
            <p:nvPr/>
          </p:nvSpPr>
          <p:spPr>
            <a:xfrm flipH="true" rot="2485962">
              <a:off x="1118738" y="724540"/>
              <a:ext cx="1539685" cy="1539684"/>
            </a:xfrm>
            <a:custGeom>
              <a:avLst/>
              <a:gdLst/>
              <a:ahLst/>
              <a:cxnLst/>
              <a:rect r="r" b="b" t="t" l="l"/>
              <a:pathLst>
                <a:path w="3384414" h="3384414" stroke="true" fill="norm" extrusionOk="true">
                  <a:moveTo>
                    <a:pt x="1692207" y="0"/>
                  </a:moveTo>
                  <a:cubicBezTo>
                    <a:pt x="2626787" y="0"/>
                    <a:pt x="3384414" y="757627"/>
                    <a:pt x="3384414" y="1692207"/>
                  </a:cubicBezTo>
                  <a:cubicBezTo>
                    <a:pt x="3384414" y="2626787"/>
                    <a:pt x="2626787" y="3384414"/>
                    <a:pt x="1692207" y="3384414"/>
                  </a:cubicBezTo>
                  <a:cubicBezTo>
                    <a:pt x="757627" y="3384414"/>
                    <a:pt x="0" y="2626787"/>
                    <a:pt x="0" y="1692207"/>
                  </a:cubicBezTo>
                  <a:cubicBezTo>
                    <a:pt x="0" y="757627"/>
                    <a:pt x="757627" y="0"/>
                    <a:pt x="1692207" y="0"/>
                  </a:cubicBezTo>
                  <a:close/>
                  <a:moveTo>
                    <a:pt x="1692208" y="480235"/>
                  </a:moveTo>
                  <a:cubicBezTo>
                    <a:pt x="1022854" y="480235"/>
                    <a:pt x="480235" y="1022854"/>
                    <a:pt x="480235" y="1692208"/>
                  </a:cubicBezTo>
                  <a:cubicBezTo>
                    <a:pt x="480235" y="2361562"/>
                    <a:pt x="1022854" y="2904181"/>
                    <a:pt x="1692208" y="2904181"/>
                  </a:cubicBezTo>
                  <a:cubicBezTo>
                    <a:pt x="2361562" y="2904181"/>
                    <a:pt x="2904181" y="2361562"/>
                    <a:pt x="2904181" y="1692208"/>
                  </a:cubicBezTo>
                  <a:cubicBezTo>
                    <a:pt x="2904181" y="1022854"/>
                    <a:pt x="2361562" y="480235"/>
                    <a:pt x="1692208" y="480235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0"/>
                  </a:srgbClr>
                </a:gs>
                <a:gs pos="52999">
                  <a:srgbClr val="E25B34">
                    <a:alpha val="40000"/>
                  </a:srgbClr>
                </a:gs>
                <a:gs pos="100000">
                  <a:srgbClr val="E25B34">
                    <a:alpha val="0"/>
                  </a:srgbClr>
                </a:gs>
              </a:gsLst>
              <a:lin ang="5400000"/>
            </a:gradFill>
            <a:ln cap="flat" cmpd="sng">
              <a:prstDash val="solid"/>
            </a:ln>
          </p:spPr>
          <p:txBody>
            <a:bodyPr vert="horz" anchor="ctr" wrap="square" tIns="45720" lIns="91440" bIns="45720" rIns="91440">
              <a:noAutofit/>
            </a:bodyPr>
            <a:p>
              <a:pPr algn="ctr" marL="0"/>
            </a:p>
          </p:txBody>
        </p:sp>
        <p:sp>
          <p:nvSpPr>
            <p:cNvPr name="Freeform 9" id="9"/>
            <p:cNvSpPr/>
            <p:nvPr/>
          </p:nvSpPr>
          <p:spPr>
            <a:xfrm flipH="true" rot="20661238">
              <a:off x="1266093" y="791044"/>
              <a:ext cx="1539685" cy="1539684"/>
            </a:xfrm>
            <a:custGeom>
              <a:avLst/>
              <a:gdLst/>
              <a:ahLst/>
              <a:cxnLst/>
              <a:rect r="r" b="b" t="t" l="l"/>
              <a:pathLst>
                <a:path w="3384414" h="3384414" stroke="true" fill="norm" extrusionOk="true">
                  <a:moveTo>
                    <a:pt x="1692207" y="0"/>
                  </a:moveTo>
                  <a:cubicBezTo>
                    <a:pt x="2626787" y="0"/>
                    <a:pt x="3384414" y="757627"/>
                    <a:pt x="3384414" y="1692207"/>
                  </a:cubicBezTo>
                  <a:cubicBezTo>
                    <a:pt x="3384414" y="2626787"/>
                    <a:pt x="2626787" y="3384414"/>
                    <a:pt x="1692207" y="3384414"/>
                  </a:cubicBezTo>
                  <a:cubicBezTo>
                    <a:pt x="757627" y="3384414"/>
                    <a:pt x="0" y="2626787"/>
                    <a:pt x="0" y="1692207"/>
                  </a:cubicBezTo>
                  <a:cubicBezTo>
                    <a:pt x="0" y="757627"/>
                    <a:pt x="757627" y="0"/>
                    <a:pt x="1692207" y="0"/>
                  </a:cubicBezTo>
                  <a:close/>
                  <a:moveTo>
                    <a:pt x="1692208" y="480235"/>
                  </a:moveTo>
                  <a:cubicBezTo>
                    <a:pt x="1022854" y="480235"/>
                    <a:pt x="480235" y="1022854"/>
                    <a:pt x="480235" y="1692208"/>
                  </a:cubicBezTo>
                  <a:cubicBezTo>
                    <a:pt x="480235" y="2361562"/>
                    <a:pt x="1022854" y="2904181"/>
                    <a:pt x="1692208" y="2904181"/>
                  </a:cubicBezTo>
                  <a:cubicBezTo>
                    <a:pt x="2361562" y="2904181"/>
                    <a:pt x="2904181" y="2361562"/>
                    <a:pt x="2904181" y="1692208"/>
                  </a:cubicBezTo>
                  <a:cubicBezTo>
                    <a:pt x="2904181" y="1022854"/>
                    <a:pt x="2361562" y="480235"/>
                    <a:pt x="1692208" y="480235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0"/>
                  </a:srgbClr>
                </a:gs>
                <a:gs pos="52999">
                  <a:srgbClr val="E25B34">
                    <a:alpha val="40000"/>
                  </a:srgbClr>
                </a:gs>
                <a:gs pos="100000">
                  <a:srgbClr val="E25B34">
                    <a:alpha val="0"/>
                  </a:srgbClr>
                </a:gs>
              </a:gsLst>
              <a:lin ang="5400000"/>
            </a:gradFill>
            <a:ln cap="flat" cmpd="sng">
              <a:prstDash val="solid"/>
            </a:ln>
          </p:spPr>
          <p:txBody>
            <a:bodyPr vert="horz" anchor="ctr" wrap="square" tIns="45720" lIns="91440" bIns="45720" rIns="91440">
              <a:noAutofit/>
            </a:bodyPr>
            <a:p>
              <a:pPr algn="ctr" marL="0"/>
            </a:p>
          </p:txBody>
        </p:sp>
      </p:grpSp>
      <p:sp>
        <p:nvSpPr>
          <p:cNvPr name="TextBox 10" id="10"/>
          <p:cNvSpPr txBox="true"/>
          <p:nvPr/>
        </p:nvSpPr>
        <p:spPr>
          <a:xfrm>
            <a:off x="3799569" y="2068778"/>
            <a:ext cx="527709" cy="461664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2400" baseline="0" u="none">
                <a:solidFill>
                  <a:srgbClr val="FFFFFF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3232703" y="3147143"/>
            <a:ext cx="1719044" cy="44704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20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AI智能生成PPT的技术原理</a:t>
            </a:r>
            <a:endParaRPr lang="en-US" sz="1100"/>
          </a:p>
        </p:txBody>
      </p:sp>
      <p:grpSp>
        <p:nvGrpSpPr>
          <p:cNvPr name="Group 12" id="12"/>
          <p:cNvGrpSpPr/>
          <p:nvPr/>
        </p:nvGrpSpPr>
        <p:grpSpPr>
          <a:xfrm>
            <a:off x="3348596" y="1573276"/>
            <a:ext cx="1487258" cy="1415980"/>
            <a:chOff x="1118738" y="724540"/>
            <a:chExt cx="1687040" cy="1606188"/>
          </a:xfrm>
        </p:grpSpPr>
        <p:sp>
          <p:nvSpPr>
            <p:cNvPr name="Freeform 13" id="13"/>
            <p:cNvSpPr/>
            <p:nvPr/>
          </p:nvSpPr>
          <p:spPr>
            <a:xfrm flipH="true" rot="2485962">
              <a:off x="1118738" y="724540"/>
              <a:ext cx="1539685" cy="1539684"/>
            </a:xfrm>
            <a:custGeom>
              <a:avLst/>
              <a:gdLst/>
              <a:ahLst/>
              <a:cxnLst/>
              <a:rect r="r" b="b" t="t" l="l"/>
              <a:pathLst>
                <a:path w="3384414" h="3384414" stroke="true" fill="norm" extrusionOk="true">
                  <a:moveTo>
                    <a:pt x="1692207" y="0"/>
                  </a:moveTo>
                  <a:cubicBezTo>
                    <a:pt x="2626787" y="0"/>
                    <a:pt x="3384414" y="757627"/>
                    <a:pt x="3384414" y="1692207"/>
                  </a:cubicBezTo>
                  <a:cubicBezTo>
                    <a:pt x="3384414" y="2626787"/>
                    <a:pt x="2626787" y="3384414"/>
                    <a:pt x="1692207" y="3384414"/>
                  </a:cubicBezTo>
                  <a:cubicBezTo>
                    <a:pt x="757627" y="3384414"/>
                    <a:pt x="0" y="2626787"/>
                    <a:pt x="0" y="1692207"/>
                  </a:cubicBezTo>
                  <a:cubicBezTo>
                    <a:pt x="0" y="757627"/>
                    <a:pt x="757627" y="0"/>
                    <a:pt x="1692207" y="0"/>
                  </a:cubicBezTo>
                  <a:close/>
                  <a:moveTo>
                    <a:pt x="1692208" y="480235"/>
                  </a:moveTo>
                  <a:cubicBezTo>
                    <a:pt x="1022854" y="480235"/>
                    <a:pt x="480235" y="1022854"/>
                    <a:pt x="480235" y="1692208"/>
                  </a:cubicBezTo>
                  <a:cubicBezTo>
                    <a:pt x="480235" y="2361562"/>
                    <a:pt x="1022854" y="2904181"/>
                    <a:pt x="1692208" y="2904181"/>
                  </a:cubicBezTo>
                  <a:cubicBezTo>
                    <a:pt x="2361562" y="2904181"/>
                    <a:pt x="2904181" y="2361562"/>
                    <a:pt x="2904181" y="1692208"/>
                  </a:cubicBezTo>
                  <a:cubicBezTo>
                    <a:pt x="2904181" y="1022854"/>
                    <a:pt x="2361562" y="480235"/>
                    <a:pt x="1692208" y="480235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0"/>
                  </a:srgbClr>
                </a:gs>
                <a:gs pos="52999">
                  <a:srgbClr val="1FAECF">
                    <a:alpha val="40000"/>
                  </a:srgbClr>
                </a:gs>
                <a:gs pos="100000">
                  <a:srgbClr val="1FAECF">
                    <a:alpha val="0"/>
                  </a:srgbClr>
                </a:gs>
              </a:gsLst>
              <a:lin ang="5400000"/>
            </a:gradFill>
            <a:ln cap="flat" cmpd="sng">
              <a:prstDash val="solid"/>
            </a:ln>
          </p:spPr>
          <p:txBody>
            <a:bodyPr vert="horz" anchor="ctr" wrap="square" tIns="45720" lIns="91440" bIns="45720" rIns="91440">
              <a:noAutofit/>
            </a:bodyPr>
            <a:p>
              <a:pPr algn="ctr" marL="0"/>
            </a:p>
          </p:txBody>
        </p:sp>
        <p:sp>
          <p:nvSpPr>
            <p:cNvPr name="Freeform 14" id="14"/>
            <p:cNvSpPr/>
            <p:nvPr/>
          </p:nvSpPr>
          <p:spPr>
            <a:xfrm flipH="true" rot="20661238">
              <a:off x="1266093" y="791044"/>
              <a:ext cx="1539685" cy="1539684"/>
            </a:xfrm>
            <a:custGeom>
              <a:avLst/>
              <a:gdLst/>
              <a:ahLst/>
              <a:cxnLst/>
              <a:rect r="r" b="b" t="t" l="l"/>
              <a:pathLst>
                <a:path w="3384414" h="3384414" stroke="true" fill="norm" extrusionOk="true">
                  <a:moveTo>
                    <a:pt x="1692207" y="0"/>
                  </a:moveTo>
                  <a:cubicBezTo>
                    <a:pt x="2626787" y="0"/>
                    <a:pt x="3384414" y="757627"/>
                    <a:pt x="3384414" y="1692207"/>
                  </a:cubicBezTo>
                  <a:cubicBezTo>
                    <a:pt x="3384414" y="2626787"/>
                    <a:pt x="2626787" y="3384414"/>
                    <a:pt x="1692207" y="3384414"/>
                  </a:cubicBezTo>
                  <a:cubicBezTo>
                    <a:pt x="757627" y="3384414"/>
                    <a:pt x="0" y="2626787"/>
                    <a:pt x="0" y="1692207"/>
                  </a:cubicBezTo>
                  <a:cubicBezTo>
                    <a:pt x="0" y="757627"/>
                    <a:pt x="757627" y="0"/>
                    <a:pt x="1692207" y="0"/>
                  </a:cubicBezTo>
                  <a:close/>
                  <a:moveTo>
                    <a:pt x="1692208" y="480235"/>
                  </a:moveTo>
                  <a:cubicBezTo>
                    <a:pt x="1022854" y="480235"/>
                    <a:pt x="480235" y="1022854"/>
                    <a:pt x="480235" y="1692208"/>
                  </a:cubicBezTo>
                  <a:cubicBezTo>
                    <a:pt x="480235" y="2361562"/>
                    <a:pt x="1022854" y="2904181"/>
                    <a:pt x="1692208" y="2904181"/>
                  </a:cubicBezTo>
                  <a:cubicBezTo>
                    <a:pt x="2361562" y="2904181"/>
                    <a:pt x="2904181" y="2361562"/>
                    <a:pt x="2904181" y="1692208"/>
                  </a:cubicBezTo>
                  <a:cubicBezTo>
                    <a:pt x="2904181" y="1022854"/>
                    <a:pt x="2361562" y="480235"/>
                    <a:pt x="1692208" y="480235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0"/>
                  </a:srgbClr>
                </a:gs>
                <a:gs pos="52999">
                  <a:srgbClr val="1FAECF">
                    <a:alpha val="40000"/>
                  </a:srgbClr>
                </a:gs>
                <a:gs pos="100000">
                  <a:srgbClr val="1FAECF">
                    <a:alpha val="0"/>
                  </a:srgbClr>
                </a:gs>
              </a:gsLst>
              <a:lin ang="5400000"/>
            </a:gradFill>
            <a:ln cap="flat" cmpd="sng">
              <a:prstDash val="solid"/>
            </a:ln>
          </p:spPr>
          <p:txBody>
            <a:bodyPr vert="horz" anchor="ctr" wrap="square" tIns="45720" lIns="91440" bIns="45720" rIns="91440">
              <a:noAutofit/>
            </a:bodyPr>
            <a:p>
              <a:pPr algn="ctr" marL="0"/>
            </a:p>
          </p:txBody>
        </p:sp>
      </p:grpSp>
      <p:sp>
        <p:nvSpPr>
          <p:cNvPr name="TextBox 15" id="15"/>
          <p:cNvSpPr txBox="true"/>
          <p:nvPr/>
        </p:nvSpPr>
        <p:spPr>
          <a:xfrm>
            <a:off x="6040444" y="2038928"/>
            <a:ext cx="527709" cy="461664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2400" baseline="0" u="none">
                <a:solidFill>
                  <a:srgbClr val="FFFFFF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5473578" y="3117293"/>
            <a:ext cx="1719044" cy="707886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20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AI智能生成PPT的应用案例</a:t>
            </a:r>
            <a:endParaRPr lang="en-US" sz="1100"/>
          </a:p>
        </p:txBody>
      </p:sp>
      <p:grpSp>
        <p:nvGrpSpPr>
          <p:cNvPr name="Group 17" id="17"/>
          <p:cNvGrpSpPr/>
          <p:nvPr/>
        </p:nvGrpSpPr>
        <p:grpSpPr>
          <a:xfrm>
            <a:off x="5589471" y="1570722"/>
            <a:ext cx="1487258" cy="1415979"/>
            <a:chOff x="1118738" y="724540"/>
            <a:chExt cx="1687040" cy="1606187"/>
          </a:xfrm>
        </p:grpSpPr>
        <p:sp>
          <p:nvSpPr>
            <p:cNvPr name="Freeform 18" id="18"/>
            <p:cNvSpPr/>
            <p:nvPr/>
          </p:nvSpPr>
          <p:spPr>
            <a:xfrm flipH="true" rot="2485962">
              <a:off x="1118738" y="724540"/>
              <a:ext cx="1539687" cy="1539684"/>
            </a:xfrm>
            <a:custGeom>
              <a:avLst/>
              <a:gdLst/>
              <a:ahLst/>
              <a:cxnLst/>
              <a:rect r="r" b="b" t="t" l="l"/>
              <a:pathLst>
                <a:path w="3384414" h="3384414" stroke="true" fill="norm" extrusionOk="true">
                  <a:moveTo>
                    <a:pt x="1692207" y="0"/>
                  </a:moveTo>
                  <a:cubicBezTo>
                    <a:pt x="2626787" y="0"/>
                    <a:pt x="3384414" y="757627"/>
                    <a:pt x="3384414" y="1692207"/>
                  </a:cubicBezTo>
                  <a:cubicBezTo>
                    <a:pt x="3384414" y="2626787"/>
                    <a:pt x="2626787" y="3384414"/>
                    <a:pt x="1692207" y="3384414"/>
                  </a:cubicBezTo>
                  <a:cubicBezTo>
                    <a:pt x="757627" y="3384414"/>
                    <a:pt x="0" y="2626787"/>
                    <a:pt x="0" y="1692207"/>
                  </a:cubicBezTo>
                  <a:cubicBezTo>
                    <a:pt x="0" y="757627"/>
                    <a:pt x="757627" y="0"/>
                    <a:pt x="1692207" y="0"/>
                  </a:cubicBezTo>
                  <a:close/>
                  <a:moveTo>
                    <a:pt x="1692208" y="480235"/>
                  </a:moveTo>
                  <a:cubicBezTo>
                    <a:pt x="1022854" y="480235"/>
                    <a:pt x="480235" y="1022854"/>
                    <a:pt x="480235" y="1692208"/>
                  </a:cubicBezTo>
                  <a:cubicBezTo>
                    <a:pt x="480235" y="2361562"/>
                    <a:pt x="1022854" y="2904181"/>
                    <a:pt x="1692208" y="2904181"/>
                  </a:cubicBezTo>
                  <a:cubicBezTo>
                    <a:pt x="2361562" y="2904181"/>
                    <a:pt x="2904181" y="2361562"/>
                    <a:pt x="2904181" y="1692208"/>
                  </a:cubicBezTo>
                  <a:cubicBezTo>
                    <a:pt x="2904181" y="1022854"/>
                    <a:pt x="2361562" y="480235"/>
                    <a:pt x="1692208" y="480235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0"/>
                  </a:srgbClr>
                </a:gs>
                <a:gs pos="52999">
                  <a:srgbClr val="E25B34">
                    <a:alpha val="40000"/>
                  </a:srgbClr>
                </a:gs>
                <a:gs pos="100000">
                  <a:srgbClr val="E25B34">
                    <a:alpha val="0"/>
                  </a:srgbClr>
                </a:gs>
              </a:gsLst>
              <a:lin ang="5400000"/>
            </a:gradFill>
            <a:ln cap="flat" cmpd="sng">
              <a:prstDash val="solid"/>
            </a:ln>
          </p:spPr>
          <p:txBody>
            <a:bodyPr vert="horz" anchor="ctr" wrap="square" tIns="45720" lIns="91440" bIns="45720" rIns="91440">
              <a:noAutofit/>
            </a:bodyPr>
            <a:p>
              <a:pPr algn="ctr" marL="0"/>
            </a:p>
          </p:txBody>
        </p:sp>
        <p:sp>
          <p:nvSpPr>
            <p:cNvPr name="Freeform 19" id="19"/>
            <p:cNvSpPr/>
            <p:nvPr/>
          </p:nvSpPr>
          <p:spPr>
            <a:xfrm flipH="true" rot="20661238">
              <a:off x="1266092" y="791045"/>
              <a:ext cx="1539686" cy="1539682"/>
            </a:xfrm>
            <a:custGeom>
              <a:avLst/>
              <a:gdLst/>
              <a:ahLst/>
              <a:cxnLst/>
              <a:rect r="r" b="b" t="t" l="l"/>
              <a:pathLst>
                <a:path w="3384414" h="3384414" stroke="true" fill="norm" extrusionOk="true">
                  <a:moveTo>
                    <a:pt x="1692207" y="0"/>
                  </a:moveTo>
                  <a:cubicBezTo>
                    <a:pt x="2626787" y="0"/>
                    <a:pt x="3384414" y="757627"/>
                    <a:pt x="3384414" y="1692207"/>
                  </a:cubicBezTo>
                  <a:cubicBezTo>
                    <a:pt x="3384414" y="2626787"/>
                    <a:pt x="2626787" y="3384414"/>
                    <a:pt x="1692207" y="3384414"/>
                  </a:cubicBezTo>
                  <a:cubicBezTo>
                    <a:pt x="757627" y="3384414"/>
                    <a:pt x="0" y="2626787"/>
                    <a:pt x="0" y="1692207"/>
                  </a:cubicBezTo>
                  <a:cubicBezTo>
                    <a:pt x="0" y="757627"/>
                    <a:pt x="757627" y="0"/>
                    <a:pt x="1692207" y="0"/>
                  </a:cubicBezTo>
                  <a:close/>
                  <a:moveTo>
                    <a:pt x="1692208" y="480235"/>
                  </a:moveTo>
                  <a:cubicBezTo>
                    <a:pt x="1022854" y="480235"/>
                    <a:pt x="480235" y="1022854"/>
                    <a:pt x="480235" y="1692208"/>
                  </a:cubicBezTo>
                  <a:cubicBezTo>
                    <a:pt x="480235" y="2361562"/>
                    <a:pt x="1022854" y="2904181"/>
                    <a:pt x="1692208" y="2904181"/>
                  </a:cubicBezTo>
                  <a:cubicBezTo>
                    <a:pt x="2361562" y="2904181"/>
                    <a:pt x="2904181" y="2361562"/>
                    <a:pt x="2904181" y="1692208"/>
                  </a:cubicBezTo>
                  <a:cubicBezTo>
                    <a:pt x="2904181" y="1022854"/>
                    <a:pt x="2361562" y="480235"/>
                    <a:pt x="1692208" y="480235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0"/>
                  </a:srgbClr>
                </a:gs>
                <a:gs pos="52999">
                  <a:srgbClr val="E25B34">
                    <a:alpha val="40000"/>
                  </a:srgbClr>
                </a:gs>
                <a:gs pos="100000">
                  <a:srgbClr val="E25B34">
                    <a:alpha val="0"/>
                  </a:srgbClr>
                </a:gs>
              </a:gsLst>
              <a:lin ang="5400000"/>
            </a:gradFill>
            <a:ln cap="flat" cmpd="sng">
              <a:prstDash val="solid"/>
            </a:ln>
          </p:spPr>
          <p:txBody>
            <a:bodyPr vert="horz" anchor="ctr" wrap="square" tIns="45720" lIns="91440" bIns="45720" rIns="91440">
              <a:noAutofit/>
            </a:bodyPr>
            <a:p>
              <a:pPr algn="ctr" marL="0"/>
            </a:p>
          </p:txBody>
        </p:sp>
      </p:grpSp>
      <p:sp>
        <p:nvSpPr>
          <p:cNvPr name="TextBox 20" id="20"/>
          <p:cNvSpPr txBox="true"/>
          <p:nvPr/>
        </p:nvSpPr>
        <p:spPr>
          <a:xfrm>
            <a:off x="6116283" y="4508754"/>
            <a:ext cx="527709" cy="461665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2400" baseline="0" u="none">
                <a:solidFill>
                  <a:srgbClr val="FFFFFF"/>
                </a:solidFill>
                <a:latin typeface="Arial"/>
                <a:ea typeface="Arial"/>
              </a:rPr>
              <a:t>04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5549417" y="5686378"/>
            <a:ext cx="1719044" cy="707886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20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AI智能生成PPT的未来发展</a:t>
            </a:r>
            <a:endParaRPr lang="en-US" sz="1100"/>
          </a:p>
        </p:txBody>
      </p:sp>
      <p:grpSp>
        <p:nvGrpSpPr>
          <p:cNvPr name="Group 22" id="22"/>
          <p:cNvGrpSpPr/>
          <p:nvPr/>
        </p:nvGrpSpPr>
        <p:grpSpPr>
          <a:xfrm>
            <a:off x="5665310" y="4013252"/>
            <a:ext cx="1487258" cy="1415980"/>
            <a:chOff x="1118738" y="724540"/>
            <a:chExt cx="1687040" cy="1606188"/>
          </a:xfrm>
        </p:grpSpPr>
        <p:sp>
          <p:nvSpPr>
            <p:cNvPr name="Freeform 23" id="23"/>
            <p:cNvSpPr/>
            <p:nvPr/>
          </p:nvSpPr>
          <p:spPr>
            <a:xfrm flipH="true" rot="2485962">
              <a:off x="1118738" y="724540"/>
              <a:ext cx="1539685" cy="1539684"/>
            </a:xfrm>
            <a:custGeom>
              <a:avLst/>
              <a:gdLst/>
              <a:ahLst/>
              <a:cxnLst/>
              <a:rect r="r" b="b" t="t" l="l"/>
              <a:pathLst>
                <a:path w="3384414" h="3384414" stroke="true" fill="norm" extrusionOk="true">
                  <a:moveTo>
                    <a:pt x="1692207" y="0"/>
                  </a:moveTo>
                  <a:cubicBezTo>
                    <a:pt x="2626787" y="0"/>
                    <a:pt x="3384414" y="757627"/>
                    <a:pt x="3384414" y="1692207"/>
                  </a:cubicBezTo>
                  <a:cubicBezTo>
                    <a:pt x="3384414" y="2626787"/>
                    <a:pt x="2626787" y="3384414"/>
                    <a:pt x="1692207" y="3384414"/>
                  </a:cubicBezTo>
                  <a:cubicBezTo>
                    <a:pt x="757627" y="3384414"/>
                    <a:pt x="0" y="2626787"/>
                    <a:pt x="0" y="1692207"/>
                  </a:cubicBezTo>
                  <a:cubicBezTo>
                    <a:pt x="0" y="757627"/>
                    <a:pt x="757627" y="0"/>
                    <a:pt x="1692207" y="0"/>
                  </a:cubicBezTo>
                  <a:close/>
                  <a:moveTo>
                    <a:pt x="1692208" y="480235"/>
                  </a:moveTo>
                  <a:cubicBezTo>
                    <a:pt x="1022854" y="480235"/>
                    <a:pt x="480235" y="1022854"/>
                    <a:pt x="480235" y="1692208"/>
                  </a:cubicBezTo>
                  <a:cubicBezTo>
                    <a:pt x="480235" y="2361562"/>
                    <a:pt x="1022854" y="2904181"/>
                    <a:pt x="1692208" y="2904181"/>
                  </a:cubicBezTo>
                  <a:cubicBezTo>
                    <a:pt x="2361562" y="2904181"/>
                    <a:pt x="2904181" y="2361562"/>
                    <a:pt x="2904181" y="1692208"/>
                  </a:cubicBezTo>
                  <a:cubicBezTo>
                    <a:pt x="2904181" y="1022854"/>
                    <a:pt x="2361562" y="480235"/>
                    <a:pt x="1692208" y="480235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0"/>
                  </a:srgbClr>
                </a:gs>
                <a:gs pos="52999">
                  <a:srgbClr val="1FAECF">
                    <a:alpha val="40000"/>
                  </a:srgbClr>
                </a:gs>
                <a:gs pos="100000">
                  <a:srgbClr val="1FAECF">
                    <a:alpha val="0"/>
                  </a:srgbClr>
                </a:gs>
              </a:gsLst>
              <a:lin ang="5400000"/>
            </a:gradFill>
            <a:ln cap="flat" cmpd="sng">
              <a:prstDash val="solid"/>
            </a:ln>
          </p:spPr>
          <p:txBody>
            <a:bodyPr vert="horz" anchor="ctr" wrap="square" tIns="45720" lIns="91440" bIns="45720" rIns="91440">
              <a:noAutofit/>
            </a:bodyPr>
            <a:p>
              <a:pPr algn="ctr" marL="0"/>
            </a:p>
          </p:txBody>
        </p:sp>
        <p:sp>
          <p:nvSpPr>
            <p:cNvPr name="Freeform 24" id="24"/>
            <p:cNvSpPr/>
            <p:nvPr/>
          </p:nvSpPr>
          <p:spPr>
            <a:xfrm flipH="true" rot="20661238">
              <a:off x="1266093" y="791044"/>
              <a:ext cx="1539685" cy="1539684"/>
            </a:xfrm>
            <a:custGeom>
              <a:avLst/>
              <a:gdLst/>
              <a:ahLst/>
              <a:cxnLst/>
              <a:rect r="r" b="b" t="t" l="l"/>
              <a:pathLst>
                <a:path w="3384414" h="3384414" stroke="true" fill="norm" extrusionOk="true">
                  <a:moveTo>
                    <a:pt x="1692207" y="0"/>
                  </a:moveTo>
                  <a:cubicBezTo>
                    <a:pt x="2626787" y="0"/>
                    <a:pt x="3384414" y="757627"/>
                    <a:pt x="3384414" y="1692207"/>
                  </a:cubicBezTo>
                  <a:cubicBezTo>
                    <a:pt x="3384414" y="2626787"/>
                    <a:pt x="2626787" y="3384414"/>
                    <a:pt x="1692207" y="3384414"/>
                  </a:cubicBezTo>
                  <a:cubicBezTo>
                    <a:pt x="757627" y="3384414"/>
                    <a:pt x="0" y="2626787"/>
                    <a:pt x="0" y="1692207"/>
                  </a:cubicBezTo>
                  <a:cubicBezTo>
                    <a:pt x="0" y="757627"/>
                    <a:pt x="757627" y="0"/>
                    <a:pt x="1692207" y="0"/>
                  </a:cubicBezTo>
                  <a:close/>
                  <a:moveTo>
                    <a:pt x="1692208" y="480235"/>
                  </a:moveTo>
                  <a:cubicBezTo>
                    <a:pt x="1022854" y="480235"/>
                    <a:pt x="480235" y="1022854"/>
                    <a:pt x="480235" y="1692208"/>
                  </a:cubicBezTo>
                  <a:cubicBezTo>
                    <a:pt x="480235" y="2361562"/>
                    <a:pt x="1022854" y="2904181"/>
                    <a:pt x="1692208" y="2904181"/>
                  </a:cubicBezTo>
                  <a:cubicBezTo>
                    <a:pt x="2361562" y="2904181"/>
                    <a:pt x="2904181" y="2361562"/>
                    <a:pt x="2904181" y="1692208"/>
                  </a:cubicBezTo>
                  <a:cubicBezTo>
                    <a:pt x="2904181" y="1022854"/>
                    <a:pt x="2361562" y="480235"/>
                    <a:pt x="1692208" y="480235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0"/>
                  </a:srgbClr>
                </a:gs>
                <a:gs pos="52999">
                  <a:srgbClr val="1FAECF">
                    <a:alpha val="40000"/>
                  </a:srgbClr>
                </a:gs>
                <a:gs pos="100000">
                  <a:srgbClr val="1FAECF">
                    <a:alpha val="0"/>
                  </a:srgbClr>
                </a:gs>
              </a:gsLst>
              <a:lin ang="5400000"/>
            </a:gradFill>
            <a:ln cap="flat" cmpd="sng">
              <a:prstDash val="solid"/>
            </a:ln>
          </p:spPr>
          <p:txBody>
            <a:bodyPr vert="horz" anchor="ctr" wrap="square" tIns="45720" lIns="91440" bIns="45720" rIns="91440">
              <a:noAutofit/>
            </a:bodyPr>
            <a:p>
              <a:pPr algn="ctr" marL="0"/>
            </a:p>
          </p:txBody>
        </p:sp>
      </p:grpSp>
      <p:sp>
        <p:nvSpPr>
          <p:cNvPr name="TextBox 25" id="25"/>
          <p:cNvSpPr txBox="true"/>
          <p:nvPr/>
        </p:nvSpPr>
        <p:spPr>
          <a:xfrm>
            <a:off x="7990991" y="4568599"/>
            <a:ext cx="527709" cy="461665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2400" baseline="0" u="none">
                <a:solidFill>
                  <a:srgbClr val="FFFFFF"/>
                </a:solidFill>
                <a:latin typeface="Arial"/>
                <a:ea typeface="Arial"/>
              </a:rPr>
              <a:t>05</a:t>
            </a:r>
            <a:endParaRPr lang="en-US" sz="1100"/>
          </a:p>
        </p:txBody>
      </p:sp>
      <p:sp>
        <p:nvSpPr>
          <p:cNvPr name="TextBox 26" id="26"/>
          <p:cNvSpPr txBox="true"/>
          <p:nvPr/>
        </p:nvSpPr>
        <p:spPr>
          <a:xfrm>
            <a:off x="7424125" y="5646964"/>
            <a:ext cx="1719044" cy="44704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20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AI智能生成PPT的使用指南</a:t>
            </a:r>
            <a:endParaRPr lang="en-US" sz="1100"/>
          </a:p>
        </p:txBody>
      </p:sp>
      <p:grpSp>
        <p:nvGrpSpPr>
          <p:cNvPr name="Group 27" id="27"/>
          <p:cNvGrpSpPr/>
          <p:nvPr/>
        </p:nvGrpSpPr>
        <p:grpSpPr>
          <a:xfrm>
            <a:off x="7540018" y="4073097"/>
            <a:ext cx="1487258" cy="1415980"/>
            <a:chOff x="1118738" y="724540"/>
            <a:chExt cx="1687040" cy="1606188"/>
          </a:xfrm>
        </p:grpSpPr>
        <p:sp>
          <p:nvSpPr>
            <p:cNvPr name="Freeform 28" id="28"/>
            <p:cNvSpPr/>
            <p:nvPr/>
          </p:nvSpPr>
          <p:spPr>
            <a:xfrm flipH="true" rot="2485962">
              <a:off x="1118738" y="724540"/>
              <a:ext cx="1539685" cy="1539684"/>
            </a:xfrm>
            <a:custGeom>
              <a:avLst/>
              <a:gdLst/>
              <a:ahLst/>
              <a:cxnLst/>
              <a:rect r="r" b="b" t="t" l="l"/>
              <a:pathLst>
                <a:path w="3384414" h="3384414" stroke="true" fill="norm" extrusionOk="true">
                  <a:moveTo>
                    <a:pt x="1692207" y="0"/>
                  </a:moveTo>
                  <a:cubicBezTo>
                    <a:pt x="2626787" y="0"/>
                    <a:pt x="3384414" y="757627"/>
                    <a:pt x="3384414" y="1692207"/>
                  </a:cubicBezTo>
                  <a:cubicBezTo>
                    <a:pt x="3384414" y="2626787"/>
                    <a:pt x="2626787" y="3384414"/>
                    <a:pt x="1692207" y="3384414"/>
                  </a:cubicBezTo>
                  <a:cubicBezTo>
                    <a:pt x="757627" y="3384414"/>
                    <a:pt x="0" y="2626787"/>
                    <a:pt x="0" y="1692207"/>
                  </a:cubicBezTo>
                  <a:cubicBezTo>
                    <a:pt x="0" y="757627"/>
                    <a:pt x="757627" y="0"/>
                    <a:pt x="1692207" y="0"/>
                  </a:cubicBezTo>
                  <a:close/>
                  <a:moveTo>
                    <a:pt x="1692208" y="480235"/>
                  </a:moveTo>
                  <a:cubicBezTo>
                    <a:pt x="1022854" y="480235"/>
                    <a:pt x="480235" y="1022854"/>
                    <a:pt x="480235" y="1692208"/>
                  </a:cubicBezTo>
                  <a:cubicBezTo>
                    <a:pt x="480235" y="2361562"/>
                    <a:pt x="1022854" y="2904181"/>
                    <a:pt x="1692208" y="2904181"/>
                  </a:cubicBezTo>
                  <a:cubicBezTo>
                    <a:pt x="2361562" y="2904181"/>
                    <a:pt x="2904181" y="2361562"/>
                    <a:pt x="2904181" y="1692208"/>
                  </a:cubicBezTo>
                  <a:cubicBezTo>
                    <a:pt x="2904181" y="1022854"/>
                    <a:pt x="2361562" y="480235"/>
                    <a:pt x="1692208" y="480235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0"/>
                  </a:srgbClr>
                </a:gs>
                <a:gs pos="52999">
                  <a:srgbClr val="E25B34">
                    <a:alpha val="40000"/>
                  </a:srgbClr>
                </a:gs>
                <a:gs pos="100000">
                  <a:srgbClr val="E25B34">
                    <a:alpha val="0"/>
                  </a:srgbClr>
                </a:gs>
              </a:gsLst>
              <a:lin ang="5400000"/>
            </a:gradFill>
            <a:ln cap="flat" cmpd="sng">
              <a:prstDash val="solid"/>
            </a:ln>
          </p:spPr>
          <p:txBody>
            <a:bodyPr vert="horz" anchor="ctr" wrap="square" tIns="45720" lIns="91440" bIns="45720" rIns="91440">
              <a:noAutofit/>
            </a:bodyPr>
            <a:p>
              <a:pPr algn="ctr" marL="0"/>
            </a:p>
          </p:txBody>
        </p:sp>
        <p:sp>
          <p:nvSpPr>
            <p:cNvPr name="Freeform 29" id="29"/>
            <p:cNvSpPr/>
            <p:nvPr/>
          </p:nvSpPr>
          <p:spPr>
            <a:xfrm flipH="true" rot="20661238">
              <a:off x="1266093" y="791044"/>
              <a:ext cx="1539685" cy="1539684"/>
            </a:xfrm>
            <a:custGeom>
              <a:avLst/>
              <a:gdLst/>
              <a:ahLst/>
              <a:cxnLst/>
              <a:rect r="r" b="b" t="t" l="l"/>
              <a:pathLst>
                <a:path w="3384414" h="3384414" stroke="true" fill="norm" extrusionOk="true">
                  <a:moveTo>
                    <a:pt x="1692207" y="0"/>
                  </a:moveTo>
                  <a:cubicBezTo>
                    <a:pt x="2626787" y="0"/>
                    <a:pt x="3384414" y="757627"/>
                    <a:pt x="3384414" y="1692207"/>
                  </a:cubicBezTo>
                  <a:cubicBezTo>
                    <a:pt x="3384414" y="2626787"/>
                    <a:pt x="2626787" y="3384414"/>
                    <a:pt x="1692207" y="3384414"/>
                  </a:cubicBezTo>
                  <a:cubicBezTo>
                    <a:pt x="757627" y="3384414"/>
                    <a:pt x="0" y="2626787"/>
                    <a:pt x="0" y="1692207"/>
                  </a:cubicBezTo>
                  <a:cubicBezTo>
                    <a:pt x="0" y="757627"/>
                    <a:pt x="757627" y="0"/>
                    <a:pt x="1692207" y="0"/>
                  </a:cubicBezTo>
                  <a:close/>
                  <a:moveTo>
                    <a:pt x="1692208" y="480235"/>
                  </a:moveTo>
                  <a:cubicBezTo>
                    <a:pt x="1022854" y="480235"/>
                    <a:pt x="480235" y="1022854"/>
                    <a:pt x="480235" y="1692208"/>
                  </a:cubicBezTo>
                  <a:cubicBezTo>
                    <a:pt x="480235" y="2361562"/>
                    <a:pt x="1022854" y="2904181"/>
                    <a:pt x="1692208" y="2904181"/>
                  </a:cubicBezTo>
                  <a:cubicBezTo>
                    <a:pt x="2361562" y="2904181"/>
                    <a:pt x="2904181" y="2361562"/>
                    <a:pt x="2904181" y="1692208"/>
                  </a:cubicBezTo>
                  <a:cubicBezTo>
                    <a:pt x="2904181" y="1022854"/>
                    <a:pt x="2361562" y="480235"/>
                    <a:pt x="1692208" y="480235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0"/>
                  </a:srgbClr>
                </a:gs>
                <a:gs pos="52999">
                  <a:srgbClr val="E25B34">
                    <a:alpha val="40000"/>
                  </a:srgbClr>
                </a:gs>
                <a:gs pos="100000">
                  <a:srgbClr val="E25B34">
                    <a:alpha val="0"/>
                  </a:srgbClr>
                </a:gs>
              </a:gsLst>
              <a:lin ang="5400000"/>
            </a:gradFill>
            <a:ln cap="flat" cmpd="sng">
              <a:prstDash val="solid"/>
            </a:ln>
          </p:spPr>
          <p:txBody>
            <a:bodyPr vert="horz" anchor="ctr" wrap="square" tIns="45720" lIns="91440" bIns="45720" rIns="91440">
              <a:noAutofit/>
            </a:bodyPr>
            <a:p>
              <a:pPr algn="ctr" marL="0"/>
            </a:p>
          </p:txBody>
        </p:sp>
      </p:grpSp>
      <p:sp>
        <p:nvSpPr>
          <p:cNvPr name="TextBox 30" id="30"/>
          <p:cNvSpPr txBox="true"/>
          <p:nvPr/>
        </p:nvSpPr>
        <p:spPr>
          <a:xfrm>
            <a:off x="9994768" y="4568599"/>
            <a:ext cx="527709" cy="461665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2400" baseline="0" u="none">
                <a:solidFill>
                  <a:srgbClr val="FFFFFF"/>
                </a:solidFill>
                <a:latin typeface="Arial"/>
                <a:ea typeface="Arial"/>
              </a:rPr>
              <a:t>06</a:t>
            </a:r>
            <a:endParaRPr lang="en-US" sz="1100"/>
          </a:p>
        </p:txBody>
      </p:sp>
      <p:sp>
        <p:nvSpPr>
          <p:cNvPr name="TextBox 31" id="31"/>
          <p:cNvSpPr txBox="true"/>
          <p:nvPr/>
        </p:nvSpPr>
        <p:spPr>
          <a:xfrm>
            <a:off x="9427902" y="5646964"/>
            <a:ext cx="1719044" cy="80022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20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AI智能生成PPT的伦理与法律问题</a:t>
            </a:r>
            <a:endParaRPr lang="en-US" sz="1100"/>
          </a:p>
        </p:txBody>
      </p:sp>
      <p:grpSp>
        <p:nvGrpSpPr>
          <p:cNvPr name="Group 32" id="32"/>
          <p:cNvGrpSpPr/>
          <p:nvPr/>
        </p:nvGrpSpPr>
        <p:grpSpPr>
          <a:xfrm>
            <a:off x="9543795" y="4073097"/>
            <a:ext cx="1487258" cy="1415980"/>
            <a:chOff x="1118738" y="724540"/>
            <a:chExt cx="1687040" cy="1606188"/>
          </a:xfrm>
        </p:grpSpPr>
        <p:sp>
          <p:nvSpPr>
            <p:cNvPr name="Freeform 33" id="33"/>
            <p:cNvSpPr/>
            <p:nvPr/>
          </p:nvSpPr>
          <p:spPr>
            <a:xfrm flipH="true" rot="2485962">
              <a:off x="1118738" y="724540"/>
              <a:ext cx="1539685" cy="1539684"/>
            </a:xfrm>
            <a:custGeom>
              <a:avLst/>
              <a:gdLst/>
              <a:ahLst/>
              <a:cxnLst/>
              <a:rect r="r" b="b" t="t" l="l"/>
              <a:pathLst>
                <a:path w="3384414" h="3384414" stroke="true" fill="norm" extrusionOk="true">
                  <a:moveTo>
                    <a:pt x="1692207" y="0"/>
                  </a:moveTo>
                  <a:cubicBezTo>
                    <a:pt x="2626787" y="0"/>
                    <a:pt x="3384414" y="757627"/>
                    <a:pt x="3384414" y="1692207"/>
                  </a:cubicBezTo>
                  <a:cubicBezTo>
                    <a:pt x="3384414" y="2626787"/>
                    <a:pt x="2626787" y="3384414"/>
                    <a:pt x="1692207" y="3384414"/>
                  </a:cubicBezTo>
                  <a:cubicBezTo>
                    <a:pt x="757627" y="3384414"/>
                    <a:pt x="0" y="2626787"/>
                    <a:pt x="0" y="1692207"/>
                  </a:cubicBezTo>
                  <a:cubicBezTo>
                    <a:pt x="0" y="757627"/>
                    <a:pt x="757627" y="0"/>
                    <a:pt x="1692207" y="0"/>
                  </a:cubicBezTo>
                  <a:close/>
                  <a:moveTo>
                    <a:pt x="1692208" y="480235"/>
                  </a:moveTo>
                  <a:cubicBezTo>
                    <a:pt x="1022854" y="480235"/>
                    <a:pt x="480235" y="1022854"/>
                    <a:pt x="480235" y="1692208"/>
                  </a:cubicBezTo>
                  <a:cubicBezTo>
                    <a:pt x="480235" y="2361562"/>
                    <a:pt x="1022854" y="2904181"/>
                    <a:pt x="1692208" y="2904181"/>
                  </a:cubicBezTo>
                  <a:cubicBezTo>
                    <a:pt x="2361562" y="2904181"/>
                    <a:pt x="2904181" y="2361562"/>
                    <a:pt x="2904181" y="1692208"/>
                  </a:cubicBezTo>
                  <a:cubicBezTo>
                    <a:pt x="2904181" y="1022854"/>
                    <a:pt x="2361562" y="480235"/>
                    <a:pt x="1692208" y="480235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0"/>
                  </a:srgbClr>
                </a:gs>
                <a:gs pos="52999">
                  <a:srgbClr val="1FAECF">
                    <a:alpha val="40000"/>
                  </a:srgbClr>
                </a:gs>
                <a:gs pos="100000">
                  <a:srgbClr val="1FAECF">
                    <a:alpha val="0"/>
                  </a:srgbClr>
                </a:gs>
              </a:gsLst>
              <a:lin ang="5400000"/>
            </a:gradFill>
            <a:ln cap="flat" cmpd="sng">
              <a:prstDash val="solid"/>
            </a:ln>
          </p:spPr>
          <p:txBody>
            <a:bodyPr vert="horz" anchor="ctr" wrap="square" tIns="45720" lIns="91440" bIns="45720" rIns="91440">
              <a:noAutofit/>
            </a:bodyPr>
            <a:p>
              <a:pPr algn="ctr" marL="0"/>
            </a:p>
          </p:txBody>
        </p:sp>
        <p:sp>
          <p:nvSpPr>
            <p:cNvPr name="Freeform 34" id="34"/>
            <p:cNvSpPr/>
            <p:nvPr/>
          </p:nvSpPr>
          <p:spPr>
            <a:xfrm flipH="true" rot="20661238">
              <a:off x="1266093" y="791044"/>
              <a:ext cx="1539685" cy="1539684"/>
            </a:xfrm>
            <a:custGeom>
              <a:avLst/>
              <a:gdLst/>
              <a:ahLst/>
              <a:cxnLst/>
              <a:rect r="r" b="b" t="t" l="l"/>
              <a:pathLst>
                <a:path w="3384414" h="3384414" stroke="true" fill="norm" extrusionOk="true">
                  <a:moveTo>
                    <a:pt x="1692207" y="0"/>
                  </a:moveTo>
                  <a:cubicBezTo>
                    <a:pt x="2626787" y="0"/>
                    <a:pt x="3384414" y="757627"/>
                    <a:pt x="3384414" y="1692207"/>
                  </a:cubicBezTo>
                  <a:cubicBezTo>
                    <a:pt x="3384414" y="2626787"/>
                    <a:pt x="2626787" y="3384414"/>
                    <a:pt x="1692207" y="3384414"/>
                  </a:cubicBezTo>
                  <a:cubicBezTo>
                    <a:pt x="757627" y="3384414"/>
                    <a:pt x="0" y="2626787"/>
                    <a:pt x="0" y="1692207"/>
                  </a:cubicBezTo>
                  <a:cubicBezTo>
                    <a:pt x="0" y="757627"/>
                    <a:pt x="757627" y="0"/>
                    <a:pt x="1692207" y="0"/>
                  </a:cubicBezTo>
                  <a:close/>
                  <a:moveTo>
                    <a:pt x="1692208" y="480235"/>
                  </a:moveTo>
                  <a:cubicBezTo>
                    <a:pt x="1022854" y="480235"/>
                    <a:pt x="480235" y="1022854"/>
                    <a:pt x="480235" y="1692208"/>
                  </a:cubicBezTo>
                  <a:cubicBezTo>
                    <a:pt x="480235" y="2361562"/>
                    <a:pt x="1022854" y="2904181"/>
                    <a:pt x="1692208" y="2904181"/>
                  </a:cubicBezTo>
                  <a:cubicBezTo>
                    <a:pt x="2361562" y="2904181"/>
                    <a:pt x="2904181" y="2361562"/>
                    <a:pt x="2904181" y="1692208"/>
                  </a:cubicBezTo>
                  <a:cubicBezTo>
                    <a:pt x="2904181" y="1022854"/>
                    <a:pt x="2361562" y="480235"/>
                    <a:pt x="1692208" y="480235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0"/>
                  </a:srgbClr>
                </a:gs>
                <a:gs pos="52999">
                  <a:srgbClr val="1FAECF">
                    <a:alpha val="40000"/>
                  </a:srgbClr>
                </a:gs>
                <a:gs pos="100000">
                  <a:srgbClr val="1FAECF">
                    <a:alpha val="0"/>
                  </a:srgbClr>
                </a:gs>
              </a:gsLst>
              <a:lin ang="5400000"/>
            </a:gradFill>
            <a:ln cap="flat" cmpd="sng">
              <a:prstDash val="solid"/>
            </a:ln>
          </p:spPr>
          <p:txBody>
            <a:bodyPr vert="horz" anchor="ctr" wrap="square" tIns="45720" lIns="91440" bIns="45720" rIns="91440">
              <a:noAutofit/>
            </a:bodyPr>
            <a:p>
              <a:pPr algn="ctr" marL="0"/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7784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399" y="1551400"/>
            <a:ext cx="1195698" cy="990811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5400" baseline="0" u="none" altLang="en-US">
                <a:solidFill>
                  <a:srgbClr val="FFFFFF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60397" y="2761501"/>
            <a:ext cx="6553201" cy="990811"/>
          </a:xfrm>
          <a:prstGeom prst="rect">
            <a:avLst/>
          </a:prstGeom>
        </p:spPr>
        <p:txBody>
          <a:bodyPr anchor="t" rtlCol="false" vert="horz" tIns="45720" lIns="91440" bIns="45720" rIns="91440">
            <a:noAutofit/>
          </a:bodyPr>
          <a:lstStyle/>
          <a:p>
            <a:pPr algn="l" marL="0">
              <a:lnSpc>
                <a:spcPct val="100000"/>
              </a:lnSpc>
              <a:spcBef>
                <a:spcPct val="0"/>
              </a:spcBef>
              <a:defRPr/>
            </a:pPr>
            <a:r>
              <a:rPr lang="zh-CN" b="true" i="false" sz="5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AI智能生成PPT概述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1549774" y="1551400"/>
            <a:ext cx="463267" cy="990811"/>
          </a:xfrm>
          <a:prstGeom prst="rect">
            <a:avLst/>
          </a:prstGeom>
        </p:spPr>
        <p:txBody>
          <a:bodyPr anchor="b" rtlCol="false" vert="horz" tIns="45720" lIns="91440" bIns="45720" rIns="91440">
            <a:noAutofit/>
          </a:bodyPr>
          <a:lstStyle/>
          <a:p>
            <a:pPr algn="l" marL="0">
              <a:lnSpc>
                <a:spcPct val="100000"/>
              </a:lnSpc>
              <a:spcBef>
                <a:spcPct val="0"/>
              </a:spcBef>
              <a:defRPr/>
            </a:pPr>
            <a:r>
              <a:rPr lang="zh-CN" b="true" i="false" sz="5400" baseline="0" u="none" altLang="en-US">
                <a:solidFill>
                  <a:srgbClr val="FFFFFF"/>
                </a:solidFill>
                <a:latin typeface="Arial"/>
                <a:ea typeface="Arial"/>
              </a:rPr>
              <a:t>.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537999" y="1659542"/>
            <a:ext cx="1116000" cy="1116000"/>
          </a:xfrm>
          <a:prstGeom prst="ellipse">
            <a:avLst/>
          </a:prstGeom>
          <a:gradFill>
            <a:gsLst>
              <a:gs pos="0">
                <a:srgbClr val="1FAECF">
                  <a:lumMod val="60000"/>
                  <a:lumOff val="40000"/>
                </a:srgbClr>
              </a:gs>
              <a:gs pos="50000">
                <a:srgbClr val="1FAECF"/>
              </a:gs>
            </a:gsLst>
            <a:lin ang="2700000"/>
          </a:gradFill>
          <a:ln cap="flat" cmpd="sng">
            <a:prstDash val="solid"/>
          </a:ln>
          <a:effectLst>
            <a:outerShdw algn="tl" blurRad="177800" dir="2700000" dist="152400" rotWithShape="false">
              <a:schemeClr val="accent2">
                <a:alpha val="20000"/>
              </a:scheme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3" id="3"/>
          <p:cNvSpPr/>
          <p:nvPr/>
        </p:nvSpPr>
        <p:spPr>
          <a:xfrm>
            <a:off x="4815901" y="3223445"/>
            <a:ext cx="2560196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ctr" marL="0">
              <a:lnSpc>
                <a:spcPct val="100000"/>
              </a:lnSpc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技术背景</a:t>
            </a:r>
          </a:p>
        </p:txBody>
      </p:sp>
      <p:sp>
        <p:nvSpPr>
          <p:cNvPr name="AutoShape 4" id="4"/>
          <p:cNvSpPr/>
          <p:nvPr/>
        </p:nvSpPr>
        <p:spPr>
          <a:xfrm>
            <a:off x="4815901" y="3775952"/>
            <a:ext cx="2560196" cy="1177290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ct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基于深度学习、自然语言处理和计算机视觉等技术，AI智能生成PPT通过分析用户输入的内容，自动生成符合需求的演示文稿。</a:t>
            </a:r>
          </a:p>
        </p:txBody>
      </p:sp>
      <p:sp>
        <p:nvSpPr>
          <p:cNvPr name="AutoShape 5" id="5"/>
          <p:cNvSpPr/>
          <p:nvPr/>
        </p:nvSpPr>
        <p:spPr>
          <a:xfrm>
            <a:off x="5832145" y="1975325"/>
            <a:ext cx="527709" cy="461665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b" wrap="none" tIns="45720" lIns="91440" bIns="45720" rIns="91440">
            <a:spAutoFit/>
          </a:bodyPr>
          <a:p>
            <a:pPr algn="ctr" marL="0"/>
            <a:r>
              <a:rPr lang="en-US" b="true" i="false" sz="2400" baseline="0" u="none">
                <a:solidFill>
                  <a:srgbClr val="FFFFFF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name="AutoShape 6" id="6"/>
          <p:cNvSpPr/>
          <p:nvPr/>
        </p:nvSpPr>
        <p:spPr>
          <a:xfrm>
            <a:off x="1748441" y="1659542"/>
            <a:ext cx="1116000" cy="1116000"/>
          </a:xfrm>
          <a:prstGeom prst="ellipse">
            <a:avLst/>
          </a:prstGeom>
          <a:gradFill>
            <a:gsLst>
              <a:gs pos="0">
                <a:srgbClr val="E25B34">
                  <a:lumMod val="60000"/>
                  <a:lumOff val="40000"/>
                </a:srgbClr>
              </a:gs>
              <a:gs pos="50000">
                <a:srgbClr val="E25B34"/>
              </a:gs>
            </a:gsLst>
            <a:lin ang="2700000"/>
          </a:gradFill>
          <a:ln cap="flat" cmpd="sng">
            <a:prstDash val="solid"/>
          </a:ln>
          <a:effectLst>
            <a:outerShdw algn="tl" blurRad="177800" dir="2700000" dist="152400" rotWithShape="false">
              <a:schemeClr val="accent1">
                <a:alpha val="20000"/>
              </a:scheme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7" id="7"/>
          <p:cNvSpPr/>
          <p:nvPr/>
        </p:nvSpPr>
        <p:spPr>
          <a:xfrm>
            <a:off x="1026343" y="3223445"/>
            <a:ext cx="2560195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ctr" marL="0">
              <a:lnSpc>
                <a:spcPct val="100000"/>
              </a:lnSpc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定义与概念</a:t>
            </a:r>
          </a:p>
        </p:txBody>
      </p:sp>
      <p:sp>
        <p:nvSpPr>
          <p:cNvPr name="AutoShape 8" id="8"/>
          <p:cNvSpPr/>
          <p:nvPr/>
        </p:nvSpPr>
        <p:spPr>
          <a:xfrm>
            <a:off x="1026343" y="3775952"/>
            <a:ext cx="2560196" cy="1539240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ct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AI智能生成PPT是指利用人工智能技术，自动生成演示文稿的过程，结合自然语言处理、图像识别等技术，快速生成高质量的PPT内容。</a:t>
            </a:r>
          </a:p>
        </p:txBody>
      </p:sp>
      <p:sp>
        <p:nvSpPr>
          <p:cNvPr name="AutoShape 9" id="9"/>
          <p:cNvSpPr/>
          <p:nvPr/>
        </p:nvSpPr>
        <p:spPr>
          <a:xfrm>
            <a:off x="2042587" y="1975325"/>
            <a:ext cx="527709" cy="461665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b" wrap="none" tIns="45720" lIns="91440" bIns="45720" rIns="91440">
            <a:spAutoFit/>
          </a:bodyPr>
          <a:p>
            <a:pPr algn="ctr" marL="0"/>
            <a:r>
              <a:rPr lang="en-US" b="true" i="false" sz="2400" baseline="0" u="none">
                <a:solidFill>
                  <a:schemeClr val="lt1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name="AutoShape 10" id="10"/>
          <p:cNvSpPr/>
          <p:nvPr/>
        </p:nvSpPr>
        <p:spPr>
          <a:xfrm>
            <a:off x="9327558" y="1659542"/>
            <a:ext cx="1116000" cy="1116000"/>
          </a:xfrm>
          <a:prstGeom prst="ellipse">
            <a:avLst/>
          </a:prstGeom>
          <a:gradFill>
            <a:gsLst>
              <a:gs pos="0">
                <a:srgbClr val="E25B34">
                  <a:lumMod val="60000"/>
                  <a:lumOff val="40000"/>
                </a:srgbClr>
              </a:gs>
              <a:gs pos="50000">
                <a:srgbClr val="E25B34"/>
              </a:gs>
            </a:gsLst>
            <a:lin ang="2700000"/>
          </a:gradFill>
          <a:ln cap="flat" cmpd="sng">
            <a:prstDash val="solid"/>
          </a:ln>
          <a:effectLst>
            <a:outerShdw algn="tl" blurRad="177800" dir="2700000" dist="152400" rotWithShape="false">
              <a:schemeClr val="accent1">
                <a:alpha val="20000"/>
              </a:scheme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1" id="11"/>
          <p:cNvSpPr/>
          <p:nvPr/>
        </p:nvSpPr>
        <p:spPr>
          <a:xfrm>
            <a:off x="8605460" y="3223445"/>
            <a:ext cx="2560196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ctr" marL="0">
              <a:lnSpc>
                <a:spcPct val="100000"/>
              </a:lnSpc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应用场景</a:t>
            </a:r>
          </a:p>
        </p:txBody>
      </p:sp>
      <p:sp>
        <p:nvSpPr>
          <p:cNvPr name="AutoShape 12" id="12"/>
          <p:cNvSpPr/>
          <p:nvPr/>
        </p:nvSpPr>
        <p:spPr>
          <a:xfrm>
            <a:off x="8605460" y="3775952"/>
            <a:ext cx="2560196" cy="754052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ct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广泛应用于企业报告、教育培训、个人展示等领域，帮助用户快速生成专业且个性化的演示文稿。</a:t>
            </a:r>
          </a:p>
        </p:txBody>
      </p:sp>
      <p:sp>
        <p:nvSpPr>
          <p:cNvPr name="AutoShape 13" id="13"/>
          <p:cNvSpPr/>
          <p:nvPr/>
        </p:nvSpPr>
        <p:spPr>
          <a:xfrm>
            <a:off x="9621704" y="1975325"/>
            <a:ext cx="527709" cy="461665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b" wrap="none" tIns="45720" lIns="91440" bIns="45720" rIns="91440">
            <a:spAutoFit/>
          </a:bodyPr>
          <a:p>
            <a:pPr algn="ctr" marL="0"/>
            <a:r>
              <a:rPr lang="en-US" b="true" i="false" sz="2400" baseline="0" u="none">
                <a:solidFill>
                  <a:srgbClr val="FFFFFF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name="AutoShape 14" id="14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什么是AI智能生成PPT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AI智能生成PPT的优势</a:t>
            </a:r>
          </a:p>
        </p:txBody>
      </p:sp>
      <p:sp>
        <p:nvSpPr>
          <p:cNvPr name="Freeform 3" id="3"/>
          <p:cNvSpPr/>
          <p:nvPr/>
        </p:nvSpPr>
        <p:spPr>
          <a:xfrm>
            <a:off x="4355823" y="1638909"/>
            <a:ext cx="3467650" cy="2879996"/>
          </a:xfrm>
          <a:custGeom>
            <a:avLst/>
            <a:gdLst/>
            <a:ahLst/>
            <a:cxnLst/>
            <a:rect r="r" b="b" t="t" l="l"/>
            <a:pathLst>
              <a:path w="4533900" h="3765550" stroke="true" fill="norm" extrusionOk="true">
                <a:moveTo>
                  <a:pt x="3964789" y="0"/>
                </a:moveTo>
                <a:lnTo>
                  <a:pt x="4016239" y="56609"/>
                </a:lnTo>
                <a:cubicBezTo>
                  <a:pt x="4339633" y="448472"/>
                  <a:pt x="4533900" y="950849"/>
                  <a:pt x="4533900" y="1498600"/>
                </a:cubicBezTo>
                <a:cubicBezTo>
                  <a:pt x="4533900" y="2750602"/>
                  <a:pt x="3518952" y="3765550"/>
                  <a:pt x="2266950" y="3765550"/>
                </a:cubicBezTo>
                <a:cubicBezTo>
                  <a:pt x="1014948" y="3765550"/>
                  <a:pt x="0" y="2750602"/>
                  <a:pt x="0" y="1498600"/>
                </a:cubicBezTo>
                <a:cubicBezTo>
                  <a:pt x="0" y="950849"/>
                  <a:pt x="194268" y="448472"/>
                  <a:pt x="517661" y="56609"/>
                </a:cubicBezTo>
                <a:lnTo>
                  <a:pt x="569111" y="0"/>
                </a:lnTo>
              </a:path>
            </a:pathLst>
          </a:custGeom>
          <a:noFill/>
          <a:ln w="12700" cap="rnd" cmpd="sng">
            <a:solidFill>
              <a:srgbClr val="F0F0F0">
                <a:alpha val="50000"/>
              </a:srgbClr>
            </a:solidFill>
            <a:prstDash val="solid"/>
            <a:headEnd w="sm" len="sm" type="oval"/>
            <a:tailEnd w="sm" len="sm" type="oval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4943478" y="1638909"/>
            <a:ext cx="2292340" cy="2292341"/>
          </a:xfrm>
          <a:prstGeom prst="ellipse">
            <a:avLst/>
          </a:prstGeom>
          <a:solidFill>
            <a:srgbClr val="F0F0F0">
              <a:alpha val="15000"/>
            </a:srgbClr>
          </a:solidFill>
          <a:ln cap="flat" cmpd="sng">
            <a:prstDash val="solid"/>
          </a:ln>
        </p:spPr>
        <p:txBody>
          <a:bodyPr vert="horz" rot="0" anchor="ctr" wrap="square" anchorCtr="tru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5" id="5"/>
          <p:cNvSpPr/>
          <p:nvPr/>
        </p:nvSpPr>
        <p:spPr>
          <a:xfrm>
            <a:off x="4177923" y="2270768"/>
            <a:ext cx="432000" cy="432000"/>
          </a:xfrm>
          <a:prstGeom prst="ellipse">
            <a:avLst/>
          </a:prstGeom>
          <a:gradFill>
            <a:gsLst>
              <a:gs pos="0">
                <a:srgbClr val="E25B34">
                  <a:lumMod val="60000"/>
                  <a:lumOff val="40000"/>
                </a:srgbClr>
              </a:gs>
              <a:gs pos="50000">
                <a:srgbClr val="E25B34"/>
              </a:gs>
            </a:gsLst>
            <a:lin ang="2700000"/>
          </a:gradFill>
          <a:effectLst>
            <a:outerShdw algn="ctr" blurRad="177800" dir="2700000" dist="152400" rotWithShape="false">
              <a:schemeClr val="accent1">
                <a:alpha val="20000"/>
              </a:schemeClr>
            </a:outerShdw>
          </a:effectLst>
        </p:spPr>
        <p:txBody>
          <a:bodyPr vert="horz" anchor="ctr" wrap="none" tIns="108000" lIns="108000" bIns="108000" rIns="108000">
            <a:noAutofit/>
          </a:bodyPr>
          <a:p>
            <a:pPr algn="ctr" marL="0"/>
            <a:r>
              <a:rPr lang="en-US" b="true" i="false" sz="1800" baseline="0" u="none">
                <a:solidFill>
                  <a:srgbClr val="FFFFF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name="AutoShape 6" id="6"/>
          <p:cNvSpPr/>
          <p:nvPr/>
        </p:nvSpPr>
        <p:spPr>
          <a:xfrm>
            <a:off x="4694381" y="3890256"/>
            <a:ext cx="432000" cy="432000"/>
          </a:xfrm>
          <a:prstGeom prst="ellipse">
            <a:avLst/>
          </a:prstGeom>
          <a:gradFill>
            <a:gsLst>
              <a:gs pos="0">
                <a:srgbClr val="1FAECF">
                  <a:lumMod val="60000"/>
                  <a:lumOff val="40000"/>
                </a:srgbClr>
              </a:gs>
              <a:gs pos="50000">
                <a:srgbClr val="1FAECF"/>
              </a:gs>
            </a:gsLst>
            <a:lin ang="2700000"/>
          </a:gradFill>
          <a:effectLst>
            <a:outerShdw algn="ctr" blurRad="177800" dir="2700000" dist="152400" rotWithShape="false">
              <a:schemeClr val="accent2">
                <a:alpha val="20000"/>
              </a:schemeClr>
            </a:outerShdw>
          </a:effectLst>
        </p:spPr>
        <p:txBody>
          <a:bodyPr vert="horz" anchor="ctr" wrap="none" tIns="108000" lIns="108000" bIns="108000" rIns="108000">
            <a:noAutofit/>
          </a:bodyPr>
          <a:p>
            <a:pPr algn="ctr" marL="0"/>
            <a:r>
              <a:rPr lang="en-US" b="true" i="false" sz="1800" baseline="0" u="none">
                <a:solidFill>
                  <a:srgbClr val="FFFFF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name="AutoShape 7" id="7"/>
          <p:cNvSpPr/>
          <p:nvPr/>
        </p:nvSpPr>
        <p:spPr>
          <a:xfrm flipH="true">
            <a:off x="7052917" y="3890256"/>
            <a:ext cx="432000" cy="432000"/>
          </a:xfrm>
          <a:prstGeom prst="ellipse">
            <a:avLst/>
          </a:prstGeom>
          <a:gradFill>
            <a:gsLst>
              <a:gs pos="0">
                <a:srgbClr val="6CCFDF">
                  <a:lumMod val="60000"/>
                  <a:lumOff val="40000"/>
                </a:srgbClr>
              </a:gs>
              <a:gs pos="50000">
                <a:srgbClr val="6CCFDF"/>
              </a:gs>
            </a:gsLst>
            <a:lin ang="2700000"/>
          </a:gradFill>
          <a:effectLst>
            <a:outerShdw algn="ctr" blurRad="177800" dir="2700000" dist="152400" rotWithShape="false">
              <a:schemeClr val="accent4">
                <a:alpha val="20000"/>
              </a:schemeClr>
            </a:outerShdw>
          </a:effectLst>
        </p:spPr>
        <p:txBody>
          <a:bodyPr vert="horz" anchor="ctr" wrap="none" tIns="108000" lIns="108000" bIns="108000" rIns="108000">
            <a:noAutofit/>
          </a:bodyPr>
          <a:p>
            <a:pPr algn="ctr" marL="0"/>
            <a:r>
              <a:rPr lang="en-US" b="true" i="false" sz="1800" baseline="0" u="none">
                <a:solidFill>
                  <a:srgbClr val="FFFFFF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name="AutoShape 8" id="8"/>
          <p:cNvSpPr/>
          <p:nvPr/>
        </p:nvSpPr>
        <p:spPr>
          <a:xfrm flipH="true">
            <a:off x="7564904" y="2270768"/>
            <a:ext cx="432000" cy="432000"/>
          </a:xfrm>
          <a:prstGeom prst="ellipse">
            <a:avLst/>
          </a:prstGeom>
          <a:gradFill>
            <a:gsLst>
              <a:gs pos="0">
                <a:srgbClr val="EA894B">
                  <a:lumMod val="60000"/>
                  <a:lumOff val="40000"/>
                </a:srgbClr>
              </a:gs>
              <a:gs pos="50000">
                <a:srgbClr val="EA894B"/>
              </a:gs>
            </a:gsLst>
            <a:lin ang="2700000"/>
          </a:gradFill>
          <a:effectLst>
            <a:outerShdw algn="ctr" blurRad="177800" dir="2700000" dist="152400" rotWithShape="false">
              <a:schemeClr val="accent5">
                <a:alpha val="20000"/>
              </a:schemeClr>
            </a:outerShdw>
          </a:effectLst>
        </p:spPr>
        <p:txBody>
          <a:bodyPr vert="horz" anchor="ctr" wrap="none" tIns="108000" lIns="108000" bIns="108000" rIns="108000">
            <a:noAutofit/>
          </a:bodyPr>
          <a:p>
            <a:pPr algn="ctr" marL="0"/>
            <a:r>
              <a:rPr lang="en-US" b="true" i="false" sz="1800" baseline="0" u="none">
                <a:solidFill>
                  <a:srgbClr val="FFFFFF"/>
                </a:solidFill>
                <a:latin typeface="Arial"/>
                <a:ea typeface="Arial"/>
              </a:rPr>
              <a:t>4</a:t>
            </a:r>
          </a:p>
        </p:txBody>
      </p:sp>
      <p:sp>
        <p:nvSpPr>
          <p:cNvPr name="AutoShape 9" id="9"/>
          <p:cNvSpPr/>
          <p:nvPr/>
        </p:nvSpPr>
        <p:spPr>
          <a:xfrm>
            <a:off x="8072570" y="2072323"/>
            <a:ext cx="3467650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b" wrap="square" tIns="45720" lIns="91440" bIns="45720" rIns="9144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提升质量</a:t>
            </a:r>
          </a:p>
        </p:txBody>
      </p:sp>
      <p:sp>
        <p:nvSpPr>
          <p:cNvPr name="AutoShape 10" id="10"/>
          <p:cNvSpPr/>
          <p:nvPr/>
        </p:nvSpPr>
        <p:spPr>
          <a:xfrm>
            <a:off x="8072570" y="2429609"/>
            <a:ext cx="3467650" cy="910506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3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通过智能算法优化排版、配色和内容结构，确保生成的演示文稿具有较高的专业性和美观度。</a:t>
            </a:r>
          </a:p>
        </p:txBody>
      </p:sp>
      <p:sp>
        <p:nvSpPr>
          <p:cNvPr name="AutoShape 11" id="11"/>
          <p:cNvSpPr/>
          <p:nvPr/>
        </p:nvSpPr>
        <p:spPr>
          <a:xfrm>
            <a:off x="660401" y="2072323"/>
            <a:ext cx="3446324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b" wrap="square" tIns="45720" lIns="91440" bIns="45720" rIns="91440">
            <a:spAutoFit/>
          </a:bodyPr>
          <a:p>
            <a:pPr algn="r" marL="0"/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提高效率</a:t>
            </a:r>
          </a:p>
        </p:txBody>
      </p:sp>
      <p:sp>
        <p:nvSpPr>
          <p:cNvPr name="AutoShape 12" id="12"/>
          <p:cNvSpPr/>
          <p:nvPr/>
        </p:nvSpPr>
        <p:spPr>
          <a:xfrm>
            <a:off x="660401" y="2429609"/>
            <a:ext cx="3446324" cy="910506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r" marL="0">
              <a:lnSpc>
                <a:spcPct val="13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AI智能生成PPT能够大幅缩短制作时间，用户只需输入关键内容，系统即可自动生成完整的演示文稿。</a:t>
            </a:r>
          </a:p>
        </p:txBody>
      </p:sp>
      <p:sp>
        <p:nvSpPr>
          <p:cNvPr name="AutoShape 13" id="13"/>
          <p:cNvSpPr/>
          <p:nvPr/>
        </p:nvSpPr>
        <p:spPr>
          <a:xfrm>
            <a:off x="7616586" y="4108570"/>
            <a:ext cx="3715810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b" wrap="square" tIns="45720" lIns="91440" bIns="45720" rIns="9144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个性化定制</a:t>
            </a:r>
          </a:p>
        </p:txBody>
      </p:sp>
      <p:sp>
        <p:nvSpPr>
          <p:cNvPr name="AutoShape 14" id="14"/>
          <p:cNvSpPr/>
          <p:nvPr/>
        </p:nvSpPr>
        <p:spPr>
          <a:xfrm>
            <a:off x="7616586" y="4465856"/>
            <a:ext cx="3715810" cy="910506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3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用户可以根据需求选择不同的模板、风格和布局，生成符合个人或企业品牌形象的演示文稿。</a:t>
            </a:r>
          </a:p>
        </p:txBody>
      </p:sp>
      <p:sp>
        <p:nvSpPr>
          <p:cNvPr name="AutoShape 15" id="15"/>
          <p:cNvSpPr/>
          <p:nvPr/>
        </p:nvSpPr>
        <p:spPr>
          <a:xfrm>
            <a:off x="1254908" y="4101251"/>
            <a:ext cx="3320508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b" wrap="square" tIns="45720" lIns="91440" bIns="45720" rIns="91440">
            <a:spAutoFit/>
          </a:bodyPr>
          <a:p>
            <a:pPr algn="r" marL="0"/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降低成本</a:t>
            </a:r>
          </a:p>
        </p:txBody>
      </p:sp>
      <p:sp>
        <p:nvSpPr>
          <p:cNvPr name="AutoShape 16" id="16"/>
          <p:cNvSpPr/>
          <p:nvPr/>
        </p:nvSpPr>
        <p:spPr>
          <a:xfrm>
            <a:off x="1254908" y="4458537"/>
            <a:ext cx="3320508" cy="903389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r" marL="0">
              <a:lnSpc>
                <a:spcPct val="13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减少对专业设计师的依赖，降低制作成本，尤其适合中小企业和个人用户。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7784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399" y="1551400"/>
            <a:ext cx="1195698" cy="990811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5400" baseline="0" u="none" altLang="en-US">
                <a:solidFill>
                  <a:srgbClr val="FFFFFF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60397" y="2761501"/>
            <a:ext cx="6553201" cy="990811"/>
          </a:xfrm>
          <a:prstGeom prst="rect">
            <a:avLst/>
          </a:prstGeom>
        </p:spPr>
        <p:txBody>
          <a:bodyPr anchor="t" rtlCol="false" vert="horz" tIns="45720" lIns="91440" bIns="45720" rIns="91440">
            <a:noAutofit/>
          </a:bodyPr>
          <a:lstStyle/>
          <a:p>
            <a:pPr algn="l" marL="0">
              <a:lnSpc>
                <a:spcPct val="100000"/>
              </a:lnSpc>
              <a:spcBef>
                <a:spcPct val="0"/>
              </a:spcBef>
              <a:defRPr/>
            </a:pPr>
            <a:r>
              <a:rPr lang="zh-CN" b="true" i="false" sz="5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AI智能生成PPT的技术原理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1549774" y="1551400"/>
            <a:ext cx="463267" cy="990811"/>
          </a:xfrm>
          <a:prstGeom prst="rect">
            <a:avLst/>
          </a:prstGeom>
        </p:spPr>
        <p:txBody>
          <a:bodyPr anchor="b" rtlCol="false" vert="horz" tIns="45720" lIns="91440" bIns="45720" rIns="91440">
            <a:noAutofit/>
          </a:bodyPr>
          <a:lstStyle/>
          <a:p>
            <a:pPr algn="l" marL="0">
              <a:lnSpc>
                <a:spcPct val="100000"/>
              </a:lnSpc>
              <a:spcBef>
                <a:spcPct val="0"/>
              </a:spcBef>
              <a:defRPr/>
            </a:pPr>
            <a:r>
              <a:rPr lang="zh-CN" b="true" i="false" sz="5400" baseline="0" u="none" altLang="en-US">
                <a:solidFill>
                  <a:srgbClr val="FFFFFF"/>
                </a:solidFill>
                <a:latin typeface="Arial"/>
                <a:ea typeface="Arial"/>
              </a:rPr>
              <a:t>.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自然语言处理</a:t>
            </a:r>
          </a:p>
        </p:txBody>
      </p:sp>
      <p:sp>
        <p:nvSpPr>
          <p:cNvPr name="AutoShape 3" id="3"/>
          <p:cNvSpPr/>
          <p:nvPr/>
        </p:nvSpPr>
        <p:spPr>
          <a:xfrm flipH="true">
            <a:off x="2232329" y="4424203"/>
            <a:ext cx="6871819" cy="1423704"/>
          </a:xfrm>
          <a:prstGeom prst="roundRect">
            <a:avLst>
              <a:gd name="adj" fmla="val 50000"/>
            </a:avLst>
          </a:prstGeom>
          <a:solidFill>
            <a:srgbClr val="F0F0F0">
              <a:alpha val="15000"/>
            </a:srgbClr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2312364" y="4551867"/>
            <a:ext cx="1168118" cy="1167537"/>
          </a:xfrm>
          <a:prstGeom prst="ellipse">
            <a:avLst/>
          </a:prstGeom>
          <a:gradFill>
            <a:gsLst>
              <a:gs pos="0">
                <a:srgbClr val="E25B34">
                  <a:lumMod val="60000"/>
                  <a:lumOff val="40000"/>
                </a:srgbClr>
              </a:gs>
              <a:gs pos="50000">
                <a:srgbClr val="E25B34"/>
              </a:gs>
            </a:gsLst>
            <a:lin ang="2700000"/>
          </a:gradFill>
          <a:ln cap="flat" cmpd="sng">
            <a:prstDash val="solid"/>
          </a:ln>
          <a:effectLst>
            <a:outerShdw algn="tl" blurRad="177800" dir="2700000" dist="152400" rotWithShape="false">
              <a:schemeClr val="accent1">
                <a:alpha val="20000"/>
              </a:scheme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ctr" marL="0"/>
            <a:r>
              <a:rPr lang="en-GB" b="true" i="false" sz="3200" baseline="0" u="none">
                <a:solidFill>
                  <a:srgbClr val="FFFFFF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3528412" y="4823320"/>
            <a:ext cx="5264713" cy="405128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29999"/>
              </a:lnSpc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基于Transformer等生成模型，自动生成符合逻辑和语法的文本内容，应用于PPT的标题、正文等部分。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3528412" y="4538604"/>
            <a:ext cx="5264713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生成模型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flipH="true">
            <a:off x="4608210" y="2833433"/>
            <a:ext cx="6801817" cy="1423704"/>
          </a:xfrm>
          <a:prstGeom prst="roundRect">
            <a:avLst>
              <a:gd name="adj" fmla="val 50000"/>
            </a:avLst>
          </a:prstGeom>
          <a:solidFill>
            <a:srgbClr val="F0F0F0">
              <a:alpha val="15000"/>
            </a:srgbClr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8" id="8"/>
          <p:cNvSpPr/>
          <p:nvPr/>
        </p:nvSpPr>
        <p:spPr>
          <a:xfrm>
            <a:off x="4688535" y="2961936"/>
            <a:ext cx="1167537" cy="1167537"/>
          </a:xfrm>
          <a:prstGeom prst="ellipse">
            <a:avLst/>
          </a:prstGeom>
          <a:gradFill>
            <a:gsLst>
              <a:gs pos="0">
                <a:srgbClr val="1FAECF">
                  <a:lumMod val="60000"/>
                  <a:lumOff val="40000"/>
                </a:srgbClr>
              </a:gs>
              <a:gs pos="50000">
                <a:srgbClr val="1FAECF"/>
              </a:gs>
            </a:gsLst>
            <a:lin ang="2700000"/>
          </a:gradFill>
          <a:ln cap="flat" cmpd="sng">
            <a:prstDash val="solid"/>
          </a:ln>
          <a:effectLst>
            <a:outerShdw algn="tl" blurRad="177800" dir="2700000" dist="152400" rotWithShape="false">
              <a:schemeClr val="accent2">
                <a:alpha val="20000"/>
              </a:schemeClr>
            </a:outerShdw>
          </a:effectLst>
        </p:spPr>
        <p:txBody>
          <a:bodyPr vert="horz" anchor="ctr" tIns="0" lIns="0" bIns="0" rIns="0">
            <a:normAutofit/>
          </a:bodyPr>
          <a:p>
            <a:pPr algn="ctr" marL="0"/>
            <a:r>
              <a:rPr lang="en-GB" b="true" i="false" sz="3200" baseline="0" u="none">
                <a:solidFill>
                  <a:srgbClr val="FFFFF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6016946" y="3225821"/>
            <a:ext cx="5264713" cy="405128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29999"/>
              </a:lnSpc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利用语义分析模型，理解文本的深层含义，确保生成的内容与用户意图一致。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6016946" y="2958798"/>
            <a:ext cx="5264713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ln/>
                <a:solidFill>
                  <a:srgbClr val="FFFFFF"/>
                </a:solidFill>
                <a:latin typeface="微软雅黑"/>
                <a:ea typeface="微软雅黑"/>
              </a:rPr>
              <a:t>语义理解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flipH="true">
            <a:off x="2232330" y="1242664"/>
            <a:ext cx="6871820" cy="1423704"/>
          </a:xfrm>
          <a:prstGeom prst="roundRect">
            <a:avLst>
              <a:gd name="adj" fmla="val 50000"/>
            </a:avLst>
          </a:prstGeom>
          <a:solidFill>
            <a:srgbClr val="F0F0F0">
              <a:alpha val="15000"/>
            </a:srgbClr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2" id="12"/>
          <p:cNvSpPr/>
          <p:nvPr/>
        </p:nvSpPr>
        <p:spPr>
          <a:xfrm>
            <a:off x="2312654" y="1371167"/>
            <a:ext cx="1167537" cy="1167537"/>
          </a:xfrm>
          <a:prstGeom prst="ellipse">
            <a:avLst/>
          </a:prstGeom>
          <a:gradFill>
            <a:gsLst>
              <a:gs pos="0">
                <a:srgbClr val="E25B34">
                  <a:lumMod val="60000"/>
                  <a:lumOff val="40000"/>
                </a:srgbClr>
              </a:gs>
              <a:gs pos="50000">
                <a:srgbClr val="E25B34"/>
              </a:gs>
            </a:gsLst>
            <a:lin ang="2700000"/>
          </a:gradFill>
          <a:ln cap="flat" cmpd="sng">
            <a:prstDash val="solid"/>
          </a:ln>
          <a:effectLst>
            <a:outerShdw algn="tl" blurRad="177800" dir="2700000" dist="152400" rotWithShape="false">
              <a:schemeClr val="accent1">
                <a:alpha val="20000"/>
              </a:scheme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ctr" marL="0"/>
            <a:r>
              <a:rPr lang="en-GB" b="true" i="false" sz="3200" baseline="0" u="none">
                <a:solidFill>
                  <a:srgbClr val="FFFFF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3528412" y="1635052"/>
            <a:ext cx="5264712" cy="405128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29999"/>
              </a:lnSpc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通过分词、词性标注等技术，对用户输入的文本进行深度分析，提取关键信息和主题。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3528412" y="1340434"/>
            <a:ext cx="5264713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文本分析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图像识别与生成</a:t>
            </a:r>
          </a:p>
        </p:txBody>
      </p:sp>
      <p:sp>
        <p:nvSpPr>
          <p:cNvPr name="Freeform 3" id="3"/>
          <p:cNvSpPr/>
          <p:nvPr/>
        </p:nvSpPr>
        <p:spPr>
          <a:xfrm>
            <a:off x="691764" y="1538578"/>
            <a:ext cx="5398936" cy="4546043"/>
          </a:xfrm>
          <a:custGeom>
            <a:avLst/>
            <a:gdLst/>
            <a:ahLst/>
            <a:cxnLst/>
            <a:rect r="r" b="b" t="t" l="l"/>
            <a:pathLst>
              <a:path w="3073652" h="2799862" stroke="true" fill="norm" extrusionOk="true">
                <a:moveTo>
                  <a:pt x="1535827" y="0"/>
                </a:moveTo>
                <a:lnTo>
                  <a:pt x="2547104" y="0"/>
                </a:lnTo>
                <a:cubicBezTo>
                  <a:pt x="2950728" y="0"/>
                  <a:pt x="3203547" y="439107"/>
                  <a:pt x="3003953" y="789506"/>
                </a:cubicBezTo>
                <a:lnTo>
                  <a:pt x="2498314" y="1663285"/>
                </a:lnTo>
                <a:lnTo>
                  <a:pt x="1992676" y="2537063"/>
                </a:lnTo>
                <a:cubicBezTo>
                  <a:pt x="1788646" y="2887462"/>
                  <a:pt x="1283007" y="2887462"/>
                  <a:pt x="1083413" y="2537063"/>
                </a:cubicBezTo>
                <a:lnTo>
                  <a:pt x="577775" y="1663285"/>
                </a:lnTo>
                <a:lnTo>
                  <a:pt x="72136" y="789506"/>
                </a:lnTo>
                <a:cubicBezTo>
                  <a:pt x="-131894" y="439107"/>
                  <a:pt x="120926" y="0"/>
                  <a:pt x="528985" y="0"/>
                </a:cubicBezTo>
                <a:lnTo>
                  <a:pt x="1535827" y="0"/>
                </a:lnTo>
                <a:close/>
              </a:path>
            </a:pathLst>
          </a:custGeom>
          <a:solidFill>
            <a:srgbClr val="F0F0F0">
              <a:alpha val="15000"/>
            </a:srgbClr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4" id="4"/>
          <p:cNvSpPr/>
          <p:nvPr/>
        </p:nvSpPr>
        <p:spPr>
          <a:xfrm>
            <a:off x="888372" y="1838630"/>
            <a:ext cx="4746929" cy="70766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25B34">
                  <a:lumMod val="60000"/>
                  <a:lumOff val="40000"/>
                </a:srgbClr>
              </a:gs>
              <a:gs pos="50000">
                <a:srgbClr val="E25B34"/>
              </a:gs>
            </a:gsLst>
            <a:lin ang="2700000"/>
          </a:gradFill>
          <a:ln cap="flat" cmpd="sng">
            <a:prstDash val="solid"/>
          </a:ln>
          <a:effectLst>
            <a:outerShdw algn="tl" blurRad="177800" dir="2700000" dist="152400" rotWithShape="false">
              <a:schemeClr val="accent1">
                <a:alpha val="20000"/>
              </a:scheme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00000"/>
              </a:lnSpc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图像识别技术</a:t>
            </a:r>
          </a:p>
        </p:txBody>
      </p:sp>
      <p:sp>
        <p:nvSpPr>
          <p:cNvPr name="Freeform 5" id="5"/>
          <p:cNvSpPr/>
          <p:nvPr/>
        </p:nvSpPr>
        <p:spPr>
          <a:xfrm>
            <a:off x="1566923" y="3076038"/>
            <a:ext cx="3657600" cy="707664"/>
          </a:xfrm>
          <a:custGeom>
            <a:avLst/>
            <a:gdLst/>
            <a:ahLst/>
            <a:cxnLst/>
            <a:rect r="r" b="b" t="t" l="l"/>
            <a:pathLst>
              <a:path w="21600" h="21600" stroke="true" fill="norm" extrusionOk="false">
                <a:moveTo>
                  <a:pt x="2261" y="0"/>
                </a:moveTo>
                <a:lnTo>
                  <a:pt x="19339" y="0"/>
                </a:lnTo>
                <a:lnTo>
                  <a:pt x="19339" y="0"/>
                </a:lnTo>
                <a:cubicBezTo>
                  <a:pt x="20588" y="0"/>
                  <a:pt x="21600" y="4835"/>
                  <a:pt x="21600" y="10800"/>
                </a:cubicBezTo>
                <a:lnTo>
                  <a:pt x="21600" y="10800"/>
                </a:lnTo>
                <a:lnTo>
                  <a:pt x="21600" y="10800"/>
                </a:lnTo>
                <a:cubicBezTo>
                  <a:pt x="21600" y="13782"/>
                  <a:pt x="21347" y="16482"/>
                  <a:pt x="20938" y="18437"/>
                </a:cubicBezTo>
                <a:cubicBezTo>
                  <a:pt x="20528" y="20391"/>
                  <a:pt x="19963" y="21600"/>
                  <a:pt x="19339" y="21600"/>
                </a:cubicBezTo>
                <a:lnTo>
                  <a:pt x="19339" y="21600"/>
                </a:lnTo>
                <a:lnTo>
                  <a:pt x="2261" y="21600"/>
                </a:lnTo>
                <a:lnTo>
                  <a:pt x="2261" y="21600"/>
                </a:lnTo>
                <a:cubicBezTo>
                  <a:pt x="1012" y="21600"/>
                  <a:pt x="0" y="16765"/>
                  <a:pt x="0" y="10800"/>
                </a:cubicBezTo>
                <a:lnTo>
                  <a:pt x="0" y="10800"/>
                </a:lnTo>
                <a:lnTo>
                  <a:pt x="0" y="10800"/>
                </a:lnTo>
                <a:cubicBezTo>
                  <a:pt x="0" y="4835"/>
                  <a:pt x="1012" y="0"/>
                  <a:pt x="2261" y="0"/>
                </a:cubicBezTo>
                <a:lnTo>
                  <a:pt x="2261" y="0"/>
                </a:lnTo>
                <a:close/>
              </a:path>
            </a:pathLst>
          </a:custGeom>
          <a:gradFill>
            <a:gsLst>
              <a:gs pos="0">
                <a:srgbClr val="1FAECF">
                  <a:lumMod val="60000"/>
                  <a:lumOff val="40000"/>
                </a:srgbClr>
              </a:gs>
              <a:gs pos="50000">
                <a:srgbClr val="1FAECF"/>
              </a:gs>
            </a:gsLst>
            <a:lin ang="2700000"/>
          </a:gradFill>
          <a:ln cap="flat" cmpd="sng">
            <a:prstDash val="solid"/>
          </a:ln>
          <a:effectLst>
            <a:outerShdw algn="tl" blurRad="177800" dir="2700000" dist="152400" rotWithShape="false">
              <a:schemeClr val="accent2">
                <a:alpha val="20000"/>
              </a:scheme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00000"/>
              </a:lnSpc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图像生成技术</a:t>
            </a:r>
          </a:p>
        </p:txBody>
      </p:sp>
      <p:sp>
        <p:nvSpPr>
          <p:cNvPr name="Freeform 6" id="6"/>
          <p:cNvSpPr/>
          <p:nvPr/>
        </p:nvSpPr>
        <p:spPr>
          <a:xfrm>
            <a:off x="2097830" y="4382417"/>
            <a:ext cx="2586803" cy="707664"/>
          </a:xfrm>
          <a:custGeom>
            <a:avLst/>
            <a:gdLst/>
            <a:ahLst/>
            <a:cxnLst/>
            <a:rect r="r" b="b" t="t" l="l"/>
            <a:pathLst>
              <a:path w="21600" h="21600" stroke="true" fill="norm" extrusionOk="false">
                <a:moveTo>
                  <a:pt x="3481" y="0"/>
                </a:moveTo>
                <a:lnTo>
                  <a:pt x="18119" y="0"/>
                </a:lnTo>
                <a:lnTo>
                  <a:pt x="18119" y="0"/>
                </a:lnTo>
                <a:cubicBezTo>
                  <a:pt x="20042" y="0"/>
                  <a:pt x="21600" y="4835"/>
                  <a:pt x="21600" y="10800"/>
                </a:cubicBezTo>
                <a:lnTo>
                  <a:pt x="21600" y="10800"/>
                </a:lnTo>
                <a:lnTo>
                  <a:pt x="21600" y="10800"/>
                </a:lnTo>
                <a:cubicBezTo>
                  <a:pt x="21600" y="13782"/>
                  <a:pt x="21210" y="16482"/>
                  <a:pt x="20581" y="18437"/>
                </a:cubicBezTo>
                <a:cubicBezTo>
                  <a:pt x="19951" y="20391"/>
                  <a:pt x="19080" y="21600"/>
                  <a:pt x="18119" y="21600"/>
                </a:cubicBezTo>
                <a:lnTo>
                  <a:pt x="18119" y="21600"/>
                </a:lnTo>
                <a:lnTo>
                  <a:pt x="3481" y="21600"/>
                </a:lnTo>
                <a:lnTo>
                  <a:pt x="3481" y="21600"/>
                </a:lnTo>
                <a:cubicBezTo>
                  <a:pt x="1558" y="21600"/>
                  <a:pt x="0" y="16765"/>
                  <a:pt x="0" y="10800"/>
                </a:cubicBezTo>
                <a:lnTo>
                  <a:pt x="0" y="10800"/>
                </a:lnTo>
                <a:lnTo>
                  <a:pt x="0" y="10800"/>
                </a:lnTo>
                <a:cubicBezTo>
                  <a:pt x="0" y="4835"/>
                  <a:pt x="1558" y="0"/>
                  <a:pt x="3481" y="0"/>
                </a:cubicBezTo>
                <a:lnTo>
                  <a:pt x="3481" y="0"/>
                </a:lnTo>
                <a:close/>
              </a:path>
            </a:pathLst>
          </a:custGeom>
          <a:gradFill>
            <a:gsLst>
              <a:gs pos="0">
                <a:srgbClr val="E25B34">
                  <a:lumMod val="60000"/>
                  <a:lumOff val="40000"/>
                </a:srgbClr>
              </a:gs>
              <a:gs pos="50000">
                <a:srgbClr val="E25B34"/>
              </a:gs>
            </a:gsLst>
            <a:lin ang="2700000"/>
          </a:gradFill>
          <a:ln cap="flat" cmpd="sng">
            <a:prstDash val="solid"/>
          </a:ln>
          <a:effectLst>
            <a:outerShdw algn="tl" blurRad="177800" dir="2700000" dist="152400" rotWithShape="false">
              <a:schemeClr val="accent1">
                <a:alpha val="20000"/>
              </a:scheme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00000"/>
              </a:lnSpc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图像与文本结合</a:t>
            </a:r>
          </a:p>
        </p:txBody>
      </p:sp>
      <p:cxnSp>
        <p:nvCxnSpPr>
          <p:cNvPr name="Connector 7" id="7"/>
          <p:cNvCxnSpPr/>
          <p:nvPr/>
        </p:nvCxnSpPr>
        <p:spPr>
          <a:xfrm flipH="true">
            <a:off x="5507665" y="2137175"/>
            <a:ext cx="1164449" cy="0"/>
          </a:xfrm>
          <a:prstGeom prst="line">
            <a:avLst/>
          </a:prstGeom>
          <a:ln w="9525" cap="rnd" cmpd="sng">
            <a:solidFill>
              <a:schemeClr val="accent1"/>
            </a:solidFill>
            <a:prstDash val="solid"/>
            <a:tailEnd type="oval"/>
          </a:ln>
        </p:spPr>
      </p:cxnSp>
      <p:sp>
        <p:nvSpPr>
          <p:cNvPr name="AutoShape 8" id="8"/>
          <p:cNvSpPr/>
          <p:nvPr/>
        </p:nvSpPr>
        <p:spPr>
          <a:xfrm>
            <a:off x="6338242" y="1913996"/>
            <a:ext cx="457314" cy="453042"/>
          </a:xfrm>
          <a:prstGeom prst="ellipse">
            <a:avLst/>
          </a:prstGeom>
          <a:gradFill>
            <a:gsLst>
              <a:gs pos="0">
                <a:srgbClr val="E25B34">
                  <a:lumMod val="60000"/>
                  <a:lumOff val="40000"/>
                </a:srgbClr>
              </a:gs>
              <a:gs pos="50000">
                <a:srgbClr val="E25B34"/>
              </a:gs>
            </a:gsLst>
            <a:lin ang="2700000"/>
          </a:gradFill>
          <a:ln cap="flat" cmpd="sng">
            <a:prstDash val="solid"/>
          </a:ln>
          <a:effectLst>
            <a:outerShdw algn="tl" blurRad="177800" dir="2700000" dist="152400" rotWithShape="false">
              <a:schemeClr val="accent1">
                <a:alpha val="20000"/>
              </a:schemeClr>
            </a:outerShdw>
          </a:effectLst>
        </p:spPr>
        <p:txBody>
          <a:bodyPr vert="horz" anchor="ctr" tIns="0" lIns="0" bIns="0" rIns="0">
            <a:normAutofit/>
          </a:bodyPr>
          <a:p>
            <a:pPr algn="ctr" marL="0"/>
            <a:r>
              <a:rPr lang="en-US" b="true" i="false" sz="2000" baseline="0" u="none">
                <a:solidFill>
                  <a:schemeClr val="lt1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6812242" y="1866896"/>
            <a:ext cx="4738209" cy="45339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通过图像识别技术，自动识别用户上传的图片内容，并将其与文本内容进行匹配。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flipH="true">
            <a:off x="5126036" y="3417030"/>
            <a:ext cx="1210854" cy="0"/>
          </a:xfrm>
          <a:prstGeom prst="line">
            <a:avLst/>
          </a:prstGeom>
          <a:ln w="9525" cap="rnd" cmpd="sng">
            <a:solidFill>
              <a:schemeClr val="accent2"/>
            </a:solidFill>
            <a:prstDash val="solid"/>
            <a:tailEnd type="oval"/>
          </a:ln>
        </p:spPr>
      </p:cxnSp>
      <p:sp>
        <p:nvSpPr>
          <p:cNvPr name="AutoShape 11" id="11"/>
          <p:cNvSpPr/>
          <p:nvPr/>
        </p:nvSpPr>
        <p:spPr>
          <a:xfrm>
            <a:off x="6336900" y="3190509"/>
            <a:ext cx="458218" cy="453042"/>
          </a:xfrm>
          <a:prstGeom prst="ellipse">
            <a:avLst/>
          </a:prstGeom>
          <a:gradFill>
            <a:gsLst>
              <a:gs pos="0">
                <a:srgbClr val="1FAECF">
                  <a:lumMod val="60000"/>
                  <a:lumOff val="40000"/>
                </a:srgbClr>
              </a:gs>
              <a:gs pos="50000">
                <a:srgbClr val="1FAECF"/>
              </a:gs>
            </a:gsLst>
            <a:lin ang="2700000"/>
          </a:gradFill>
          <a:ln cap="flat" cmpd="sng">
            <a:prstDash val="solid"/>
          </a:ln>
          <a:effectLst>
            <a:outerShdw algn="tl" blurRad="177800" dir="2700000" dist="152400" rotWithShape="false">
              <a:schemeClr val="accent2">
                <a:alpha val="20000"/>
              </a:schemeClr>
            </a:outerShdw>
          </a:effectLst>
        </p:spPr>
        <p:txBody>
          <a:bodyPr vert="horz" anchor="ctr" tIns="0" lIns="0" bIns="0" rIns="0">
            <a:normAutofit/>
          </a:bodyPr>
          <a:p>
            <a:pPr algn="ctr" marL="0"/>
            <a:r>
              <a:rPr lang="en-US" b="true" i="false" sz="2000" baseline="0" u="none">
                <a:solidFill>
                  <a:schemeClr val="lt1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6811864" y="3203349"/>
            <a:ext cx="4747569" cy="405128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29999"/>
              </a:lnSpc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利用生成对抗网络（GAN）等技术，自动生成符合主题的图片或图表，丰富演示文稿的视觉效果。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flipH="true">
            <a:off x="4485236" y="4722564"/>
            <a:ext cx="1851664" cy="0"/>
          </a:xfrm>
          <a:prstGeom prst="line">
            <a:avLst/>
          </a:prstGeom>
          <a:ln w="9525" cap="rnd" cmpd="sng">
            <a:solidFill>
              <a:schemeClr val="accent1"/>
            </a:solidFill>
            <a:prstDash val="solid"/>
            <a:tailEnd type="oval"/>
          </a:ln>
        </p:spPr>
      </p:cxnSp>
      <p:sp>
        <p:nvSpPr>
          <p:cNvPr name="AutoShape 14" id="14"/>
          <p:cNvSpPr/>
          <p:nvPr/>
        </p:nvSpPr>
        <p:spPr>
          <a:xfrm>
            <a:off x="6336900" y="4496043"/>
            <a:ext cx="453042" cy="453042"/>
          </a:xfrm>
          <a:prstGeom prst="ellipse">
            <a:avLst/>
          </a:prstGeom>
          <a:gradFill>
            <a:gsLst>
              <a:gs pos="0">
                <a:srgbClr val="E25B34">
                  <a:lumMod val="60000"/>
                  <a:lumOff val="40000"/>
                </a:srgbClr>
              </a:gs>
              <a:gs pos="50000">
                <a:srgbClr val="E25B34"/>
              </a:gs>
            </a:gsLst>
            <a:lin ang="2700000"/>
          </a:gradFill>
          <a:ln cap="flat" cmpd="sng">
            <a:prstDash val="solid"/>
          </a:ln>
          <a:effectLst>
            <a:outerShdw algn="tl" blurRad="177800" dir="2700000" dist="152400" rotWithShape="false">
              <a:schemeClr val="accent1">
                <a:alpha val="20000"/>
              </a:schemeClr>
            </a:outerShdw>
          </a:effectLst>
        </p:spPr>
        <p:txBody>
          <a:bodyPr vert="horz" anchor="ctr" tIns="0" lIns="0" bIns="0" rIns="0">
            <a:normAutofit/>
          </a:bodyPr>
          <a:p>
            <a:pPr algn="ctr" marL="0"/>
            <a:r>
              <a:rPr lang="en-US" b="true" i="false" sz="2000" baseline="0" u="none">
                <a:solidFill>
                  <a:schemeClr val="lt1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6806307" y="4528453"/>
            <a:ext cx="4693929" cy="405128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29999"/>
              </a:lnSpc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将生成的图像与文本内容进行智能排版，确保图文并茂，提升演示文稿的整体质量。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数据驱动与机器学习</a:t>
            </a:r>
          </a:p>
        </p:txBody>
      </p:sp>
      <p:sp>
        <p:nvSpPr>
          <p:cNvPr name="AutoShape 3" id="3"/>
          <p:cNvSpPr/>
          <p:nvPr/>
        </p:nvSpPr>
        <p:spPr>
          <a:xfrm>
            <a:off x="2819636" y="2672916"/>
            <a:ext cx="6984775" cy="478760"/>
          </a:xfrm>
          <a:prstGeom prst="rightArrow">
            <a:avLst>
              <a:gd name="adj1" fmla="val 77853"/>
              <a:gd name="adj2" fmla="val 50000"/>
            </a:avLst>
          </a:prstGeom>
          <a:solidFill>
            <a:srgbClr val="F0F0F0">
              <a:lumMod val="20000"/>
              <a:lumOff val="80000"/>
            </a:srgbClr>
          </a:solidFill>
          <a:ln cap="flat" cmpd="sng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1751888" y="2072437"/>
            <a:ext cx="1552650" cy="1552646"/>
          </a:xfrm>
          <a:prstGeom prst="ellipse">
            <a:avLst/>
          </a:prstGeom>
          <a:solidFill>
            <a:schemeClr val="accent1">
              <a:alpha val="30000"/>
            </a:schemeClr>
          </a:solidFill>
          <a:ln cap="flat" cmpd="sng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  <a:r>
              <a:rPr lang="en-US" b="false" i="false" sz="2800" baseline="0" u="none">
                <a:solidFill>
                  <a:schemeClr val="lt1"/>
                </a:solidFill>
                <a:latin typeface="Arial"/>
                <a:ea typeface="Arial"/>
              </a:rPr>
              <a:t>1</a:t>
            </a:r>
          </a:p>
        </p:txBody>
      </p:sp>
      <p:grpSp>
        <p:nvGrpSpPr>
          <p:cNvPr name="Group 5" id="5"/>
          <p:cNvGrpSpPr/>
          <p:nvPr/>
        </p:nvGrpSpPr>
        <p:grpSpPr>
          <a:xfrm>
            <a:off x="4699675" y="1469385"/>
            <a:ext cx="2792660" cy="2826553"/>
            <a:chOff x="1365304" y="1322527"/>
            <a:chExt cx="2604722" cy="2636334"/>
          </a:xfrm>
        </p:grpSpPr>
        <p:grpSp>
          <p:nvGrpSpPr>
            <p:cNvPr name="Group 6" id="6"/>
            <p:cNvGrpSpPr/>
            <p:nvPr/>
          </p:nvGrpSpPr>
          <p:grpSpPr>
            <a:xfrm>
              <a:off x="1365304" y="1322527"/>
              <a:ext cx="2604722" cy="2636334"/>
              <a:chOff x="4951411" y="1311276"/>
              <a:chExt cx="4184652" cy="4235449"/>
            </a:xfrm>
          </p:grpSpPr>
          <p:sp>
            <p:nvSpPr>
              <p:cNvPr name="AutoShape 7" id="7"/>
              <p:cNvSpPr/>
              <p:nvPr/>
            </p:nvSpPr>
            <p:spPr>
              <a:xfrm flipH="true" flipV="true">
                <a:off x="6943725" y="1311276"/>
                <a:ext cx="1130300" cy="266700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prstDash val="solid"/>
                <a:headEnd w="sm" len="sm" type="oval"/>
                <a:tailEnd w="sm" len="sm" type="oval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Freeform 8" id="8"/>
              <p:cNvSpPr/>
              <p:nvPr/>
            </p:nvSpPr>
            <p:spPr>
              <a:xfrm>
                <a:off x="8074025" y="1577976"/>
                <a:ext cx="1062038" cy="1800225"/>
              </a:xfrm>
              <a:custGeom>
                <a:avLst/>
                <a:gdLst/>
                <a:ahLst/>
                <a:cxnLst/>
                <a:rect r="r" b="b" t="t" l="l"/>
                <a:pathLst>
                  <a:path w="669" h="1134" stroke="true" fill="norm" extrusionOk="true">
                    <a:moveTo>
                      <a:pt x="669" y="1134"/>
                    </a:moveTo>
                    <a:lnTo>
                      <a:pt x="591" y="550"/>
                    </a:ln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  <a:prstDash val="solid"/>
                <a:headEnd w="sm" len="sm" type="oval"/>
                <a:tailEnd w="sm" len="sm" type="oval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Freeform 9" id="9"/>
              <p:cNvSpPr/>
              <p:nvPr/>
            </p:nvSpPr>
            <p:spPr>
              <a:xfrm>
                <a:off x="6048374" y="3378201"/>
                <a:ext cx="3087688" cy="2168524"/>
              </a:xfrm>
              <a:custGeom>
                <a:avLst/>
                <a:gdLst/>
                <a:ahLst/>
                <a:cxnLst/>
                <a:rect r="r" b="b" t="t" l="l"/>
                <a:pathLst>
                  <a:path w="1945" h="1366" stroke="true" fill="norm" extrusionOk="true">
                    <a:moveTo>
                      <a:pt x="0" y="1276"/>
                    </a:moveTo>
                    <a:lnTo>
                      <a:pt x="830" y="1366"/>
                    </a:lnTo>
                    <a:lnTo>
                      <a:pt x="1305" y="1162"/>
                    </a:lnTo>
                    <a:lnTo>
                      <a:pt x="1804" y="737"/>
                    </a:lnTo>
                    <a:lnTo>
                      <a:pt x="1945" y="0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  <a:prstDash val="solid"/>
                <a:headEnd w="sm" len="sm"/>
                <a:tailEnd w="sm" len="sm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AutoShape 10" id="10"/>
              <p:cNvSpPr/>
              <p:nvPr/>
            </p:nvSpPr>
            <p:spPr>
              <a:xfrm>
                <a:off x="5118100" y="4216401"/>
                <a:ext cx="930275" cy="1187450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prstDash val="solid"/>
                <a:headEnd w="sm" len="sm" type="oval"/>
                <a:tailEnd w="sm" len="sm" type="oval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Freeform 11" id="11"/>
              <p:cNvSpPr/>
              <p:nvPr/>
            </p:nvSpPr>
            <p:spPr>
              <a:xfrm>
                <a:off x="4951411" y="2489105"/>
                <a:ext cx="166691" cy="1727299"/>
              </a:xfrm>
              <a:custGeom>
                <a:avLst/>
                <a:gdLst/>
                <a:ahLst/>
                <a:cxnLst/>
                <a:rect r="r" b="b" t="t" l="l"/>
                <a:pathLst>
                  <a:path w="3355" h="8925" stroke="true" fill="norm" extrusionOk="true">
                    <a:moveTo>
                      <a:pt x="1663" y="0"/>
                    </a:moveTo>
                    <a:lnTo>
                      <a:pt x="0" y="4997"/>
                    </a:lnTo>
                    <a:lnTo>
                      <a:pt x="3355" y="8925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  <a:prstDash val="solid"/>
                <a:headEnd w="sm" len="sm"/>
                <a:tailEnd w="sm" len="sm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AutoShape 12" id="12"/>
              <p:cNvSpPr/>
              <p:nvPr/>
            </p:nvSpPr>
            <p:spPr>
              <a:xfrm flipH="true">
                <a:off x="5918200" y="1311276"/>
                <a:ext cx="1025525" cy="347663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prstDash val="solid"/>
                <a:headEnd w="sm" len="sm" type="oval"/>
                <a:tailEnd w="sm" len="sm" type="oval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Freeform 13" id="13"/>
              <p:cNvSpPr/>
              <p:nvPr/>
            </p:nvSpPr>
            <p:spPr>
              <a:xfrm>
                <a:off x="5919695" y="1547849"/>
                <a:ext cx="2159653" cy="120556"/>
              </a:xfrm>
              <a:custGeom>
                <a:avLst/>
                <a:gdLst/>
                <a:ahLst/>
                <a:cxnLst/>
                <a:rect r="r" b="b" t="t" l="l"/>
                <a:pathLst>
                  <a:path w="10000" h="5798" stroke="true" fill="norm" extrusionOk="true">
                    <a:moveTo>
                      <a:pt x="0" y="5798"/>
                    </a:moveTo>
                    <a:lnTo>
                      <a:pt x="0" y="5798"/>
                    </a:lnTo>
                    <a:lnTo>
                      <a:pt x="4953" y="0"/>
                    </a:lnTo>
                    <a:lnTo>
                      <a:pt x="4953" y="0"/>
                    </a:lnTo>
                    <a:lnTo>
                      <a:pt x="10000" y="1092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  <a:prstDash val="solid"/>
                <a:headEnd w="sm" len="sm"/>
                <a:tailEnd w="sm" len="sm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Freeform 14" id="14"/>
              <p:cNvSpPr/>
              <p:nvPr/>
            </p:nvSpPr>
            <p:spPr>
              <a:xfrm>
                <a:off x="5765799" y="3549651"/>
                <a:ext cx="282575" cy="1854200"/>
              </a:xfrm>
              <a:custGeom>
                <a:avLst/>
                <a:gdLst/>
                <a:ahLst/>
                <a:cxnLst/>
                <a:rect r="r" b="b" t="t" l="l"/>
                <a:pathLst>
                  <a:path w="178" h="1168" stroke="true" fill="norm" extrusionOk="true">
                    <a:moveTo>
                      <a:pt x="0" y="0"/>
                    </a:moveTo>
                    <a:lnTo>
                      <a:pt x="144" y="792"/>
                    </a:lnTo>
                    <a:lnTo>
                      <a:pt x="178" y="1168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  <a:prstDash val="solid"/>
                <a:headEnd w="sm" len="sm"/>
                <a:tailEnd w="sm" len="sm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Freeform 15" id="15"/>
              <p:cNvSpPr/>
              <p:nvPr/>
            </p:nvSpPr>
            <p:spPr>
              <a:xfrm>
                <a:off x="5765799" y="1666876"/>
                <a:ext cx="209550" cy="1882775"/>
              </a:xfrm>
              <a:custGeom>
                <a:avLst/>
                <a:gdLst/>
                <a:ahLst/>
                <a:cxnLst/>
                <a:rect r="r" b="b" t="t" l="l"/>
                <a:pathLst>
                  <a:path w="132" h="1186" stroke="true" fill="norm" extrusionOk="true">
                    <a:moveTo>
                      <a:pt x="79" y="0"/>
                    </a:moveTo>
                    <a:lnTo>
                      <a:pt x="132" y="368"/>
                    </a:lnTo>
                    <a:lnTo>
                      <a:pt x="0" y="1186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  <a:prstDash val="solid"/>
                <a:headEnd w="sm" len="sm"/>
                <a:tailEnd w="sm" len="sm" type="oval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Freeform 16" id="16"/>
              <p:cNvSpPr/>
              <p:nvPr/>
            </p:nvSpPr>
            <p:spPr>
              <a:xfrm>
                <a:off x="6889749" y="4346575"/>
                <a:ext cx="476270" cy="1200150"/>
              </a:xfrm>
              <a:custGeom>
                <a:avLst/>
                <a:gdLst/>
                <a:ahLst/>
                <a:cxnLst/>
                <a:rect r="r" b="b" t="t" l="l"/>
                <a:pathLst>
                  <a:path w="7538" h="10000" stroke="true" fill="norm" extrusionOk="true">
                    <a:moveTo>
                      <a:pt x="0" y="0"/>
                    </a:moveTo>
                    <a:lnTo>
                      <a:pt x="5503" y="7817"/>
                    </a:lnTo>
                    <a:lnTo>
                      <a:pt x="7538" y="10000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  <a:prstDash val="solid"/>
                <a:headEnd w="sm" len="sm" type="oval"/>
                <a:tailEnd w="sm" len="sm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Freeform 17" id="17"/>
              <p:cNvSpPr/>
              <p:nvPr/>
            </p:nvSpPr>
            <p:spPr>
              <a:xfrm>
                <a:off x="6889750" y="1557339"/>
                <a:ext cx="523875" cy="2789238"/>
              </a:xfrm>
              <a:custGeom>
                <a:avLst/>
                <a:gdLst/>
                <a:ahLst/>
                <a:cxnLst/>
                <a:rect r="r" b="b" t="t" l="l"/>
                <a:pathLst>
                  <a:path w="330" h="1757" stroke="true" fill="norm" extrusionOk="true">
                    <a:moveTo>
                      <a:pt x="52" y="0"/>
                    </a:moveTo>
                    <a:lnTo>
                      <a:pt x="330" y="664"/>
                    </a:lnTo>
                    <a:lnTo>
                      <a:pt x="0" y="1757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  <a:prstDash val="solid"/>
                <a:headEnd w="sm" len="sm" type="oval"/>
                <a:tailEnd w="sm" len="sm" type="oval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AutoShape 18" id="18"/>
              <p:cNvSpPr/>
              <p:nvPr/>
            </p:nvSpPr>
            <p:spPr>
              <a:xfrm>
                <a:off x="6943725" y="1311276"/>
                <a:ext cx="28575" cy="246063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prstDash val="solid"/>
                <a:headEnd w="sm" len="sm" type="oval"/>
                <a:tailEnd w="sm" len="sm" type="oval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AutoShape 19" id="19"/>
              <p:cNvSpPr/>
              <p:nvPr/>
            </p:nvSpPr>
            <p:spPr>
              <a:xfrm flipH="true">
                <a:off x="5033963" y="1657222"/>
                <a:ext cx="874730" cy="831979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prstDash val="solid"/>
                <a:headEnd w="sm" len="sm"/>
                <a:tailEnd w="sm" len="sm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AutoShape 20" id="20"/>
              <p:cNvSpPr/>
              <p:nvPr/>
            </p:nvSpPr>
            <p:spPr>
              <a:xfrm flipH="true" flipV="true">
                <a:off x="8888413" y="3265489"/>
                <a:ext cx="247650" cy="112713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prstDash val="solid"/>
                <a:headEnd w="sm" len="sm" type="oval"/>
                <a:tailEnd w="sm" len="sm" type="oval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AutoShape 21" id="21"/>
              <p:cNvSpPr/>
              <p:nvPr/>
            </p:nvSpPr>
            <p:spPr>
              <a:xfrm flipH="true" flipV="true">
                <a:off x="8063440" y="1579414"/>
                <a:ext cx="282046" cy="733574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prstDash val="solid"/>
                <a:headEnd w="sm" len="sm" type="oval"/>
                <a:tailEnd w="sm" len="sm" type="oval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AutoShape 22" id="22"/>
              <p:cNvSpPr/>
              <p:nvPr/>
            </p:nvSpPr>
            <p:spPr>
              <a:xfrm flipH="true" flipV="true">
                <a:off x="8345488" y="2312989"/>
                <a:ext cx="542925" cy="952500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prstDash val="solid"/>
                <a:headEnd w="sm" len="sm" type="oval"/>
                <a:tailEnd w="sm" len="sm" type="oval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AutoShape 23" id="23"/>
              <p:cNvSpPr/>
              <p:nvPr/>
            </p:nvSpPr>
            <p:spPr>
              <a:xfrm flipH="true" flipV="true">
                <a:off x="8888413" y="3265489"/>
                <a:ext cx="23812" cy="1282699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prstDash val="solid"/>
                <a:headEnd w="sm" len="sm" type="oval"/>
                <a:tailEnd w="sm" len="sm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Freeform 24" id="24"/>
              <p:cNvSpPr/>
              <p:nvPr/>
            </p:nvSpPr>
            <p:spPr>
              <a:xfrm>
                <a:off x="6889750" y="4346576"/>
                <a:ext cx="2022475" cy="382588"/>
              </a:xfrm>
              <a:custGeom>
                <a:avLst/>
                <a:gdLst/>
                <a:ahLst/>
                <a:cxnLst/>
                <a:rect r="r" b="b" t="t" l="l"/>
                <a:pathLst>
                  <a:path w="1274" h="241" stroke="true" fill="norm" extrusionOk="true">
                    <a:moveTo>
                      <a:pt x="0" y="0"/>
                    </a:moveTo>
                    <a:lnTo>
                      <a:pt x="909" y="241"/>
                    </a:lnTo>
                    <a:lnTo>
                      <a:pt x="1274" y="127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  <a:prstDash val="solid"/>
                <a:headEnd w="sm" len="sm" type="oval"/>
                <a:tailEnd w="sm" len="sm" type="oval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AutoShape 25" id="25"/>
              <p:cNvSpPr/>
              <p:nvPr/>
            </p:nvSpPr>
            <p:spPr>
              <a:xfrm>
                <a:off x="5765800" y="3549651"/>
                <a:ext cx="1123950" cy="796925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prstDash val="solid"/>
                <a:headEnd w="sm" len="sm" type="oval"/>
                <a:tailEnd w="sm" len="sm" type="oval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AutoShape 26" id="26"/>
              <p:cNvSpPr/>
              <p:nvPr/>
            </p:nvSpPr>
            <p:spPr>
              <a:xfrm>
                <a:off x="5033963" y="2489201"/>
                <a:ext cx="731838" cy="1060450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prstDash val="solid"/>
                <a:headEnd w="sm" len="sm" type="oval"/>
                <a:tailEnd w="sm" len="sm" type="oval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AutoShape 27" id="27"/>
              <p:cNvSpPr/>
              <p:nvPr/>
            </p:nvSpPr>
            <p:spPr>
              <a:xfrm flipH="true">
                <a:off x="5033963" y="2251076"/>
                <a:ext cx="941388" cy="238125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prstDash val="solid"/>
                <a:headEnd w="sm" len="sm" type="oval"/>
                <a:tailEnd w="sm" len="sm" type="oval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AutoShape 28" id="28"/>
              <p:cNvSpPr/>
              <p:nvPr/>
            </p:nvSpPr>
            <p:spPr>
              <a:xfrm flipH="true">
                <a:off x="5975350" y="1557339"/>
                <a:ext cx="996950" cy="693738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prstDash val="solid"/>
                <a:headEnd w="sm" len="sm" type="oval"/>
                <a:tailEnd w="sm" len="sm" type="oval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AutoShape 29" id="29"/>
              <p:cNvSpPr/>
              <p:nvPr/>
            </p:nvSpPr>
            <p:spPr>
              <a:xfrm flipH="true" flipV="true">
                <a:off x="6972300" y="1557339"/>
                <a:ext cx="1373188" cy="755650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prstDash val="solid"/>
                <a:headEnd w="sm" len="sm" type="oval"/>
                <a:tailEnd w="sm" len="sm" type="oval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Freeform 30" id="30"/>
              <p:cNvSpPr/>
              <p:nvPr/>
            </p:nvSpPr>
            <p:spPr>
              <a:xfrm>
                <a:off x="8345488" y="2312989"/>
                <a:ext cx="666750" cy="928688"/>
              </a:xfrm>
              <a:custGeom>
                <a:avLst/>
                <a:gdLst/>
                <a:ahLst/>
                <a:cxnLst/>
                <a:rect r="r" b="b" t="t" l="l"/>
                <a:pathLst>
                  <a:path w="420" h="585" stroke="true" fill="norm" extrusionOk="true">
                    <a:moveTo>
                      <a:pt x="344" y="585"/>
                    </a:moveTo>
                    <a:lnTo>
                      <a:pt x="420" y="87"/>
                    </a:ln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  <a:prstDash val="solid"/>
                <a:headEnd w="sm" len="sm"/>
                <a:tailEnd w="sm" len="sm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Freeform 31" id="31"/>
              <p:cNvSpPr/>
              <p:nvPr/>
            </p:nvSpPr>
            <p:spPr>
              <a:xfrm>
                <a:off x="8320088" y="2312989"/>
                <a:ext cx="571500" cy="2416175"/>
              </a:xfrm>
              <a:custGeom>
                <a:avLst/>
                <a:gdLst/>
                <a:ahLst/>
                <a:cxnLst/>
                <a:rect r="r" b="b" t="t" l="l"/>
                <a:pathLst>
                  <a:path w="360" h="1522" stroke="true" fill="norm" extrusionOk="true">
                    <a:moveTo>
                      <a:pt x="16" y="0"/>
                    </a:moveTo>
                    <a:lnTo>
                      <a:pt x="0" y="729"/>
                    </a:lnTo>
                    <a:lnTo>
                      <a:pt x="8" y="1522"/>
                    </a:lnTo>
                    <a:lnTo>
                      <a:pt x="358" y="600"/>
                    </a:lnTo>
                    <a:lnTo>
                      <a:pt x="360" y="585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  <a:prstDash val="solid"/>
                <a:headEnd w="sm" len="sm" type="oval"/>
                <a:tailEnd w="sm" len="sm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AutoShape 32" id="32"/>
              <p:cNvSpPr/>
              <p:nvPr/>
            </p:nvSpPr>
            <p:spPr>
              <a:xfrm flipV="true">
                <a:off x="7413625" y="2312989"/>
                <a:ext cx="931863" cy="298450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prstDash val="solid"/>
                <a:headEnd w="sm" len="sm" type="oval"/>
                <a:tailEnd w="sm" len="sm" type="oval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AutoShape 33" id="33"/>
              <p:cNvSpPr/>
              <p:nvPr/>
            </p:nvSpPr>
            <p:spPr>
              <a:xfrm flipV="true">
                <a:off x="5765800" y="2611439"/>
                <a:ext cx="1647825" cy="950913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prstDash val="solid"/>
                <a:headEnd w="sm" len="sm" type="oval"/>
                <a:tailEnd w="sm" len="sm" type="oval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Freeform 34" id="34"/>
              <p:cNvSpPr/>
              <p:nvPr/>
            </p:nvSpPr>
            <p:spPr>
              <a:xfrm>
                <a:off x="5118100" y="3562351"/>
                <a:ext cx="876300" cy="1244600"/>
              </a:xfrm>
              <a:custGeom>
                <a:avLst/>
                <a:gdLst/>
                <a:ahLst/>
                <a:cxnLst/>
                <a:rect r="r" b="b" t="t" l="l"/>
                <a:pathLst>
                  <a:path w="552" h="784" stroke="true" fill="norm" extrusionOk="true">
                    <a:moveTo>
                      <a:pt x="552" y="784"/>
                    </a:moveTo>
                    <a:lnTo>
                      <a:pt x="0" y="412"/>
                    </a:lnTo>
                    <a:lnTo>
                      <a:pt x="408" y="0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  <a:prstDash val="solid"/>
                <a:headEnd w="sm" len="sm" type="oval"/>
                <a:tailEnd w="sm" len="sm" type="oval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AutoShape 35" id="35"/>
              <p:cNvSpPr/>
              <p:nvPr/>
            </p:nvSpPr>
            <p:spPr>
              <a:xfrm flipH="true">
                <a:off x="5994400" y="4346576"/>
                <a:ext cx="895350" cy="460375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prstDash val="solid"/>
                <a:headEnd w="sm" len="sm" type="oval"/>
                <a:tailEnd w="sm" len="sm" type="oval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Freeform 36" id="36"/>
              <p:cNvSpPr/>
              <p:nvPr/>
            </p:nvSpPr>
            <p:spPr>
              <a:xfrm>
                <a:off x="6889750" y="3265488"/>
                <a:ext cx="1998663" cy="1081088"/>
              </a:xfrm>
              <a:custGeom>
                <a:avLst/>
                <a:gdLst/>
                <a:ahLst/>
                <a:cxnLst/>
                <a:rect r="r" b="b" t="t" l="l"/>
                <a:pathLst>
                  <a:path w="1259" h="681" stroke="true" fill="norm" extrusionOk="true">
                    <a:moveTo>
                      <a:pt x="1259" y="0"/>
                    </a:moveTo>
                    <a:lnTo>
                      <a:pt x="902" y="140"/>
                    </a:lnTo>
                    <a:lnTo>
                      <a:pt x="0" y="681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  <a:prstDash val="solid"/>
                <a:headEnd w="sm" len="sm" type="oval"/>
                <a:tailEnd w="sm" len="sm" type="oval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Freeform 37" id="37"/>
              <p:cNvSpPr/>
              <p:nvPr/>
            </p:nvSpPr>
            <p:spPr>
              <a:xfrm>
                <a:off x="6064250" y="5224463"/>
                <a:ext cx="2043113" cy="184150"/>
              </a:xfrm>
              <a:custGeom>
                <a:avLst/>
                <a:gdLst/>
                <a:ahLst/>
                <a:cxnLst/>
                <a:rect r="r" b="b" t="t" l="l"/>
                <a:pathLst>
                  <a:path w="1287" h="116" stroke="true" fill="norm" extrusionOk="true">
                    <a:moveTo>
                      <a:pt x="1287" y="0"/>
                    </a:moveTo>
                    <a:lnTo>
                      <a:pt x="739" y="38"/>
                    </a:lnTo>
                    <a:lnTo>
                      <a:pt x="0" y="116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  <a:prstDash val="solid"/>
                <a:headEnd w="sm" len="sm" type="oval"/>
                <a:tailEnd w="sm" len="sm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Freeform 38" id="38"/>
              <p:cNvSpPr/>
              <p:nvPr/>
            </p:nvSpPr>
            <p:spPr>
              <a:xfrm>
                <a:off x="5994399" y="4729162"/>
                <a:ext cx="2338388" cy="555625"/>
              </a:xfrm>
              <a:custGeom>
                <a:avLst/>
                <a:gdLst/>
                <a:ahLst/>
                <a:cxnLst/>
                <a:rect r="r" b="b" t="t" l="l"/>
                <a:pathLst>
                  <a:path w="1473" h="350" stroke="true" fill="norm" extrusionOk="true">
                    <a:moveTo>
                      <a:pt x="0" y="49"/>
                    </a:moveTo>
                    <a:lnTo>
                      <a:pt x="783" y="350"/>
                    </a:lnTo>
                    <a:lnTo>
                      <a:pt x="1473" y="0"/>
                    </a:lnTo>
                    <a:lnTo>
                      <a:pt x="1348" y="303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  <a:prstDash val="solid"/>
                <a:headEnd w="sm" len="sm"/>
                <a:tailEnd w="sm" len="sm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AutoShape 39" id="39"/>
              <p:cNvSpPr/>
              <p:nvPr/>
            </p:nvSpPr>
            <p:spPr>
              <a:xfrm>
                <a:off x="7413625" y="2611438"/>
                <a:ext cx="908050" cy="876300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prstDash val="solid"/>
                <a:headEnd w="sm" len="sm" type="oval"/>
                <a:tailEnd w="sm" len="sm" type="oval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AutoShape 40" id="40"/>
              <p:cNvSpPr/>
              <p:nvPr/>
            </p:nvSpPr>
            <p:spPr>
              <a:xfrm>
                <a:off x="5975350" y="2251076"/>
                <a:ext cx="1438275" cy="360363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prstDash val="solid"/>
                <a:headEnd w="sm" len="sm" type="oval"/>
                <a:tailEnd w="sm" len="sm" type="oval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</p:grpSp>
        <p:sp>
          <p:nvSpPr>
            <p:cNvPr name="AutoShape 41" id="41"/>
            <p:cNvSpPr/>
            <p:nvPr/>
          </p:nvSpPr>
          <p:spPr>
            <a:xfrm>
              <a:off x="1786997" y="1759244"/>
              <a:ext cx="1754054" cy="1754050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 w="12700" cap="flat" cmpd="sng">
              <a:solidFill>
                <a:srgbClr val="FFFFFF"/>
              </a:solidFill>
              <a:prstDash val="solid"/>
            </a:ln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TextBox 42" id="42"/>
            <p:cNvSpPr txBox="true"/>
            <p:nvPr/>
          </p:nvSpPr>
          <p:spPr>
            <a:xfrm>
              <a:off x="1870241" y="2432051"/>
              <a:ext cx="1636590" cy="410677"/>
            </a:xfrm>
            <a:prstGeom prst="rect">
              <a:avLst/>
            </a:prstGeom>
            <a:noFill/>
            <a:ln>
              <a:solidFill>
                <a:srgbClr val="FFFFFF"/>
              </a:solidFill>
            </a:ln>
          </p:spPr>
          <p:txBody>
            <a:bodyPr anchor="t" rtlCol="false" vert="horz" wrap="square" tIns="45720" lIns="91440" bIns="45720" rIns="91440">
              <a:normAutofit/>
            </a:bodyPr>
            <a:lstStyle/>
            <a:p>
              <a:pPr algn="ctr" marL="0">
                <a:defRPr/>
              </a:pPr>
              <a:r>
                <a:rPr lang="en-US" b="true" i="false" sz="2590" baseline="0" u="none">
                  <a:solidFill>
                    <a:srgbClr val="000000"/>
                  </a:solidFill>
                  <a:latin typeface="Arial"/>
                  <a:ea typeface="Arial"/>
                </a:rPr>
                <a:t>2</a:t>
              </a:r>
              <a:endParaRPr lang="en-US" sz="1100"/>
            </a:p>
          </p:txBody>
        </p:sp>
      </p:grpSp>
      <p:sp>
        <p:nvSpPr>
          <p:cNvPr name="AutoShape 43" id="43"/>
          <p:cNvSpPr/>
          <p:nvPr/>
        </p:nvSpPr>
        <p:spPr>
          <a:xfrm>
            <a:off x="8907169" y="2072437"/>
            <a:ext cx="1552650" cy="1552646"/>
          </a:xfrm>
          <a:prstGeom prst="ellipse">
            <a:avLst/>
          </a:prstGeom>
          <a:solidFill>
            <a:schemeClr val="accent1">
              <a:alpha val="30000"/>
            </a:schemeClr>
          </a:solidFill>
          <a:ln cap="flat" cmpd="sng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  <a:r>
              <a:rPr lang="en-US" b="false" i="false" sz="2800" baseline="0" u="none">
                <a:solidFill>
                  <a:schemeClr val="lt1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name="TextBox 44" id="44"/>
          <p:cNvSpPr txBox="true"/>
          <p:nvPr/>
        </p:nvSpPr>
        <p:spPr>
          <a:xfrm>
            <a:off x="1283088" y="3802245"/>
            <a:ext cx="2461715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lvl="1" marL="0"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数据收集与处理</a:t>
            </a:r>
            <a:endParaRPr lang="en-US" sz="1100"/>
          </a:p>
        </p:txBody>
      </p:sp>
      <p:sp>
        <p:nvSpPr>
          <p:cNvPr name="TextBox 45" id="45"/>
          <p:cNvSpPr txBox="true"/>
          <p:nvPr/>
        </p:nvSpPr>
        <p:spPr>
          <a:xfrm>
            <a:off x="1283088" y="4376963"/>
            <a:ext cx="2461715" cy="845616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20000"/>
              </a:lnSpc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通过大规模数据集训练模型，确保生成的内容具有多样性和准确性，涵盖不同行业和场景。</a:t>
            </a:r>
            <a:endParaRPr lang="en-US" sz="1100"/>
          </a:p>
        </p:txBody>
      </p:sp>
      <p:sp>
        <p:nvSpPr>
          <p:cNvPr name="TextBox 46" id="46"/>
          <p:cNvSpPr txBox="true"/>
          <p:nvPr/>
        </p:nvSpPr>
        <p:spPr>
          <a:xfrm>
            <a:off x="4863750" y="4392561"/>
            <a:ext cx="2461715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lvl="1" marL="0"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模型训练与优化</a:t>
            </a:r>
            <a:endParaRPr lang="en-US" sz="1100"/>
          </a:p>
        </p:txBody>
      </p:sp>
      <p:sp>
        <p:nvSpPr>
          <p:cNvPr name="TextBox 47" id="47"/>
          <p:cNvSpPr txBox="true"/>
          <p:nvPr/>
        </p:nvSpPr>
        <p:spPr>
          <a:xfrm>
            <a:off x="4863750" y="4967279"/>
            <a:ext cx="2461715" cy="845616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20000"/>
              </a:lnSpc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利用机器学习算法，不断优化生成模型，提升生成内容的准确性和用户体验。</a:t>
            </a:r>
            <a:endParaRPr lang="en-US" sz="1100"/>
          </a:p>
        </p:txBody>
      </p:sp>
      <p:sp>
        <p:nvSpPr>
          <p:cNvPr name="TextBox 48" id="48"/>
          <p:cNvSpPr txBox="true"/>
          <p:nvPr/>
        </p:nvSpPr>
        <p:spPr>
          <a:xfrm>
            <a:off x="8444411" y="3802245"/>
            <a:ext cx="2461715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lvl="1" marL="0"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持续学习与迭代</a:t>
            </a:r>
            <a:endParaRPr lang="en-US" sz="1100"/>
          </a:p>
        </p:txBody>
      </p:sp>
      <p:sp>
        <p:nvSpPr>
          <p:cNvPr name="TextBox 49" id="49"/>
          <p:cNvSpPr txBox="true"/>
          <p:nvPr/>
        </p:nvSpPr>
        <p:spPr>
          <a:xfrm>
            <a:off x="8444411" y="4376963"/>
            <a:ext cx="2461715" cy="845616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20000"/>
              </a:lnSpc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通过用户反馈和数据分析，持续改进模型，确保AI智能生成PPT能够适应不断变化的需求。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7784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399" y="1551400"/>
            <a:ext cx="1195698" cy="990811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5400" baseline="0" u="none" altLang="en-US">
                <a:solidFill>
                  <a:srgbClr val="FFFFFF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60397" y="2761501"/>
            <a:ext cx="6553201" cy="990811"/>
          </a:xfrm>
          <a:prstGeom prst="rect">
            <a:avLst/>
          </a:prstGeom>
        </p:spPr>
        <p:txBody>
          <a:bodyPr anchor="t" rtlCol="false" vert="horz" tIns="45720" lIns="91440" bIns="45720" rIns="91440">
            <a:noAutofit/>
          </a:bodyPr>
          <a:lstStyle/>
          <a:p>
            <a:pPr algn="l" marL="0">
              <a:lnSpc>
                <a:spcPct val="100000"/>
              </a:lnSpc>
              <a:spcBef>
                <a:spcPct val="0"/>
              </a:spcBef>
              <a:defRPr/>
            </a:pPr>
            <a:r>
              <a:rPr lang="zh-CN" b="true" i="false" sz="5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AI智能生成PPT的应用案例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1549774" y="1551400"/>
            <a:ext cx="463267" cy="990811"/>
          </a:xfrm>
          <a:prstGeom prst="rect">
            <a:avLst/>
          </a:prstGeom>
        </p:spPr>
        <p:txBody>
          <a:bodyPr anchor="b" rtlCol="false" vert="horz" tIns="45720" lIns="91440" bIns="45720" rIns="91440">
            <a:noAutofit/>
          </a:bodyPr>
          <a:lstStyle/>
          <a:p>
            <a:pPr algn="l" marL="0">
              <a:lnSpc>
                <a:spcPct val="100000"/>
              </a:lnSpc>
              <a:spcBef>
                <a:spcPct val="0"/>
              </a:spcBef>
              <a:defRPr/>
            </a:pPr>
            <a:r>
              <a:rPr lang="zh-CN" b="true" i="false" sz="5400" baseline="0" u="none" altLang="en-US">
                <a:solidFill>
                  <a:srgbClr val="FFFFFF"/>
                </a:solidFill>
                <a:latin typeface="Arial"/>
                <a:ea typeface="Arial"/>
              </a:rPr>
              <a:t>.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4253306" y="0"/>
            <a:ext cx="3672688" cy="6858000"/>
          </a:xfrm>
          <a:prstGeom prst="rect">
            <a:avLst/>
          </a:prstGeom>
          <a:solidFill>
            <a:srgbClr val="FFFFFF">
              <a:alpha val="5000"/>
              <a:lumMod val="50000"/>
              <a:lumOff val="50000"/>
            </a:srgbClr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TextBox 3" id="3"/>
          <p:cNvSpPr txBox="true"/>
          <p:nvPr/>
        </p:nvSpPr>
        <p:spPr>
          <a:xfrm>
            <a:off x="815483" y="2001128"/>
            <a:ext cx="755335" cy="707886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4000" baseline="0" u="none">
                <a:gradFill>
                  <a:gsLst>
                    <a:gs pos="0">
                      <a:srgbClr val="E25B34">
                        <a:lumMod val="60000"/>
                        <a:lumOff val="40000"/>
                      </a:srgbClr>
                    </a:gs>
                    <a:gs pos="61062">
                      <a:srgbClr val="E25B34"/>
                    </a:gs>
                  </a:gsLst>
                  <a:lin ang="2700000"/>
                </a:gradFill>
                <a:effectLst>
                  <a:outerShdw algn="ctr" blurRad="76200" dir="5400000" dist="50800" rotWithShape="false">
                    <a:schemeClr val="accent3">
                      <a:alpha val="20000"/>
                    </a:schemeClr>
                  </a:outerShdw>
                </a:effectLst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>
            <a:off x="813895" y="3668995"/>
            <a:ext cx="2742017" cy="815340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自动生成包含市场趋势、竞争对手分析和消费者行为洞察的专业报告，帮助企业快速决策。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815482" y="3035116"/>
            <a:ext cx="3321027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市场分析报告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4724992" y="2001128"/>
            <a:ext cx="755335" cy="707886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4000" baseline="0" u="none">
                <a:gradFill>
                  <a:gsLst>
                    <a:gs pos="0">
                      <a:srgbClr val="1FAECF">
                        <a:lumMod val="60000"/>
                        <a:lumOff val="40000"/>
                      </a:srgbClr>
                    </a:gs>
                    <a:gs pos="60000">
                      <a:srgbClr val="1FAECF"/>
                    </a:gs>
                  </a:gsLst>
                  <a:lin ang="2700000"/>
                </a:gradFill>
                <a:effectLst>
                  <a:outerShdw algn="ctr" blurRad="76200" dir="5400000" dist="50800" rotWithShape="false">
                    <a:schemeClr val="accent2">
                      <a:alpha val="20000"/>
                    </a:schemeClr>
                  </a:outerShdw>
                </a:effectLst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>
            <a:off x="4724992" y="3668995"/>
            <a:ext cx="2742017" cy="815340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通过智能生成的产品介绍PPT，展示产品特点、功能和使用场景，提升客户对产品的理解。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4726579" y="3035116"/>
            <a:ext cx="3321027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产品介绍</a:t>
            </a:r>
            <a:endParaRPr lang="en-US" sz="1100"/>
          </a:p>
        </p:txBody>
      </p:sp>
      <p:sp>
        <p:nvSpPr>
          <p:cNvPr name="TextBox 9" id="9"/>
          <p:cNvSpPr txBox="true"/>
          <p:nvPr/>
        </p:nvSpPr>
        <p:spPr>
          <a:xfrm>
            <a:off x="8698537" y="2001128"/>
            <a:ext cx="755335" cy="707886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4000" baseline="0" u="none">
                <a:gradFill>
                  <a:gsLst>
                    <a:gs pos="0">
                      <a:srgbClr val="E25B34">
                        <a:lumMod val="60000"/>
                        <a:lumOff val="40000"/>
                      </a:srgbClr>
                    </a:gs>
                    <a:gs pos="61062">
                      <a:srgbClr val="E25B34"/>
                    </a:gs>
                  </a:gsLst>
                  <a:lin ang="2700000"/>
                </a:gradFill>
                <a:effectLst>
                  <a:outerShdw algn="ctr" blurRad="76200" dir="5400000" dist="50800" rotWithShape="false">
                    <a:schemeClr val="accent3">
                      <a:alpha val="20000"/>
                    </a:schemeClr>
                  </a:outerShdw>
                </a:effectLst>
                <a:latin typeface="Arial"/>
                <a:ea typeface="Arial"/>
              </a:rPr>
              <a:t>03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>
            <a:off x="8636089" y="3668995"/>
            <a:ext cx="2742017" cy="815340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自动生成包含财务报表、数据分析和趋势预测的演示文稿，帮助企业管理层快速掌握财务状况。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8637676" y="3035116"/>
            <a:ext cx="2740429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财务报告</a:t>
            </a:r>
            <a:endParaRPr lang="en-US" sz="1100"/>
          </a:p>
        </p:txBody>
      </p:sp>
      <p:sp>
        <p:nvSpPr>
          <p:cNvPr name="AutoShape 12" id="1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企业演示文稿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216549" y="1438199"/>
            <a:ext cx="2981739" cy="4797501"/>
          </a:xfrm>
          <a:prstGeom prst="roundRect">
            <a:avLst>
              <a:gd name="adj" fmla="val 50000"/>
            </a:avLst>
          </a:prstGeom>
          <a:solidFill>
            <a:srgbClr val="F0F0F0">
              <a:alpha val="15000"/>
            </a:srgb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AutoShape 3" id="3"/>
          <p:cNvSpPr/>
          <p:nvPr/>
        </p:nvSpPr>
        <p:spPr>
          <a:xfrm>
            <a:off x="2122206" y="1750864"/>
            <a:ext cx="1257944" cy="1257944"/>
          </a:xfrm>
          <a:prstGeom prst="ellipse">
            <a:avLst/>
          </a:prstGeom>
          <a:gradFill>
            <a:gsLst>
              <a:gs pos="0">
                <a:srgbClr val="E25B34">
                  <a:lumMod val="60000"/>
                  <a:lumOff val="40000"/>
                </a:srgbClr>
              </a:gs>
              <a:gs pos="50000">
                <a:srgbClr val="E25B34"/>
              </a:gs>
            </a:gsLst>
            <a:lin ang="2700000"/>
          </a:gradFill>
          <a:ln cap="flat" cmpd="sng">
            <a:prstDash val="solid"/>
          </a:ln>
          <a:effectLst>
            <a:outerShdw algn="tl" blurRad="177800" dir="2700000" dist="152400" rotWithShape="false">
              <a:schemeClr val="accent1">
                <a:alpha val="20000"/>
              </a:scheme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4" id="4"/>
          <p:cNvSpPr/>
          <p:nvPr/>
        </p:nvSpPr>
        <p:spPr>
          <a:xfrm>
            <a:off x="2535398" y="2218002"/>
            <a:ext cx="431562" cy="323668"/>
          </a:xfrm>
          <a:custGeom>
            <a:avLst/>
            <a:gdLst/>
            <a:ahLst/>
            <a:cxnLst/>
            <a:rect r="r" b="b" t="t" l="l"/>
            <a:pathLst>
              <a:path w="533400" h="400050" stroke="true" fill="norm" extrusionOk="true">
                <a:moveTo>
                  <a:pt x="505433" y="621"/>
                </a:moveTo>
                <a:cubicBezTo>
                  <a:pt x="521245" y="621"/>
                  <a:pt x="534008" y="13385"/>
                  <a:pt x="534008" y="29196"/>
                </a:cubicBezTo>
                <a:lnTo>
                  <a:pt x="534008" y="372096"/>
                </a:lnTo>
                <a:cubicBezTo>
                  <a:pt x="534008" y="387907"/>
                  <a:pt x="521245" y="400671"/>
                  <a:pt x="505433" y="400671"/>
                </a:cubicBezTo>
                <a:lnTo>
                  <a:pt x="29183" y="400671"/>
                </a:lnTo>
                <a:cubicBezTo>
                  <a:pt x="13371" y="400671"/>
                  <a:pt x="608" y="387907"/>
                  <a:pt x="608" y="372096"/>
                </a:cubicBezTo>
                <a:lnTo>
                  <a:pt x="608" y="29196"/>
                </a:lnTo>
                <a:cubicBezTo>
                  <a:pt x="608" y="13385"/>
                  <a:pt x="13371" y="621"/>
                  <a:pt x="29183" y="621"/>
                </a:cubicBezTo>
                <a:lnTo>
                  <a:pt x="505433" y="621"/>
                </a:lnTo>
                <a:close/>
                <a:moveTo>
                  <a:pt x="391419" y="198646"/>
                </a:moveTo>
                <a:cubicBezTo>
                  <a:pt x="378846" y="189121"/>
                  <a:pt x="360939" y="191597"/>
                  <a:pt x="351414" y="204170"/>
                </a:cubicBezTo>
                <a:lnTo>
                  <a:pt x="351414" y="204170"/>
                </a:lnTo>
                <a:lnTo>
                  <a:pt x="267118" y="315613"/>
                </a:lnTo>
                <a:cubicBezTo>
                  <a:pt x="266355" y="316660"/>
                  <a:pt x="265498" y="317518"/>
                  <a:pt x="264641" y="318470"/>
                </a:cubicBezTo>
                <a:cubicBezTo>
                  <a:pt x="253592" y="329710"/>
                  <a:pt x="235495" y="329805"/>
                  <a:pt x="224255" y="318756"/>
                </a:cubicBezTo>
                <a:lnTo>
                  <a:pt x="224255" y="318756"/>
                </a:lnTo>
                <a:lnTo>
                  <a:pt x="162152" y="257415"/>
                </a:lnTo>
                <a:cubicBezTo>
                  <a:pt x="161485" y="256844"/>
                  <a:pt x="160914" y="256177"/>
                  <a:pt x="160247" y="255701"/>
                </a:cubicBezTo>
                <a:cubicBezTo>
                  <a:pt x="148055" y="245699"/>
                  <a:pt x="130053" y="247414"/>
                  <a:pt x="120052" y="259606"/>
                </a:cubicBezTo>
                <a:lnTo>
                  <a:pt x="120052" y="259606"/>
                </a:lnTo>
                <a:lnTo>
                  <a:pt x="32517" y="366095"/>
                </a:lnTo>
                <a:cubicBezTo>
                  <a:pt x="31088" y="367810"/>
                  <a:pt x="30326" y="369905"/>
                  <a:pt x="30326" y="372096"/>
                </a:cubicBezTo>
                <a:cubicBezTo>
                  <a:pt x="30326" y="377335"/>
                  <a:pt x="34612" y="381621"/>
                  <a:pt x="39851" y="381621"/>
                </a:cubicBezTo>
                <a:lnTo>
                  <a:pt x="39851" y="381621"/>
                </a:lnTo>
                <a:lnTo>
                  <a:pt x="497242" y="381621"/>
                </a:lnTo>
                <a:cubicBezTo>
                  <a:pt x="499146" y="381621"/>
                  <a:pt x="500956" y="381050"/>
                  <a:pt x="502480" y="380002"/>
                </a:cubicBezTo>
                <a:cubicBezTo>
                  <a:pt x="506862" y="377049"/>
                  <a:pt x="508005" y="371144"/>
                  <a:pt x="505147" y="366762"/>
                </a:cubicBezTo>
                <a:lnTo>
                  <a:pt x="505147" y="366762"/>
                </a:lnTo>
                <a:lnTo>
                  <a:pt x="397991" y="205504"/>
                </a:lnTo>
                <a:cubicBezTo>
                  <a:pt x="396181" y="202932"/>
                  <a:pt x="393990" y="200551"/>
                  <a:pt x="391419" y="198646"/>
                </a:cubicBezTo>
                <a:close/>
                <a:moveTo>
                  <a:pt x="95858" y="57771"/>
                </a:moveTo>
                <a:cubicBezTo>
                  <a:pt x="74808" y="57771"/>
                  <a:pt x="57758" y="74821"/>
                  <a:pt x="57758" y="95871"/>
                </a:cubicBezTo>
                <a:cubicBezTo>
                  <a:pt x="57758" y="116921"/>
                  <a:pt x="74808" y="133971"/>
                  <a:pt x="95858" y="133971"/>
                </a:cubicBezTo>
                <a:cubicBezTo>
                  <a:pt x="116908" y="133971"/>
                  <a:pt x="133958" y="116921"/>
                  <a:pt x="133958" y="95871"/>
                </a:cubicBezTo>
                <a:cubicBezTo>
                  <a:pt x="133958" y="74821"/>
                  <a:pt x="116908" y="57771"/>
                  <a:pt x="95858" y="57771"/>
                </a:cubicBezTo>
                <a:close/>
              </a:path>
            </a:pathLst>
          </a:custGeom>
          <a:solidFill>
            <a:srgbClr val="FFFFFF"/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TextBox 5" id="5"/>
          <p:cNvSpPr txBox="true"/>
          <p:nvPr/>
        </p:nvSpPr>
        <p:spPr>
          <a:xfrm>
            <a:off x="1415331" y="3172175"/>
            <a:ext cx="2623931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教学课件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1415331" y="3929881"/>
            <a:ext cx="2623931" cy="81534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根据教学大纲和教材内容，自动生成结构清晰、内容丰富的教学课件，提升教学效率。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>
            <a:off x="4611479" y="1438199"/>
            <a:ext cx="2981739" cy="4797501"/>
          </a:xfrm>
          <a:prstGeom prst="roundRect">
            <a:avLst>
              <a:gd name="adj" fmla="val 50000"/>
            </a:avLst>
          </a:prstGeom>
          <a:solidFill>
            <a:srgbClr val="F0F0F0">
              <a:alpha val="15000"/>
            </a:srgb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AutoShape 8" id="8"/>
          <p:cNvSpPr/>
          <p:nvPr/>
        </p:nvSpPr>
        <p:spPr>
          <a:xfrm>
            <a:off x="5467028" y="1750864"/>
            <a:ext cx="1257944" cy="1257944"/>
          </a:xfrm>
          <a:prstGeom prst="ellipse">
            <a:avLst/>
          </a:prstGeom>
          <a:gradFill>
            <a:gsLst>
              <a:gs pos="0">
                <a:srgbClr val="1FAECF">
                  <a:lumMod val="60000"/>
                  <a:lumOff val="40000"/>
                </a:srgbClr>
              </a:gs>
              <a:gs pos="50000">
                <a:srgbClr val="1FAECF"/>
              </a:gs>
            </a:gsLst>
            <a:lin ang="2700000"/>
          </a:gradFill>
          <a:ln cap="flat" cmpd="sng">
            <a:prstDash val="solid"/>
          </a:ln>
          <a:effectLst>
            <a:outerShdw algn="tl" blurRad="177800" dir="2700000" dist="152400" rotWithShape="false">
              <a:schemeClr val="accent2">
                <a:alpha val="20000"/>
              </a:scheme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9" id="9"/>
          <p:cNvSpPr/>
          <p:nvPr/>
        </p:nvSpPr>
        <p:spPr>
          <a:xfrm>
            <a:off x="5899149" y="2164056"/>
            <a:ext cx="393702" cy="431562"/>
          </a:xfrm>
          <a:custGeom>
            <a:avLst/>
            <a:gdLst/>
            <a:ahLst/>
            <a:cxnLst/>
            <a:rect r="r" b="b" t="t" l="l"/>
            <a:pathLst>
              <a:path w="495300" h="542925" stroke="true" fill="norm" extrusionOk="true">
                <a:moveTo>
                  <a:pt x="248770" y="621"/>
                </a:moveTo>
                <a:cubicBezTo>
                  <a:pt x="385549" y="621"/>
                  <a:pt x="496420" y="111492"/>
                  <a:pt x="496420" y="248271"/>
                </a:cubicBezTo>
                <a:cubicBezTo>
                  <a:pt x="496420" y="358856"/>
                  <a:pt x="423935" y="452582"/>
                  <a:pt x="323827" y="484396"/>
                </a:cubicBezTo>
                <a:lnTo>
                  <a:pt x="346973" y="524496"/>
                </a:lnTo>
                <a:lnTo>
                  <a:pt x="420220" y="524496"/>
                </a:lnTo>
                <a:lnTo>
                  <a:pt x="420220" y="543546"/>
                </a:lnTo>
                <a:lnTo>
                  <a:pt x="77320" y="543546"/>
                </a:lnTo>
                <a:lnTo>
                  <a:pt x="77320" y="524496"/>
                </a:lnTo>
                <a:lnTo>
                  <a:pt x="150567" y="524496"/>
                </a:lnTo>
                <a:lnTo>
                  <a:pt x="173713" y="484396"/>
                </a:lnTo>
                <a:cubicBezTo>
                  <a:pt x="73605" y="452582"/>
                  <a:pt x="1120" y="358856"/>
                  <a:pt x="1120" y="248271"/>
                </a:cubicBezTo>
                <a:cubicBezTo>
                  <a:pt x="1120" y="111492"/>
                  <a:pt x="111991" y="621"/>
                  <a:pt x="248770" y="621"/>
                </a:cubicBezTo>
                <a:close/>
                <a:moveTo>
                  <a:pt x="192763" y="489539"/>
                </a:moveTo>
                <a:lnTo>
                  <a:pt x="172570" y="524496"/>
                </a:lnTo>
                <a:lnTo>
                  <a:pt x="324970" y="524496"/>
                </a:lnTo>
                <a:lnTo>
                  <a:pt x="304777" y="489539"/>
                </a:lnTo>
                <a:cubicBezTo>
                  <a:pt x="286775" y="493730"/>
                  <a:pt x="268010" y="495921"/>
                  <a:pt x="248770" y="495921"/>
                </a:cubicBezTo>
                <a:cubicBezTo>
                  <a:pt x="229530" y="495921"/>
                  <a:pt x="210765" y="493730"/>
                  <a:pt x="192763" y="489539"/>
                </a:cubicBezTo>
                <a:close/>
                <a:moveTo>
                  <a:pt x="248770" y="143496"/>
                </a:moveTo>
                <a:cubicBezTo>
                  <a:pt x="190858" y="143496"/>
                  <a:pt x="143995" y="190359"/>
                  <a:pt x="143995" y="248271"/>
                </a:cubicBezTo>
                <a:cubicBezTo>
                  <a:pt x="143995" y="306183"/>
                  <a:pt x="190858" y="353046"/>
                  <a:pt x="248770" y="353046"/>
                </a:cubicBezTo>
                <a:cubicBezTo>
                  <a:pt x="306682" y="353046"/>
                  <a:pt x="353545" y="306183"/>
                  <a:pt x="353545" y="248271"/>
                </a:cubicBezTo>
                <a:cubicBezTo>
                  <a:pt x="353545" y="190359"/>
                  <a:pt x="306682" y="143496"/>
                  <a:pt x="248770" y="143496"/>
                </a:cubicBezTo>
                <a:close/>
                <a:moveTo>
                  <a:pt x="367833" y="114921"/>
                </a:moveTo>
                <a:cubicBezTo>
                  <a:pt x="359927" y="114921"/>
                  <a:pt x="353545" y="121303"/>
                  <a:pt x="353545" y="129209"/>
                </a:cubicBezTo>
                <a:cubicBezTo>
                  <a:pt x="353545" y="137114"/>
                  <a:pt x="359927" y="143496"/>
                  <a:pt x="367833" y="143496"/>
                </a:cubicBezTo>
                <a:cubicBezTo>
                  <a:pt x="375738" y="143496"/>
                  <a:pt x="382120" y="137114"/>
                  <a:pt x="382120" y="129209"/>
                </a:cubicBezTo>
                <a:cubicBezTo>
                  <a:pt x="382120" y="121303"/>
                  <a:pt x="375738" y="114921"/>
                  <a:pt x="367833" y="114921"/>
                </a:cubicBezTo>
                <a:close/>
              </a:path>
            </a:pathLst>
          </a:custGeom>
          <a:solidFill>
            <a:srgbClr val="FFFFFF"/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TextBox 10" id="10"/>
          <p:cNvSpPr txBox="true"/>
          <p:nvPr/>
        </p:nvSpPr>
        <p:spPr>
          <a:xfrm>
            <a:off x="4760153" y="3172175"/>
            <a:ext cx="2623931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学术报告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4760153" y="3929881"/>
            <a:ext cx="2623931" cy="81534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帮助研究人员快速生成包含研究背景、方法和结果的学术报告，提升学术交流的效率。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>
            <a:off x="8006409" y="1438199"/>
            <a:ext cx="2981739" cy="4797501"/>
          </a:xfrm>
          <a:prstGeom prst="roundRect">
            <a:avLst>
              <a:gd name="adj" fmla="val 50000"/>
            </a:avLst>
          </a:prstGeom>
          <a:solidFill>
            <a:srgbClr val="F0F0F0">
              <a:alpha val="15000"/>
            </a:srgb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AutoShape 13" id="13"/>
          <p:cNvSpPr/>
          <p:nvPr/>
        </p:nvSpPr>
        <p:spPr>
          <a:xfrm>
            <a:off x="8811850" y="1750864"/>
            <a:ext cx="1257944" cy="1257944"/>
          </a:xfrm>
          <a:prstGeom prst="ellipse">
            <a:avLst/>
          </a:prstGeom>
          <a:gradFill>
            <a:gsLst>
              <a:gs pos="0">
                <a:srgbClr val="E25B34">
                  <a:lumMod val="60000"/>
                  <a:lumOff val="40000"/>
                </a:srgbClr>
              </a:gs>
              <a:gs pos="50000">
                <a:srgbClr val="E25B34"/>
              </a:gs>
            </a:gsLst>
            <a:lin ang="2700000"/>
          </a:gradFill>
          <a:ln cap="flat" cmpd="sng">
            <a:prstDash val="solid"/>
          </a:ln>
          <a:effectLst>
            <a:outerShdw algn="tl" blurRad="177800" dir="2700000" dist="152400" rotWithShape="false">
              <a:schemeClr val="accent1">
                <a:alpha val="20000"/>
              </a:scheme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4" id="14"/>
          <p:cNvSpPr/>
          <p:nvPr/>
        </p:nvSpPr>
        <p:spPr>
          <a:xfrm>
            <a:off x="9225042" y="2200197"/>
            <a:ext cx="431562" cy="359278"/>
          </a:xfrm>
          <a:custGeom>
            <a:avLst/>
            <a:gdLst/>
            <a:ahLst/>
            <a:cxnLst/>
            <a:rect r="r" b="b" t="t" l="l"/>
            <a:pathLst>
              <a:path w="526297" h="438150" stroke="true" fill="norm" extrusionOk="true">
                <a:moveTo>
                  <a:pt x="483573" y="133971"/>
                </a:moveTo>
                <a:cubicBezTo>
                  <a:pt x="507957" y="133971"/>
                  <a:pt x="527674" y="153688"/>
                  <a:pt x="527674" y="178072"/>
                </a:cubicBezTo>
                <a:cubicBezTo>
                  <a:pt x="527674" y="179215"/>
                  <a:pt x="527674" y="180358"/>
                  <a:pt x="527579" y="181501"/>
                </a:cubicBezTo>
                <a:lnTo>
                  <a:pt x="514244" y="355237"/>
                </a:lnTo>
                <a:cubicBezTo>
                  <a:pt x="513101" y="370096"/>
                  <a:pt x="500718" y="381621"/>
                  <a:pt x="485764" y="381621"/>
                </a:cubicBezTo>
                <a:lnTo>
                  <a:pt x="454998" y="381621"/>
                </a:lnTo>
                <a:lnTo>
                  <a:pt x="454998" y="438771"/>
                </a:lnTo>
                <a:lnTo>
                  <a:pt x="435948" y="438771"/>
                </a:lnTo>
                <a:lnTo>
                  <a:pt x="435948" y="381621"/>
                </a:lnTo>
                <a:lnTo>
                  <a:pt x="93048" y="381621"/>
                </a:lnTo>
                <a:lnTo>
                  <a:pt x="93048" y="438771"/>
                </a:lnTo>
                <a:lnTo>
                  <a:pt x="73998" y="438771"/>
                </a:lnTo>
                <a:lnTo>
                  <a:pt x="73998" y="381621"/>
                </a:lnTo>
                <a:lnTo>
                  <a:pt x="43328" y="381621"/>
                </a:lnTo>
                <a:cubicBezTo>
                  <a:pt x="28373" y="381621"/>
                  <a:pt x="15991" y="370096"/>
                  <a:pt x="14848" y="355237"/>
                </a:cubicBezTo>
                <a:lnTo>
                  <a:pt x="1513" y="181501"/>
                </a:lnTo>
                <a:cubicBezTo>
                  <a:pt x="-392" y="157212"/>
                  <a:pt x="17801" y="135971"/>
                  <a:pt x="42089" y="134162"/>
                </a:cubicBezTo>
                <a:cubicBezTo>
                  <a:pt x="43232" y="134066"/>
                  <a:pt x="44375" y="134066"/>
                  <a:pt x="45518" y="134066"/>
                </a:cubicBezTo>
                <a:cubicBezTo>
                  <a:pt x="73141" y="134066"/>
                  <a:pt x="96858" y="153688"/>
                  <a:pt x="101906" y="180834"/>
                </a:cubicBezTo>
                <a:lnTo>
                  <a:pt x="121623" y="286371"/>
                </a:lnTo>
                <a:lnTo>
                  <a:pt x="407373" y="286371"/>
                </a:lnTo>
                <a:lnTo>
                  <a:pt x="427185" y="180739"/>
                </a:lnTo>
                <a:cubicBezTo>
                  <a:pt x="432233" y="153592"/>
                  <a:pt x="455951" y="133971"/>
                  <a:pt x="483573" y="133971"/>
                </a:cubicBezTo>
                <a:close/>
                <a:moveTo>
                  <a:pt x="416898" y="621"/>
                </a:moveTo>
                <a:cubicBezTo>
                  <a:pt x="453760" y="621"/>
                  <a:pt x="483573" y="30434"/>
                  <a:pt x="483573" y="67296"/>
                </a:cubicBezTo>
                <a:lnTo>
                  <a:pt x="483573" y="115397"/>
                </a:lnTo>
                <a:cubicBezTo>
                  <a:pt x="481192" y="115112"/>
                  <a:pt x="478811" y="114921"/>
                  <a:pt x="476429" y="114921"/>
                </a:cubicBezTo>
                <a:cubicBezTo>
                  <a:pt x="445473" y="114921"/>
                  <a:pt x="418803" y="136448"/>
                  <a:pt x="412040" y="166451"/>
                </a:cubicBezTo>
                <a:lnTo>
                  <a:pt x="411564" y="168737"/>
                </a:lnTo>
                <a:lnTo>
                  <a:pt x="393086" y="267321"/>
                </a:lnTo>
                <a:lnTo>
                  <a:pt x="135911" y="267321"/>
                </a:lnTo>
                <a:lnTo>
                  <a:pt x="117432" y="168737"/>
                </a:lnTo>
                <a:cubicBezTo>
                  <a:pt x="111622" y="137495"/>
                  <a:pt x="84285" y="114921"/>
                  <a:pt x="52567" y="114921"/>
                </a:cubicBezTo>
                <a:lnTo>
                  <a:pt x="54948" y="67296"/>
                </a:lnTo>
                <a:cubicBezTo>
                  <a:pt x="54948" y="30434"/>
                  <a:pt x="84761" y="621"/>
                  <a:pt x="121623" y="621"/>
                </a:cubicBezTo>
                <a:lnTo>
                  <a:pt x="416898" y="621"/>
                </a:lnTo>
                <a:close/>
              </a:path>
            </a:pathLst>
          </a:custGeom>
          <a:solidFill>
            <a:srgbClr val="FFFFFF"/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TextBox 15" id="15"/>
          <p:cNvSpPr txBox="true"/>
          <p:nvPr/>
        </p:nvSpPr>
        <p:spPr>
          <a:xfrm>
            <a:off x="8104975" y="3172175"/>
            <a:ext cx="2623931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培训材料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8104975" y="3929881"/>
            <a:ext cx="2623931" cy="81534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根据培训主题和目标，自动生成包含案例分析、实践操作和总结的培训材料，提升培训效果。</a:t>
            </a:r>
            <a:endParaRPr lang="en-US" sz="1100"/>
          </a:p>
        </p:txBody>
      </p:sp>
      <p:sp>
        <p:nvSpPr>
          <p:cNvPr name="AutoShape 17" id="17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教育培训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个人使用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4799685" y="3548600"/>
            <a:ext cx="2753300" cy="2687100"/>
          </a:xfrm>
          <a:prstGeom prst="triangle">
            <a:avLst/>
          </a:prstGeom>
          <a:gradFill>
            <a:gsLst>
              <a:gs pos="0">
                <a:srgbClr val="1FAECF">
                  <a:lumMod val="60000"/>
                  <a:lumOff val="40000"/>
                </a:srgbClr>
              </a:gs>
              <a:gs pos="50000">
                <a:srgbClr val="1FAECF"/>
              </a:gs>
            </a:gsLst>
            <a:lin ang="2700000"/>
          </a:gradFill>
          <a:ln cap="flat" cmpd="sng">
            <a:prstDash val="solid"/>
          </a:ln>
          <a:effectLst>
            <a:outerShdw algn="tl" blurRad="177800" dir="2700000" dist="152400" rotWithShape="false">
              <a:schemeClr val="accent2">
                <a:alpha val="20000"/>
              </a:scheme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4" id="4"/>
          <p:cNvSpPr/>
          <p:nvPr/>
        </p:nvSpPr>
        <p:spPr>
          <a:xfrm>
            <a:off x="5971484" y="4379192"/>
            <a:ext cx="435102" cy="336288"/>
          </a:xfrm>
          <a:custGeom>
            <a:avLst/>
            <a:gdLst/>
            <a:ahLst/>
            <a:cxnLst/>
            <a:rect r="r" b="b" t="t" l="l"/>
            <a:pathLst>
              <a:path w="609540" h="471112" stroke="true" fill="norm" extrusionOk="true">
                <a:moveTo>
                  <a:pt x="479515" y="79862"/>
                </a:moveTo>
                <a:cubicBezTo>
                  <a:pt x="520135" y="81958"/>
                  <a:pt x="554707" y="110007"/>
                  <a:pt x="565135" y="149295"/>
                </a:cubicBezTo>
                <a:cubicBezTo>
                  <a:pt x="575564" y="188584"/>
                  <a:pt x="559469" y="230110"/>
                  <a:pt x="525278" y="252064"/>
                </a:cubicBezTo>
                <a:cubicBezTo>
                  <a:pt x="519992" y="255493"/>
                  <a:pt x="520706" y="263446"/>
                  <a:pt x="526564" y="265827"/>
                </a:cubicBezTo>
                <a:cubicBezTo>
                  <a:pt x="569897" y="283685"/>
                  <a:pt x="601088" y="322497"/>
                  <a:pt x="609279" y="368643"/>
                </a:cubicBezTo>
                <a:cubicBezTo>
                  <a:pt x="611231" y="380596"/>
                  <a:pt x="601993" y="391502"/>
                  <a:pt x="589850" y="391406"/>
                </a:cubicBezTo>
                <a:lnTo>
                  <a:pt x="530278" y="391406"/>
                </a:lnTo>
                <a:cubicBezTo>
                  <a:pt x="511373" y="338879"/>
                  <a:pt x="474753" y="294591"/>
                  <a:pt x="426705" y="266208"/>
                </a:cubicBezTo>
                <a:cubicBezTo>
                  <a:pt x="461229" y="232491"/>
                  <a:pt x="480230" y="185964"/>
                  <a:pt x="479087" y="137723"/>
                </a:cubicBezTo>
                <a:cubicBezTo>
                  <a:pt x="478706" y="117960"/>
                  <a:pt x="474896" y="98435"/>
                  <a:pt x="467849" y="79958"/>
                </a:cubicBezTo>
                <a:cubicBezTo>
                  <a:pt x="471753" y="79672"/>
                  <a:pt x="475658" y="79672"/>
                  <a:pt x="479515" y="79862"/>
                </a:cubicBezTo>
                <a:close/>
                <a:moveTo>
                  <a:pt x="140131" y="79862"/>
                </a:moveTo>
                <a:lnTo>
                  <a:pt x="141512" y="79958"/>
                </a:lnTo>
                <a:cubicBezTo>
                  <a:pt x="117178" y="144724"/>
                  <a:pt x="133369" y="217776"/>
                  <a:pt x="182750" y="266255"/>
                </a:cubicBezTo>
                <a:lnTo>
                  <a:pt x="182703" y="266255"/>
                </a:lnTo>
                <a:cubicBezTo>
                  <a:pt x="134702" y="294686"/>
                  <a:pt x="98130" y="338974"/>
                  <a:pt x="79225" y="391454"/>
                </a:cubicBezTo>
                <a:lnTo>
                  <a:pt x="19701" y="391454"/>
                </a:lnTo>
                <a:cubicBezTo>
                  <a:pt x="7558" y="391549"/>
                  <a:pt x="-1728" y="380596"/>
                  <a:pt x="272" y="368643"/>
                </a:cubicBezTo>
                <a:cubicBezTo>
                  <a:pt x="8463" y="322450"/>
                  <a:pt x="39653" y="283685"/>
                  <a:pt x="82987" y="265827"/>
                </a:cubicBezTo>
                <a:cubicBezTo>
                  <a:pt x="88844" y="263446"/>
                  <a:pt x="89606" y="255493"/>
                  <a:pt x="84321" y="252064"/>
                </a:cubicBezTo>
                <a:cubicBezTo>
                  <a:pt x="48558" y="229110"/>
                  <a:pt x="32749" y="184917"/>
                  <a:pt x="45844" y="144438"/>
                </a:cubicBezTo>
                <a:cubicBezTo>
                  <a:pt x="58987" y="104007"/>
                  <a:pt x="97702" y="77481"/>
                  <a:pt x="140131" y="79862"/>
                </a:cubicBezTo>
                <a:close/>
                <a:moveTo>
                  <a:pt x="312419" y="209"/>
                </a:moveTo>
                <a:cubicBezTo>
                  <a:pt x="385950" y="4067"/>
                  <a:pt x="444622" y="64840"/>
                  <a:pt x="446289" y="138475"/>
                </a:cubicBezTo>
                <a:cubicBezTo>
                  <a:pt x="447385" y="187580"/>
                  <a:pt x="422906" y="233779"/>
                  <a:pt x="381616" y="260451"/>
                </a:cubicBezTo>
                <a:cubicBezTo>
                  <a:pt x="373520" y="265595"/>
                  <a:pt x="374663" y="277740"/>
                  <a:pt x="383521" y="281312"/>
                </a:cubicBezTo>
                <a:cubicBezTo>
                  <a:pt x="449004" y="308318"/>
                  <a:pt x="496104" y="366901"/>
                  <a:pt x="508439" y="436629"/>
                </a:cubicBezTo>
                <a:cubicBezTo>
                  <a:pt x="511534" y="454728"/>
                  <a:pt x="497533" y="471207"/>
                  <a:pt x="479197" y="471112"/>
                </a:cubicBezTo>
                <a:lnTo>
                  <a:pt x="130352" y="471112"/>
                </a:lnTo>
                <a:cubicBezTo>
                  <a:pt x="111969" y="471207"/>
                  <a:pt x="97968" y="454728"/>
                  <a:pt x="101064" y="436629"/>
                </a:cubicBezTo>
                <a:cubicBezTo>
                  <a:pt x="113398" y="366901"/>
                  <a:pt x="160498" y="308270"/>
                  <a:pt x="225981" y="281265"/>
                </a:cubicBezTo>
                <a:cubicBezTo>
                  <a:pt x="234792" y="277645"/>
                  <a:pt x="235935" y="265643"/>
                  <a:pt x="227934" y="260451"/>
                </a:cubicBezTo>
                <a:cubicBezTo>
                  <a:pt x="174023" y="225635"/>
                  <a:pt x="150307" y="158907"/>
                  <a:pt x="170118" y="97848"/>
                </a:cubicBezTo>
                <a:cubicBezTo>
                  <a:pt x="189930" y="36787"/>
                  <a:pt x="248317" y="-3268"/>
                  <a:pt x="312419" y="209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anchor="t" tIns="45720" lIns="91440" bIns="45720" rIns="91440">
            <a:normAutofit/>
          </a:bodyPr>
          <a:p>
            <a:pPr algn="l" marL="0"/>
          </a:p>
        </p:txBody>
      </p:sp>
      <p:sp>
        <p:nvSpPr>
          <p:cNvPr name="Freeform 5" id="5"/>
          <p:cNvSpPr/>
          <p:nvPr/>
        </p:nvSpPr>
        <p:spPr>
          <a:xfrm flipV="true">
            <a:off x="3256459" y="3549125"/>
            <a:ext cx="2752726" cy="2686050"/>
          </a:xfrm>
          <a:custGeom>
            <a:avLst/>
            <a:gdLst/>
            <a:ahLst/>
            <a:cxnLst/>
            <a:rect r="r" b="b" t="t" l="l"/>
            <a:pathLst>
              <a:path w="1734" h="1692" stroke="true" fill="norm" extrusionOk="true">
                <a:moveTo>
                  <a:pt x="0" y="0"/>
                </a:moveTo>
                <a:lnTo>
                  <a:pt x="867" y="1692"/>
                </a:lnTo>
                <a:lnTo>
                  <a:pt x="1734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25B34">
                  <a:lumMod val="60000"/>
                  <a:lumOff val="40000"/>
                </a:srgbClr>
              </a:gs>
              <a:gs pos="50000">
                <a:srgbClr val="E25B34"/>
              </a:gs>
            </a:gsLst>
            <a:lin ang="2700000"/>
          </a:gradFill>
          <a:ln cap="flat" cmpd="sng">
            <a:prstDash val="solid"/>
          </a:ln>
          <a:effectLst>
            <a:outerShdw algn="tl" blurRad="177800" dir="2700000" dist="152400" rotWithShape="false">
              <a:schemeClr val="accent1">
                <a:alpha val="20000"/>
              </a:schemeClr>
            </a:outerShdw>
          </a:effectLst>
        </p:spPr>
        <p:txBody>
          <a:bodyPr vert="horz" anchor="ctr" tIns="0" lIns="0" bIns="0" rIns="0">
            <a:normAutofit/>
          </a:bodyPr>
          <a:p>
            <a:pPr algn="ctr" marL="0"/>
          </a:p>
        </p:txBody>
      </p:sp>
      <p:sp>
        <p:nvSpPr>
          <p:cNvPr name="Freeform 6" id="6"/>
          <p:cNvSpPr/>
          <p:nvPr/>
        </p:nvSpPr>
        <p:spPr>
          <a:xfrm>
            <a:off x="4415271" y="5106912"/>
            <a:ext cx="435102" cy="352175"/>
          </a:xfrm>
          <a:custGeom>
            <a:avLst/>
            <a:gdLst/>
            <a:ahLst/>
            <a:cxnLst/>
            <a:rect r="r" b="b" t="t" l="l"/>
            <a:pathLst>
              <a:path w="607568" h="491771" stroke="true" fill="norm" extrusionOk="true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anchor="t" tIns="45720" lIns="91440" bIns="45720" rIns="91440">
            <a:normAutofit/>
          </a:bodyPr>
          <a:p>
            <a:pPr algn="l" marL="0"/>
          </a:p>
        </p:txBody>
      </p:sp>
      <p:sp>
        <p:nvSpPr>
          <p:cNvPr name="Freeform 7" id="7"/>
          <p:cNvSpPr/>
          <p:nvPr/>
        </p:nvSpPr>
        <p:spPr>
          <a:xfrm flipV="true">
            <a:off x="6343485" y="3549125"/>
            <a:ext cx="2752726" cy="2686050"/>
          </a:xfrm>
          <a:custGeom>
            <a:avLst/>
            <a:gdLst/>
            <a:ahLst/>
            <a:cxnLst/>
            <a:rect r="r" b="b" t="t" l="l"/>
            <a:pathLst>
              <a:path w="1734" h="1692" stroke="true" fill="norm" extrusionOk="true">
                <a:moveTo>
                  <a:pt x="0" y="0"/>
                </a:moveTo>
                <a:lnTo>
                  <a:pt x="867" y="1692"/>
                </a:lnTo>
                <a:lnTo>
                  <a:pt x="1734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25B34">
                  <a:lumMod val="60000"/>
                  <a:lumOff val="40000"/>
                </a:srgbClr>
              </a:gs>
              <a:gs pos="50000">
                <a:srgbClr val="E25B34"/>
              </a:gs>
            </a:gsLst>
            <a:lin ang="2700000"/>
          </a:gradFill>
          <a:ln cap="flat" cmpd="sng">
            <a:prstDash val="solid"/>
          </a:ln>
          <a:effectLst>
            <a:outerShdw algn="tl" blurRad="177800" dir="2700000" dist="152400" rotWithShape="false">
              <a:schemeClr val="accent1">
                <a:alpha val="20000"/>
              </a:schemeClr>
            </a:outerShdw>
          </a:effectLst>
        </p:spPr>
        <p:txBody>
          <a:bodyPr vert="horz" anchor="ctr" tIns="0" lIns="0" bIns="0" rIns="0">
            <a:normAutofit/>
          </a:bodyPr>
          <a:p>
            <a:pPr algn="ctr" marL="0"/>
          </a:p>
        </p:txBody>
      </p:sp>
      <p:sp>
        <p:nvSpPr>
          <p:cNvPr name="Freeform 8" id="8"/>
          <p:cNvSpPr/>
          <p:nvPr/>
        </p:nvSpPr>
        <p:spPr>
          <a:xfrm>
            <a:off x="7502297" y="5120071"/>
            <a:ext cx="435102" cy="325858"/>
          </a:xfrm>
          <a:custGeom>
            <a:avLst/>
            <a:gdLst/>
            <a:ahLst/>
            <a:cxnLst/>
            <a:rect r="r" b="b" t="t" l="l"/>
            <a:pathLst>
              <a:path w="607639" h="455076" stroke="true" fill="norm" extrusionOk="true">
                <a:moveTo>
                  <a:pt x="429004" y="0"/>
                </a:moveTo>
                <a:cubicBezTo>
                  <a:pt x="463182" y="0"/>
                  <a:pt x="487926" y="11377"/>
                  <a:pt x="502612" y="33775"/>
                </a:cubicBezTo>
                <a:cubicBezTo>
                  <a:pt x="522104" y="63373"/>
                  <a:pt x="512581" y="83994"/>
                  <a:pt x="501277" y="96082"/>
                </a:cubicBezTo>
                <a:lnTo>
                  <a:pt x="495136" y="102215"/>
                </a:lnTo>
                <a:lnTo>
                  <a:pt x="493533" y="133857"/>
                </a:lnTo>
                <a:cubicBezTo>
                  <a:pt x="497450" y="135634"/>
                  <a:pt x="500921" y="138301"/>
                  <a:pt x="503769" y="141589"/>
                </a:cubicBezTo>
                <a:cubicBezTo>
                  <a:pt x="509643" y="148255"/>
                  <a:pt x="512403" y="157144"/>
                  <a:pt x="511335" y="166032"/>
                </a:cubicBezTo>
                <a:lnTo>
                  <a:pt x="506617" y="203362"/>
                </a:lnTo>
                <a:cubicBezTo>
                  <a:pt x="505193" y="215450"/>
                  <a:pt x="496916" y="225138"/>
                  <a:pt x="485968" y="229049"/>
                </a:cubicBezTo>
                <a:cubicBezTo>
                  <a:pt x="481785" y="255092"/>
                  <a:pt x="468968" y="280423"/>
                  <a:pt x="450544" y="299266"/>
                </a:cubicBezTo>
                <a:lnTo>
                  <a:pt x="455706" y="319887"/>
                </a:lnTo>
                <a:lnTo>
                  <a:pt x="525487" y="337308"/>
                </a:lnTo>
                <a:cubicBezTo>
                  <a:pt x="573817" y="349395"/>
                  <a:pt x="607639" y="392592"/>
                  <a:pt x="607639" y="442366"/>
                </a:cubicBezTo>
                <a:cubicBezTo>
                  <a:pt x="607639" y="449388"/>
                  <a:pt x="601943" y="455076"/>
                  <a:pt x="594911" y="455076"/>
                </a:cubicBezTo>
                <a:lnTo>
                  <a:pt x="493711" y="455076"/>
                </a:lnTo>
                <a:cubicBezTo>
                  <a:pt x="486680" y="455076"/>
                  <a:pt x="480984" y="449388"/>
                  <a:pt x="480984" y="442455"/>
                </a:cubicBezTo>
                <a:cubicBezTo>
                  <a:pt x="480984" y="381038"/>
                  <a:pt x="439329" y="327708"/>
                  <a:pt x="379695" y="312776"/>
                </a:cubicBezTo>
                <a:lnTo>
                  <a:pt x="362250" y="308421"/>
                </a:lnTo>
                <a:cubicBezTo>
                  <a:pt x="356197" y="306910"/>
                  <a:pt x="352192" y="301399"/>
                  <a:pt x="352637" y="295177"/>
                </a:cubicBezTo>
                <a:lnTo>
                  <a:pt x="355930" y="251181"/>
                </a:lnTo>
                <a:cubicBezTo>
                  <a:pt x="356197" y="247803"/>
                  <a:pt x="357710" y="244692"/>
                  <a:pt x="360292" y="242470"/>
                </a:cubicBezTo>
                <a:cubicBezTo>
                  <a:pt x="371150" y="233227"/>
                  <a:pt x="378093" y="220517"/>
                  <a:pt x="379873" y="206562"/>
                </a:cubicBezTo>
                <a:lnTo>
                  <a:pt x="384501" y="169143"/>
                </a:lnTo>
                <a:cubicBezTo>
                  <a:pt x="386459" y="153500"/>
                  <a:pt x="381742" y="137590"/>
                  <a:pt x="371506" y="125591"/>
                </a:cubicBezTo>
                <a:cubicBezTo>
                  <a:pt x="367501" y="120880"/>
                  <a:pt x="367501" y="114036"/>
                  <a:pt x="371417" y="109325"/>
                </a:cubicBezTo>
                <a:cubicBezTo>
                  <a:pt x="390910" y="85683"/>
                  <a:pt x="392156" y="55018"/>
                  <a:pt x="374889" y="25154"/>
                </a:cubicBezTo>
                <a:cubicBezTo>
                  <a:pt x="372930" y="21954"/>
                  <a:pt x="372663" y="17954"/>
                  <a:pt x="373998" y="14399"/>
                </a:cubicBezTo>
                <a:cubicBezTo>
                  <a:pt x="375334" y="10844"/>
                  <a:pt x="378182" y="8089"/>
                  <a:pt x="381742" y="6844"/>
                </a:cubicBezTo>
                <a:cubicBezTo>
                  <a:pt x="399721" y="800"/>
                  <a:pt x="416454" y="0"/>
                  <a:pt x="429004" y="0"/>
                </a:cubicBezTo>
                <a:close/>
                <a:moveTo>
                  <a:pt x="277076" y="0"/>
                </a:moveTo>
                <a:cubicBezTo>
                  <a:pt x="311255" y="0"/>
                  <a:pt x="336088" y="11377"/>
                  <a:pt x="350685" y="33775"/>
                </a:cubicBezTo>
                <a:cubicBezTo>
                  <a:pt x="370177" y="63373"/>
                  <a:pt x="360653" y="83994"/>
                  <a:pt x="349350" y="96082"/>
                </a:cubicBezTo>
                <a:lnTo>
                  <a:pt x="343208" y="102215"/>
                </a:lnTo>
                <a:lnTo>
                  <a:pt x="341695" y="133857"/>
                </a:lnTo>
                <a:cubicBezTo>
                  <a:pt x="345522" y="135634"/>
                  <a:pt x="349083" y="138301"/>
                  <a:pt x="351931" y="141589"/>
                </a:cubicBezTo>
                <a:cubicBezTo>
                  <a:pt x="357805" y="148255"/>
                  <a:pt x="360475" y="157144"/>
                  <a:pt x="359407" y="166032"/>
                </a:cubicBezTo>
                <a:lnTo>
                  <a:pt x="354690" y="203362"/>
                </a:lnTo>
                <a:cubicBezTo>
                  <a:pt x="353266" y="215450"/>
                  <a:pt x="344988" y="225138"/>
                  <a:pt x="334129" y="229049"/>
                </a:cubicBezTo>
                <a:cubicBezTo>
                  <a:pt x="329857" y="255092"/>
                  <a:pt x="317129" y="280423"/>
                  <a:pt x="298616" y="299266"/>
                </a:cubicBezTo>
                <a:lnTo>
                  <a:pt x="303778" y="319887"/>
                </a:lnTo>
                <a:lnTo>
                  <a:pt x="373559" y="337308"/>
                </a:lnTo>
                <a:cubicBezTo>
                  <a:pt x="421979" y="349395"/>
                  <a:pt x="455712" y="392592"/>
                  <a:pt x="455712" y="442366"/>
                </a:cubicBezTo>
                <a:cubicBezTo>
                  <a:pt x="455712" y="445744"/>
                  <a:pt x="454377" y="449032"/>
                  <a:pt x="451974" y="451432"/>
                </a:cubicBezTo>
                <a:cubicBezTo>
                  <a:pt x="449660" y="453743"/>
                  <a:pt x="446455" y="455076"/>
                  <a:pt x="443073" y="455076"/>
                </a:cubicBezTo>
                <a:lnTo>
                  <a:pt x="12639" y="455076"/>
                </a:lnTo>
                <a:cubicBezTo>
                  <a:pt x="5696" y="455076"/>
                  <a:pt x="0" y="449388"/>
                  <a:pt x="0" y="442455"/>
                </a:cubicBezTo>
                <a:cubicBezTo>
                  <a:pt x="0" y="392592"/>
                  <a:pt x="33733" y="349395"/>
                  <a:pt x="82153" y="337308"/>
                </a:cubicBezTo>
                <a:lnTo>
                  <a:pt x="151934" y="319976"/>
                </a:lnTo>
                <a:lnTo>
                  <a:pt x="157541" y="297577"/>
                </a:lnTo>
                <a:cubicBezTo>
                  <a:pt x="140185" y="279090"/>
                  <a:pt x="128080" y="254736"/>
                  <a:pt x="123897" y="229760"/>
                </a:cubicBezTo>
                <a:cubicBezTo>
                  <a:pt x="111881" y="226472"/>
                  <a:pt x="102624" y="216250"/>
                  <a:pt x="101022" y="203451"/>
                </a:cubicBezTo>
                <a:lnTo>
                  <a:pt x="96305" y="166032"/>
                </a:lnTo>
                <a:cubicBezTo>
                  <a:pt x="95148" y="157144"/>
                  <a:pt x="97996" y="148167"/>
                  <a:pt x="103870" y="141412"/>
                </a:cubicBezTo>
                <a:cubicBezTo>
                  <a:pt x="107075" y="137856"/>
                  <a:pt x="110991" y="135012"/>
                  <a:pt x="115352" y="133234"/>
                </a:cubicBezTo>
                <a:cubicBezTo>
                  <a:pt x="114017" y="121680"/>
                  <a:pt x="112326" y="104792"/>
                  <a:pt x="112326" y="96793"/>
                </a:cubicBezTo>
                <a:cubicBezTo>
                  <a:pt x="112326" y="61418"/>
                  <a:pt x="122918" y="20799"/>
                  <a:pt x="205159" y="18754"/>
                </a:cubicBezTo>
                <a:cubicBezTo>
                  <a:pt x="233641" y="0"/>
                  <a:pt x="263904" y="0"/>
                  <a:pt x="277076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anchor="t" tIns="45720" lIns="91440" bIns="45720" rIns="91440">
            <a:normAutofit/>
          </a:bodyPr>
          <a:p>
            <a:pPr algn="l" marL="0"/>
          </a:p>
        </p:txBody>
      </p:sp>
      <p:sp>
        <p:nvSpPr>
          <p:cNvPr name="AutoShape 9" id="9"/>
          <p:cNvSpPr/>
          <p:nvPr/>
        </p:nvSpPr>
        <p:spPr>
          <a:xfrm>
            <a:off x="660400" y="3520666"/>
            <a:ext cx="3373622" cy="700192"/>
          </a:xfrm>
          <a:prstGeom prst="rect">
            <a:avLst/>
          </a:prstGeom>
          <a:noFill/>
        </p:spPr>
        <p:txBody>
          <a:bodyPr vert="horz" anchor="t" wrap="square" tIns="45720" lIns="91440" bIns="45720" rIns="91440">
            <a:spAutoFit/>
          </a:bodyPr>
          <a:p>
            <a:pPr algn="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通过智能生成简历PPT，展示个人经历、技能和成就，帮助求职者快速制作专业简历。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660400" y="3043449"/>
            <a:ext cx="3373622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r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rgbClr val="FFFFFF">
                    <a:lumMod val="75000"/>
                    <a:lumOff val="25000"/>
                  </a:srgbClr>
                </a:solidFill>
                <a:latin typeface="微软雅黑"/>
                <a:ea typeface="微软雅黑"/>
              </a:rPr>
              <a:t>简历制作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>
            <a:off x="8305948" y="3520666"/>
            <a:ext cx="3206602" cy="700192"/>
          </a:xfrm>
          <a:prstGeom prst="rect">
            <a:avLst/>
          </a:prstGeom>
          <a:noFill/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帮助用户通过PPT展示创意想法和设计方案，提升创意表达的视觉效果和说服力。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8305948" y="3043449"/>
            <a:ext cx="3206602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rgbClr val="FFFFFF">
                    <a:lumMod val="75000"/>
                    <a:lumOff val="25000"/>
                  </a:srgbClr>
                </a:solidFill>
                <a:latin typeface="微软雅黑"/>
                <a:ea typeface="微软雅黑"/>
              </a:rPr>
              <a:t>创意表达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>
            <a:off x="4034022" y="1611166"/>
            <a:ext cx="4271926" cy="700192"/>
          </a:xfrm>
          <a:prstGeom prst="rect">
            <a:avLst/>
          </a:prstGeom>
          <a:noFill/>
        </p:spPr>
        <p:txBody>
          <a:bodyPr vert="horz" anchor="t" wrap="square" tIns="45720" lIns="91440" bIns="45720" rIns="91440">
            <a:spAutoFit/>
          </a:bodyPr>
          <a:p>
            <a:pPr algn="ct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自动生成包含个人介绍、作品展示和未来规划的个人展示PPT，提升个人品牌形象。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4034022" y="1133949"/>
            <a:ext cx="4271926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rgbClr val="FFFFFF">
                    <a:lumMod val="75000"/>
                    <a:lumOff val="25000"/>
                  </a:srgbClr>
                </a:solidFill>
                <a:latin typeface="微软雅黑"/>
                <a:ea typeface="微软雅黑"/>
              </a:rPr>
              <a:t>个人展示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7784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399" y="1551400"/>
            <a:ext cx="1195698" cy="990811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5400" baseline="0" u="none" altLang="en-US">
                <a:solidFill>
                  <a:srgbClr val="FFFFFF"/>
                </a:solidFill>
                <a:latin typeface="Arial"/>
                <a:ea typeface="Arial"/>
              </a:rPr>
              <a:t>04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60397" y="2761501"/>
            <a:ext cx="6553201" cy="990811"/>
          </a:xfrm>
          <a:prstGeom prst="rect">
            <a:avLst/>
          </a:prstGeom>
        </p:spPr>
        <p:txBody>
          <a:bodyPr anchor="t" rtlCol="false" vert="horz" tIns="45720" lIns="91440" bIns="45720" rIns="91440">
            <a:noAutofit/>
          </a:bodyPr>
          <a:lstStyle/>
          <a:p>
            <a:pPr algn="l" marL="0">
              <a:lnSpc>
                <a:spcPct val="100000"/>
              </a:lnSpc>
              <a:spcBef>
                <a:spcPct val="0"/>
              </a:spcBef>
              <a:defRPr/>
            </a:pPr>
            <a:r>
              <a:rPr lang="zh-CN" b="true" i="false" sz="5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AI智能生成PPT的未来发展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1549774" y="1551400"/>
            <a:ext cx="463267" cy="990811"/>
          </a:xfrm>
          <a:prstGeom prst="rect">
            <a:avLst/>
          </a:prstGeom>
        </p:spPr>
        <p:txBody>
          <a:bodyPr anchor="b" rtlCol="false" vert="horz" tIns="45720" lIns="91440" bIns="45720" rIns="91440">
            <a:noAutofit/>
          </a:bodyPr>
          <a:lstStyle/>
          <a:p>
            <a:pPr algn="l" marL="0">
              <a:lnSpc>
                <a:spcPct val="100000"/>
              </a:lnSpc>
              <a:spcBef>
                <a:spcPct val="0"/>
              </a:spcBef>
              <a:defRPr/>
            </a:pPr>
            <a:r>
              <a:rPr lang="zh-CN" b="true" i="false" sz="5400" baseline="0" u="none" altLang="en-US">
                <a:solidFill>
                  <a:srgbClr val="FFFFFF"/>
                </a:solidFill>
                <a:latin typeface="Arial"/>
                <a:ea typeface="Arial"/>
              </a:rPr>
              <a:t>.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428016" y="1733577"/>
            <a:ext cx="2393540" cy="4008004"/>
          </a:xfrm>
          <a:prstGeom prst="roundRect">
            <a:avLst>
              <a:gd name="adj" fmla="val 9280"/>
            </a:avLst>
          </a:prstGeom>
          <a:solidFill>
            <a:srgbClr val="F0F0F0">
              <a:alpha val="15000"/>
            </a:srgbClr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3" id="3"/>
          <p:cNvSpPr/>
          <p:nvPr/>
        </p:nvSpPr>
        <p:spPr>
          <a:xfrm>
            <a:off x="1237956" y="1513348"/>
            <a:ext cx="440459" cy="440458"/>
          </a:xfrm>
          <a:prstGeom prst="roundRect">
            <a:avLst/>
          </a:prstGeom>
          <a:gradFill>
            <a:gsLst>
              <a:gs pos="0">
                <a:srgbClr val="E25B34">
                  <a:lumMod val="60000"/>
                  <a:lumOff val="40000"/>
                </a:srgbClr>
              </a:gs>
              <a:gs pos="60000">
                <a:srgbClr val="E25B34"/>
              </a:gs>
            </a:gsLst>
            <a:lin ang="2700000"/>
          </a:gradFill>
          <a:ln cap="rnd" cmpd="sng">
            <a:prstDash val="solid"/>
          </a:ln>
          <a:effectLst>
            <a:outerShdw algn="ctr" blurRad="76200" dir="5400000" dist="50800" rotWithShape="false">
              <a:schemeClr val="accent1">
                <a:alpha val="20000"/>
              </a:schemeClr>
            </a:outerShdw>
          </a:effectLst>
        </p:spPr>
        <p:txBody>
          <a:bodyPr vert="horz" rot="0" anchor="ctr" wrap="none" tIns="0" lIns="0" bIns="0" rIns="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>
            <a:off x="1428016" y="2057351"/>
            <a:ext cx="2393539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effectLst>
                  <a:outerShdw algn="ctr" blurRad="76200" dir="5400000" dist="50800" rotWithShape="false">
                    <a:schemeClr val="accent1">
                      <a:alpha val="20000"/>
                    </a:schemeClr>
                  </a:outerShdw>
                </a:effectLst>
                <a:latin typeface="微软雅黑"/>
                <a:ea typeface="微软雅黑"/>
              </a:rPr>
              <a:t>深度学习进展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>
            <a:off x="1428016" y="2659935"/>
            <a:ext cx="2393539" cy="932902"/>
          </a:xfrm>
          <a:prstGeom prst="rect">
            <a:avLst/>
          </a:prstGeom>
          <a:noFill/>
          <a:ln cap="rnd" cmpd="sng">
            <a:prstDash val="solid"/>
          </a:ln>
        </p:spPr>
        <p:txBody>
          <a:bodyPr vert="horz" rot="0" anchor="t" wrap="square" tIns="90000" lIns="90000" bIns="90000" rIns="90000">
            <a:spAutoFit/>
          </a:bodyPr>
          <a:p>
            <a:pPr algn="ct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随着深度学习技术的不断发展，AI智能生成PPT将更加智能化和个性化，生成内容的质量将进一步提升。</a:t>
            </a:r>
          </a:p>
        </p:txBody>
      </p:sp>
      <p:sp>
        <p:nvSpPr>
          <p:cNvPr name="AutoShape 6" id="6"/>
          <p:cNvSpPr/>
          <p:nvPr/>
        </p:nvSpPr>
        <p:spPr>
          <a:xfrm>
            <a:off x="4994260" y="1733577"/>
            <a:ext cx="2393540" cy="4008004"/>
          </a:xfrm>
          <a:prstGeom prst="roundRect">
            <a:avLst>
              <a:gd name="adj" fmla="val 9280"/>
            </a:avLst>
          </a:prstGeom>
          <a:solidFill>
            <a:srgbClr val="F0F0F0">
              <a:alpha val="15000"/>
            </a:srgbClr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7" id="7"/>
          <p:cNvSpPr/>
          <p:nvPr/>
        </p:nvSpPr>
        <p:spPr>
          <a:xfrm>
            <a:off x="4804200" y="1513348"/>
            <a:ext cx="440459" cy="440458"/>
          </a:xfrm>
          <a:prstGeom prst="roundRect">
            <a:avLst/>
          </a:prstGeom>
          <a:gradFill>
            <a:gsLst>
              <a:gs pos="0">
                <a:srgbClr val="38C8D6">
                  <a:lumMod val="60000"/>
                  <a:lumOff val="40000"/>
                </a:srgbClr>
              </a:gs>
              <a:gs pos="60000">
                <a:srgbClr val="38C8D6"/>
              </a:gs>
            </a:gsLst>
            <a:lin ang="2700000"/>
          </a:gradFill>
          <a:ln cap="rnd" cmpd="sng">
            <a:prstDash val="solid"/>
          </a:ln>
          <a:effectLst>
            <a:outerShdw algn="ctr" blurRad="76200" dir="5400000" dist="50800" rotWithShape="false">
              <a:schemeClr val="accent6">
                <a:alpha val="20000"/>
              </a:schemeClr>
            </a:outerShdw>
          </a:effectLst>
        </p:spPr>
        <p:txBody>
          <a:bodyPr vert="horz" rot="0" anchor="ctr" wrap="none" tIns="0" lIns="0" bIns="0" rIns="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>
            <a:off x="4994260" y="2057351"/>
            <a:ext cx="2393539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effectLst>
                  <a:outerShdw algn="ctr" blurRad="76200" dir="5400000" dist="50800" rotWithShape="false">
                    <a:schemeClr val="accent6">
                      <a:alpha val="20000"/>
                    </a:schemeClr>
                  </a:outerShdw>
                </a:effectLst>
                <a:latin typeface="微软雅黑"/>
                <a:ea typeface="微软雅黑"/>
              </a:rPr>
              <a:t>多模态融合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>
            <a:off x="4994260" y="2659935"/>
            <a:ext cx="2393539" cy="1265850"/>
          </a:xfrm>
          <a:prstGeom prst="rect">
            <a:avLst/>
          </a:prstGeom>
          <a:noFill/>
          <a:ln cap="rnd" cmpd="sng">
            <a:prstDash val="solid"/>
          </a:ln>
        </p:spPr>
        <p:txBody>
          <a:bodyPr vert="horz" rot="0" anchor="t" wrap="square" tIns="90000" lIns="90000" bIns="90000" rIns="90000">
            <a:spAutoFit/>
          </a:bodyPr>
          <a:p>
            <a:pPr algn="ct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未来AI智能生成PPT将更加注重文本、图像、音频和视频的多模态融合，提供更加丰富的演示体验。</a:t>
            </a:r>
          </a:p>
        </p:txBody>
      </p:sp>
      <p:sp>
        <p:nvSpPr>
          <p:cNvPr name="AutoShape 10" id="10"/>
          <p:cNvSpPr/>
          <p:nvPr/>
        </p:nvSpPr>
        <p:spPr>
          <a:xfrm>
            <a:off x="8560502" y="1733577"/>
            <a:ext cx="2393540" cy="4008004"/>
          </a:xfrm>
          <a:prstGeom prst="roundRect">
            <a:avLst>
              <a:gd name="adj" fmla="val 9280"/>
            </a:avLst>
          </a:prstGeom>
          <a:solidFill>
            <a:srgbClr val="F0F0F0">
              <a:alpha val="15000"/>
            </a:srgbClr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1" id="11"/>
          <p:cNvSpPr/>
          <p:nvPr/>
        </p:nvSpPr>
        <p:spPr>
          <a:xfrm>
            <a:off x="8370442" y="1513348"/>
            <a:ext cx="440459" cy="440458"/>
          </a:xfrm>
          <a:prstGeom prst="roundRect">
            <a:avLst/>
          </a:prstGeom>
          <a:gradFill>
            <a:gsLst>
              <a:gs pos="0">
                <a:srgbClr val="E25B34">
                  <a:lumMod val="60000"/>
                  <a:lumOff val="40000"/>
                </a:srgbClr>
              </a:gs>
              <a:gs pos="60000">
                <a:srgbClr val="E25B34"/>
              </a:gs>
            </a:gsLst>
            <a:lin ang="2700000"/>
          </a:gradFill>
          <a:ln cap="rnd" cmpd="sng">
            <a:prstDash val="solid"/>
          </a:ln>
          <a:effectLst>
            <a:outerShdw algn="ctr" blurRad="76200" dir="5400000" dist="50800" rotWithShape="false">
              <a:schemeClr val="accent1">
                <a:alpha val="20000"/>
              </a:schemeClr>
            </a:outerShdw>
          </a:effectLst>
        </p:spPr>
        <p:txBody>
          <a:bodyPr vert="horz" rot="0" anchor="ctr" wrap="none" tIns="0" lIns="0" bIns="0" rIns="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>
            <a:off x="8560502" y="2057351"/>
            <a:ext cx="2393539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effectLst>
                  <a:outerShdw algn="ctr" blurRad="76200" dir="5400000" dist="50800" rotWithShape="false">
                    <a:schemeClr val="accent3">
                      <a:alpha val="20000"/>
                    </a:schemeClr>
                  </a:outerShdw>
                </a:effectLst>
                <a:latin typeface="微软雅黑"/>
                <a:ea typeface="微软雅黑"/>
              </a:rPr>
              <a:t>实时生成技术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>
            <a:off x="8560502" y="2659935"/>
            <a:ext cx="2393539" cy="903900"/>
          </a:xfrm>
          <a:prstGeom prst="rect">
            <a:avLst/>
          </a:prstGeom>
          <a:noFill/>
          <a:ln cap="rnd" cmpd="sng">
            <a:prstDash val="solid"/>
          </a:ln>
        </p:spPr>
        <p:txBody>
          <a:bodyPr vert="horz" rot="0" anchor="t" wrap="square" tIns="90000" lIns="90000" bIns="90000" rIns="90000">
            <a:spAutoFit/>
          </a:bodyPr>
          <a:p>
            <a:pPr algn="ct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实时生成技术将使AI智能生成PPT更加高效，用户可以在短时间内获得高质量的演示文稿。</a:t>
            </a:r>
          </a:p>
        </p:txBody>
      </p:sp>
      <p:sp>
        <p:nvSpPr>
          <p:cNvPr name="AutoShape 14" id="14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技术趋势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581304" y="1875056"/>
            <a:ext cx="2773601" cy="4259044"/>
          </a:xfrm>
          <a:prstGeom prst="roundRect">
            <a:avLst>
              <a:gd name="adj" fmla="val 7900"/>
            </a:avLst>
          </a:prstGeom>
          <a:solidFill>
            <a:srgbClr val="F0F0F0">
              <a:alpha val="15000"/>
            </a:srgbClr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3" id="3"/>
          <p:cNvSpPr/>
          <p:nvPr/>
        </p:nvSpPr>
        <p:spPr>
          <a:xfrm>
            <a:off x="3685653" y="2745954"/>
            <a:ext cx="255143" cy="255143"/>
          </a:xfrm>
          <a:prstGeom prst="ellipse">
            <a:avLst/>
          </a:prstGeom>
          <a:gradFill>
            <a:gsLst>
              <a:gs pos="0">
                <a:srgbClr val="E25B34">
                  <a:lumMod val="60000"/>
                  <a:lumOff val="40000"/>
                </a:srgbClr>
              </a:gs>
              <a:gs pos="50000">
                <a:srgbClr val="E25B34"/>
              </a:gs>
            </a:gsLst>
            <a:lin ang="2700000"/>
          </a:gradFill>
          <a:ln cap="flat" cmpd="sng">
            <a:prstDash val="solid"/>
          </a:ln>
          <a:effectLst>
            <a:outerShdw algn="tl" blurRad="177800" dir="2700000" dist="152400" rotWithShape="false">
              <a:schemeClr val="accent1">
                <a:alpha val="20000"/>
              </a:scheme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TextBox 4" id="4"/>
          <p:cNvSpPr txBox="true"/>
          <p:nvPr/>
        </p:nvSpPr>
        <p:spPr>
          <a:xfrm>
            <a:off x="1765404" y="2258809"/>
            <a:ext cx="2282111" cy="338554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行业扩展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1827917" y="3277259"/>
            <a:ext cx="2219598" cy="1179450"/>
          </a:xfrm>
          <a:prstGeom prst="rect">
            <a:avLst/>
          </a:prstGeom>
          <a:noFill/>
        </p:spPr>
        <p:txBody>
          <a:bodyPr anchor="t" rtlCol="false" vert="horz" wrap="square" tIns="46800" lIns="0" bIns="46800" rIns="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AI智能生成PPT将逐步扩展到更多行业，如医疗、法律、金融等，满足不同行业的特定需求。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>
            <a:off x="1827917" y="2873525"/>
            <a:ext cx="1863764" cy="0"/>
          </a:xfrm>
          <a:prstGeom prst="line">
            <a:avLst/>
          </a:prstGeom>
          <a:ln w="19050" cap="flat" cmpd="sng">
            <a:solidFill>
              <a:schemeClr val="accent1"/>
            </a:solidFill>
            <a:prstDash val="solid"/>
          </a:ln>
        </p:spPr>
      </p:cxnSp>
      <p:sp>
        <p:nvSpPr>
          <p:cNvPr name="AutoShape 7" id="7"/>
          <p:cNvSpPr/>
          <p:nvPr/>
        </p:nvSpPr>
        <p:spPr>
          <a:xfrm>
            <a:off x="4702849" y="1875056"/>
            <a:ext cx="2773601" cy="4259044"/>
          </a:xfrm>
          <a:prstGeom prst="roundRect">
            <a:avLst>
              <a:gd name="adj" fmla="val 7900"/>
            </a:avLst>
          </a:prstGeom>
          <a:solidFill>
            <a:srgbClr val="F0F0F0">
              <a:alpha val="15000"/>
            </a:srgbClr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8" id="8"/>
          <p:cNvSpPr/>
          <p:nvPr/>
        </p:nvSpPr>
        <p:spPr>
          <a:xfrm>
            <a:off x="6807197" y="2745954"/>
            <a:ext cx="255143" cy="255143"/>
          </a:xfrm>
          <a:prstGeom prst="ellipse">
            <a:avLst/>
          </a:prstGeom>
          <a:gradFill>
            <a:gsLst>
              <a:gs pos="0">
                <a:srgbClr val="1FAECF">
                  <a:lumMod val="60000"/>
                  <a:lumOff val="40000"/>
                </a:srgbClr>
              </a:gs>
              <a:gs pos="50000">
                <a:srgbClr val="1FAECF"/>
              </a:gs>
            </a:gsLst>
            <a:lin ang="2700000"/>
          </a:gradFill>
          <a:ln cap="flat" cmpd="sng">
            <a:prstDash val="solid"/>
          </a:ln>
          <a:effectLst>
            <a:outerShdw algn="tl" blurRad="177800" dir="2700000" dist="152400" rotWithShape="false">
              <a:schemeClr val="accent2">
                <a:alpha val="20000"/>
              </a:scheme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TextBox 9" id="9"/>
          <p:cNvSpPr txBox="true"/>
          <p:nvPr/>
        </p:nvSpPr>
        <p:spPr>
          <a:xfrm>
            <a:off x="4886949" y="2258809"/>
            <a:ext cx="2282111" cy="338554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用户体验提升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4949462" y="3277259"/>
            <a:ext cx="2219598" cy="1179450"/>
          </a:xfrm>
          <a:prstGeom prst="rect">
            <a:avLst/>
          </a:prstGeom>
          <a:noFill/>
        </p:spPr>
        <p:txBody>
          <a:bodyPr anchor="t" rtlCol="false" vert="horz" wrap="square" tIns="46800" lIns="0" bIns="46800" rIns="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通过不断优化用户界面和交互设计，AI智能生成PPT将提供更加友好和便捷的用户体验。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>
            <a:off x="4957308" y="2873525"/>
            <a:ext cx="1863764" cy="0"/>
          </a:xfrm>
          <a:prstGeom prst="line">
            <a:avLst/>
          </a:prstGeom>
          <a:ln w="19050" cap="flat" cmpd="sng">
            <a:solidFill>
              <a:schemeClr val="accent2"/>
            </a:solidFill>
            <a:prstDash val="solid"/>
          </a:ln>
        </p:spPr>
      </p:cxnSp>
      <p:sp>
        <p:nvSpPr>
          <p:cNvPr name="AutoShape 12" id="12"/>
          <p:cNvSpPr/>
          <p:nvPr/>
        </p:nvSpPr>
        <p:spPr>
          <a:xfrm>
            <a:off x="7824395" y="1875056"/>
            <a:ext cx="2773601" cy="4259044"/>
          </a:xfrm>
          <a:prstGeom prst="roundRect">
            <a:avLst>
              <a:gd name="adj" fmla="val 7900"/>
            </a:avLst>
          </a:prstGeom>
          <a:solidFill>
            <a:srgbClr val="F0F0F0">
              <a:alpha val="15000"/>
            </a:srgbClr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cxnSp>
        <p:nvCxnSpPr>
          <p:cNvPr name="Connector 13" id="13"/>
          <p:cNvCxnSpPr/>
          <p:nvPr/>
        </p:nvCxnSpPr>
        <p:spPr>
          <a:xfrm>
            <a:off x="8064981" y="2873525"/>
            <a:ext cx="1863764" cy="0"/>
          </a:xfrm>
          <a:prstGeom prst="line">
            <a:avLst/>
          </a:prstGeom>
          <a:ln w="19050" cap="flat" cmpd="sng">
            <a:solidFill>
              <a:schemeClr val="accent1"/>
            </a:solidFill>
            <a:prstDash val="solid"/>
          </a:ln>
        </p:spPr>
      </p:cxnSp>
      <p:sp>
        <p:nvSpPr>
          <p:cNvPr name="AutoShape 14" id="14"/>
          <p:cNvSpPr/>
          <p:nvPr/>
        </p:nvSpPr>
        <p:spPr>
          <a:xfrm>
            <a:off x="9928744" y="2745954"/>
            <a:ext cx="255143" cy="255143"/>
          </a:xfrm>
          <a:prstGeom prst="ellipse">
            <a:avLst/>
          </a:prstGeom>
          <a:gradFill>
            <a:gsLst>
              <a:gs pos="0">
                <a:srgbClr val="E25B34">
                  <a:lumMod val="60000"/>
                  <a:lumOff val="40000"/>
                </a:srgbClr>
              </a:gs>
              <a:gs pos="50000">
                <a:srgbClr val="E25B34"/>
              </a:gs>
            </a:gsLst>
            <a:lin ang="2700000"/>
          </a:gradFill>
          <a:ln cap="flat" cmpd="sng">
            <a:prstDash val="solid"/>
          </a:ln>
          <a:effectLst>
            <a:outerShdw algn="tl" blurRad="177800" dir="2700000" dist="152400" rotWithShape="false">
              <a:schemeClr val="accent1">
                <a:alpha val="20000"/>
              </a:scheme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TextBox 15" id="15"/>
          <p:cNvSpPr txBox="true"/>
          <p:nvPr/>
        </p:nvSpPr>
        <p:spPr>
          <a:xfrm>
            <a:off x="8008496" y="2258809"/>
            <a:ext cx="2282111" cy="338554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全球化应用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8071009" y="3277259"/>
            <a:ext cx="2219598" cy="1179450"/>
          </a:xfrm>
          <a:prstGeom prst="rect">
            <a:avLst/>
          </a:prstGeom>
          <a:noFill/>
        </p:spPr>
        <p:txBody>
          <a:bodyPr anchor="t" rtlCol="false" vert="horz" wrap="square" tIns="46800" lIns="0" bIns="46800" rIns="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随着多语言支持能力的提升，AI智能生成PPT将在全球范围内得到广泛应用，满足不同语言用户的需求。</a:t>
            </a:r>
            <a:endParaRPr lang="en-US" sz="1100"/>
          </a:p>
        </p:txBody>
      </p:sp>
      <p:sp>
        <p:nvSpPr>
          <p:cNvPr name="AutoShape 17" id="17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应用前景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挑战与机遇</a:t>
            </a:r>
          </a:p>
        </p:txBody>
      </p:sp>
      <p:sp>
        <p:nvSpPr>
          <p:cNvPr name="Freeform 3" id="3"/>
          <p:cNvSpPr/>
          <p:nvPr/>
        </p:nvSpPr>
        <p:spPr>
          <a:xfrm>
            <a:off x="1470978" y="2389805"/>
            <a:ext cx="2560962" cy="1281533"/>
          </a:xfrm>
          <a:custGeom>
            <a:avLst/>
            <a:gdLst/>
            <a:ahLst/>
            <a:cxnLst/>
            <a:rect r="r" b="b" t="t" l="l"/>
            <a:pathLst>
              <a:path w="1196834" h="866682" stroke="true" fill="norm" extrusionOk="true">
                <a:moveTo>
                  <a:pt x="1186163" y="458978"/>
                </a:moveTo>
                <a:cubicBezTo>
                  <a:pt x="1200342" y="444780"/>
                  <a:pt x="1200342" y="421791"/>
                  <a:pt x="1186163" y="407593"/>
                </a:cubicBezTo>
                <a:lnTo>
                  <a:pt x="789147" y="10578"/>
                </a:lnTo>
                <a:cubicBezTo>
                  <a:pt x="774968" y="-3612"/>
                  <a:pt x="751942" y="-3597"/>
                  <a:pt x="737702" y="10610"/>
                </a:cubicBezTo>
                <a:cubicBezTo>
                  <a:pt x="730916" y="17433"/>
                  <a:pt x="727098" y="26686"/>
                  <a:pt x="727098" y="36330"/>
                </a:cubicBezTo>
                <a:lnTo>
                  <a:pt x="727098" y="160610"/>
                </a:lnTo>
                <a:lnTo>
                  <a:pt x="36320" y="160610"/>
                </a:lnTo>
                <a:cubicBezTo>
                  <a:pt x="16263" y="160610"/>
                  <a:pt x="-37" y="176886"/>
                  <a:pt x="-37" y="196967"/>
                </a:cubicBezTo>
                <a:lnTo>
                  <a:pt x="-37" y="669605"/>
                </a:lnTo>
                <a:cubicBezTo>
                  <a:pt x="-37" y="689686"/>
                  <a:pt x="16263" y="705961"/>
                  <a:pt x="36320" y="705961"/>
                </a:cubicBezTo>
                <a:lnTo>
                  <a:pt x="727098" y="705961"/>
                </a:lnTo>
                <a:lnTo>
                  <a:pt x="727098" y="830241"/>
                </a:lnTo>
                <a:cubicBezTo>
                  <a:pt x="727098" y="850322"/>
                  <a:pt x="743338" y="866610"/>
                  <a:pt x="763455" y="866628"/>
                </a:cubicBezTo>
                <a:cubicBezTo>
                  <a:pt x="773089" y="866634"/>
                  <a:pt x="782300" y="862810"/>
                  <a:pt x="789147" y="855994"/>
                </a:cubicBezTo>
                <a:close/>
              </a:path>
            </a:pathLst>
          </a:custGeom>
          <a:solidFill>
            <a:srgbClr val="F0F0F0">
              <a:alpha val="15000"/>
            </a:srgbClr>
          </a:solidFill>
          <a:ln cap="flat">
            <a:prstDash val="solid"/>
          </a:ln>
        </p:spPr>
        <p:txBody>
          <a:bodyPr vert="horz" anchor="ctr" tIns="45720" lIns="0" bIns="45720" rIns="0">
            <a:normAutofit/>
          </a:bodyPr>
          <a:p>
            <a:pPr algn="ctr" marL="0">
              <a:lnSpc>
                <a:spcPct val="100000"/>
              </a:lnSpc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技术瓶颈</a:t>
            </a:r>
          </a:p>
        </p:txBody>
      </p:sp>
      <p:sp>
        <p:nvSpPr>
          <p:cNvPr name="AutoShape 4" id="4"/>
          <p:cNvSpPr/>
          <p:nvPr/>
        </p:nvSpPr>
        <p:spPr>
          <a:xfrm>
            <a:off x="666750" y="2512321"/>
            <a:ext cx="1036500" cy="1036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25B34">
                  <a:lumMod val="60000"/>
                  <a:lumOff val="40000"/>
                </a:srgbClr>
              </a:gs>
              <a:gs pos="50000">
                <a:srgbClr val="E25B34"/>
              </a:gs>
            </a:gsLst>
            <a:lin ang="2700000"/>
          </a:gradFill>
          <a:ln cap="flat" cmpd="sng">
            <a:prstDash val="solid"/>
          </a:ln>
          <a:effectLst>
            <a:outerShdw algn="tl" blurRad="177800" dir="2700000" dist="152400" rotWithShape="false">
              <a:schemeClr val="accent1">
                <a:alpha val="20000"/>
              </a:scheme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ctr" marL="0"/>
            <a:r>
              <a:rPr lang="en-US" b="true" i="false" sz="2800" baseline="0" u="none">
                <a:solidFill>
                  <a:srgbClr val="FFFFFF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name="AutoShape 5" id="5"/>
          <p:cNvSpPr/>
          <p:nvPr/>
        </p:nvSpPr>
        <p:spPr>
          <a:xfrm>
            <a:off x="839311" y="3793854"/>
            <a:ext cx="3192629" cy="904863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29999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当前AI智能生成PPT仍面临技术瓶颈，如生成内容的准确性和多样性仍需进一步提升。</a:t>
            </a:r>
          </a:p>
        </p:txBody>
      </p:sp>
      <p:sp>
        <p:nvSpPr>
          <p:cNvPr name="Freeform 6" id="6"/>
          <p:cNvSpPr/>
          <p:nvPr/>
        </p:nvSpPr>
        <p:spPr>
          <a:xfrm>
            <a:off x="5217633" y="2389805"/>
            <a:ext cx="2560962" cy="1281533"/>
          </a:xfrm>
          <a:custGeom>
            <a:avLst/>
            <a:gdLst/>
            <a:ahLst/>
            <a:cxnLst/>
            <a:rect r="r" b="b" t="t" l="l"/>
            <a:pathLst>
              <a:path w="1196834" h="866682" stroke="true" fill="norm" extrusionOk="true">
                <a:moveTo>
                  <a:pt x="1186163" y="458978"/>
                </a:moveTo>
                <a:cubicBezTo>
                  <a:pt x="1200342" y="444780"/>
                  <a:pt x="1200342" y="421791"/>
                  <a:pt x="1186163" y="407593"/>
                </a:cubicBezTo>
                <a:lnTo>
                  <a:pt x="789147" y="10578"/>
                </a:lnTo>
                <a:cubicBezTo>
                  <a:pt x="774968" y="-3612"/>
                  <a:pt x="751942" y="-3597"/>
                  <a:pt x="737702" y="10610"/>
                </a:cubicBezTo>
                <a:cubicBezTo>
                  <a:pt x="730916" y="17433"/>
                  <a:pt x="727098" y="26686"/>
                  <a:pt x="727098" y="36330"/>
                </a:cubicBezTo>
                <a:lnTo>
                  <a:pt x="727098" y="160610"/>
                </a:lnTo>
                <a:lnTo>
                  <a:pt x="36320" y="160610"/>
                </a:lnTo>
                <a:cubicBezTo>
                  <a:pt x="16263" y="160610"/>
                  <a:pt x="-37" y="176886"/>
                  <a:pt x="-37" y="196967"/>
                </a:cubicBezTo>
                <a:lnTo>
                  <a:pt x="-37" y="669605"/>
                </a:lnTo>
                <a:cubicBezTo>
                  <a:pt x="-37" y="689686"/>
                  <a:pt x="16263" y="705961"/>
                  <a:pt x="36320" y="705961"/>
                </a:cubicBezTo>
                <a:lnTo>
                  <a:pt x="727098" y="705961"/>
                </a:lnTo>
                <a:lnTo>
                  <a:pt x="727098" y="830241"/>
                </a:lnTo>
                <a:cubicBezTo>
                  <a:pt x="727098" y="850322"/>
                  <a:pt x="743338" y="866610"/>
                  <a:pt x="763455" y="866628"/>
                </a:cubicBezTo>
                <a:cubicBezTo>
                  <a:pt x="773089" y="866634"/>
                  <a:pt x="782300" y="862810"/>
                  <a:pt x="789147" y="855994"/>
                </a:cubicBezTo>
                <a:close/>
              </a:path>
            </a:pathLst>
          </a:custGeom>
          <a:solidFill>
            <a:srgbClr val="F0F0F0">
              <a:alpha val="15000"/>
            </a:srgbClr>
          </a:solidFill>
          <a:ln cap="flat">
            <a:prstDash val="solid"/>
          </a:ln>
        </p:spPr>
        <p:txBody>
          <a:bodyPr vert="horz" anchor="ctr" tIns="45720" lIns="0" bIns="45720" rIns="0">
            <a:normAutofit/>
          </a:bodyPr>
          <a:p>
            <a:pPr algn="ctr" marL="0">
              <a:lnSpc>
                <a:spcPct val="100000"/>
              </a:lnSpc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伦理与隐私</a:t>
            </a:r>
          </a:p>
        </p:txBody>
      </p:sp>
      <p:sp>
        <p:nvSpPr>
          <p:cNvPr name="AutoShape 7" id="7"/>
          <p:cNvSpPr/>
          <p:nvPr/>
        </p:nvSpPr>
        <p:spPr>
          <a:xfrm>
            <a:off x="4413405" y="2512321"/>
            <a:ext cx="1036500" cy="1036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FAECF">
                  <a:lumMod val="60000"/>
                  <a:lumOff val="40000"/>
                </a:srgbClr>
              </a:gs>
              <a:gs pos="50000">
                <a:srgbClr val="1FAECF"/>
              </a:gs>
            </a:gsLst>
            <a:lin ang="2700000"/>
          </a:gradFill>
          <a:ln cap="flat" cmpd="sng">
            <a:prstDash val="solid"/>
          </a:ln>
          <a:effectLst>
            <a:outerShdw algn="tl" blurRad="177800" dir="2700000" dist="152400" rotWithShape="false">
              <a:schemeClr val="accent2">
                <a:alpha val="20000"/>
              </a:scheme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ctr" marL="0"/>
            <a:r>
              <a:rPr lang="en-US" b="true" i="false" sz="2800" baseline="0" u="none">
                <a:solidFill>
                  <a:srgbClr val="FFFFFF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name="AutoShape 8" id="8"/>
          <p:cNvSpPr/>
          <p:nvPr/>
        </p:nvSpPr>
        <p:spPr>
          <a:xfrm>
            <a:off x="4585966" y="3793854"/>
            <a:ext cx="3192629" cy="904863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29999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随着AI技术的广泛应用，数据隐私和伦理问题将成为AI智能生成PPT发展的重要挑战。</a:t>
            </a:r>
          </a:p>
        </p:txBody>
      </p:sp>
      <p:sp>
        <p:nvSpPr>
          <p:cNvPr name="Freeform 9" id="9"/>
          <p:cNvSpPr/>
          <p:nvPr/>
        </p:nvSpPr>
        <p:spPr>
          <a:xfrm>
            <a:off x="8964288" y="2389805"/>
            <a:ext cx="2560962" cy="1281533"/>
          </a:xfrm>
          <a:custGeom>
            <a:avLst/>
            <a:gdLst/>
            <a:ahLst/>
            <a:cxnLst/>
            <a:rect r="r" b="b" t="t" l="l"/>
            <a:pathLst>
              <a:path w="1196834" h="866682" stroke="true" fill="norm" extrusionOk="true">
                <a:moveTo>
                  <a:pt x="1186163" y="458978"/>
                </a:moveTo>
                <a:cubicBezTo>
                  <a:pt x="1200342" y="444780"/>
                  <a:pt x="1200342" y="421791"/>
                  <a:pt x="1186163" y="407593"/>
                </a:cubicBezTo>
                <a:lnTo>
                  <a:pt x="789147" y="10578"/>
                </a:lnTo>
                <a:cubicBezTo>
                  <a:pt x="774968" y="-3612"/>
                  <a:pt x="751942" y="-3597"/>
                  <a:pt x="737702" y="10610"/>
                </a:cubicBezTo>
                <a:cubicBezTo>
                  <a:pt x="730916" y="17433"/>
                  <a:pt x="727098" y="26686"/>
                  <a:pt x="727098" y="36330"/>
                </a:cubicBezTo>
                <a:lnTo>
                  <a:pt x="727098" y="160610"/>
                </a:lnTo>
                <a:lnTo>
                  <a:pt x="36320" y="160610"/>
                </a:lnTo>
                <a:cubicBezTo>
                  <a:pt x="16263" y="160610"/>
                  <a:pt x="-37" y="176886"/>
                  <a:pt x="-37" y="196967"/>
                </a:cubicBezTo>
                <a:lnTo>
                  <a:pt x="-37" y="669605"/>
                </a:lnTo>
                <a:cubicBezTo>
                  <a:pt x="-37" y="689686"/>
                  <a:pt x="16263" y="705961"/>
                  <a:pt x="36320" y="705961"/>
                </a:cubicBezTo>
                <a:lnTo>
                  <a:pt x="727098" y="705961"/>
                </a:lnTo>
                <a:lnTo>
                  <a:pt x="727098" y="830241"/>
                </a:lnTo>
                <a:cubicBezTo>
                  <a:pt x="727098" y="850322"/>
                  <a:pt x="743338" y="866610"/>
                  <a:pt x="763455" y="866628"/>
                </a:cubicBezTo>
                <a:cubicBezTo>
                  <a:pt x="773089" y="866634"/>
                  <a:pt x="782300" y="862810"/>
                  <a:pt x="789147" y="855994"/>
                </a:cubicBezTo>
                <a:close/>
              </a:path>
            </a:pathLst>
          </a:custGeom>
          <a:solidFill>
            <a:srgbClr val="F0F0F0">
              <a:alpha val="15000"/>
            </a:srgbClr>
          </a:solidFill>
          <a:ln cap="flat">
            <a:prstDash val="solid"/>
          </a:ln>
        </p:spPr>
        <p:txBody>
          <a:bodyPr vert="horz" anchor="ctr" tIns="45720" lIns="0" bIns="45720" rIns="0">
            <a:normAutofit/>
          </a:bodyPr>
          <a:p>
            <a:pPr algn="ctr" marL="0">
              <a:lnSpc>
                <a:spcPct val="100000"/>
              </a:lnSpc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市场竞争</a:t>
            </a:r>
          </a:p>
        </p:txBody>
      </p:sp>
      <p:sp>
        <p:nvSpPr>
          <p:cNvPr name="AutoShape 10" id="10"/>
          <p:cNvSpPr/>
          <p:nvPr/>
        </p:nvSpPr>
        <p:spPr>
          <a:xfrm>
            <a:off x="8160060" y="2512321"/>
            <a:ext cx="1036500" cy="1036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25B34">
                  <a:lumMod val="60000"/>
                  <a:lumOff val="40000"/>
                </a:srgbClr>
              </a:gs>
              <a:gs pos="50000">
                <a:srgbClr val="E25B34"/>
              </a:gs>
            </a:gsLst>
            <a:lin ang="2700000"/>
          </a:gradFill>
          <a:ln cap="flat" cmpd="sng">
            <a:prstDash val="solid"/>
          </a:ln>
          <a:effectLst>
            <a:outerShdw algn="tl" blurRad="177800" dir="2700000" dist="152400" rotWithShape="false">
              <a:schemeClr val="accent1">
                <a:alpha val="20000"/>
              </a:scheme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ctr" marL="0"/>
            <a:r>
              <a:rPr lang="en-US" b="true" i="false" sz="2800" baseline="0" u="none">
                <a:solidFill>
                  <a:srgbClr val="FFFFFF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name="AutoShape 11" id="11"/>
          <p:cNvSpPr/>
          <p:nvPr/>
        </p:nvSpPr>
        <p:spPr>
          <a:xfrm>
            <a:off x="8332621" y="3793854"/>
            <a:ext cx="3192629" cy="904863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29999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随着市场竞争的加剧，AI智能生成PPT需要不断创新和优化，以保持竞争优势。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7784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399" y="1551400"/>
            <a:ext cx="1195698" cy="990811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5400" baseline="0" u="none" altLang="en-US">
                <a:solidFill>
                  <a:srgbClr val="FFFFFF"/>
                </a:solidFill>
                <a:latin typeface="Arial"/>
                <a:ea typeface="Arial"/>
              </a:rPr>
              <a:t>05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60397" y="2761501"/>
            <a:ext cx="6553201" cy="990811"/>
          </a:xfrm>
          <a:prstGeom prst="rect">
            <a:avLst/>
          </a:prstGeom>
        </p:spPr>
        <p:txBody>
          <a:bodyPr anchor="t" rtlCol="false" vert="horz" tIns="45720" lIns="91440" bIns="45720" rIns="91440">
            <a:noAutofit/>
          </a:bodyPr>
          <a:lstStyle/>
          <a:p>
            <a:pPr algn="l" marL="0">
              <a:lnSpc>
                <a:spcPct val="100000"/>
              </a:lnSpc>
              <a:spcBef>
                <a:spcPct val="0"/>
              </a:spcBef>
              <a:defRPr/>
            </a:pPr>
            <a:r>
              <a:rPr lang="zh-CN" b="true" i="false" sz="5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AI智能生成PPT的使用指南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1549774" y="1551400"/>
            <a:ext cx="463267" cy="990811"/>
          </a:xfrm>
          <a:prstGeom prst="rect">
            <a:avLst/>
          </a:prstGeom>
        </p:spPr>
        <p:txBody>
          <a:bodyPr anchor="b" rtlCol="false" vert="horz" tIns="45720" lIns="91440" bIns="45720" rIns="91440">
            <a:noAutofit/>
          </a:bodyPr>
          <a:lstStyle/>
          <a:p>
            <a:pPr algn="l" marL="0">
              <a:lnSpc>
                <a:spcPct val="100000"/>
              </a:lnSpc>
              <a:spcBef>
                <a:spcPct val="0"/>
              </a:spcBef>
              <a:defRPr/>
            </a:pPr>
            <a:r>
              <a:rPr lang="zh-CN" b="true" i="false" sz="5400" baseline="0" u="none" altLang="en-US">
                <a:solidFill>
                  <a:srgbClr val="FFFFFF"/>
                </a:solidFill>
                <a:latin typeface="Arial"/>
                <a:ea typeface="Arial"/>
              </a:rPr>
              <a:t>.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工具选择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1351976" y="1668571"/>
            <a:ext cx="3698668" cy="3698670"/>
            <a:chOff x="1351976" y="1857478"/>
            <a:chExt cx="3698668" cy="3698670"/>
          </a:xfrm>
        </p:grpSpPr>
        <p:sp>
          <p:nvSpPr>
            <p:cNvPr name="AutoShape 4" id="4"/>
            <p:cNvSpPr/>
            <p:nvPr/>
          </p:nvSpPr>
          <p:spPr>
            <a:xfrm>
              <a:off x="1354387" y="1859889"/>
              <a:ext cx="3693846" cy="3693847"/>
            </a:xfrm>
            <a:prstGeom prst="rect">
              <a:avLst/>
            </a:prstGeom>
            <a:noFill/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5" id="5"/>
            <p:cNvSpPr/>
            <p:nvPr/>
          </p:nvSpPr>
          <p:spPr>
            <a:xfrm>
              <a:off x="1500261" y="2984680"/>
              <a:ext cx="212179" cy="1529861"/>
            </a:xfrm>
            <a:custGeom>
              <a:avLst/>
              <a:gdLst/>
              <a:ahLst/>
              <a:cxnLst/>
              <a:rect r="r" b="b" t="t" l="l"/>
              <a:pathLst>
                <a:path w="74" h="534" stroke="true" fill="norm" extrusionOk="true">
                  <a:moveTo>
                    <a:pt x="4" y="252"/>
                  </a:moveTo>
                  <a:cubicBezTo>
                    <a:pt x="4" y="177"/>
                    <a:pt x="18" y="105"/>
                    <a:pt x="44" y="36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14" y="104"/>
                    <a:pt x="0" y="177"/>
                    <a:pt x="0" y="252"/>
                  </a:cubicBezTo>
                  <a:cubicBezTo>
                    <a:pt x="0" y="350"/>
                    <a:pt x="24" y="448"/>
                    <a:pt x="70" y="534"/>
                  </a:cubicBezTo>
                  <a:cubicBezTo>
                    <a:pt x="74" y="532"/>
                    <a:pt x="74" y="532"/>
                    <a:pt x="74" y="532"/>
                  </a:cubicBezTo>
                  <a:cubicBezTo>
                    <a:pt x="28" y="447"/>
                    <a:pt x="4" y="350"/>
                    <a:pt x="4" y="252"/>
                  </a:cubicBezTo>
                  <a:close/>
                </a:path>
              </a:pathLst>
            </a:custGeom>
            <a:solidFill>
              <a:schemeClr val="accent1">
                <a:alpha val="40000"/>
              </a:schemeClr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" id="6"/>
            <p:cNvSpPr/>
            <p:nvPr/>
          </p:nvSpPr>
          <p:spPr>
            <a:xfrm>
              <a:off x="2420105" y="1982857"/>
              <a:ext cx="1531065" cy="208563"/>
            </a:xfrm>
            <a:custGeom>
              <a:avLst/>
              <a:gdLst/>
              <a:ahLst/>
              <a:cxnLst/>
              <a:rect r="r" b="b" t="t" l="l"/>
              <a:pathLst>
                <a:path w="535" h="73" stroke="true" fill="norm" extrusionOk="true">
                  <a:moveTo>
                    <a:pt x="535" y="62"/>
                  </a:moveTo>
                  <a:cubicBezTo>
                    <a:pt x="513" y="25"/>
                    <a:pt x="513" y="25"/>
                    <a:pt x="513" y="25"/>
                  </a:cubicBezTo>
                  <a:cubicBezTo>
                    <a:pt x="503" y="43"/>
                    <a:pt x="503" y="43"/>
                    <a:pt x="503" y="43"/>
                  </a:cubicBezTo>
                  <a:cubicBezTo>
                    <a:pt x="431" y="14"/>
                    <a:pt x="356" y="0"/>
                    <a:pt x="278" y="0"/>
                  </a:cubicBezTo>
                  <a:cubicBezTo>
                    <a:pt x="181" y="1"/>
                    <a:pt x="85" y="25"/>
                    <a:pt x="0" y="69"/>
                  </a:cubicBezTo>
                  <a:cubicBezTo>
                    <a:pt x="2" y="73"/>
                    <a:pt x="2" y="73"/>
                    <a:pt x="2" y="73"/>
                  </a:cubicBezTo>
                  <a:cubicBezTo>
                    <a:pt x="87" y="29"/>
                    <a:pt x="182" y="5"/>
                    <a:pt x="278" y="5"/>
                  </a:cubicBezTo>
                  <a:cubicBezTo>
                    <a:pt x="355" y="4"/>
                    <a:pt x="430" y="18"/>
                    <a:pt x="501" y="47"/>
                  </a:cubicBezTo>
                  <a:cubicBezTo>
                    <a:pt x="492" y="62"/>
                    <a:pt x="492" y="62"/>
                    <a:pt x="492" y="62"/>
                  </a:cubicBezTo>
                  <a:lnTo>
                    <a:pt x="535" y="62"/>
                  </a:lnTo>
                  <a:close/>
                </a:path>
              </a:pathLst>
            </a:custGeom>
            <a:solidFill>
              <a:schemeClr val="accent1">
                <a:alpha val="40000"/>
              </a:schemeClr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7" id="7"/>
            <p:cNvSpPr/>
            <p:nvPr/>
          </p:nvSpPr>
          <p:spPr>
            <a:xfrm>
              <a:off x="4721526" y="2899085"/>
              <a:ext cx="232674" cy="1566028"/>
            </a:xfrm>
            <a:custGeom>
              <a:avLst/>
              <a:gdLst/>
              <a:ahLst/>
              <a:cxnLst/>
              <a:rect r="r" b="b" t="t" l="l"/>
              <a:pathLst>
                <a:path w="81" h="547" stroke="true" fill="norm" extrusionOk="true">
                  <a:moveTo>
                    <a:pt x="15" y="0"/>
                  </a:moveTo>
                  <a:cubicBezTo>
                    <a:pt x="11" y="2"/>
                    <a:pt x="11" y="2"/>
                    <a:pt x="11" y="2"/>
                  </a:cubicBezTo>
                  <a:cubicBezTo>
                    <a:pt x="56" y="94"/>
                    <a:pt x="77" y="198"/>
                    <a:pt x="70" y="302"/>
                  </a:cubicBezTo>
                  <a:cubicBezTo>
                    <a:pt x="65" y="376"/>
                    <a:pt x="47" y="447"/>
                    <a:pt x="17" y="513"/>
                  </a:cubicBezTo>
                  <a:cubicBezTo>
                    <a:pt x="2" y="503"/>
                    <a:pt x="2" y="503"/>
                    <a:pt x="2" y="503"/>
                  </a:cubicBezTo>
                  <a:cubicBezTo>
                    <a:pt x="0" y="547"/>
                    <a:pt x="0" y="547"/>
                    <a:pt x="0" y="547"/>
                  </a:cubicBezTo>
                  <a:cubicBezTo>
                    <a:pt x="38" y="527"/>
                    <a:pt x="38" y="527"/>
                    <a:pt x="38" y="527"/>
                  </a:cubicBezTo>
                  <a:cubicBezTo>
                    <a:pt x="20" y="515"/>
                    <a:pt x="20" y="515"/>
                    <a:pt x="20" y="515"/>
                  </a:cubicBezTo>
                  <a:cubicBezTo>
                    <a:pt x="51" y="448"/>
                    <a:pt x="69" y="377"/>
                    <a:pt x="74" y="302"/>
                  </a:cubicBezTo>
                  <a:cubicBezTo>
                    <a:pt x="81" y="198"/>
                    <a:pt x="60" y="93"/>
                    <a:pt x="15" y="0"/>
                  </a:cubicBezTo>
                  <a:close/>
                </a:path>
              </a:pathLst>
            </a:custGeom>
            <a:solidFill>
              <a:schemeClr val="accent1">
                <a:alpha val="40000"/>
              </a:schemeClr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8" id="8"/>
            <p:cNvSpPr/>
            <p:nvPr/>
          </p:nvSpPr>
          <p:spPr>
            <a:xfrm>
              <a:off x="2488822" y="5235038"/>
              <a:ext cx="1503338" cy="200124"/>
            </a:xfrm>
            <a:custGeom>
              <a:avLst/>
              <a:gdLst/>
              <a:ahLst/>
              <a:cxnLst/>
              <a:rect r="r" b="b" t="t" l="l"/>
              <a:pathLst>
                <a:path w="525" h="70" stroke="true" fill="norm" extrusionOk="true">
                  <a:moveTo>
                    <a:pt x="523" y="0"/>
                  </a:moveTo>
                  <a:cubicBezTo>
                    <a:pt x="437" y="44"/>
                    <a:pt x="340" y="67"/>
                    <a:pt x="242" y="65"/>
                  </a:cubicBezTo>
                  <a:cubicBezTo>
                    <a:pt x="170" y="64"/>
                    <a:pt x="100" y="51"/>
                    <a:pt x="33" y="25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31" y="28"/>
                    <a:pt x="31" y="28"/>
                    <a:pt x="31" y="28"/>
                  </a:cubicBezTo>
                  <a:cubicBezTo>
                    <a:pt x="98" y="55"/>
                    <a:pt x="169" y="69"/>
                    <a:pt x="242" y="70"/>
                  </a:cubicBezTo>
                  <a:cubicBezTo>
                    <a:pt x="245" y="70"/>
                    <a:pt x="248" y="70"/>
                    <a:pt x="251" y="70"/>
                  </a:cubicBezTo>
                  <a:cubicBezTo>
                    <a:pt x="346" y="70"/>
                    <a:pt x="441" y="47"/>
                    <a:pt x="525" y="4"/>
                  </a:cubicBezTo>
                  <a:lnTo>
                    <a:pt x="523" y="0"/>
                  </a:lnTo>
                  <a:close/>
                </a:path>
              </a:pathLst>
            </a:custGeom>
            <a:solidFill>
              <a:schemeClr val="accent1">
                <a:alpha val="40000"/>
              </a:schemeClr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grpSp>
          <p:nvGrpSpPr>
            <p:cNvPr name="Group 9" id="9"/>
            <p:cNvGrpSpPr/>
            <p:nvPr/>
          </p:nvGrpSpPr>
          <p:grpSpPr>
            <a:xfrm>
              <a:off x="2351388" y="5333118"/>
              <a:ext cx="1714311" cy="223030"/>
              <a:chOff x="2185519" y="5745163"/>
              <a:chExt cx="2257425" cy="293688"/>
            </a:xfrm>
          </p:grpSpPr>
          <p:sp>
            <p:nvSpPr>
              <p:cNvPr name="Freeform 10" id="10"/>
              <p:cNvSpPr/>
              <p:nvPr/>
            </p:nvSpPr>
            <p:spPr>
              <a:xfrm>
                <a:off x="4412781" y="5745163"/>
                <a:ext cx="30163" cy="22225"/>
              </a:xfrm>
              <a:custGeom>
                <a:avLst/>
                <a:gdLst/>
                <a:ahLst/>
                <a:cxnLst/>
                <a:rect r="r" b="b" t="t" l="l"/>
                <a:pathLst>
                  <a:path w="8" h="6" stroke="true" fill="norm" extrusionOk="true">
                    <a:moveTo>
                      <a:pt x="2" y="6"/>
                    </a:moveTo>
                    <a:cubicBezTo>
                      <a:pt x="2" y="6"/>
                      <a:pt x="1" y="5"/>
                      <a:pt x="1" y="5"/>
                    </a:cubicBezTo>
                    <a:cubicBezTo>
                      <a:pt x="0" y="4"/>
                      <a:pt x="1" y="3"/>
                      <a:pt x="2" y="2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6" y="0"/>
                      <a:pt x="7" y="0"/>
                      <a:pt x="8" y="1"/>
                    </a:cubicBezTo>
                    <a:cubicBezTo>
                      <a:pt x="8" y="2"/>
                      <a:pt x="8" y="3"/>
                      <a:pt x="7" y="4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3" y="6"/>
                      <a:pt x="3" y="6"/>
                      <a:pt x="2" y="6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11" id="11"/>
              <p:cNvSpPr/>
              <p:nvPr/>
            </p:nvSpPr>
            <p:spPr>
              <a:xfrm>
                <a:off x="2226794" y="5764213"/>
                <a:ext cx="2179638" cy="274638"/>
              </a:xfrm>
              <a:custGeom>
                <a:avLst/>
                <a:gdLst/>
                <a:ahLst/>
                <a:cxnLst/>
                <a:rect r="r" b="b" t="t" l="l"/>
                <a:pathLst>
                  <a:path w="578" h="73" stroke="true" fill="norm" extrusionOk="true">
                    <a:moveTo>
                      <a:pt x="285" y="73"/>
                    </a:moveTo>
                    <a:cubicBezTo>
                      <a:pt x="285" y="73"/>
                      <a:pt x="285" y="73"/>
                      <a:pt x="285" y="73"/>
                    </a:cubicBezTo>
                    <a:cubicBezTo>
                      <a:pt x="283" y="73"/>
                      <a:pt x="280" y="73"/>
                      <a:pt x="277" y="73"/>
                    </a:cubicBezTo>
                    <a:cubicBezTo>
                      <a:pt x="276" y="73"/>
                      <a:pt x="275" y="72"/>
                      <a:pt x="275" y="71"/>
                    </a:cubicBezTo>
                    <a:cubicBezTo>
                      <a:pt x="275" y="70"/>
                      <a:pt x="276" y="69"/>
                      <a:pt x="277" y="69"/>
                    </a:cubicBezTo>
                    <a:cubicBezTo>
                      <a:pt x="280" y="69"/>
                      <a:pt x="283" y="69"/>
                      <a:pt x="285" y="69"/>
                    </a:cubicBezTo>
                    <a:cubicBezTo>
                      <a:pt x="286" y="69"/>
                      <a:pt x="287" y="70"/>
                      <a:pt x="287" y="71"/>
                    </a:cubicBezTo>
                    <a:cubicBezTo>
                      <a:pt x="287" y="72"/>
                      <a:pt x="286" y="73"/>
                      <a:pt x="285" y="73"/>
                    </a:cubicBezTo>
                    <a:close/>
                    <a:moveTo>
                      <a:pt x="293" y="73"/>
                    </a:moveTo>
                    <a:cubicBezTo>
                      <a:pt x="292" y="73"/>
                      <a:pt x="291" y="72"/>
                      <a:pt x="291" y="71"/>
                    </a:cubicBezTo>
                    <a:cubicBezTo>
                      <a:pt x="291" y="70"/>
                      <a:pt x="292" y="69"/>
                      <a:pt x="293" y="69"/>
                    </a:cubicBezTo>
                    <a:cubicBezTo>
                      <a:pt x="296" y="69"/>
                      <a:pt x="298" y="69"/>
                      <a:pt x="301" y="69"/>
                    </a:cubicBezTo>
                    <a:cubicBezTo>
                      <a:pt x="302" y="69"/>
                      <a:pt x="303" y="70"/>
                      <a:pt x="303" y="71"/>
                    </a:cubicBezTo>
                    <a:cubicBezTo>
                      <a:pt x="303" y="72"/>
                      <a:pt x="302" y="73"/>
                      <a:pt x="301" y="73"/>
                    </a:cubicBezTo>
                    <a:cubicBezTo>
                      <a:pt x="299" y="73"/>
                      <a:pt x="296" y="73"/>
                      <a:pt x="293" y="73"/>
                    </a:cubicBezTo>
                    <a:cubicBezTo>
                      <a:pt x="293" y="73"/>
                      <a:pt x="293" y="73"/>
                      <a:pt x="293" y="73"/>
                    </a:cubicBezTo>
                    <a:close/>
                    <a:moveTo>
                      <a:pt x="269" y="73"/>
                    </a:moveTo>
                    <a:cubicBezTo>
                      <a:pt x="269" y="73"/>
                      <a:pt x="269" y="73"/>
                      <a:pt x="269" y="73"/>
                    </a:cubicBezTo>
                    <a:cubicBezTo>
                      <a:pt x="267" y="73"/>
                      <a:pt x="264" y="73"/>
                      <a:pt x="261" y="73"/>
                    </a:cubicBezTo>
                    <a:cubicBezTo>
                      <a:pt x="260" y="72"/>
                      <a:pt x="259" y="72"/>
                      <a:pt x="260" y="70"/>
                    </a:cubicBezTo>
                    <a:cubicBezTo>
                      <a:pt x="260" y="69"/>
                      <a:pt x="261" y="69"/>
                      <a:pt x="262" y="69"/>
                    </a:cubicBezTo>
                    <a:cubicBezTo>
                      <a:pt x="264" y="69"/>
                      <a:pt x="267" y="69"/>
                      <a:pt x="269" y="69"/>
                    </a:cubicBezTo>
                    <a:cubicBezTo>
                      <a:pt x="271" y="69"/>
                      <a:pt x="271" y="70"/>
                      <a:pt x="271" y="71"/>
                    </a:cubicBezTo>
                    <a:cubicBezTo>
                      <a:pt x="271" y="72"/>
                      <a:pt x="271" y="73"/>
                      <a:pt x="269" y="73"/>
                    </a:cubicBezTo>
                    <a:close/>
                    <a:moveTo>
                      <a:pt x="309" y="73"/>
                    </a:moveTo>
                    <a:cubicBezTo>
                      <a:pt x="308" y="73"/>
                      <a:pt x="307" y="72"/>
                      <a:pt x="307" y="71"/>
                    </a:cubicBezTo>
                    <a:cubicBezTo>
                      <a:pt x="307" y="70"/>
                      <a:pt x="308" y="69"/>
                      <a:pt x="309" y="69"/>
                    </a:cubicBezTo>
                    <a:cubicBezTo>
                      <a:pt x="312" y="69"/>
                      <a:pt x="314" y="68"/>
                      <a:pt x="317" y="68"/>
                    </a:cubicBezTo>
                    <a:cubicBezTo>
                      <a:pt x="318" y="68"/>
                      <a:pt x="319" y="69"/>
                      <a:pt x="319" y="70"/>
                    </a:cubicBezTo>
                    <a:cubicBezTo>
                      <a:pt x="319" y="71"/>
                      <a:pt x="318" y="72"/>
                      <a:pt x="317" y="72"/>
                    </a:cubicBezTo>
                    <a:cubicBezTo>
                      <a:pt x="314" y="72"/>
                      <a:pt x="312" y="72"/>
                      <a:pt x="309" y="73"/>
                    </a:cubicBezTo>
                    <a:cubicBezTo>
                      <a:pt x="309" y="73"/>
                      <a:pt x="309" y="73"/>
                      <a:pt x="309" y="73"/>
                    </a:cubicBezTo>
                    <a:close/>
                    <a:moveTo>
                      <a:pt x="254" y="72"/>
                    </a:moveTo>
                    <a:cubicBezTo>
                      <a:pt x="254" y="72"/>
                      <a:pt x="254" y="72"/>
                      <a:pt x="253" y="72"/>
                    </a:cubicBezTo>
                    <a:cubicBezTo>
                      <a:pt x="251" y="72"/>
                      <a:pt x="248" y="72"/>
                      <a:pt x="246" y="72"/>
                    </a:cubicBezTo>
                    <a:cubicBezTo>
                      <a:pt x="244" y="72"/>
                      <a:pt x="244" y="71"/>
                      <a:pt x="244" y="70"/>
                    </a:cubicBezTo>
                    <a:cubicBezTo>
                      <a:pt x="244" y="69"/>
                      <a:pt x="245" y="68"/>
                      <a:pt x="246" y="68"/>
                    </a:cubicBezTo>
                    <a:cubicBezTo>
                      <a:pt x="248" y="68"/>
                      <a:pt x="251" y="68"/>
                      <a:pt x="254" y="68"/>
                    </a:cubicBezTo>
                    <a:cubicBezTo>
                      <a:pt x="255" y="68"/>
                      <a:pt x="256" y="69"/>
                      <a:pt x="256" y="70"/>
                    </a:cubicBezTo>
                    <a:cubicBezTo>
                      <a:pt x="256" y="71"/>
                      <a:pt x="255" y="72"/>
                      <a:pt x="254" y="72"/>
                    </a:cubicBezTo>
                    <a:close/>
                    <a:moveTo>
                      <a:pt x="325" y="72"/>
                    </a:moveTo>
                    <a:cubicBezTo>
                      <a:pt x="324" y="72"/>
                      <a:pt x="323" y="71"/>
                      <a:pt x="323" y="70"/>
                    </a:cubicBezTo>
                    <a:cubicBezTo>
                      <a:pt x="323" y="69"/>
                      <a:pt x="324" y="68"/>
                      <a:pt x="325" y="68"/>
                    </a:cubicBezTo>
                    <a:cubicBezTo>
                      <a:pt x="327" y="68"/>
                      <a:pt x="330" y="68"/>
                      <a:pt x="333" y="67"/>
                    </a:cubicBezTo>
                    <a:cubicBezTo>
                      <a:pt x="334" y="67"/>
                      <a:pt x="335" y="68"/>
                      <a:pt x="335" y="69"/>
                    </a:cubicBezTo>
                    <a:cubicBezTo>
                      <a:pt x="335" y="70"/>
                      <a:pt x="334" y="71"/>
                      <a:pt x="333" y="71"/>
                    </a:cubicBezTo>
                    <a:cubicBezTo>
                      <a:pt x="330" y="72"/>
                      <a:pt x="328" y="72"/>
                      <a:pt x="325" y="72"/>
                    </a:cubicBezTo>
                    <a:cubicBezTo>
                      <a:pt x="325" y="72"/>
                      <a:pt x="325" y="72"/>
                      <a:pt x="325" y="72"/>
                    </a:cubicBezTo>
                    <a:close/>
                    <a:moveTo>
                      <a:pt x="238" y="71"/>
                    </a:moveTo>
                    <a:cubicBezTo>
                      <a:pt x="238" y="71"/>
                      <a:pt x="238" y="71"/>
                      <a:pt x="238" y="71"/>
                    </a:cubicBezTo>
                    <a:cubicBezTo>
                      <a:pt x="235" y="71"/>
                      <a:pt x="232" y="71"/>
                      <a:pt x="230" y="71"/>
                    </a:cubicBezTo>
                    <a:cubicBezTo>
                      <a:pt x="229" y="70"/>
                      <a:pt x="228" y="70"/>
                      <a:pt x="228" y="68"/>
                    </a:cubicBezTo>
                    <a:cubicBezTo>
                      <a:pt x="228" y="67"/>
                      <a:pt x="229" y="67"/>
                      <a:pt x="230" y="67"/>
                    </a:cubicBezTo>
                    <a:cubicBezTo>
                      <a:pt x="233" y="67"/>
                      <a:pt x="235" y="67"/>
                      <a:pt x="238" y="67"/>
                    </a:cubicBezTo>
                    <a:cubicBezTo>
                      <a:pt x="239" y="67"/>
                      <a:pt x="240" y="68"/>
                      <a:pt x="240" y="69"/>
                    </a:cubicBezTo>
                    <a:cubicBezTo>
                      <a:pt x="240" y="70"/>
                      <a:pt x="239" y="71"/>
                      <a:pt x="238" y="71"/>
                    </a:cubicBezTo>
                    <a:close/>
                    <a:moveTo>
                      <a:pt x="341" y="71"/>
                    </a:moveTo>
                    <a:cubicBezTo>
                      <a:pt x="340" y="71"/>
                      <a:pt x="339" y="70"/>
                      <a:pt x="339" y="69"/>
                    </a:cubicBezTo>
                    <a:cubicBezTo>
                      <a:pt x="339" y="68"/>
                      <a:pt x="339" y="67"/>
                      <a:pt x="340" y="67"/>
                    </a:cubicBezTo>
                    <a:cubicBezTo>
                      <a:pt x="343" y="67"/>
                      <a:pt x="346" y="66"/>
                      <a:pt x="348" y="66"/>
                    </a:cubicBezTo>
                    <a:cubicBezTo>
                      <a:pt x="349" y="66"/>
                      <a:pt x="350" y="67"/>
                      <a:pt x="351" y="68"/>
                    </a:cubicBezTo>
                    <a:cubicBezTo>
                      <a:pt x="351" y="69"/>
                      <a:pt x="350" y="70"/>
                      <a:pt x="349" y="70"/>
                    </a:cubicBezTo>
                    <a:cubicBezTo>
                      <a:pt x="346" y="70"/>
                      <a:pt x="343" y="70"/>
                      <a:pt x="341" y="71"/>
                    </a:cubicBezTo>
                    <a:cubicBezTo>
                      <a:pt x="341" y="71"/>
                      <a:pt x="341" y="71"/>
                      <a:pt x="341" y="71"/>
                    </a:cubicBezTo>
                    <a:close/>
                    <a:moveTo>
                      <a:pt x="222" y="70"/>
                    </a:moveTo>
                    <a:cubicBezTo>
                      <a:pt x="222" y="70"/>
                      <a:pt x="222" y="70"/>
                      <a:pt x="222" y="70"/>
                    </a:cubicBezTo>
                    <a:cubicBezTo>
                      <a:pt x="219" y="70"/>
                      <a:pt x="216" y="69"/>
                      <a:pt x="214" y="69"/>
                    </a:cubicBezTo>
                    <a:cubicBezTo>
                      <a:pt x="213" y="69"/>
                      <a:pt x="212" y="68"/>
                      <a:pt x="212" y="67"/>
                    </a:cubicBezTo>
                    <a:cubicBezTo>
                      <a:pt x="212" y="66"/>
                      <a:pt x="213" y="65"/>
                      <a:pt x="214" y="65"/>
                    </a:cubicBezTo>
                    <a:cubicBezTo>
                      <a:pt x="217" y="65"/>
                      <a:pt x="219" y="66"/>
                      <a:pt x="222" y="66"/>
                    </a:cubicBezTo>
                    <a:cubicBezTo>
                      <a:pt x="223" y="66"/>
                      <a:pt x="224" y="67"/>
                      <a:pt x="224" y="68"/>
                    </a:cubicBezTo>
                    <a:cubicBezTo>
                      <a:pt x="224" y="69"/>
                      <a:pt x="223" y="70"/>
                      <a:pt x="222" y="70"/>
                    </a:cubicBezTo>
                    <a:close/>
                    <a:moveTo>
                      <a:pt x="356" y="69"/>
                    </a:moveTo>
                    <a:cubicBezTo>
                      <a:pt x="355" y="69"/>
                      <a:pt x="355" y="68"/>
                      <a:pt x="354" y="67"/>
                    </a:cubicBezTo>
                    <a:cubicBezTo>
                      <a:pt x="354" y="66"/>
                      <a:pt x="355" y="65"/>
                      <a:pt x="356" y="65"/>
                    </a:cubicBezTo>
                    <a:cubicBezTo>
                      <a:pt x="359" y="65"/>
                      <a:pt x="361" y="65"/>
                      <a:pt x="364" y="64"/>
                    </a:cubicBezTo>
                    <a:cubicBezTo>
                      <a:pt x="365" y="64"/>
                      <a:pt x="366" y="65"/>
                      <a:pt x="366" y="66"/>
                    </a:cubicBezTo>
                    <a:cubicBezTo>
                      <a:pt x="366" y="67"/>
                      <a:pt x="366" y="68"/>
                      <a:pt x="365" y="68"/>
                    </a:cubicBezTo>
                    <a:cubicBezTo>
                      <a:pt x="362" y="69"/>
                      <a:pt x="359" y="69"/>
                      <a:pt x="357" y="69"/>
                    </a:cubicBezTo>
                    <a:cubicBezTo>
                      <a:pt x="357" y="69"/>
                      <a:pt x="356" y="69"/>
                      <a:pt x="356" y="69"/>
                    </a:cubicBezTo>
                    <a:close/>
                    <a:moveTo>
                      <a:pt x="206" y="68"/>
                    </a:moveTo>
                    <a:cubicBezTo>
                      <a:pt x="206" y="68"/>
                      <a:pt x="206" y="68"/>
                      <a:pt x="206" y="68"/>
                    </a:cubicBezTo>
                    <a:cubicBezTo>
                      <a:pt x="203" y="68"/>
                      <a:pt x="201" y="67"/>
                      <a:pt x="198" y="67"/>
                    </a:cubicBezTo>
                    <a:cubicBezTo>
                      <a:pt x="197" y="67"/>
                      <a:pt x="196" y="66"/>
                      <a:pt x="196" y="65"/>
                    </a:cubicBezTo>
                    <a:cubicBezTo>
                      <a:pt x="196" y="64"/>
                      <a:pt x="197" y="63"/>
                      <a:pt x="199" y="63"/>
                    </a:cubicBezTo>
                    <a:cubicBezTo>
                      <a:pt x="201" y="63"/>
                      <a:pt x="204" y="64"/>
                      <a:pt x="206" y="64"/>
                    </a:cubicBezTo>
                    <a:cubicBezTo>
                      <a:pt x="207" y="64"/>
                      <a:pt x="208" y="65"/>
                      <a:pt x="208" y="66"/>
                    </a:cubicBezTo>
                    <a:cubicBezTo>
                      <a:pt x="208" y="67"/>
                      <a:pt x="207" y="68"/>
                      <a:pt x="206" y="68"/>
                    </a:cubicBezTo>
                    <a:close/>
                    <a:moveTo>
                      <a:pt x="372" y="67"/>
                    </a:moveTo>
                    <a:cubicBezTo>
                      <a:pt x="371" y="67"/>
                      <a:pt x="370" y="67"/>
                      <a:pt x="370" y="66"/>
                    </a:cubicBezTo>
                    <a:cubicBezTo>
                      <a:pt x="370" y="64"/>
                      <a:pt x="371" y="63"/>
                      <a:pt x="372" y="63"/>
                    </a:cubicBezTo>
                    <a:cubicBezTo>
                      <a:pt x="374" y="63"/>
                      <a:pt x="377" y="63"/>
                      <a:pt x="380" y="62"/>
                    </a:cubicBezTo>
                    <a:cubicBezTo>
                      <a:pt x="381" y="62"/>
                      <a:pt x="382" y="63"/>
                      <a:pt x="382" y="64"/>
                    </a:cubicBezTo>
                    <a:cubicBezTo>
                      <a:pt x="382" y="65"/>
                      <a:pt x="381" y="66"/>
                      <a:pt x="380" y="66"/>
                    </a:cubicBezTo>
                    <a:cubicBezTo>
                      <a:pt x="378" y="67"/>
                      <a:pt x="375" y="67"/>
                      <a:pt x="372" y="67"/>
                    </a:cubicBezTo>
                    <a:cubicBezTo>
                      <a:pt x="372" y="67"/>
                      <a:pt x="372" y="67"/>
                      <a:pt x="372" y="67"/>
                    </a:cubicBezTo>
                    <a:close/>
                    <a:moveTo>
                      <a:pt x="190" y="66"/>
                    </a:moveTo>
                    <a:cubicBezTo>
                      <a:pt x="190" y="66"/>
                      <a:pt x="190" y="66"/>
                      <a:pt x="190" y="66"/>
                    </a:cubicBezTo>
                    <a:cubicBezTo>
                      <a:pt x="187" y="66"/>
                      <a:pt x="185" y="65"/>
                      <a:pt x="182" y="65"/>
                    </a:cubicBezTo>
                    <a:cubicBezTo>
                      <a:pt x="181" y="65"/>
                      <a:pt x="180" y="64"/>
                      <a:pt x="181" y="62"/>
                    </a:cubicBezTo>
                    <a:cubicBezTo>
                      <a:pt x="181" y="61"/>
                      <a:pt x="182" y="61"/>
                      <a:pt x="183" y="61"/>
                    </a:cubicBezTo>
                    <a:cubicBezTo>
                      <a:pt x="185" y="61"/>
                      <a:pt x="188" y="62"/>
                      <a:pt x="191" y="62"/>
                    </a:cubicBezTo>
                    <a:cubicBezTo>
                      <a:pt x="192" y="62"/>
                      <a:pt x="193" y="63"/>
                      <a:pt x="192" y="64"/>
                    </a:cubicBezTo>
                    <a:cubicBezTo>
                      <a:pt x="192" y="65"/>
                      <a:pt x="191" y="66"/>
                      <a:pt x="190" y="66"/>
                    </a:cubicBezTo>
                    <a:close/>
                    <a:moveTo>
                      <a:pt x="388" y="65"/>
                    </a:moveTo>
                    <a:cubicBezTo>
                      <a:pt x="387" y="65"/>
                      <a:pt x="386" y="64"/>
                      <a:pt x="386" y="63"/>
                    </a:cubicBezTo>
                    <a:cubicBezTo>
                      <a:pt x="386" y="62"/>
                      <a:pt x="386" y="61"/>
                      <a:pt x="387" y="61"/>
                    </a:cubicBezTo>
                    <a:cubicBezTo>
                      <a:pt x="390" y="61"/>
                      <a:pt x="393" y="60"/>
                      <a:pt x="395" y="60"/>
                    </a:cubicBezTo>
                    <a:cubicBezTo>
                      <a:pt x="396" y="60"/>
                      <a:pt x="397" y="60"/>
                      <a:pt x="398" y="61"/>
                    </a:cubicBezTo>
                    <a:cubicBezTo>
                      <a:pt x="398" y="62"/>
                      <a:pt x="397" y="63"/>
                      <a:pt x="396" y="64"/>
                    </a:cubicBezTo>
                    <a:cubicBezTo>
                      <a:pt x="393" y="64"/>
                      <a:pt x="391" y="65"/>
                      <a:pt x="388" y="65"/>
                    </a:cubicBezTo>
                    <a:cubicBezTo>
                      <a:pt x="388" y="65"/>
                      <a:pt x="388" y="65"/>
                      <a:pt x="388" y="65"/>
                    </a:cubicBezTo>
                    <a:close/>
                    <a:moveTo>
                      <a:pt x="175" y="63"/>
                    </a:moveTo>
                    <a:cubicBezTo>
                      <a:pt x="175" y="63"/>
                      <a:pt x="175" y="63"/>
                      <a:pt x="174" y="63"/>
                    </a:cubicBezTo>
                    <a:cubicBezTo>
                      <a:pt x="172" y="63"/>
                      <a:pt x="169" y="62"/>
                      <a:pt x="167" y="62"/>
                    </a:cubicBezTo>
                    <a:cubicBezTo>
                      <a:pt x="165" y="62"/>
                      <a:pt x="165" y="61"/>
                      <a:pt x="165" y="60"/>
                    </a:cubicBezTo>
                    <a:cubicBezTo>
                      <a:pt x="165" y="59"/>
                      <a:pt x="166" y="58"/>
                      <a:pt x="167" y="58"/>
                    </a:cubicBezTo>
                    <a:cubicBezTo>
                      <a:pt x="170" y="59"/>
                      <a:pt x="172" y="59"/>
                      <a:pt x="175" y="59"/>
                    </a:cubicBezTo>
                    <a:cubicBezTo>
                      <a:pt x="176" y="60"/>
                      <a:pt x="177" y="61"/>
                      <a:pt x="177" y="62"/>
                    </a:cubicBezTo>
                    <a:cubicBezTo>
                      <a:pt x="177" y="63"/>
                      <a:pt x="176" y="63"/>
                      <a:pt x="175" y="63"/>
                    </a:cubicBezTo>
                    <a:close/>
                    <a:moveTo>
                      <a:pt x="403" y="62"/>
                    </a:moveTo>
                    <a:cubicBezTo>
                      <a:pt x="402" y="62"/>
                      <a:pt x="402" y="62"/>
                      <a:pt x="401" y="61"/>
                    </a:cubicBezTo>
                    <a:cubicBezTo>
                      <a:pt x="401" y="60"/>
                      <a:pt x="402" y="59"/>
                      <a:pt x="403" y="58"/>
                    </a:cubicBezTo>
                    <a:cubicBezTo>
                      <a:pt x="406" y="58"/>
                      <a:pt x="408" y="57"/>
                      <a:pt x="411" y="57"/>
                    </a:cubicBezTo>
                    <a:cubicBezTo>
                      <a:pt x="412" y="57"/>
                      <a:pt x="413" y="57"/>
                      <a:pt x="413" y="58"/>
                    </a:cubicBezTo>
                    <a:cubicBezTo>
                      <a:pt x="413" y="60"/>
                      <a:pt x="413" y="61"/>
                      <a:pt x="412" y="61"/>
                    </a:cubicBezTo>
                    <a:cubicBezTo>
                      <a:pt x="409" y="61"/>
                      <a:pt x="406" y="62"/>
                      <a:pt x="404" y="62"/>
                    </a:cubicBezTo>
                    <a:cubicBezTo>
                      <a:pt x="404" y="62"/>
                      <a:pt x="403" y="62"/>
                      <a:pt x="403" y="62"/>
                    </a:cubicBezTo>
                    <a:close/>
                    <a:moveTo>
                      <a:pt x="159" y="60"/>
                    </a:moveTo>
                    <a:cubicBezTo>
                      <a:pt x="159" y="60"/>
                      <a:pt x="159" y="60"/>
                      <a:pt x="159" y="60"/>
                    </a:cubicBezTo>
                    <a:cubicBezTo>
                      <a:pt x="156" y="60"/>
                      <a:pt x="154" y="59"/>
                      <a:pt x="151" y="59"/>
                    </a:cubicBezTo>
                    <a:cubicBezTo>
                      <a:pt x="150" y="59"/>
                      <a:pt x="149" y="58"/>
                      <a:pt x="149" y="56"/>
                    </a:cubicBezTo>
                    <a:cubicBezTo>
                      <a:pt x="150" y="55"/>
                      <a:pt x="151" y="55"/>
                      <a:pt x="152" y="55"/>
                    </a:cubicBezTo>
                    <a:cubicBezTo>
                      <a:pt x="154" y="56"/>
                      <a:pt x="157" y="56"/>
                      <a:pt x="160" y="57"/>
                    </a:cubicBezTo>
                    <a:cubicBezTo>
                      <a:pt x="161" y="57"/>
                      <a:pt x="161" y="58"/>
                      <a:pt x="161" y="59"/>
                    </a:cubicBezTo>
                    <a:cubicBezTo>
                      <a:pt x="161" y="60"/>
                      <a:pt x="160" y="60"/>
                      <a:pt x="159" y="60"/>
                    </a:cubicBezTo>
                    <a:close/>
                    <a:moveTo>
                      <a:pt x="419" y="59"/>
                    </a:moveTo>
                    <a:cubicBezTo>
                      <a:pt x="418" y="59"/>
                      <a:pt x="417" y="59"/>
                      <a:pt x="417" y="58"/>
                    </a:cubicBezTo>
                    <a:cubicBezTo>
                      <a:pt x="417" y="57"/>
                      <a:pt x="417" y="56"/>
                      <a:pt x="419" y="55"/>
                    </a:cubicBezTo>
                    <a:cubicBezTo>
                      <a:pt x="421" y="55"/>
                      <a:pt x="424" y="54"/>
                      <a:pt x="426" y="54"/>
                    </a:cubicBezTo>
                    <a:cubicBezTo>
                      <a:pt x="427" y="53"/>
                      <a:pt x="428" y="54"/>
                      <a:pt x="429" y="55"/>
                    </a:cubicBezTo>
                    <a:cubicBezTo>
                      <a:pt x="429" y="56"/>
                      <a:pt x="428" y="57"/>
                      <a:pt x="427" y="58"/>
                    </a:cubicBezTo>
                    <a:cubicBezTo>
                      <a:pt x="424" y="58"/>
                      <a:pt x="422" y="59"/>
                      <a:pt x="419" y="59"/>
                    </a:cubicBezTo>
                    <a:cubicBezTo>
                      <a:pt x="419" y="59"/>
                      <a:pt x="419" y="59"/>
                      <a:pt x="419" y="59"/>
                    </a:cubicBezTo>
                    <a:close/>
                    <a:moveTo>
                      <a:pt x="144" y="57"/>
                    </a:moveTo>
                    <a:cubicBezTo>
                      <a:pt x="143" y="57"/>
                      <a:pt x="143" y="57"/>
                      <a:pt x="143" y="57"/>
                    </a:cubicBezTo>
                    <a:cubicBezTo>
                      <a:pt x="141" y="57"/>
                      <a:pt x="138" y="56"/>
                      <a:pt x="135" y="55"/>
                    </a:cubicBezTo>
                    <a:cubicBezTo>
                      <a:pt x="134" y="55"/>
                      <a:pt x="134" y="54"/>
                      <a:pt x="134" y="53"/>
                    </a:cubicBezTo>
                    <a:cubicBezTo>
                      <a:pt x="134" y="52"/>
                      <a:pt x="135" y="51"/>
                      <a:pt x="136" y="51"/>
                    </a:cubicBezTo>
                    <a:cubicBezTo>
                      <a:pt x="139" y="52"/>
                      <a:pt x="141" y="53"/>
                      <a:pt x="144" y="53"/>
                    </a:cubicBezTo>
                    <a:cubicBezTo>
                      <a:pt x="145" y="54"/>
                      <a:pt x="146" y="55"/>
                      <a:pt x="146" y="56"/>
                    </a:cubicBezTo>
                    <a:cubicBezTo>
                      <a:pt x="145" y="57"/>
                      <a:pt x="145" y="57"/>
                      <a:pt x="144" y="57"/>
                    </a:cubicBezTo>
                    <a:close/>
                    <a:moveTo>
                      <a:pt x="434" y="56"/>
                    </a:moveTo>
                    <a:cubicBezTo>
                      <a:pt x="433" y="56"/>
                      <a:pt x="433" y="55"/>
                      <a:pt x="432" y="54"/>
                    </a:cubicBezTo>
                    <a:cubicBezTo>
                      <a:pt x="432" y="53"/>
                      <a:pt x="433" y="52"/>
                      <a:pt x="434" y="52"/>
                    </a:cubicBezTo>
                    <a:cubicBezTo>
                      <a:pt x="436" y="51"/>
                      <a:pt x="439" y="51"/>
                      <a:pt x="442" y="50"/>
                    </a:cubicBezTo>
                    <a:cubicBezTo>
                      <a:pt x="443" y="50"/>
                      <a:pt x="444" y="50"/>
                      <a:pt x="444" y="51"/>
                    </a:cubicBezTo>
                    <a:cubicBezTo>
                      <a:pt x="444" y="53"/>
                      <a:pt x="444" y="54"/>
                      <a:pt x="443" y="54"/>
                    </a:cubicBezTo>
                    <a:cubicBezTo>
                      <a:pt x="440" y="55"/>
                      <a:pt x="437" y="55"/>
                      <a:pt x="435" y="56"/>
                    </a:cubicBezTo>
                    <a:cubicBezTo>
                      <a:pt x="435" y="56"/>
                      <a:pt x="435" y="56"/>
                      <a:pt x="434" y="56"/>
                    </a:cubicBezTo>
                    <a:close/>
                    <a:moveTo>
                      <a:pt x="128" y="54"/>
                    </a:moveTo>
                    <a:cubicBezTo>
                      <a:pt x="128" y="54"/>
                      <a:pt x="128" y="53"/>
                      <a:pt x="128" y="53"/>
                    </a:cubicBezTo>
                    <a:cubicBezTo>
                      <a:pt x="125" y="53"/>
                      <a:pt x="123" y="52"/>
                      <a:pt x="120" y="51"/>
                    </a:cubicBezTo>
                    <a:cubicBezTo>
                      <a:pt x="119" y="51"/>
                      <a:pt x="118" y="50"/>
                      <a:pt x="119" y="49"/>
                    </a:cubicBezTo>
                    <a:cubicBezTo>
                      <a:pt x="119" y="48"/>
                      <a:pt x="120" y="47"/>
                      <a:pt x="121" y="48"/>
                    </a:cubicBezTo>
                    <a:cubicBezTo>
                      <a:pt x="124" y="48"/>
                      <a:pt x="126" y="49"/>
                      <a:pt x="129" y="50"/>
                    </a:cubicBezTo>
                    <a:cubicBezTo>
                      <a:pt x="130" y="50"/>
                      <a:pt x="130" y="51"/>
                      <a:pt x="130" y="52"/>
                    </a:cubicBezTo>
                    <a:cubicBezTo>
                      <a:pt x="130" y="53"/>
                      <a:pt x="129" y="54"/>
                      <a:pt x="128" y="54"/>
                    </a:cubicBezTo>
                    <a:close/>
                    <a:moveTo>
                      <a:pt x="450" y="52"/>
                    </a:moveTo>
                    <a:cubicBezTo>
                      <a:pt x="449" y="52"/>
                      <a:pt x="448" y="51"/>
                      <a:pt x="448" y="51"/>
                    </a:cubicBezTo>
                    <a:cubicBezTo>
                      <a:pt x="448" y="49"/>
                      <a:pt x="448" y="48"/>
                      <a:pt x="449" y="48"/>
                    </a:cubicBezTo>
                    <a:cubicBezTo>
                      <a:pt x="452" y="47"/>
                      <a:pt x="454" y="47"/>
                      <a:pt x="457" y="46"/>
                    </a:cubicBezTo>
                    <a:cubicBezTo>
                      <a:pt x="458" y="46"/>
                      <a:pt x="459" y="46"/>
                      <a:pt x="459" y="47"/>
                    </a:cubicBezTo>
                    <a:cubicBezTo>
                      <a:pt x="460" y="48"/>
                      <a:pt x="459" y="50"/>
                      <a:pt x="458" y="50"/>
                    </a:cubicBezTo>
                    <a:cubicBezTo>
                      <a:pt x="455" y="51"/>
                      <a:pt x="453" y="51"/>
                      <a:pt x="450" y="52"/>
                    </a:cubicBezTo>
                    <a:cubicBezTo>
                      <a:pt x="450" y="52"/>
                      <a:pt x="450" y="52"/>
                      <a:pt x="450" y="52"/>
                    </a:cubicBezTo>
                    <a:close/>
                    <a:moveTo>
                      <a:pt x="113" y="49"/>
                    </a:moveTo>
                    <a:cubicBezTo>
                      <a:pt x="113" y="49"/>
                      <a:pt x="112" y="49"/>
                      <a:pt x="112" y="49"/>
                    </a:cubicBezTo>
                    <a:cubicBezTo>
                      <a:pt x="110" y="49"/>
                      <a:pt x="107" y="48"/>
                      <a:pt x="105" y="47"/>
                    </a:cubicBezTo>
                    <a:cubicBezTo>
                      <a:pt x="104" y="47"/>
                      <a:pt x="103" y="46"/>
                      <a:pt x="103" y="45"/>
                    </a:cubicBezTo>
                    <a:cubicBezTo>
                      <a:pt x="104" y="44"/>
                      <a:pt x="105" y="43"/>
                      <a:pt x="106" y="43"/>
                    </a:cubicBezTo>
                    <a:cubicBezTo>
                      <a:pt x="108" y="44"/>
                      <a:pt x="111" y="45"/>
                      <a:pt x="113" y="46"/>
                    </a:cubicBezTo>
                    <a:cubicBezTo>
                      <a:pt x="114" y="46"/>
                      <a:pt x="115" y="47"/>
                      <a:pt x="115" y="48"/>
                    </a:cubicBezTo>
                    <a:cubicBezTo>
                      <a:pt x="115" y="49"/>
                      <a:pt x="114" y="49"/>
                      <a:pt x="113" y="49"/>
                    </a:cubicBezTo>
                    <a:close/>
                    <a:moveTo>
                      <a:pt x="465" y="48"/>
                    </a:moveTo>
                    <a:cubicBezTo>
                      <a:pt x="464" y="48"/>
                      <a:pt x="463" y="47"/>
                      <a:pt x="463" y="46"/>
                    </a:cubicBezTo>
                    <a:cubicBezTo>
                      <a:pt x="463" y="45"/>
                      <a:pt x="463" y="44"/>
                      <a:pt x="464" y="44"/>
                    </a:cubicBezTo>
                    <a:cubicBezTo>
                      <a:pt x="467" y="43"/>
                      <a:pt x="469" y="42"/>
                      <a:pt x="472" y="42"/>
                    </a:cubicBezTo>
                    <a:cubicBezTo>
                      <a:pt x="473" y="41"/>
                      <a:pt x="474" y="42"/>
                      <a:pt x="474" y="43"/>
                    </a:cubicBezTo>
                    <a:cubicBezTo>
                      <a:pt x="475" y="44"/>
                      <a:pt x="474" y="45"/>
                      <a:pt x="473" y="45"/>
                    </a:cubicBezTo>
                    <a:cubicBezTo>
                      <a:pt x="471" y="46"/>
                      <a:pt x="468" y="47"/>
                      <a:pt x="466" y="48"/>
                    </a:cubicBezTo>
                    <a:cubicBezTo>
                      <a:pt x="465" y="48"/>
                      <a:pt x="465" y="48"/>
                      <a:pt x="465" y="48"/>
                    </a:cubicBezTo>
                    <a:close/>
                    <a:moveTo>
                      <a:pt x="98" y="45"/>
                    </a:moveTo>
                    <a:cubicBezTo>
                      <a:pt x="97" y="45"/>
                      <a:pt x="97" y="45"/>
                      <a:pt x="97" y="45"/>
                    </a:cubicBezTo>
                    <a:cubicBezTo>
                      <a:pt x="94" y="44"/>
                      <a:pt x="92" y="43"/>
                      <a:pt x="89" y="43"/>
                    </a:cubicBezTo>
                    <a:cubicBezTo>
                      <a:pt x="88" y="42"/>
                      <a:pt x="88" y="41"/>
                      <a:pt x="88" y="40"/>
                    </a:cubicBezTo>
                    <a:cubicBezTo>
                      <a:pt x="88" y="39"/>
                      <a:pt x="90" y="38"/>
                      <a:pt x="91" y="39"/>
                    </a:cubicBezTo>
                    <a:cubicBezTo>
                      <a:pt x="93" y="40"/>
                      <a:pt x="96" y="40"/>
                      <a:pt x="98" y="41"/>
                    </a:cubicBezTo>
                    <a:cubicBezTo>
                      <a:pt x="99" y="41"/>
                      <a:pt x="100" y="43"/>
                      <a:pt x="100" y="44"/>
                    </a:cubicBezTo>
                    <a:cubicBezTo>
                      <a:pt x="99" y="44"/>
                      <a:pt x="98" y="45"/>
                      <a:pt x="98" y="45"/>
                    </a:cubicBezTo>
                    <a:close/>
                    <a:moveTo>
                      <a:pt x="480" y="43"/>
                    </a:moveTo>
                    <a:cubicBezTo>
                      <a:pt x="479" y="43"/>
                      <a:pt x="479" y="43"/>
                      <a:pt x="478" y="42"/>
                    </a:cubicBezTo>
                    <a:cubicBezTo>
                      <a:pt x="478" y="41"/>
                      <a:pt x="478" y="40"/>
                      <a:pt x="480" y="39"/>
                    </a:cubicBezTo>
                    <a:cubicBezTo>
                      <a:pt x="482" y="39"/>
                      <a:pt x="485" y="38"/>
                      <a:pt x="487" y="37"/>
                    </a:cubicBezTo>
                    <a:cubicBezTo>
                      <a:pt x="488" y="37"/>
                      <a:pt x="489" y="37"/>
                      <a:pt x="490" y="38"/>
                    </a:cubicBezTo>
                    <a:cubicBezTo>
                      <a:pt x="490" y="39"/>
                      <a:pt x="489" y="40"/>
                      <a:pt x="488" y="41"/>
                    </a:cubicBezTo>
                    <a:cubicBezTo>
                      <a:pt x="486" y="42"/>
                      <a:pt x="483" y="42"/>
                      <a:pt x="481" y="43"/>
                    </a:cubicBezTo>
                    <a:cubicBezTo>
                      <a:pt x="481" y="43"/>
                      <a:pt x="480" y="43"/>
                      <a:pt x="480" y="43"/>
                    </a:cubicBezTo>
                    <a:close/>
                    <a:moveTo>
                      <a:pt x="83" y="40"/>
                    </a:moveTo>
                    <a:cubicBezTo>
                      <a:pt x="82" y="40"/>
                      <a:pt x="82" y="40"/>
                      <a:pt x="82" y="40"/>
                    </a:cubicBezTo>
                    <a:cubicBezTo>
                      <a:pt x="79" y="39"/>
                      <a:pt x="77" y="38"/>
                      <a:pt x="74" y="38"/>
                    </a:cubicBezTo>
                    <a:cubicBezTo>
                      <a:pt x="73" y="37"/>
                      <a:pt x="73" y="36"/>
                      <a:pt x="73" y="35"/>
                    </a:cubicBezTo>
                    <a:cubicBezTo>
                      <a:pt x="73" y="34"/>
                      <a:pt x="75" y="33"/>
                      <a:pt x="76" y="34"/>
                    </a:cubicBezTo>
                    <a:cubicBezTo>
                      <a:pt x="78" y="35"/>
                      <a:pt x="81" y="35"/>
                      <a:pt x="83" y="36"/>
                    </a:cubicBezTo>
                    <a:cubicBezTo>
                      <a:pt x="84" y="37"/>
                      <a:pt x="85" y="38"/>
                      <a:pt x="84" y="39"/>
                    </a:cubicBezTo>
                    <a:cubicBezTo>
                      <a:pt x="84" y="40"/>
                      <a:pt x="83" y="40"/>
                      <a:pt x="83" y="40"/>
                    </a:cubicBezTo>
                    <a:close/>
                    <a:moveTo>
                      <a:pt x="495" y="38"/>
                    </a:moveTo>
                    <a:cubicBezTo>
                      <a:pt x="494" y="38"/>
                      <a:pt x="494" y="38"/>
                      <a:pt x="493" y="37"/>
                    </a:cubicBezTo>
                    <a:cubicBezTo>
                      <a:pt x="493" y="36"/>
                      <a:pt x="493" y="35"/>
                      <a:pt x="495" y="34"/>
                    </a:cubicBezTo>
                    <a:cubicBezTo>
                      <a:pt x="497" y="34"/>
                      <a:pt x="500" y="33"/>
                      <a:pt x="502" y="32"/>
                    </a:cubicBezTo>
                    <a:cubicBezTo>
                      <a:pt x="503" y="31"/>
                      <a:pt x="504" y="32"/>
                      <a:pt x="505" y="33"/>
                    </a:cubicBezTo>
                    <a:cubicBezTo>
                      <a:pt x="505" y="34"/>
                      <a:pt x="504" y="35"/>
                      <a:pt x="503" y="36"/>
                    </a:cubicBezTo>
                    <a:cubicBezTo>
                      <a:pt x="501" y="36"/>
                      <a:pt x="498" y="37"/>
                      <a:pt x="496" y="38"/>
                    </a:cubicBezTo>
                    <a:cubicBezTo>
                      <a:pt x="496" y="38"/>
                      <a:pt x="495" y="38"/>
                      <a:pt x="495" y="38"/>
                    </a:cubicBezTo>
                    <a:close/>
                    <a:moveTo>
                      <a:pt x="68" y="35"/>
                    </a:moveTo>
                    <a:cubicBezTo>
                      <a:pt x="67" y="35"/>
                      <a:pt x="67" y="35"/>
                      <a:pt x="67" y="35"/>
                    </a:cubicBezTo>
                    <a:cubicBezTo>
                      <a:pt x="64" y="34"/>
                      <a:pt x="62" y="33"/>
                      <a:pt x="59" y="32"/>
                    </a:cubicBezTo>
                    <a:cubicBezTo>
                      <a:pt x="58" y="32"/>
                      <a:pt x="58" y="31"/>
                      <a:pt x="58" y="30"/>
                    </a:cubicBezTo>
                    <a:cubicBezTo>
                      <a:pt x="59" y="29"/>
                      <a:pt x="60" y="28"/>
                      <a:pt x="61" y="28"/>
                    </a:cubicBezTo>
                    <a:cubicBezTo>
                      <a:pt x="63" y="29"/>
                      <a:pt x="66" y="30"/>
                      <a:pt x="68" y="31"/>
                    </a:cubicBezTo>
                    <a:cubicBezTo>
                      <a:pt x="69" y="31"/>
                      <a:pt x="70" y="33"/>
                      <a:pt x="69" y="34"/>
                    </a:cubicBezTo>
                    <a:cubicBezTo>
                      <a:pt x="69" y="34"/>
                      <a:pt x="68" y="35"/>
                      <a:pt x="68" y="35"/>
                    </a:cubicBezTo>
                    <a:close/>
                    <a:moveTo>
                      <a:pt x="510" y="33"/>
                    </a:moveTo>
                    <a:cubicBezTo>
                      <a:pt x="509" y="33"/>
                      <a:pt x="509" y="32"/>
                      <a:pt x="508" y="32"/>
                    </a:cubicBezTo>
                    <a:cubicBezTo>
                      <a:pt x="508" y="31"/>
                      <a:pt x="508" y="29"/>
                      <a:pt x="509" y="29"/>
                    </a:cubicBezTo>
                    <a:cubicBezTo>
                      <a:pt x="512" y="28"/>
                      <a:pt x="514" y="27"/>
                      <a:pt x="517" y="26"/>
                    </a:cubicBezTo>
                    <a:cubicBezTo>
                      <a:pt x="518" y="26"/>
                      <a:pt x="519" y="26"/>
                      <a:pt x="519" y="27"/>
                    </a:cubicBezTo>
                    <a:cubicBezTo>
                      <a:pt x="520" y="28"/>
                      <a:pt x="519" y="30"/>
                      <a:pt x="518" y="30"/>
                    </a:cubicBezTo>
                    <a:cubicBezTo>
                      <a:pt x="516" y="31"/>
                      <a:pt x="513" y="32"/>
                      <a:pt x="511" y="33"/>
                    </a:cubicBezTo>
                    <a:cubicBezTo>
                      <a:pt x="511" y="33"/>
                      <a:pt x="510" y="33"/>
                      <a:pt x="510" y="33"/>
                    </a:cubicBezTo>
                    <a:close/>
                    <a:moveTo>
                      <a:pt x="53" y="29"/>
                    </a:moveTo>
                    <a:cubicBezTo>
                      <a:pt x="52" y="29"/>
                      <a:pt x="52" y="29"/>
                      <a:pt x="52" y="29"/>
                    </a:cubicBezTo>
                    <a:cubicBezTo>
                      <a:pt x="49" y="28"/>
                      <a:pt x="47" y="27"/>
                      <a:pt x="45" y="26"/>
                    </a:cubicBezTo>
                    <a:cubicBezTo>
                      <a:pt x="44" y="26"/>
                      <a:pt x="43" y="25"/>
                      <a:pt x="43" y="24"/>
                    </a:cubicBezTo>
                    <a:cubicBezTo>
                      <a:pt x="44" y="23"/>
                      <a:pt x="45" y="22"/>
                      <a:pt x="46" y="23"/>
                    </a:cubicBezTo>
                    <a:cubicBezTo>
                      <a:pt x="48" y="24"/>
                      <a:pt x="51" y="25"/>
                      <a:pt x="53" y="26"/>
                    </a:cubicBezTo>
                    <a:cubicBezTo>
                      <a:pt x="54" y="26"/>
                      <a:pt x="55" y="27"/>
                      <a:pt x="55" y="28"/>
                    </a:cubicBezTo>
                    <a:cubicBezTo>
                      <a:pt x="54" y="29"/>
                      <a:pt x="53" y="29"/>
                      <a:pt x="53" y="29"/>
                    </a:cubicBezTo>
                    <a:close/>
                    <a:moveTo>
                      <a:pt x="525" y="27"/>
                    </a:moveTo>
                    <a:cubicBezTo>
                      <a:pt x="524" y="27"/>
                      <a:pt x="523" y="27"/>
                      <a:pt x="523" y="26"/>
                    </a:cubicBezTo>
                    <a:cubicBezTo>
                      <a:pt x="523" y="25"/>
                      <a:pt x="523" y="24"/>
                      <a:pt x="524" y="23"/>
                    </a:cubicBezTo>
                    <a:cubicBezTo>
                      <a:pt x="527" y="22"/>
                      <a:pt x="529" y="21"/>
                      <a:pt x="531" y="20"/>
                    </a:cubicBezTo>
                    <a:cubicBezTo>
                      <a:pt x="532" y="20"/>
                      <a:pt x="534" y="20"/>
                      <a:pt x="534" y="22"/>
                    </a:cubicBezTo>
                    <a:cubicBezTo>
                      <a:pt x="534" y="23"/>
                      <a:pt x="534" y="24"/>
                      <a:pt x="533" y="24"/>
                    </a:cubicBezTo>
                    <a:cubicBezTo>
                      <a:pt x="531" y="25"/>
                      <a:pt x="528" y="26"/>
                      <a:pt x="526" y="27"/>
                    </a:cubicBezTo>
                    <a:cubicBezTo>
                      <a:pt x="525" y="27"/>
                      <a:pt x="525" y="27"/>
                      <a:pt x="525" y="27"/>
                    </a:cubicBezTo>
                    <a:close/>
                    <a:moveTo>
                      <a:pt x="38" y="23"/>
                    </a:moveTo>
                    <a:cubicBezTo>
                      <a:pt x="38" y="23"/>
                      <a:pt x="37" y="23"/>
                      <a:pt x="37" y="23"/>
                    </a:cubicBezTo>
                    <a:cubicBezTo>
                      <a:pt x="35" y="22"/>
                      <a:pt x="32" y="21"/>
                      <a:pt x="30" y="20"/>
                    </a:cubicBezTo>
                    <a:cubicBezTo>
                      <a:pt x="29" y="20"/>
                      <a:pt x="28" y="19"/>
                      <a:pt x="29" y="18"/>
                    </a:cubicBezTo>
                    <a:cubicBezTo>
                      <a:pt x="29" y="17"/>
                      <a:pt x="30" y="16"/>
                      <a:pt x="31" y="17"/>
                    </a:cubicBezTo>
                    <a:cubicBezTo>
                      <a:pt x="34" y="18"/>
                      <a:pt x="36" y="19"/>
                      <a:pt x="39" y="20"/>
                    </a:cubicBezTo>
                    <a:cubicBezTo>
                      <a:pt x="40" y="20"/>
                      <a:pt x="40" y="21"/>
                      <a:pt x="40" y="22"/>
                    </a:cubicBezTo>
                    <a:cubicBezTo>
                      <a:pt x="39" y="23"/>
                      <a:pt x="39" y="23"/>
                      <a:pt x="38" y="23"/>
                    </a:cubicBezTo>
                    <a:close/>
                    <a:moveTo>
                      <a:pt x="540" y="21"/>
                    </a:moveTo>
                    <a:cubicBezTo>
                      <a:pt x="539" y="21"/>
                      <a:pt x="538" y="21"/>
                      <a:pt x="538" y="20"/>
                    </a:cubicBezTo>
                    <a:cubicBezTo>
                      <a:pt x="537" y="19"/>
                      <a:pt x="538" y="18"/>
                      <a:pt x="539" y="17"/>
                    </a:cubicBezTo>
                    <a:cubicBezTo>
                      <a:pt x="541" y="16"/>
                      <a:pt x="544" y="15"/>
                      <a:pt x="546" y="14"/>
                    </a:cubicBezTo>
                    <a:cubicBezTo>
                      <a:pt x="547" y="14"/>
                      <a:pt x="548" y="14"/>
                      <a:pt x="549" y="15"/>
                    </a:cubicBezTo>
                    <a:cubicBezTo>
                      <a:pt x="549" y="16"/>
                      <a:pt x="549" y="17"/>
                      <a:pt x="548" y="18"/>
                    </a:cubicBezTo>
                    <a:cubicBezTo>
                      <a:pt x="545" y="19"/>
                      <a:pt x="543" y="20"/>
                      <a:pt x="540" y="21"/>
                    </a:cubicBezTo>
                    <a:cubicBezTo>
                      <a:pt x="540" y="21"/>
                      <a:pt x="540" y="21"/>
                      <a:pt x="540" y="21"/>
                    </a:cubicBezTo>
                    <a:close/>
                    <a:moveTo>
                      <a:pt x="23" y="17"/>
                    </a:moveTo>
                    <a:cubicBezTo>
                      <a:pt x="23" y="17"/>
                      <a:pt x="23" y="17"/>
                      <a:pt x="23" y="17"/>
                    </a:cubicBezTo>
                    <a:cubicBezTo>
                      <a:pt x="20" y="16"/>
                      <a:pt x="18" y="15"/>
                      <a:pt x="15" y="14"/>
                    </a:cubicBezTo>
                    <a:cubicBezTo>
                      <a:pt x="14" y="13"/>
                      <a:pt x="14" y="12"/>
                      <a:pt x="14" y="11"/>
                    </a:cubicBezTo>
                    <a:cubicBezTo>
                      <a:pt x="15" y="10"/>
                      <a:pt x="16" y="10"/>
                      <a:pt x="17" y="10"/>
                    </a:cubicBezTo>
                    <a:cubicBezTo>
                      <a:pt x="19" y="11"/>
                      <a:pt x="22" y="12"/>
                      <a:pt x="24" y="13"/>
                    </a:cubicBezTo>
                    <a:cubicBezTo>
                      <a:pt x="25" y="14"/>
                      <a:pt x="26" y="15"/>
                      <a:pt x="25" y="16"/>
                    </a:cubicBezTo>
                    <a:cubicBezTo>
                      <a:pt x="25" y="17"/>
                      <a:pt x="24" y="17"/>
                      <a:pt x="23" y="17"/>
                    </a:cubicBezTo>
                    <a:close/>
                    <a:moveTo>
                      <a:pt x="554" y="15"/>
                    </a:moveTo>
                    <a:cubicBezTo>
                      <a:pt x="553" y="15"/>
                      <a:pt x="553" y="14"/>
                      <a:pt x="552" y="14"/>
                    </a:cubicBezTo>
                    <a:cubicBezTo>
                      <a:pt x="552" y="13"/>
                      <a:pt x="552" y="11"/>
                      <a:pt x="553" y="11"/>
                    </a:cubicBezTo>
                    <a:cubicBezTo>
                      <a:pt x="556" y="10"/>
                      <a:pt x="558" y="9"/>
                      <a:pt x="560" y="8"/>
                    </a:cubicBezTo>
                    <a:cubicBezTo>
                      <a:pt x="561" y="7"/>
                      <a:pt x="562" y="8"/>
                      <a:pt x="563" y="9"/>
                    </a:cubicBezTo>
                    <a:cubicBezTo>
                      <a:pt x="563" y="10"/>
                      <a:pt x="563" y="11"/>
                      <a:pt x="562" y="11"/>
                    </a:cubicBezTo>
                    <a:cubicBezTo>
                      <a:pt x="560" y="12"/>
                      <a:pt x="557" y="13"/>
                      <a:pt x="555" y="15"/>
                    </a:cubicBezTo>
                    <a:cubicBezTo>
                      <a:pt x="555" y="15"/>
                      <a:pt x="554" y="15"/>
                      <a:pt x="554" y="15"/>
                    </a:cubicBezTo>
                    <a:close/>
                    <a:moveTo>
                      <a:pt x="9" y="11"/>
                    </a:moveTo>
                    <a:cubicBezTo>
                      <a:pt x="9" y="11"/>
                      <a:pt x="8" y="10"/>
                      <a:pt x="8" y="10"/>
                    </a:cubicBezTo>
                    <a:cubicBezTo>
                      <a:pt x="6" y="9"/>
                      <a:pt x="3" y="8"/>
                      <a:pt x="1" y="7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1" y="3"/>
                      <a:pt x="2" y="3"/>
                      <a:pt x="3" y="3"/>
                    </a:cubicBezTo>
                    <a:cubicBezTo>
                      <a:pt x="5" y="4"/>
                      <a:pt x="7" y="6"/>
                      <a:pt x="10" y="7"/>
                    </a:cubicBezTo>
                    <a:cubicBezTo>
                      <a:pt x="11" y="7"/>
                      <a:pt x="11" y="8"/>
                      <a:pt x="11" y="9"/>
                    </a:cubicBezTo>
                    <a:cubicBezTo>
                      <a:pt x="10" y="10"/>
                      <a:pt x="10" y="11"/>
                      <a:pt x="9" y="11"/>
                    </a:cubicBezTo>
                    <a:close/>
                    <a:moveTo>
                      <a:pt x="568" y="8"/>
                    </a:moveTo>
                    <a:cubicBezTo>
                      <a:pt x="568" y="8"/>
                      <a:pt x="567" y="8"/>
                      <a:pt x="567" y="7"/>
                    </a:cubicBezTo>
                    <a:cubicBezTo>
                      <a:pt x="566" y="6"/>
                      <a:pt x="566" y="5"/>
                      <a:pt x="567" y="4"/>
                    </a:cubicBezTo>
                    <a:cubicBezTo>
                      <a:pt x="570" y="3"/>
                      <a:pt x="572" y="2"/>
                      <a:pt x="575" y="1"/>
                    </a:cubicBezTo>
                    <a:cubicBezTo>
                      <a:pt x="575" y="0"/>
                      <a:pt x="577" y="1"/>
                      <a:pt x="577" y="2"/>
                    </a:cubicBezTo>
                    <a:cubicBezTo>
                      <a:pt x="578" y="3"/>
                      <a:pt x="577" y="4"/>
                      <a:pt x="576" y="4"/>
                    </a:cubicBezTo>
                    <a:cubicBezTo>
                      <a:pt x="574" y="5"/>
                      <a:pt x="572" y="7"/>
                      <a:pt x="569" y="8"/>
                    </a:cubicBezTo>
                    <a:cubicBezTo>
                      <a:pt x="569" y="8"/>
                      <a:pt x="569" y="8"/>
                      <a:pt x="568" y="8"/>
                    </a:cubicBezTo>
                    <a:close/>
                  </a:path>
                </a:pathLst>
              </a:custGeom>
              <a:solidFill>
                <a:schemeClr val="accent1">
                  <a:alpha val="40000"/>
                </a:schemeClr>
              </a:soli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12" id="12"/>
              <p:cNvSpPr/>
              <p:nvPr/>
            </p:nvSpPr>
            <p:spPr>
              <a:xfrm>
                <a:off x="2185519" y="5753100"/>
                <a:ext cx="30163" cy="22225"/>
              </a:xfrm>
              <a:custGeom>
                <a:avLst/>
                <a:gdLst/>
                <a:ahLst/>
                <a:cxnLst/>
                <a:rect r="r" b="b" t="t" l="l"/>
                <a:pathLst>
                  <a:path w="8" h="6" stroke="true" fill="norm" extrusionOk="true">
                    <a:moveTo>
                      <a:pt x="6" y="6"/>
                    </a:moveTo>
                    <a:cubicBezTo>
                      <a:pt x="5" y="6"/>
                      <a:pt x="5" y="6"/>
                      <a:pt x="5" y="6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4"/>
                      <a:pt x="0" y="3"/>
                      <a:pt x="0" y="2"/>
                    </a:cubicBezTo>
                    <a:cubicBezTo>
                      <a:pt x="1" y="1"/>
                      <a:pt x="2" y="0"/>
                      <a:pt x="3" y="1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8" y="3"/>
                      <a:pt x="8" y="4"/>
                      <a:pt x="7" y="5"/>
                    </a:cubicBezTo>
                    <a:cubicBezTo>
                      <a:pt x="7" y="6"/>
                      <a:pt x="6" y="6"/>
                      <a:pt x="6" y="6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>
              <a:off x="4819176" y="2844835"/>
              <a:ext cx="231468" cy="1740834"/>
              <a:chOff x="5435131" y="2468563"/>
              <a:chExt cx="304800" cy="2292350"/>
            </a:xfrm>
            <a:solidFill>
              <a:srgbClr val="FFFFFF">
                <a:alpha val="40000"/>
              </a:srgbClr>
            </a:solidFill>
          </p:grpSpPr>
          <p:sp>
            <p:nvSpPr>
              <p:cNvPr name="Freeform 14" id="14"/>
              <p:cNvSpPr/>
              <p:nvPr/>
            </p:nvSpPr>
            <p:spPr>
              <a:xfrm>
                <a:off x="5446244" y="2468563"/>
                <a:ext cx="26988" cy="30163"/>
              </a:xfrm>
              <a:custGeom>
                <a:avLst/>
                <a:gdLst/>
                <a:ahLst/>
                <a:cxnLst/>
                <a:rect r="r" b="b" t="t" l="l"/>
                <a:pathLst>
                  <a:path w="7" h="8" stroke="true" fill="norm" extrusionOk="true">
                    <a:moveTo>
                      <a:pt x="4" y="8"/>
                    </a:moveTo>
                    <a:cubicBezTo>
                      <a:pt x="4" y="8"/>
                      <a:pt x="3" y="7"/>
                      <a:pt x="3" y="7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1" y="1"/>
                      <a:pt x="2" y="0"/>
                    </a:cubicBezTo>
                    <a:cubicBezTo>
                      <a:pt x="3" y="0"/>
                      <a:pt x="4" y="0"/>
                      <a:pt x="4" y="1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7" y="6"/>
                      <a:pt x="6" y="7"/>
                      <a:pt x="5" y="7"/>
                    </a:cubicBezTo>
                    <a:cubicBezTo>
                      <a:pt x="5" y="8"/>
                      <a:pt x="5" y="8"/>
                      <a:pt x="4" y="8"/>
                    </a:cubicBezTo>
                    <a:close/>
                  </a:path>
                </a:pathLst>
              </a:custGeom>
              <a:grpFill/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15" id="15"/>
              <p:cNvSpPr/>
              <p:nvPr/>
            </p:nvSpPr>
            <p:spPr>
              <a:xfrm>
                <a:off x="5457356" y="2509838"/>
                <a:ext cx="282575" cy="2209800"/>
              </a:xfrm>
              <a:custGeom>
                <a:avLst/>
                <a:gdLst/>
                <a:ahLst/>
                <a:cxnLst/>
                <a:rect r="r" b="b" t="t" l="l"/>
                <a:pathLst>
                  <a:path w="75" h="586" stroke="true" fill="norm" extrusionOk="true">
                    <a:moveTo>
                      <a:pt x="2" y="586"/>
                    </a:moveTo>
                    <a:cubicBezTo>
                      <a:pt x="2" y="586"/>
                      <a:pt x="2" y="586"/>
                      <a:pt x="1" y="586"/>
                    </a:cubicBezTo>
                    <a:cubicBezTo>
                      <a:pt x="0" y="585"/>
                      <a:pt x="0" y="584"/>
                      <a:pt x="0" y="583"/>
                    </a:cubicBezTo>
                    <a:cubicBezTo>
                      <a:pt x="2" y="581"/>
                      <a:pt x="3" y="578"/>
                      <a:pt x="4" y="576"/>
                    </a:cubicBezTo>
                    <a:cubicBezTo>
                      <a:pt x="5" y="575"/>
                      <a:pt x="6" y="574"/>
                      <a:pt x="7" y="575"/>
                    </a:cubicBezTo>
                    <a:cubicBezTo>
                      <a:pt x="8" y="575"/>
                      <a:pt x="8" y="577"/>
                      <a:pt x="8" y="578"/>
                    </a:cubicBezTo>
                    <a:cubicBezTo>
                      <a:pt x="6" y="580"/>
                      <a:pt x="5" y="582"/>
                      <a:pt x="4" y="585"/>
                    </a:cubicBezTo>
                    <a:cubicBezTo>
                      <a:pt x="4" y="585"/>
                      <a:pt x="3" y="586"/>
                      <a:pt x="2" y="586"/>
                    </a:cubicBezTo>
                    <a:close/>
                    <a:moveTo>
                      <a:pt x="9" y="571"/>
                    </a:moveTo>
                    <a:cubicBezTo>
                      <a:pt x="9" y="571"/>
                      <a:pt x="9" y="571"/>
                      <a:pt x="9" y="571"/>
                    </a:cubicBezTo>
                    <a:cubicBezTo>
                      <a:pt x="8" y="571"/>
                      <a:pt x="7" y="570"/>
                      <a:pt x="8" y="569"/>
                    </a:cubicBezTo>
                    <a:cubicBezTo>
                      <a:pt x="9" y="566"/>
                      <a:pt x="10" y="564"/>
                      <a:pt x="11" y="561"/>
                    </a:cubicBezTo>
                    <a:cubicBezTo>
                      <a:pt x="11" y="560"/>
                      <a:pt x="13" y="560"/>
                      <a:pt x="14" y="560"/>
                    </a:cubicBezTo>
                    <a:cubicBezTo>
                      <a:pt x="15" y="561"/>
                      <a:pt x="15" y="562"/>
                      <a:pt x="15" y="563"/>
                    </a:cubicBezTo>
                    <a:cubicBezTo>
                      <a:pt x="13" y="565"/>
                      <a:pt x="12" y="568"/>
                      <a:pt x="11" y="570"/>
                    </a:cubicBezTo>
                    <a:cubicBezTo>
                      <a:pt x="11" y="571"/>
                      <a:pt x="10" y="571"/>
                      <a:pt x="9" y="571"/>
                    </a:cubicBezTo>
                    <a:close/>
                    <a:moveTo>
                      <a:pt x="16" y="557"/>
                    </a:moveTo>
                    <a:cubicBezTo>
                      <a:pt x="16" y="557"/>
                      <a:pt x="16" y="557"/>
                      <a:pt x="15" y="557"/>
                    </a:cubicBezTo>
                    <a:cubicBezTo>
                      <a:pt x="14" y="556"/>
                      <a:pt x="14" y="555"/>
                      <a:pt x="14" y="554"/>
                    </a:cubicBezTo>
                    <a:cubicBezTo>
                      <a:pt x="15" y="552"/>
                      <a:pt x="17" y="549"/>
                      <a:pt x="18" y="547"/>
                    </a:cubicBezTo>
                    <a:cubicBezTo>
                      <a:pt x="18" y="546"/>
                      <a:pt x="19" y="545"/>
                      <a:pt x="20" y="546"/>
                    </a:cubicBezTo>
                    <a:cubicBezTo>
                      <a:pt x="21" y="546"/>
                      <a:pt x="22" y="547"/>
                      <a:pt x="21" y="548"/>
                    </a:cubicBezTo>
                    <a:cubicBezTo>
                      <a:pt x="20" y="551"/>
                      <a:pt x="19" y="553"/>
                      <a:pt x="18" y="556"/>
                    </a:cubicBezTo>
                    <a:cubicBezTo>
                      <a:pt x="18" y="556"/>
                      <a:pt x="17" y="557"/>
                      <a:pt x="16" y="557"/>
                    </a:cubicBezTo>
                    <a:close/>
                    <a:moveTo>
                      <a:pt x="23" y="542"/>
                    </a:moveTo>
                    <a:cubicBezTo>
                      <a:pt x="22" y="542"/>
                      <a:pt x="22" y="542"/>
                      <a:pt x="22" y="542"/>
                    </a:cubicBezTo>
                    <a:cubicBezTo>
                      <a:pt x="21" y="541"/>
                      <a:pt x="20" y="540"/>
                      <a:pt x="21" y="539"/>
                    </a:cubicBezTo>
                    <a:cubicBezTo>
                      <a:pt x="22" y="537"/>
                      <a:pt x="23" y="534"/>
                      <a:pt x="24" y="532"/>
                    </a:cubicBezTo>
                    <a:cubicBezTo>
                      <a:pt x="24" y="531"/>
                      <a:pt x="25" y="530"/>
                      <a:pt x="26" y="531"/>
                    </a:cubicBezTo>
                    <a:cubicBezTo>
                      <a:pt x="27" y="531"/>
                      <a:pt x="28" y="532"/>
                      <a:pt x="28" y="533"/>
                    </a:cubicBezTo>
                    <a:cubicBezTo>
                      <a:pt x="27" y="536"/>
                      <a:pt x="26" y="538"/>
                      <a:pt x="24" y="541"/>
                    </a:cubicBezTo>
                    <a:cubicBezTo>
                      <a:pt x="24" y="542"/>
                      <a:pt x="23" y="542"/>
                      <a:pt x="23" y="542"/>
                    </a:cubicBezTo>
                    <a:close/>
                    <a:moveTo>
                      <a:pt x="29" y="527"/>
                    </a:moveTo>
                    <a:cubicBezTo>
                      <a:pt x="28" y="527"/>
                      <a:pt x="28" y="527"/>
                      <a:pt x="28" y="527"/>
                    </a:cubicBezTo>
                    <a:cubicBezTo>
                      <a:pt x="27" y="527"/>
                      <a:pt x="26" y="525"/>
                      <a:pt x="27" y="524"/>
                    </a:cubicBezTo>
                    <a:cubicBezTo>
                      <a:pt x="28" y="522"/>
                      <a:pt x="29" y="519"/>
                      <a:pt x="30" y="517"/>
                    </a:cubicBezTo>
                    <a:cubicBezTo>
                      <a:pt x="30" y="516"/>
                      <a:pt x="31" y="515"/>
                      <a:pt x="32" y="516"/>
                    </a:cubicBezTo>
                    <a:cubicBezTo>
                      <a:pt x="33" y="516"/>
                      <a:pt x="34" y="517"/>
                      <a:pt x="33" y="518"/>
                    </a:cubicBezTo>
                    <a:cubicBezTo>
                      <a:pt x="33" y="521"/>
                      <a:pt x="32" y="523"/>
                      <a:pt x="31" y="526"/>
                    </a:cubicBezTo>
                    <a:cubicBezTo>
                      <a:pt x="30" y="527"/>
                      <a:pt x="30" y="527"/>
                      <a:pt x="29" y="527"/>
                    </a:cubicBezTo>
                    <a:close/>
                    <a:moveTo>
                      <a:pt x="34" y="512"/>
                    </a:moveTo>
                    <a:cubicBezTo>
                      <a:pt x="34" y="512"/>
                      <a:pt x="34" y="512"/>
                      <a:pt x="34" y="512"/>
                    </a:cubicBezTo>
                    <a:cubicBezTo>
                      <a:pt x="33" y="512"/>
                      <a:pt x="32" y="510"/>
                      <a:pt x="33" y="509"/>
                    </a:cubicBezTo>
                    <a:cubicBezTo>
                      <a:pt x="33" y="507"/>
                      <a:pt x="34" y="504"/>
                      <a:pt x="35" y="502"/>
                    </a:cubicBezTo>
                    <a:cubicBezTo>
                      <a:pt x="36" y="501"/>
                      <a:pt x="37" y="500"/>
                      <a:pt x="38" y="501"/>
                    </a:cubicBezTo>
                    <a:cubicBezTo>
                      <a:pt x="39" y="501"/>
                      <a:pt x="39" y="502"/>
                      <a:pt x="39" y="503"/>
                    </a:cubicBezTo>
                    <a:cubicBezTo>
                      <a:pt x="38" y="506"/>
                      <a:pt x="37" y="508"/>
                      <a:pt x="36" y="511"/>
                    </a:cubicBezTo>
                    <a:cubicBezTo>
                      <a:pt x="36" y="512"/>
                      <a:pt x="35" y="512"/>
                      <a:pt x="34" y="512"/>
                    </a:cubicBezTo>
                    <a:close/>
                    <a:moveTo>
                      <a:pt x="40" y="497"/>
                    </a:moveTo>
                    <a:cubicBezTo>
                      <a:pt x="40" y="497"/>
                      <a:pt x="39" y="497"/>
                      <a:pt x="39" y="497"/>
                    </a:cubicBezTo>
                    <a:cubicBezTo>
                      <a:pt x="38" y="496"/>
                      <a:pt x="37" y="495"/>
                      <a:pt x="38" y="494"/>
                    </a:cubicBezTo>
                    <a:cubicBezTo>
                      <a:pt x="39" y="492"/>
                      <a:pt x="40" y="489"/>
                      <a:pt x="40" y="487"/>
                    </a:cubicBezTo>
                    <a:cubicBezTo>
                      <a:pt x="41" y="486"/>
                      <a:pt x="42" y="485"/>
                      <a:pt x="43" y="485"/>
                    </a:cubicBezTo>
                    <a:cubicBezTo>
                      <a:pt x="44" y="486"/>
                      <a:pt x="44" y="487"/>
                      <a:pt x="44" y="488"/>
                    </a:cubicBezTo>
                    <a:cubicBezTo>
                      <a:pt x="43" y="490"/>
                      <a:pt x="42" y="493"/>
                      <a:pt x="42" y="496"/>
                    </a:cubicBezTo>
                    <a:cubicBezTo>
                      <a:pt x="41" y="496"/>
                      <a:pt x="41" y="497"/>
                      <a:pt x="40" y="497"/>
                    </a:cubicBezTo>
                    <a:close/>
                    <a:moveTo>
                      <a:pt x="45" y="482"/>
                    </a:moveTo>
                    <a:cubicBezTo>
                      <a:pt x="44" y="482"/>
                      <a:pt x="44" y="481"/>
                      <a:pt x="44" y="481"/>
                    </a:cubicBezTo>
                    <a:cubicBezTo>
                      <a:pt x="43" y="481"/>
                      <a:pt x="42" y="480"/>
                      <a:pt x="43" y="479"/>
                    </a:cubicBezTo>
                    <a:cubicBezTo>
                      <a:pt x="44" y="476"/>
                      <a:pt x="44" y="474"/>
                      <a:pt x="45" y="471"/>
                    </a:cubicBezTo>
                    <a:cubicBezTo>
                      <a:pt x="45" y="470"/>
                      <a:pt x="46" y="470"/>
                      <a:pt x="48" y="470"/>
                    </a:cubicBezTo>
                    <a:cubicBezTo>
                      <a:pt x="49" y="470"/>
                      <a:pt x="49" y="471"/>
                      <a:pt x="49" y="472"/>
                    </a:cubicBezTo>
                    <a:cubicBezTo>
                      <a:pt x="48" y="475"/>
                      <a:pt x="47" y="478"/>
                      <a:pt x="47" y="480"/>
                    </a:cubicBezTo>
                    <a:cubicBezTo>
                      <a:pt x="46" y="481"/>
                      <a:pt x="46" y="482"/>
                      <a:pt x="45" y="482"/>
                    </a:cubicBezTo>
                    <a:close/>
                    <a:moveTo>
                      <a:pt x="49" y="466"/>
                    </a:moveTo>
                    <a:cubicBezTo>
                      <a:pt x="49" y="466"/>
                      <a:pt x="49" y="466"/>
                      <a:pt x="49" y="466"/>
                    </a:cubicBezTo>
                    <a:cubicBezTo>
                      <a:pt x="48" y="466"/>
                      <a:pt x="47" y="465"/>
                      <a:pt x="47" y="464"/>
                    </a:cubicBezTo>
                    <a:cubicBezTo>
                      <a:pt x="48" y="461"/>
                      <a:pt x="49" y="458"/>
                      <a:pt x="49" y="456"/>
                    </a:cubicBezTo>
                    <a:cubicBezTo>
                      <a:pt x="50" y="455"/>
                      <a:pt x="51" y="454"/>
                      <a:pt x="52" y="454"/>
                    </a:cubicBezTo>
                    <a:cubicBezTo>
                      <a:pt x="53" y="455"/>
                      <a:pt x="54" y="456"/>
                      <a:pt x="53" y="457"/>
                    </a:cubicBezTo>
                    <a:cubicBezTo>
                      <a:pt x="53" y="459"/>
                      <a:pt x="52" y="462"/>
                      <a:pt x="51" y="465"/>
                    </a:cubicBezTo>
                    <a:cubicBezTo>
                      <a:pt x="51" y="465"/>
                      <a:pt x="50" y="466"/>
                      <a:pt x="49" y="466"/>
                    </a:cubicBezTo>
                    <a:close/>
                    <a:moveTo>
                      <a:pt x="53" y="450"/>
                    </a:moveTo>
                    <a:cubicBezTo>
                      <a:pt x="53" y="450"/>
                      <a:pt x="53" y="450"/>
                      <a:pt x="53" y="450"/>
                    </a:cubicBezTo>
                    <a:cubicBezTo>
                      <a:pt x="52" y="450"/>
                      <a:pt x="51" y="449"/>
                      <a:pt x="51" y="448"/>
                    </a:cubicBezTo>
                    <a:cubicBezTo>
                      <a:pt x="52" y="445"/>
                      <a:pt x="53" y="443"/>
                      <a:pt x="53" y="440"/>
                    </a:cubicBezTo>
                    <a:cubicBezTo>
                      <a:pt x="54" y="439"/>
                      <a:pt x="55" y="438"/>
                      <a:pt x="56" y="439"/>
                    </a:cubicBezTo>
                    <a:cubicBezTo>
                      <a:pt x="57" y="439"/>
                      <a:pt x="57" y="440"/>
                      <a:pt x="57" y="441"/>
                    </a:cubicBezTo>
                    <a:cubicBezTo>
                      <a:pt x="57" y="444"/>
                      <a:pt x="56" y="446"/>
                      <a:pt x="55" y="449"/>
                    </a:cubicBezTo>
                    <a:cubicBezTo>
                      <a:pt x="55" y="450"/>
                      <a:pt x="54" y="450"/>
                      <a:pt x="53" y="450"/>
                    </a:cubicBezTo>
                    <a:close/>
                    <a:moveTo>
                      <a:pt x="57" y="435"/>
                    </a:moveTo>
                    <a:cubicBezTo>
                      <a:pt x="57" y="435"/>
                      <a:pt x="57" y="435"/>
                      <a:pt x="57" y="435"/>
                    </a:cubicBezTo>
                    <a:cubicBezTo>
                      <a:pt x="56" y="435"/>
                      <a:pt x="55" y="433"/>
                      <a:pt x="55" y="432"/>
                    </a:cubicBezTo>
                    <a:cubicBezTo>
                      <a:pt x="56" y="430"/>
                      <a:pt x="56" y="427"/>
                      <a:pt x="57" y="425"/>
                    </a:cubicBezTo>
                    <a:cubicBezTo>
                      <a:pt x="57" y="423"/>
                      <a:pt x="58" y="423"/>
                      <a:pt x="59" y="423"/>
                    </a:cubicBezTo>
                    <a:cubicBezTo>
                      <a:pt x="60" y="423"/>
                      <a:pt x="61" y="424"/>
                      <a:pt x="61" y="425"/>
                    </a:cubicBezTo>
                    <a:cubicBezTo>
                      <a:pt x="60" y="428"/>
                      <a:pt x="60" y="431"/>
                      <a:pt x="59" y="433"/>
                    </a:cubicBezTo>
                    <a:cubicBezTo>
                      <a:pt x="59" y="434"/>
                      <a:pt x="58" y="435"/>
                      <a:pt x="57" y="435"/>
                    </a:cubicBezTo>
                    <a:close/>
                    <a:moveTo>
                      <a:pt x="60" y="419"/>
                    </a:moveTo>
                    <a:cubicBezTo>
                      <a:pt x="60" y="419"/>
                      <a:pt x="60" y="419"/>
                      <a:pt x="60" y="419"/>
                    </a:cubicBezTo>
                    <a:cubicBezTo>
                      <a:pt x="59" y="419"/>
                      <a:pt x="58" y="418"/>
                      <a:pt x="59" y="417"/>
                    </a:cubicBezTo>
                    <a:cubicBezTo>
                      <a:pt x="59" y="414"/>
                      <a:pt x="60" y="411"/>
                      <a:pt x="60" y="409"/>
                    </a:cubicBezTo>
                    <a:cubicBezTo>
                      <a:pt x="60" y="408"/>
                      <a:pt x="61" y="407"/>
                      <a:pt x="62" y="407"/>
                    </a:cubicBezTo>
                    <a:cubicBezTo>
                      <a:pt x="63" y="407"/>
                      <a:pt x="64" y="408"/>
                      <a:pt x="64" y="409"/>
                    </a:cubicBezTo>
                    <a:cubicBezTo>
                      <a:pt x="63" y="412"/>
                      <a:pt x="63" y="415"/>
                      <a:pt x="62" y="417"/>
                    </a:cubicBezTo>
                    <a:cubicBezTo>
                      <a:pt x="62" y="418"/>
                      <a:pt x="61" y="419"/>
                      <a:pt x="60" y="419"/>
                    </a:cubicBezTo>
                    <a:close/>
                    <a:moveTo>
                      <a:pt x="63" y="403"/>
                    </a:moveTo>
                    <a:cubicBezTo>
                      <a:pt x="63" y="403"/>
                      <a:pt x="63" y="403"/>
                      <a:pt x="63" y="403"/>
                    </a:cubicBezTo>
                    <a:cubicBezTo>
                      <a:pt x="62" y="403"/>
                      <a:pt x="61" y="402"/>
                      <a:pt x="61" y="401"/>
                    </a:cubicBezTo>
                    <a:cubicBezTo>
                      <a:pt x="62" y="398"/>
                      <a:pt x="62" y="396"/>
                      <a:pt x="63" y="393"/>
                    </a:cubicBezTo>
                    <a:cubicBezTo>
                      <a:pt x="63" y="392"/>
                      <a:pt x="64" y="391"/>
                      <a:pt x="65" y="391"/>
                    </a:cubicBezTo>
                    <a:cubicBezTo>
                      <a:pt x="66" y="391"/>
                      <a:pt x="67" y="392"/>
                      <a:pt x="67" y="394"/>
                    </a:cubicBezTo>
                    <a:cubicBezTo>
                      <a:pt x="66" y="396"/>
                      <a:pt x="66" y="399"/>
                      <a:pt x="65" y="402"/>
                    </a:cubicBezTo>
                    <a:cubicBezTo>
                      <a:pt x="65" y="403"/>
                      <a:pt x="64" y="403"/>
                      <a:pt x="63" y="403"/>
                    </a:cubicBezTo>
                    <a:close/>
                    <a:moveTo>
                      <a:pt x="66" y="387"/>
                    </a:moveTo>
                    <a:cubicBezTo>
                      <a:pt x="66" y="387"/>
                      <a:pt x="66" y="387"/>
                      <a:pt x="66" y="387"/>
                    </a:cubicBezTo>
                    <a:cubicBezTo>
                      <a:pt x="65" y="387"/>
                      <a:pt x="64" y="386"/>
                      <a:pt x="64" y="385"/>
                    </a:cubicBezTo>
                    <a:cubicBezTo>
                      <a:pt x="64" y="382"/>
                      <a:pt x="65" y="380"/>
                      <a:pt x="65" y="377"/>
                    </a:cubicBezTo>
                    <a:cubicBezTo>
                      <a:pt x="65" y="376"/>
                      <a:pt x="66" y="375"/>
                      <a:pt x="67" y="375"/>
                    </a:cubicBezTo>
                    <a:cubicBezTo>
                      <a:pt x="68" y="375"/>
                      <a:pt x="69" y="376"/>
                      <a:pt x="69" y="378"/>
                    </a:cubicBezTo>
                    <a:cubicBezTo>
                      <a:pt x="69" y="380"/>
                      <a:pt x="68" y="383"/>
                      <a:pt x="68" y="386"/>
                    </a:cubicBezTo>
                    <a:cubicBezTo>
                      <a:pt x="68" y="387"/>
                      <a:pt x="67" y="387"/>
                      <a:pt x="66" y="387"/>
                    </a:cubicBezTo>
                    <a:close/>
                    <a:moveTo>
                      <a:pt x="68" y="371"/>
                    </a:moveTo>
                    <a:cubicBezTo>
                      <a:pt x="68" y="371"/>
                      <a:pt x="68" y="371"/>
                      <a:pt x="68" y="371"/>
                    </a:cubicBezTo>
                    <a:cubicBezTo>
                      <a:pt x="67" y="371"/>
                      <a:pt x="66" y="370"/>
                      <a:pt x="66" y="369"/>
                    </a:cubicBezTo>
                    <a:cubicBezTo>
                      <a:pt x="67" y="366"/>
                      <a:pt x="67" y="364"/>
                      <a:pt x="67" y="361"/>
                    </a:cubicBezTo>
                    <a:cubicBezTo>
                      <a:pt x="67" y="360"/>
                      <a:pt x="68" y="359"/>
                      <a:pt x="69" y="359"/>
                    </a:cubicBezTo>
                    <a:cubicBezTo>
                      <a:pt x="70" y="359"/>
                      <a:pt x="71" y="360"/>
                      <a:pt x="71" y="362"/>
                    </a:cubicBezTo>
                    <a:cubicBezTo>
                      <a:pt x="71" y="364"/>
                      <a:pt x="70" y="367"/>
                      <a:pt x="70" y="370"/>
                    </a:cubicBezTo>
                    <a:cubicBezTo>
                      <a:pt x="70" y="371"/>
                      <a:pt x="69" y="371"/>
                      <a:pt x="68" y="371"/>
                    </a:cubicBezTo>
                    <a:close/>
                    <a:moveTo>
                      <a:pt x="70" y="355"/>
                    </a:moveTo>
                    <a:cubicBezTo>
                      <a:pt x="70" y="355"/>
                      <a:pt x="70" y="355"/>
                      <a:pt x="70" y="355"/>
                    </a:cubicBezTo>
                    <a:cubicBezTo>
                      <a:pt x="69" y="355"/>
                      <a:pt x="68" y="354"/>
                      <a:pt x="68" y="353"/>
                    </a:cubicBezTo>
                    <a:cubicBezTo>
                      <a:pt x="68" y="350"/>
                      <a:pt x="68" y="348"/>
                      <a:pt x="69" y="345"/>
                    </a:cubicBezTo>
                    <a:cubicBezTo>
                      <a:pt x="69" y="344"/>
                      <a:pt x="70" y="343"/>
                      <a:pt x="71" y="343"/>
                    </a:cubicBezTo>
                    <a:cubicBezTo>
                      <a:pt x="72" y="343"/>
                      <a:pt x="73" y="344"/>
                      <a:pt x="73" y="345"/>
                    </a:cubicBezTo>
                    <a:cubicBezTo>
                      <a:pt x="72" y="348"/>
                      <a:pt x="72" y="351"/>
                      <a:pt x="72" y="353"/>
                    </a:cubicBezTo>
                    <a:cubicBezTo>
                      <a:pt x="72" y="354"/>
                      <a:pt x="71" y="355"/>
                      <a:pt x="70" y="355"/>
                    </a:cubicBezTo>
                    <a:close/>
                    <a:moveTo>
                      <a:pt x="71" y="339"/>
                    </a:moveTo>
                    <a:cubicBezTo>
                      <a:pt x="71" y="339"/>
                      <a:pt x="71" y="339"/>
                      <a:pt x="71" y="339"/>
                    </a:cubicBezTo>
                    <a:cubicBezTo>
                      <a:pt x="70" y="339"/>
                      <a:pt x="69" y="338"/>
                      <a:pt x="69" y="337"/>
                    </a:cubicBezTo>
                    <a:cubicBezTo>
                      <a:pt x="70" y="334"/>
                      <a:pt x="70" y="332"/>
                      <a:pt x="70" y="329"/>
                    </a:cubicBezTo>
                    <a:cubicBezTo>
                      <a:pt x="70" y="328"/>
                      <a:pt x="71" y="327"/>
                      <a:pt x="72" y="327"/>
                    </a:cubicBezTo>
                    <a:cubicBezTo>
                      <a:pt x="73" y="327"/>
                      <a:pt x="74" y="328"/>
                      <a:pt x="74" y="329"/>
                    </a:cubicBezTo>
                    <a:cubicBezTo>
                      <a:pt x="74" y="332"/>
                      <a:pt x="73" y="335"/>
                      <a:pt x="73" y="337"/>
                    </a:cubicBezTo>
                    <a:cubicBezTo>
                      <a:pt x="73" y="338"/>
                      <a:pt x="72" y="339"/>
                      <a:pt x="71" y="339"/>
                    </a:cubicBezTo>
                    <a:close/>
                    <a:moveTo>
                      <a:pt x="72" y="323"/>
                    </a:moveTo>
                    <a:cubicBezTo>
                      <a:pt x="72" y="323"/>
                      <a:pt x="72" y="323"/>
                      <a:pt x="72" y="323"/>
                    </a:cubicBezTo>
                    <a:cubicBezTo>
                      <a:pt x="71" y="323"/>
                      <a:pt x="70" y="322"/>
                      <a:pt x="70" y="321"/>
                    </a:cubicBezTo>
                    <a:cubicBezTo>
                      <a:pt x="70" y="318"/>
                      <a:pt x="71" y="316"/>
                      <a:pt x="71" y="313"/>
                    </a:cubicBezTo>
                    <a:cubicBezTo>
                      <a:pt x="71" y="312"/>
                      <a:pt x="72" y="311"/>
                      <a:pt x="73" y="311"/>
                    </a:cubicBezTo>
                    <a:cubicBezTo>
                      <a:pt x="74" y="311"/>
                      <a:pt x="75" y="312"/>
                      <a:pt x="75" y="313"/>
                    </a:cubicBezTo>
                    <a:cubicBezTo>
                      <a:pt x="74" y="316"/>
                      <a:pt x="74" y="319"/>
                      <a:pt x="74" y="321"/>
                    </a:cubicBezTo>
                    <a:cubicBezTo>
                      <a:pt x="74" y="322"/>
                      <a:pt x="73" y="323"/>
                      <a:pt x="72" y="323"/>
                    </a:cubicBezTo>
                    <a:close/>
                    <a:moveTo>
                      <a:pt x="73" y="307"/>
                    </a:moveTo>
                    <a:cubicBezTo>
                      <a:pt x="73" y="307"/>
                      <a:pt x="73" y="307"/>
                      <a:pt x="73" y="307"/>
                    </a:cubicBezTo>
                    <a:cubicBezTo>
                      <a:pt x="72" y="307"/>
                      <a:pt x="71" y="306"/>
                      <a:pt x="71" y="305"/>
                    </a:cubicBezTo>
                    <a:cubicBezTo>
                      <a:pt x="71" y="302"/>
                      <a:pt x="71" y="300"/>
                      <a:pt x="71" y="297"/>
                    </a:cubicBezTo>
                    <a:cubicBezTo>
                      <a:pt x="71" y="296"/>
                      <a:pt x="72" y="295"/>
                      <a:pt x="73" y="295"/>
                    </a:cubicBezTo>
                    <a:cubicBezTo>
                      <a:pt x="74" y="295"/>
                      <a:pt x="75" y="296"/>
                      <a:pt x="75" y="297"/>
                    </a:cubicBezTo>
                    <a:cubicBezTo>
                      <a:pt x="75" y="300"/>
                      <a:pt x="75" y="302"/>
                      <a:pt x="75" y="305"/>
                    </a:cubicBezTo>
                    <a:cubicBezTo>
                      <a:pt x="75" y="306"/>
                      <a:pt x="74" y="307"/>
                      <a:pt x="73" y="307"/>
                    </a:cubicBezTo>
                    <a:close/>
                    <a:moveTo>
                      <a:pt x="73" y="291"/>
                    </a:moveTo>
                    <a:cubicBezTo>
                      <a:pt x="72" y="291"/>
                      <a:pt x="71" y="290"/>
                      <a:pt x="71" y="289"/>
                    </a:cubicBezTo>
                    <a:cubicBezTo>
                      <a:pt x="71" y="286"/>
                      <a:pt x="71" y="283"/>
                      <a:pt x="71" y="281"/>
                    </a:cubicBezTo>
                    <a:cubicBezTo>
                      <a:pt x="71" y="280"/>
                      <a:pt x="72" y="279"/>
                      <a:pt x="73" y="279"/>
                    </a:cubicBezTo>
                    <a:cubicBezTo>
                      <a:pt x="73" y="279"/>
                      <a:pt x="73" y="279"/>
                      <a:pt x="73" y="279"/>
                    </a:cubicBezTo>
                    <a:cubicBezTo>
                      <a:pt x="74" y="279"/>
                      <a:pt x="75" y="280"/>
                      <a:pt x="75" y="281"/>
                    </a:cubicBezTo>
                    <a:cubicBezTo>
                      <a:pt x="75" y="283"/>
                      <a:pt x="75" y="286"/>
                      <a:pt x="75" y="289"/>
                    </a:cubicBezTo>
                    <a:cubicBezTo>
                      <a:pt x="75" y="290"/>
                      <a:pt x="74" y="291"/>
                      <a:pt x="73" y="291"/>
                    </a:cubicBezTo>
                    <a:cubicBezTo>
                      <a:pt x="73" y="291"/>
                      <a:pt x="73" y="291"/>
                      <a:pt x="73" y="291"/>
                    </a:cubicBezTo>
                    <a:close/>
                    <a:moveTo>
                      <a:pt x="73" y="275"/>
                    </a:moveTo>
                    <a:cubicBezTo>
                      <a:pt x="72" y="275"/>
                      <a:pt x="71" y="274"/>
                      <a:pt x="71" y="273"/>
                    </a:cubicBezTo>
                    <a:cubicBezTo>
                      <a:pt x="71" y="270"/>
                      <a:pt x="71" y="267"/>
                      <a:pt x="71" y="265"/>
                    </a:cubicBezTo>
                    <a:cubicBezTo>
                      <a:pt x="70" y="264"/>
                      <a:pt x="71" y="263"/>
                      <a:pt x="72" y="263"/>
                    </a:cubicBezTo>
                    <a:cubicBezTo>
                      <a:pt x="73" y="263"/>
                      <a:pt x="74" y="264"/>
                      <a:pt x="74" y="265"/>
                    </a:cubicBezTo>
                    <a:cubicBezTo>
                      <a:pt x="75" y="267"/>
                      <a:pt x="75" y="270"/>
                      <a:pt x="75" y="273"/>
                    </a:cubicBezTo>
                    <a:cubicBezTo>
                      <a:pt x="75" y="274"/>
                      <a:pt x="74" y="275"/>
                      <a:pt x="73" y="275"/>
                    </a:cubicBezTo>
                    <a:cubicBezTo>
                      <a:pt x="73" y="275"/>
                      <a:pt x="73" y="275"/>
                      <a:pt x="73" y="275"/>
                    </a:cubicBezTo>
                    <a:close/>
                    <a:moveTo>
                      <a:pt x="72" y="259"/>
                    </a:moveTo>
                    <a:cubicBezTo>
                      <a:pt x="71" y="259"/>
                      <a:pt x="70" y="258"/>
                      <a:pt x="70" y="257"/>
                    </a:cubicBezTo>
                    <a:cubicBezTo>
                      <a:pt x="70" y="254"/>
                      <a:pt x="70" y="251"/>
                      <a:pt x="70" y="249"/>
                    </a:cubicBezTo>
                    <a:cubicBezTo>
                      <a:pt x="70" y="248"/>
                      <a:pt x="70" y="247"/>
                      <a:pt x="72" y="247"/>
                    </a:cubicBezTo>
                    <a:cubicBezTo>
                      <a:pt x="73" y="247"/>
                      <a:pt x="74" y="247"/>
                      <a:pt x="74" y="249"/>
                    </a:cubicBezTo>
                    <a:cubicBezTo>
                      <a:pt x="74" y="251"/>
                      <a:pt x="74" y="254"/>
                      <a:pt x="74" y="257"/>
                    </a:cubicBezTo>
                    <a:cubicBezTo>
                      <a:pt x="74" y="258"/>
                      <a:pt x="73" y="259"/>
                      <a:pt x="72" y="259"/>
                    </a:cubicBezTo>
                    <a:cubicBezTo>
                      <a:pt x="72" y="259"/>
                      <a:pt x="72" y="259"/>
                      <a:pt x="72" y="259"/>
                    </a:cubicBezTo>
                    <a:close/>
                    <a:moveTo>
                      <a:pt x="71" y="243"/>
                    </a:moveTo>
                    <a:cubicBezTo>
                      <a:pt x="70" y="243"/>
                      <a:pt x="69" y="242"/>
                      <a:pt x="69" y="241"/>
                    </a:cubicBezTo>
                    <a:cubicBezTo>
                      <a:pt x="69" y="238"/>
                      <a:pt x="69" y="235"/>
                      <a:pt x="69" y="233"/>
                    </a:cubicBezTo>
                    <a:cubicBezTo>
                      <a:pt x="68" y="232"/>
                      <a:pt x="69" y="231"/>
                      <a:pt x="70" y="231"/>
                    </a:cubicBezTo>
                    <a:cubicBezTo>
                      <a:pt x="71" y="231"/>
                      <a:pt x="72" y="231"/>
                      <a:pt x="72" y="232"/>
                    </a:cubicBezTo>
                    <a:cubicBezTo>
                      <a:pt x="73" y="235"/>
                      <a:pt x="73" y="238"/>
                      <a:pt x="73" y="241"/>
                    </a:cubicBezTo>
                    <a:cubicBezTo>
                      <a:pt x="73" y="242"/>
                      <a:pt x="72" y="243"/>
                      <a:pt x="71" y="243"/>
                    </a:cubicBezTo>
                    <a:cubicBezTo>
                      <a:pt x="71" y="243"/>
                      <a:pt x="71" y="243"/>
                      <a:pt x="71" y="243"/>
                    </a:cubicBezTo>
                    <a:close/>
                    <a:moveTo>
                      <a:pt x="70" y="227"/>
                    </a:moveTo>
                    <a:cubicBezTo>
                      <a:pt x="69" y="227"/>
                      <a:pt x="68" y="226"/>
                      <a:pt x="68" y="225"/>
                    </a:cubicBezTo>
                    <a:cubicBezTo>
                      <a:pt x="67" y="222"/>
                      <a:pt x="67" y="220"/>
                      <a:pt x="67" y="217"/>
                    </a:cubicBezTo>
                    <a:cubicBezTo>
                      <a:pt x="67" y="216"/>
                      <a:pt x="68" y="215"/>
                      <a:pt x="69" y="215"/>
                    </a:cubicBezTo>
                    <a:cubicBezTo>
                      <a:pt x="70" y="215"/>
                      <a:pt x="71" y="215"/>
                      <a:pt x="71" y="216"/>
                    </a:cubicBezTo>
                    <a:cubicBezTo>
                      <a:pt x="71" y="219"/>
                      <a:pt x="71" y="222"/>
                      <a:pt x="72" y="224"/>
                    </a:cubicBezTo>
                    <a:cubicBezTo>
                      <a:pt x="72" y="226"/>
                      <a:pt x="71" y="227"/>
                      <a:pt x="70" y="227"/>
                    </a:cubicBezTo>
                    <a:cubicBezTo>
                      <a:pt x="70" y="227"/>
                      <a:pt x="70" y="227"/>
                      <a:pt x="70" y="227"/>
                    </a:cubicBezTo>
                    <a:close/>
                    <a:moveTo>
                      <a:pt x="68" y="211"/>
                    </a:moveTo>
                    <a:cubicBezTo>
                      <a:pt x="67" y="211"/>
                      <a:pt x="66" y="210"/>
                      <a:pt x="66" y="209"/>
                    </a:cubicBezTo>
                    <a:cubicBezTo>
                      <a:pt x="66" y="206"/>
                      <a:pt x="65" y="204"/>
                      <a:pt x="65" y="201"/>
                    </a:cubicBezTo>
                    <a:cubicBezTo>
                      <a:pt x="65" y="200"/>
                      <a:pt x="65" y="199"/>
                      <a:pt x="67" y="199"/>
                    </a:cubicBezTo>
                    <a:cubicBezTo>
                      <a:pt x="68" y="199"/>
                      <a:pt x="69" y="199"/>
                      <a:pt x="69" y="200"/>
                    </a:cubicBezTo>
                    <a:cubicBezTo>
                      <a:pt x="69" y="203"/>
                      <a:pt x="70" y="206"/>
                      <a:pt x="70" y="208"/>
                    </a:cubicBezTo>
                    <a:cubicBezTo>
                      <a:pt x="70" y="210"/>
                      <a:pt x="69" y="211"/>
                      <a:pt x="68" y="211"/>
                    </a:cubicBezTo>
                    <a:cubicBezTo>
                      <a:pt x="68" y="211"/>
                      <a:pt x="68" y="211"/>
                      <a:pt x="68" y="211"/>
                    </a:cubicBezTo>
                    <a:close/>
                    <a:moveTo>
                      <a:pt x="66" y="195"/>
                    </a:moveTo>
                    <a:cubicBezTo>
                      <a:pt x="65" y="195"/>
                      <a:pt x="64" y="194"/>
                      <a:pt x="64" y="193"/>
                    </a:cubicBezTo>
                    <a:cubicBezTo>
                      <a:pt x="63" y="190"/>
                      <a:pt x="63" y="188"/>
                      <a:pt x="62" y="185"/>
                    </a:cubicBezTo>
                    <a:cubicBezTo>
                      <a:pt x="62" y="184"/>
                      <a:pt x="63" y="183"/>
                      <a:pt x="64" y="183"/>
                    </a:cubicBezTo>
                    <a:cubicBezTo>
                      <a:pt x="65" y="183"/>
                      <a:pt x="66" y="183"/>
                      <a:pt x="66" y="184"/>
                    </a:cubicBezTo>
                    <a:cubicBezTo>
                      <a:pt x="67" y="187"/>
                      <a:pt x="67" y="190"/>
                      <a:pt x="68" y="192"/>
                    </a:cubicBezTo>
                    <a:cubicBezTo>
                      <a:pt x="68" y="194"/>
                      <a:pt x="67" y="195"/>
                      <a:pt x="66" y="195"/>
                    </a:cubicBezTo>
                    <a:cubicBezTo>
                      <a:pt x="66" y="195"/>
                      <a:pt x="66" y="195"/>
                      <a:pt x="66" y="195"/>
                    </a:cubicBezTo>
                    <a:close/>
                    <a:moveTo>
                      <a:pt x="63" y="179"/>
                    </a:moveTo>
                    <a:cubicBezTo>
                      <a:pt x="62" y="179"/>
                      <a:pt x="61" y="178"/>
                      <a:pt x="61" y="177"/>
                    </a:cubicBezTo>
                    <a:cubicBezTo>
                      <a:pt x="61" y="175"/>
                      <a:pt x="60" y="172"/>
                      <a:pt x="60" y="169"/>
                    </a:cubicBezTo>
                    <a:cubicBezTo>
                      <a:pt x="59" y="168"/>
                      <a:pt x="60" y="167"/>
                      <a:pt x="61" y="167"/>
                    </a:cubicBezTo>
                    <a:cubicBezTo>
                      <a:pt x="62" y="167"/>
                      <a:pt x="63" y="168"/>
                      <a:pt x="64" y="169"/>
                    </a:cubicBezTo>
                    <a:cubicBezTo>
                      <a:pt x="64" y="171"/>
                      <a:pt x="65" y="174"/>
                      <a:pt x="65" y="177"/>
                    </a:cubicBezTo>
                    <a:cubicBezTo>
                      <a:pt x="65" y="178"/>
                      <a:pt x="65" y="179"/>
                      <a:pt x="63" y="179"/>
                    </a:cubicBezTo>
                    <a:cubicBezTo>
                      <a:pt x="63" y="179"/>
                      <a:pt x="63" y="179"/>
                      <a:pt x="63" y="179"/>
                    </a:cubicBezTo>
                    <a:close/>
                    <a:moveTo>
                      <a:pt x="60" y="163"/>
                    </a:moveTo>
                    <a:cubicBezTo>
                      <a:pt x="59" y="163"/>
                      <a:pt x="58" y="162"/>
                      <a:pt x="58" y="161"/>
                    </a:cubicBezTo>
                    <a:cubicBezTo>
                      <a:pt x="58" y="159"/>
                      <a:pt x="57" y="156"/>
                      <a:pt x="56" y="154"/>
                    </a:cubicBezTo>
                    <a:cubicBezTo>
                      <a:pt x="56" y="153"/>
                      <a:pt x="57" y="151"/>
                      <a:pt x="58" y="151"/>
                    </a:cubicBezTo>
                    <a:cubicBezTo>
                      <a:pt x="59" y="151"/>
                      <a:pt x="60" y="152"/>
                      <a:pt x="60" y="153"/>
                    </a:cubicBezTo>
                    <a:cubicBezTo>
                      <a:pt x="61" y="155"/>
                      <a:pt x="62" y="158"/>
                      <a:pt x="62" y="161"/>
                    </a:cubicBezTo>
                    <a:cubicBezTo>
                      <a:pt x="62" y="162"/>
                      <a:pt x="62" y="163"/>
                      <a:pt x="60" y="163"/>
                    </a:cubicBezTo>
                    <a:cubicBezTo>
                      <a:pt x="60" y="163"/>
                      <a:pt x="60" y="163"/>
                      <a:pt x="60" y="163"/>
                    </a:cubicBezTo>
                    <a:close/>
                    <a:moveTo>
                      <a:pt x="57" y="147"/>
                    </a:moveTo>
                    <a:cubicBezTo>
                      <a:pt x="56" y="147"/>
                      <a:pt x="55" y="147"/>
                      <a:pt x="55" y="146"/>
                    </a:cubicBezTo>
                    <a:cubicBezTo>
                      <a:pt x="54" y="143"/>
                      <a:pt x="54" y="141"/>
                      <a:pt x="53" y="138"/>
                    </a:cubicBezTo>
                    <a:cubicBezTo>
                      <a:pt x="53" y="137"/>
                      <a:pt x="53" y="136"/>
                      <a:pt x="54" y="136"/>
                    </a:cubicBezTo>
                    <a:cubicBezTo>
                      <a:pt x="55" y="135"/>
                      <a:pt x="57" y="136"/>
                      <a:pt x="57" y="137"/>
                    </a:cubicBezTo>
                    <a:cubicBezTo>
                      <a:pt x="57" y="140"/>
                      <a:pt x="58" y="142"/>
                      <a:pt x="59" y="145"/>
                    </a:cubicBezTo>
                    <a:cubicBezTo>
                      <a:pt x="59" y="146"/>
                      <a:pt x="58" y="147"/>
                      <a:pt x="57" y="147"/>
                    </a:cubicBezTo>
                    <a:cubicBezTo>
                      <a:pt x="57" y="147"/>
                      <a:pt x="57" y="147"/>
                      <a:pt x="57" y="147"/>
                    </a:cubicBezTo>
                    <a:close/>
                    <a:moveTo>
                      <a:pt x="53" y="132"/>
                    </a:moveTo>
                    <a:cubicBezTo>
                      <a:pt x="52" y="132"/>
                      <a:pt x="51" y="131"/>
                      <a:pt x="51" y="130"/>
                    </a:cubicBezTo>
                    <a:cubicBezTo>
                      <a:pt x="50" y="128"/>
                      <a:pt x="50" y="125"/>
                      <a:pt x="49" y="122"/>
                    </a:cubicBezTo>
                    <a:cubicBezTo>
                      <a:pt x="49" y="121"/>
                      <a:pt x="49" y="120"/>
                      <a:pt x="50" y="120"/>
                    </a:cubicBezTo>
                    <a:cubicBezTo>
                      <a:pt x="51" y="120"/>
                      <a:pt x="52" y="120"/>
                      <a:pt x="53" y="121"/>
                    </a:cubicBezTo>
                    <a:cubicBezTo>
                      <a:pt x="53" y="124"/>
                      <a:pt x="54" y="127"/>
                      <a:pt x="55" y="129"/>
                    </a:cubicBezTo>
                    <a:cubicBezTo>
                      <a:pt x="55" y="130"/>
                      <a:pt x="54" y="131"/>
                      <a:pt x="53" y="132"/>
                    </a:cubicBezTo>
                    <a:cubicBezTo>
                      <a:pt x="53" y="132"/>
                      <a:pt x="53" y="132"/>
                      <a:pt x="53" y="132"/>
                    </a:cubicBezTo>
                    <a:close/>
                    <a:moveTo>
                      <a:pt x="49" y="116"/>
                    </a:moveTo>
                    <a:cubicBezTo>
                      <a:pt x="48" y="116"/>
                      <a:pt x="47" y="116"/>
                      <a:pt x="47" y="115"/>
                    </a:cubicBezTo>
                    <a:cubicBezTo>
                      <a:pt x="46" y="112"/>
                      <a:pt x="45" y="110"/>
                      <a:pt x="45" y="107"/>
                    </a:cubicBezTo>
                    <a:cubicBezTo>
                      <a:pt x="44" y="106"/>
                      <a:pt x="45" y="105"/>
                      <a:pt x="46" y="105"/>
                    </a:cubicBezTo>
                    <a:cubicBezTo>
                      <a:pt x="47" y="104"/>
                      <a:pt x="48" y="105"/>
                      <a:pt x="48" y="106"/>
                    </a:cubicBezTo>
                    <a:cubicBezTo>
                      <a:pt x="49" y="108"/>
                      <a:pt x="50" y="111"/>
                      <a:pt x="51" y="114"/>
                    </a:cubicBezTo>
                    <a:cubicBezTo>
                      <a:pt x="51" y="115"/>
                      <a:pt x="50" y="116"/>
                      <a:pt x="49" y="116"/>
                    </a:cubicBezTo>
                    <a:cubicBezTo>
                      <a:pt x="49" y="116"/>
                      <a:pt x="49" y="116"/>
                      <a:pt x="49" y="116"/>
                    </a:cubicBezTo>
                    <a:close/>
                    <a:moveTo>
                      <a:pt x="44" y="101"/>
                    </a:moveTo>
                    <a:cubicBezTo>
                      <a:pt x="43" y="101"/>
                      <a:pt x="43" y="100"/>
                      <a:pt x="42" y="99"/>
                    </a:cubicBezTo>
                    <a:cubicBezTo>
                      <a:pt x="41" y="97"/>
                      <a:pt x="41" y="94"/>
                      <a:pt x="40" y="92"/>
                    </a:cubicBezTo>
                    <a:cubicBezTo>
                      <a:pt x="39" y="91"/>
                      <a:pt x="40" y="90"/>
                      <a:pt x="41" y="89"/>
                    </a:cubicBezTo>
                    <a:cubicBezTo>
                      <a:pt x="42" y="89"/>
                      <a:pt x="43" y="89"/>
                      <a:pt x="44" y="91"/>
                    </a:cubicBezTo>
                    <a:cubicBezTo>
                      <a:pt x="44" y="93"/>
                      <a:pt x="45" y="96"/>
                      <a:pt x="46" y="98"/>
                    </a:cubicBezTo>
                    <a:cubicBezTo>
                      <a:pt x="46" y="99"/>
                      <a:pt x="46" y="100"/>
                      <a:pt x="45" y="101"/>
                    </a:cubicBezTo>
                    <a:cubicBezTo>
                      <a:pt x="45" y="101"/>
                      <a:pt x="44" y="101"/>
                      <a:pt x="44" y="101"/>
                    </a:cubicBezTo>
                    <a:close/>
                    <a:moveTo>
                      <a:pt x="39" y="85"/>
                    </a:moveTo>
                    <a:cubicBezTo>
                      <a:pt x="38" y="85"/>
                      <a:pt x="38" y="85"/>
                      <a:pt x="37" y="84"/>
                    </a:cubicBezTo>
                    <a:cubicBezTo>
                      <a:pt x="36" y="82"/>
                      <a:pt x="36" y="79"/>
                      <a:pt x="35" y="77"/>
                    </a:cubicBezTo>
                    <a:cubicBezTo>
                      <a:pt x="34" y="75"/>
                      <a:pt x="35" y="74"/>
                      <a:pt x="36" y="74"/>
                    </a:cubicBezTo>
                    <a:cubicBezTo>
                      <a:pt x="37" y="74"/>
                      <a:pt x="38" y="74"/>
                      <a:pt x="38" y="75"/>
                    </a:cubicBezTo>
                    <a:cubicBezTo>
                      <a:pt x="39" y="78"/>
                      <a:pt x="40" y="80"/>
                      <a:pt x="41" y="83"/>
                    </a:cubicBezTo>
                    <a:cubicBezTo>
                      <a:pt x="41" y="84"/>
                      <a:pt x="41" y="85"/>
                      <a:pt x="40" y="85"/>
                    </a:cubicBezTo>
                    <a:cubicBezTo>
                      <a:pt x="40" y="85"/>
                      <a:pt x="39" y="85"/>
                      <a:pt x="39" y="85"/>
                    </a:cubicBezTo>
                    <a:close/>
                    <a:moveTo>
                      <a:pt x="34" y="70"/>
                    </a:moveTo>
                    <a:cubicBezTo>
                      <a:pt x="33" y="70"/>
                      <a:pt x="32" y="70"/>
                      <a:pt x="32" y="69"/>
                    </a:cubicBezTo>
                    <a:cubicBezTo>
                      <a:pt x="31" y="66"/>
                      <a:pt x="30" y="64"/>
                      <a:pt x="29" y="61"/>
                    </a:cubicBezTo>
                    <a:cubicBezTo>
                      <a:pt x="29" y="60"/>
                      <a:pt x="29" y="59"/>
                      <a:pt x="30" y="59"/>
                    </a:cubicBezTo>
                    <a:cubicBezTo>
                      <a:pt x="31" y="59"/>
                      <a:pt x="32" y="59"/>
                      <a:pt x="33" y="60"/>
                    </a:cubicBezTo>
                    <a:cubicBezTo>
                      <a:pt x="34" y="63"/>
                      <a:pt x="35" y="65"/>
                      <a:pt x="36" y="68"/>
                    </a:cubicBezTo>
                    <a:cubicBezTo>
                      <a:pt x="36" y="69"/>
                      <a:pt x="36" y="70"/>
                      <a:pt x="35" y="70"/>
                    </a:cubicBezTo>
                    <a:cubicBezTo>
                      <a:pt x="34" y="70"/>
                      <a:pt x="34" y="70"/>
                      <a:pt x="34" y="70"/>
                    </a:cubicBezTo>
                    <a:close/>
                    <a:moveTo>
                      <a:pt x="28" y="55"/>
                    </a:moveTo>
                    <a:cubicBezTo>
                      <a:pt x="27" y="55"/>
                      <a:pt x="27" y="55"/>
                      <a:pt x="26" y="54"/>
                    </a:cubicBezTo>
                    <a:cubicBezTo>
                      <a:pt x="25" y="52"/>
                      <a:pt x="24" y="49"/>
                      <a:pt x="23" y="47"/>
                    </a:cubicBezTo>
                    <a:cubicBezTo>
                      <a:pt x="23" y="46"/>
                      <a:pt x="23" y="44"/>
                      <a:pt x="24" y="44"/>
                    </a:cubicBezTo>
                    <a:cubicBezTo>
                      <a:pt x="25" y="44"/>
                      <a:pt x="27" y="44"/>
                      <a:pt x="27" y="45"/>
                    </a:cubicBezTo>
                    <a:cubicBezTo>
                      <a:pt x="28" y="48"/>
                      <a:pt x="29" y="50"/>
                      <a:pt x="30" y="53"/>
                    </a:cubicBezTo>
                    <a:cubicBezTo>
                      <a:pt x="30" y="54"/>
                      <a:pt x="30" y="55"/>
                      <a:pt x="29" y="55"/>
                    </a:cubicBezTo>
                    <a:cubicBezTo>
                      <a:pt x="29" y="55"/>
                      <a:pt x="28" y="55"/>
                      <a:pt x="28" y="55"/>
                    </a:cubicBezTo>
                    <a:close/>
                    <a:moveTo>
                      <a:pt x="22" y="40"/>
                    </a:moveTo>
                    <a:cubicBezTo>
                      <a:pt x="21" y="40"/>
                      <a:pt x="20" y="40"/>
                      <a:pt x="20" y="39"/>
                    </a:cubicBezTo>
                    <a:cubicBezTo>
                      <a:pt x="19" y="37"/>
                      <a:pt x="18" y="34"/>
                      <a:pt x="17" y="32"/>
                    </a:cubicBezTo>
                    <a:cubicBezTo>
                      <a:pt x="17" y="31"/>
                      <a:pt x="17" y="30"/>
                      <a:pt x="18" y="29"/>
                    </a:cubicBezTo>
                    <a:cubicBezTo>
                      <a:pt x="19" y="29"/>
                      <a:pt x="20" y="29"/>
                      <a:pt x="21" y="30"/>
                    </a:cubicBezTo>
                    <a:cubicBezTo>
                      <a:pt x="22" y="33"/>
                      <a:pt x="23" y="35"/>
                      <a:pt x="24" y="38"/>
                    </a:cubicBezTo>
                    <a:cubicBezTo>
                      <a:pt x="24" y="39"/>
                      <a:pt x="24" y="40"/>
                      <a:pt x="23" y="40"/>
                    </a:cubicBezTo>
                    <a:cubicBezTo>
                      <a:pt x="23" y="40"/>
                      <a:pt x="22" y="40"/>
                      <a:pt x="22" y="40"/>
                    </a:cubicBezTo>
                    <a:close/>
                    <a:moveTo>
                      <a:pt x="16" y="26"/>
                    </a:moveTo>
                    <a:cubicBezTo>
                      <a:pt x="15" y="26"/>
                      <a:pt x="14" y="25"/>
                      <a:pt x="14" y="24"/>
                    </a:cubicBezTo>
                    <a:cubicBezTo>
                      <a:pt x="13" y="22"/>
                      <a:pt x="11" y="20"/>
                      <a:pt x="10" y="17"/>
                    </a:cubicBezTo>
                    <a:cubicBezTo>
                      <a:pt x="10" y="16"/>
                      <a:pt x="10" y="15"/>
                      <a:pt x="11" y="15"/>
                    </a:cubicBezTo>
                    <a:cubicBezTo>
                      <a:pt x="12" y="14"/>
                      <a:pt x="13" y="15"/>
                      <a:pt x="14" y="16"/>
                    </a:cubicBezTo>
                    <a:cubicBezTo>
                      <a:pt x="15" y="18"/>
                      <a:pt x="16" y="20"/>
                      <a:pt x="17" y="23"/>
                    </a:cubicBezTo>
                    <a:cubicBezTo>
                      <a:pt x="18" y="24"/>
                      <a:pt x="17" y="25"/>
                      <a:pt x="16" y="25"/>
                    </a:cubicBezTo>
                    <a:cubicBezTo>
                      <a:pt x="16" y="26"/>
                      <a:pt x="16" y="26"/>
                      <a:pt x="16" y="26"/>
                    </a:cubicBezTo>
                    <a:close/>
                    <a:moveTo>
                      <a:pt x="9" y="11"/>
                    </a:moveTo>
                    <a:cubicBezTo>
                      <a:pt x="8" y="11"/>
                      <a:pt x="7" y="11"/>
                      <a:pt x="7" y="10"/>
                    </a:cubicBezTo>
                    <a:cubicBezTo>
                      <a:pt x="6" y="8"/>
                      <a:pt x="5" y="5"/>
                      <a:pt x="3" y="3"/>
                    </a:cubicBezTo>
                    <a:cubicBezTo>
                      <a:pt x="3" y="2"/>
                      <a:pt x="3" y="1"/>
                      <a:pt x="4" y="0"/>
                    </a:cubicBezTo>
                    <a:cubicBezTo>
                      <a:pt x="5" y="0"/>
                      <a:pt x="6" y="0"/>
                      <a:pt x="7" y="1"/>
                    </a:cubicBezTo>
                    <a:cubicBezTo>
                      <a:pt x="8" y="3"/>
                      <a:pt x="9" y="6"/>
                      <a:pt x="10" y="8"/>
                    </a:cubicBezTo>
                    <a:cubicBezTo>
                      <a:pt x="11" y="9"/>
                      <a:pt x="11" y="10"/>
                      <a:pt x="10" y="11"/>
                    </a:cubicBezTo>
                    <a:cubicBezTo>
                      <a:pt x="9" y="11"/>
                      <a:pt x="9" y="11"/>
                      <a:pt x="9" y="11"/>
                    </a:cubicBezTo>
                    <a:close/>
                  </a:path>
                </a:pathLst>
              </a:custGeom>
              <a:solidFill>
                <a:schemeClr val="accent1">
                  <a:alpha val="40000"/>
                </a:schemeClr>
              </a:soli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16" id="16"/>
              <p:cNvSpPr/>
              <p:nvPr/>
            </p:nvSpPr>
            <p:spPr>
              <a:xfrm>
                <a:off x="5435131" y="4730750"/>
                <a:ext cx="26988" cy="30163"/>
              </a:xfrm>
              <a:custGeom>
                <a:avLst/>
                <a:gdLst/>
                <a:ahLst/>
                <a:cxnLst/>
                <a:rect r="r" b="b" t="t" l="l"/>
                <a:pathLst>
                  <a:path w="7" h="8" stroke="true" fill="norm" extrusionOk="true">
                    <a:moveTo>
                      <a:pt x="3" y="8"/>
                    </a:moveTo>
                    <a:cubicBezTo>
                      <a:pt x="2" y="8"/>
                      <a:pt x="2" y="8"/>
                      <a:pt x="2" y="7"/>
                    </a:cubicBezTo>
                    <a:cubicBezTo>
                      <a:pt x="1" y="7"/>
                      <a:pt x="0" y="6"/>
                      <a:pt x="1" y="5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0"/>
                      <a:pt x="4" y="0"/>
                      <a:pt x="5" y="0"/>
                    </a:cubicBezTo>
                    <a:cubicBezTo>
                      <a:pt x="6" y="1"/>
                      <a:pt x="7" y="2"/>
                      <a:pt x="6" y="3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4" y="7"/>
                      <a:pt x="3" y="8"/>
                      <a:pt x="3" y="8"/>
                    </a:cubicBezTo>
                    <a:close/>
                  </a:path>
                </a:pathLst>
              </a:custGeom>
              <a:grpFill/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>
              <a:off x="2339333" y="1857478"/>
              <a:ext cx="1744450" cy="231468"/>
              <a:chOff x="2169644" y="1168400"/>
              <a:chExt cx="2297113" cy="304800"/>
            </a:xfrm>
            <a:solidFill>
              <a:srgbClr val="FFFFFF">
                <a:alpha val="40000"/>
              </a:srgbClr>
            </a:solidFill>
          </p:grpSpPr>
          <p:sp>
            <p:nvSpPr>
              <p:cNvPr name="Freeform 18" id="18"/>
              <p:cNvSpPr/>
              <p:nvPr/>
            </p:nvSpPr>
            <p:spPr>
              <a:xfrm>
                <a:off x="2169644" y="1435100"/>
                <a:ext cx="30163" cy="26988"/>
              </a:xfrm>
              <a:custGeom>
                <a:avLst/>
                <a:gdLst/>
                <a:ahLst/>
                <a:cxnLst/>
                <a:rect r="r" b="b" t="t" l="l"/>
                <a:pathLst>
                  <a:path w="8" h="7" stroke="true" fill="norm" extrusionOk="true">
                    <a:moveTo>
                      <a:pt x="2" y="7"/>
                    </a:moveTo>
                    <a:cubicBezTo>
                      <a:pt x="1" y="7"/>
                      <a:pt x="0" y="6"/>
                      <a:pt x="0" y="5"/>
                    </a:cubicBezTo>
                    <a:cubicBezTo>
                      <a:pt x="0" y="4"/>
                      <a:pt x="0" y="3"/>
                      <a:pt x="1" y="3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0"/>
                      <a:pt x="7" y="1"/>
                      <a:pt x="7" y="2"/>
                    </a:cubicBezTo>
                    <a:cubicBezTo>
                      <a:pt x="8" y="3"/>
                      <a:pt x="7" y="4"/>
                      <a:pt x="6" y="4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3" y="6"/>
                      <a:pt x="2" y="7"/>
                      <a:pt x="2" y="7"/>
                    </a:cubicBezTo>
                    <a:close/>
                  </a:path>
                </a:pathLst>
              </a:custGeom>
              <a:grpFill/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19" id="19"/>
              <p:cNvSpPr/>
              <p:nvPr/>
            </p:nvSpPr>
            <p:spPr>
              <a:xfrm>
                <a:off x="2207744" y="1168400"/>
                <a:ext cx="2216150" cy="282575"/>
              </a:xfrm>
              <a:custGeom>
                <a:avLst/>
                <a:gdLst/>
                <a:ahLst/>
                <a:cxnLst/>
                <a:rect r="r" b="b" t="t" l="l"/>
                <a:pathLst>
                  <a:path w="588" h="75" stroke="true" fill="norm" extrusionOk="true">
                    <a:moveTo>
                      <a:pt x="586" y="75"/>
                    </a:moveTo>
                    <a:cubicBezTo>
                      <a:pt x="585" y="75"/>
                      <a:pt x="585" y="75"/>
                      <a:pt x="585" y="75"/>
                    </a:cubicBezTo>
                    <a:cubicBezTo>
                      <a:pt x="582" y="74"/>
                      <a:pt x="580" y="73"/>
                      <a:pt x="578" y="71"/>
                    </a:cubicBezTo>
                    <a:cubicBezTo>
                      <a:pt x="577" y="71"/>
                      <a:pt x="576" y="70"/>
                      <a:pt x="577" y="69"/>
                    </a:cubicBezTo>
                    <a:cubicBezTo>
                      <a:pt x="577" y="68"/>
                      <a:pt x="578" y="67"/>
                      <a:pt x="579" y="68"/>
                    </a:cubicBezTo>
                    <a:cubicBezTo>
                      <a:pt x="582" y="69"/>
                      <a:pt x="584" y="70"/>
                      <a:pt x="587" y="71"/>
                    </a:cubicBezTo>
                    <a:cubicBezTo>
                      <a:pt x="588" y="72"/>
                      <a:pt x="588" y="73"/>
                      <a:pt x="587" y="74"/>
                    </a:cubicBezTo>
                    <a:cubicBezTo>
                      <a:pt x="587" y="75"/>
                      <a:pt x="586" y="75"/>
                      <a:pt x="586" y="75"/>
                    </a:cubicBezTo>
                    <a:close/>
                    <a:moveTo>
                      <a:pt x="3" y="72"/>
                    </a:moveTo>
                    <a:cubicBezTo>
                      <a:pt x="2" y="72"/>
                      <a:pt x="1" y="72"/>
                      <a:pt x="1" y="71"/>
                    </a:cubicBezTo>
                    <a:cubicBezTo>
                      <a:pt x="0" y="70"/>
                      <a:pt x="1" y="69"/>
                      <a:pt x="2" y="68"/>
                    </a:cubicBezTo>
                    <a:cubicBezTo>
                      <a:pt x="4" y="67"/>
                      <a:pt x="7" y="66"/>
                      <a:pt x="9" y="65"/>
                    </a:cubicBezTo>
                    <a:cubicBezTo>
                      <a:pt x="10" y="64"/>
                      <a:pt x="11" y="65"/>
                      <a:pt x="12" y="66"/>
                    </a:cubicBezTo>
                    <a:cubicBezTo>
                      <a:pt x="12" y="67"/>
                      <a:pt x="12" y="68"/>
                      <a:pt x="11" y="68"/>
                    </a:cubicBezTo>
                    <a:cubicBezTo>
                      <a:pt x="8" y="69"/>
                      <a:pt x="6" y="71"/>
                      <a:pt x="3" y="72"/>
                    </a:cubicBezTo>
                    <a:cubicBezTo>
                      <a:pt x="3" y="72"/>
                      <a:pt x="3" y="72"/>
                      <a:pt x="3" y="72"/>
                    </a:cubicBezTo>
                    <a:close/>
                    <a:moveTo>
                      <a:pt x="571" y="68"/>
                    </a:moveTo>
                    <a:cubicBezTo>
                      <a:pt x="571" y="68"/>
                      <a:pt x="571" y="68"/>
                      <a:pt x="570" y="68"/>
                    </a:cubicBezTo>
                    <a:cubicBezTo>
                      <a:pt x="568" y="67"/>
                      <a:pt x="566" y="65"/>
                      <a:pt x="563" y="64"/>
                    </a:cubicBezTo>
                    <a:cubicBezTo>
                      <a:pt x="562" y="64"/>
                      <a:pt x="562" y="63"/>
                      <a:pt x="562" y="62"/>
                    </a:cubicBezTo>
                    <a:cubicBezTo>
                      <a:pt x="563" y="61"/>
                      <a:pt x="564" y="60"/>
                      <a:pt x="565" y="61"/>
                    </a:cubicBezTo>
                    <a:cubicBezTo>
                      <a:pt x="567" y="62"/>
                      <a:pt x="570" y="63"/>
                      <a:pt x="572" y="64"/>
                    </a:cubicBezTo>
                    <a:cubicBezTo>
                      <a:pt x="573" y="65"/>
                      <a:pt x="574" y="66"/>
                      <a:pt x="573" y="67"/>
                    </a:cubicBezTo>
                    <a:cubicBezTo>
                      <a:pt x="573" y="68"/>
                      <a:pt x="572" y="68"/>
                      <a:pt x="571" y="68"/>
                    </a:cubicBezTo>
                    <a:close/>
                    <a:moveTo>
                      <a:pt x="17" y="65"/>
                    </a:moveTo>
                    <a:cubicBezTo>
                      <a:pt x="16" y="65"/>
                      <a:pt x="16" y="65"/>
                      <a:pt x="15" y="64"/>
                    </a:cubicBezTo>
                    <a:cubicBezTo>
                      <a:pt x="15" y="63"/>
                      <a:pt x="15" y="62"/>
                      <a:pt x="16" y="61"/>
                    </a:cubicBezTo>
                    <a:cubicBezTo>
                      <a:pt x="19" y="60"/>
                      <a:pt x="21" y="59"/>
                      <a:pt x="24" y="58"/>
                    </a:cubicBezTo>
                    <a:cubicBezTo>
                      <a:pt x="25" y="57"/>
                      <a:pt x="26" y="58"/>
                      <a:pt x="26" y="59"/>
                    </a:cubicBezTo>
                    <a:cubicBezTo>
                      <a:pt x="27" y="60"/>
                      <a:pt x="26" y="61"/>
                      <a:pt x="25" y="61"/>
                    </a:cubicBezTo>
                    <a:cubicBezTo>
                      <a:pt x="23" y="63"/>
                      <a:pt x="20" y="64"/>
                      <a:pt x="18" y="65"/>
                    </a:cubicBezTo>
                    <a:cubicBezTo>
                      <a:pt x="18" y="65"/>
                      <a:pt x="17" y="65"/>
                      <a:pt x="17" y="65"/>
                    </a:cubicBezTo>
                    <a:close/>
                    <a:moveTo>
                      <a:pt x="557" y="61"/>
                    </a:moveTo>
                    <a:cubicBezTo>
                      <a:pt x="556" y="61"/>
                      <a:pt x="556" y="61"/>
                      <a:pt x="556" y="61"/>
                    </a:cubicBezTo>
                    <a:cubicBezTo>
                      <a:pt x="553" y="60"/>
                      <a:pt x="551" y="59"/>
                      <a:pt x="548" y="58"/>
                    </a:cubicBezTo>
                    <a:cubicBezTo>
                      <a:pt x="547" y="57"/>
                      <a:pt x="547" y="56"/>
                      <a:pt x="547" y="55"/>
                    </a:cubicBezTo>
                    <a:cubicBezTo>
                      <a:pt x="548" y="54"/>
                      <a:pt x="549" y="54"/>
                      <a:pt x="550" y="54"/>
                    </a:cubicBezTo>
                    <a:cubicBezTo>
                      <a:pt x="553" y="55"/>
                      <a:pt x="555" y="56"/>
                      <a:pt x="557" y="57"/>
                    </a:cubicBezTo>
                    <a:cubicBezTo>
                      <a:pt x="558" y="58"/>
                      <a:pt x="559" y="59"/>
                      <a:pt x="558" y="60"/>
                    </a:cubicBezTo>
                    <a:cubicBezTo>
                      <a:pt x="558" y="61"/>
                      <a:pt x="557" y="61"/>
                      <a:pt x="557" y="61"/>
                    </a:cubicBezTo>
                    <a:close/>
                    <a:moveTo>
                      <a:pt x="32" y="58"/>
                    </a:moveTo>
                    <a:cubicBezTo>
                      <a:pt x="31" y="58"/>
                      <a:pt x="30" y="58"/>
                      <a:pt x="30" y="57"/>
                    </a:cubicBezTo>
                    <a:cubicBezTo>
                      <a:pt x="30" y="56"/>
                      <a:pt x="30" y="55"/>
                      <a:pt x="31" y="54"/>
                    </a:cubicBezTo>
                    <a:cubicBezTo>
                      <a:pt x="33" y="53"/>
                      <a:pt x="36" y="52"/>
                      <a:pt x="38" y="51"/>
                    </a:cubicBezTo>
                    <a:cubicBezTo>
                      <a:pt x="39" y="51"/>
                      <a:pt x="41" y="51"/>
                      <a:pt x="41" y="52"/>
                    </a:cubicBezTo>
                    <a:cubicBezTo>
                      <a:pt x="41" y="53"/>
                      <a:pt x="41" y="54"/>
                      <a:pt x="40" y="55"/>
                    </a:cubicBezTo>
                    <a:cubicBezTo>
                      <a:pt x="37" y="56"/>
                      <a:pt x="35" y="57"/>
                      <a:pt x="33" y="58"/>
                    </a:cubicBezTo>
                    <a:cubicBezTo>
                      <a:pt x="32" y="58"/>
                      <a:pt x="32" y="58"/>
                      <a:pt x="32" y="58"/>
                    </a:cubicBezTo>
                    <a:close/>
                    <a:moveTo>
                      <a:pt x="542" y="55"/>
                    </a:moveTo>
                    <a:cubicBezTo>
                      <a:pt x="542" y="55"/>
                      <a:pt x="541" y="55"/>
                      <a:pt x="541" y="55"/>
                    </a:cubicBezTo>
                    <a:cubicBezTo>
                      <a:pt x="539" y="53"/>
                      <a:pt x="536" y="52"/>
                      <a:pt x="534" y="51"/>
                    </a:cubicBezTo>
                    <a:cubicBezTo>
                      <a:pt x="533" y="51"/>
                      <a:pt x="532" y="50"/>
                      <a:pt x="533" y="49"/>
                    </a:cubicBezTo>
                    <a:cubicBezTo>
                      <a:pt x="533" y="48"/>
                      <a:pt x="534" y="47"/>
                      <a:pt x="535" y="48"/>
                    </a:cubicBezTo>
                    <a:cubicBezTo>
                      <a:pt x="538" y="49"/>
                      <a:pt x="540" y="50"/>
                      <a:pt x="543" y="51"/>
                    </a:cubicBezTo>
                    <a:cubicBezTo>
                      <a:pt x="544" y="51"/>
                      <a:pt x="544" y="52"/>
                      <a:pt x="544" y="53"/>
                    </a:cubicBezTo>
                    <a:cubicBezTo>
                      <a:pt x="543" y="54"/>
                      <a:pt x="543" y="55"/>
                      <a:pt x="542" y="55"/>
                    </a:cubicBezTo>
                    <a:close/>
                    <a:moveTo>
                      <a:pt x="47" y="52"/>
                    </a:moveTo>
                    <a:cubicBezTo>
                      <a:pt x="46" y="52"/>
                      <a:pt x="45" y="52"/>
                      <a:pt x="45" y="51"/>
                    </a:cubicBezTo>
                    <a:cubicBezTo>
                      <a:pt x="44" y="50"/>
                      <a:pt x="45" y="49"/>
                      <a:pt x="46" y="48"/>
                    </a:cubicBezTo>
                    <a:cubicBezTo>
                      <a:pt x="48" y="47"/>
                      <a:pt x="51" y="46"/>
                      <a:pt x="53" y="45"/>
                    </a:cubicBezTo>
                    <a:cubicBezTo>
                      <a:pt x="54" y="45"/>
                      <a:pt x="56" y="45"/>
                      <a:pt x="56" y="46"/>
                    </a:cubicBezTo>
                    <a:cubicBezTo>
                      <a:pt x="56" y="47"/>
                      <a:pt x="56" y="48"/>
                      <a:pt x="55" y="49"/>
                    </a:cubicBezTo>
                    <a:cubicBezTo>
                      <a:pt x="52" y="50"/>
                      <a:pt x="50" y="51"/>
                      <a:pt x="47" y="52"/>
                    </a:cubicBezTo>
                    <a:cubicBezTo>
                      <a:pt x="47" y="52"/>
                      <a:pt x="47" y="52"/>
                      <a:pt x="47" y="52"/>
                    </a:cubicBezTo>
                    <a:close/>
                    <a:moveTo>
                      <a:pt x="527" y="49"/>
                    </a:moveTo>
                    <a:cubicBezTo>
                      <a:pt x="527" y="49"/>
                      <a:pt x="526" y="49"/>
                      <a:pt x="526" y="48"/>
                    </a:cubicBezTo>
                    <a:cubicBezTo>
                      <a:pt x="524" y="47"/>
                      <a:pt x="521" y="46"/>
                      <a:pt x="519" y="46"/>
                    </a:cubicBezTo>
                    <a:cubicBezTo>
                      <a:pt x="518" y="45"/>
                      <a:pt x="517" y="44"/>
                      <a:pt x="518" y="43"/>
                    </a:cubicBezTo>
                    <a:cubicBezTo>
                      <a:pt x="518" y="42"/>
                      <a:pt x="519" y="41"/>
                      <a:pt x="520" y="42"/>
                    </a:cubicBezTo>
                    <a:cubicBezTo>
                      <a:pt x="523" y="43"/>
                      <a:pt x="525" y="44"/>
                      <a:pt x="528" y="45"/>
                    </a:cubicBezTo>
                    <a:cubicBezTo>
                      <a:pt x="529" y="45"/>
                      <a:pt x="529" y="46"/>
                      <a:pt x="529" y="47"/>
                    </a:cubicBezTo>
                    <a:cubicBezTo>
                      <a:pt x="528" y="48"/>
                      <a:pt x="528" y="49"/>
                      <a:pt x="527" y="49"/>
                    </a:cubicBezTo>
                    <a:close/>
                    <a:moveTo>
                      <a:pt x="62" y="46"/>
                    </a:moveTo>
                    <a:cubicBezTo>
                      <a:pt x="61" y="46"/>
                      <a:pt x="60" y="46"/>
                      <a:pt x="60" y="45"/>
                    </a:cubicBezTo>
                    <a:cubicBezTo>
                      <a:pt x="59" y="44"/>
                      <a:pt x="60" y="43"/>
                      <a:pt x="61" y="42"/>
                    </a:cubicBezTo>
                    <a:cubicBezTo>
                      <a:pt x="63" y="41"/>
                      <a:pt x="66" y="40"/>
                      <a:pt x="68" y="39"/>
                    </a:cubicBezTo>
                    <a:cubicBezTo>
                      <a:pt x="70" y="39"/>
                      <a:pt x="71" y="40"/>
                      <a:pt x="71" y="41"/>
                    </a:cubicBezTo>
                    <a:cubicBezTo>
                      <a:pt x="71" y="42"/>
                      <a:pt x="71" y="43"/>
                      <a:pt x="70" y="43"/>
                    </a:cubicBezTo>
                    <a:cubicBezTo>
                      <a:pt x="67" y="44"/>
                      <a:pt x="65" y="45"/>
                      <a:pt x="62" y="46"/>
                    </a:cubicBezTo>
                    <a:cubicBezTo>
                      <a:pt x="62" y="46"/>
                      <a:pt x="62" y="46"/>
                      <a:pt x="62" y="46"/>
                    </a:cubicBezTo>
                    <a:close/>
                    <a:moveTo>
                      <a:pt x="512" y="43"/>
                    </a:moveTo>
                    <a:cubicBezTo>
                      <a:pt x="512" y="43"/>
                      <a:pt x="511" y="43"/>
                      <a:pt x="511" y="43"/>
                    </a:cubicBezTo>
                    <a:cubicBezTo>
                      <a:pt x="509" y="42"/>
                      <a:pt x="506" y="41"/>
                      <a:pt x="504" y="40"/>
                    </a:cubicBezTo>
                    <a:cubicBezTo>
                      <a:pt x="503" y="40"/>
                      <a:pt x="502" y="39"/>
                      <a:pt x="502" y="37"/>
                    </a:cubicBezTo>
                    <a:cubicBezTo>
                      <a:pt x="503" y="36"/>
                      <a:pt x="504" y="36"/>
                      <a:pt x="505" y="36"/>
                    </a:cubicBezTo>
                    <a:cubicBezTo>
                      <a:pt x="507" y="37"/>
                      <a:pt x="510" y="38"/>
                      <a:pt x="513" y="39"/>
                    </a:cubicBezTo>
                    <a:cubicBezTo>
                      <a:pt x="514" y="39"/>
                      <a:pt x="514" y="41"/>
                      <a:pt x="514" y="42"/>
                    </a:cubicBezTo>
                    <a:cubicBezTo>
                      <a:pt x="513" y="42"/>
                      <a:pt x="513" y="43"/>
                      <a:pt x="512" y="43"/>
                    </a:cubicBezTo>
                    <a:close/>
                    <a:moveTo>
                      <a:pt x="77" y="40"/>
                    </a:moveTo>
                    <a:cubicBezTo>
                      <a:pt x="76" y="40"/>
                      <a:pt x="75" y="40"/>
                      <a:pt x="75" y="39"/>
                    </a:cubicBezTo>
                    <a:cubicBezTo>
                      <a:pt x="75" y="38"/>
                      <a:pt x="75" y="37"/>
                      <a:pt x="76" y="37"/>
                    </a:cubicBezTo>
                    <a:cubicBezTo>
                      <a:pt x="79" y="36"/>
                      <a:pt x="81" y="35"/>
                      <a:pt x="84" y="34"/>
                    </a:cubicBezTo>
                    <a:cubicBezTo>
                      <a:pt x="85" y="34"/>
                      <a:pt x="86" y="34"/>
                      <a:pt x="86" y="35"/>
                    </a:cubicBezTo>
                    <a:cubicBezTo>
                      <a:pt x="87" y="36"/>
                      <a:pt x="86" y="37"/>
                      <a:pt x="85" y="38"/>
                    </a:cubicBezTo>
                    <a:cubicBezTo>
                      <a:pt x="82" y="39"/>
                      <a:pt x="80" y="39"/>
                      <a:pt x="77" y="40"/>
                    </a:cubicBezTo>
                    <a:cubicBezTo>
                      <a:pt x="77" y="40"/>
                      <a:pt x="77" y="40"/>
                      <a:pt x="77" y="40"/>
                    </a:cubicBezTo>
                    <a:close/>
                    <a:moveTo>
                      <a:pt x="497" y="38"/>
                    </a:moveTo>
                    <a:cubicBezTo>
                      <a:pt x="496" y="38"/>
                      <a:pt x="496" y="37"/>
                      <a:pt x="496" y="37"/>
                    </a:cubicBezTo>
                    <a:cubicBezTo>
                      <a:pt x="493" y="37"/>
                      <a:pt x="491" y="36"/>
                      <a:pt x="488" y="35"/>
                    </a:cubicBezTo>
                    <a:cubicBezTo>
                      <a:pt x="487" y="35"/>
                      <a:pt x="487" y="33"/>
                      <a:pt x="487" y="32"/>
                    </a:cubicBezTo>
                    <a:cubicBezTo>
                      <a:pt x="487" y="31"/>
                      <a:pt x="488" y="31"/>
                      <a:pt x="490" y="31"/>
                    </a:cubicBezTo>
                    <a:cubicBezTo>
                      <a:pt x="492" y="32"/>
                      <a:pt x="495" y="33"/>
                      <a:pt x="497" y="34"/>
                    </a:cubicBezTo>
                    <a:cubicBezTo>
                      <a:pt x="498" y="34"/>
                      <a:pt x="499" y="35"/>
                      <a:pt x="498" y="36"/>
                    </a:cubicBezTo>
                    <a:cubicBezTo>
                      <a:pt x="498" y="37"/>
                      <a:pt x="497" y="38"/>
                      <a:pt x="497" y="38"/>
                    </a:cubicBezTo>
                    <a:close/>
                    <a:moveTo>
                      <a:pt x="92" y="35"/>
                    </a:moveTo>
                    <a:cubicBezTo>
                      <a:pt x="91" y="35"/>
                      <a:pt x="90" y="35"/>
                      <a:pt x="90" y="34"/>
                    </a:cubicBezTo>
                    <a:cubicBezTo>
                      <a:pt x="90" y="33"/>
                      <a:pt x="90" y="32"/>
                      <a:pt x="91" y="31"/>
                    </a:cubicBezTo>
                    <a:cubicBezTo>
                      <a:pt x="94" y="31"/>
                      <a:pt x="97" y="30"/>
                      <a:pt x="99" y="29"/>
                    </a:cubicBezTo>
                    <a:cubicBezTo>
                      <a:pt x="100" y="29"/>
                      <a:pt x="101" y="29"/>
                      <a:pt x="102" y="30"/>
                    </a:cubicBezTo>
                    <a:cubicBezTo>
                      <a:pt x="102" y="31"/>
                      <a:pt x="101" y="32"/>
                      <a:pt x="100" y="33"/>
                    </a:cubicBezTo>
                    <a:cubicBezTo>
                      <a:pt x="98" y="34"/>
                      <a:pt x="95" y="34"/>
                      <a:pt x="93" y="35"/>
                    </a:cubicBezTo>
                    <a:cubicBezTo>
                      <a:pt x="92" y="35"/>
                      <a:pt x="92" y="35"/>
                      <a:pt x="92" y="35"/>
                    </a:cubicBezTo>
                    <a:close/>
                    <a:moveTo>
                      <a:pt x="481" y="33"/>
                    </a:moveTo>
                    <a:cubicBezTo>
                      <a:pt x="481" y="33"/>
                      <a:pt x="481" y="33"/>
                      <a:pt x="481" y="32"/>
                    </a:cubicBezTo>
                    <a:cubicBezTo>
                      <a:pt x="478" y="32"/>
                      <a:pt x="475" y="31"/>
                      <a:pt x="473" y="30"/>
                    </a:cubicBezTo>
                    <a:cubicBezTo>
                      <a:pt x="472" y="30"/>
                      <a:pt x="471" y="29"/>
                      <a:pt x="472" y="28"/>
                    </a:cubicBezTo>
                    <a:cubicBezTo>
                      <a:pt x="472" y="27"/>
                      <a:pt x="473" y="26"/>
                      <a:pt x="474" y="26"/>
                    </a:cubicBezTo>
                    <a:cubicBezTo>
                      <a:pt x="477" y="27"/>
                      <a:pt x="479" y="28"/>
                      <a:pt x="482" y="29"/>
                    </a:cubicBezTo>
                    <a:cubicBezTo>
                      <a:pt x="483" y="29"/>
                      <a:pt x="483" y="30"/>
                      <a:pt x="483" y="31"/>
                    </a:cubicBezTo>
                    <a:cubicBezTo>
                      <a:pt x="483" y="32"/>
                      <a:pt x="482" y="33"/>
                      <a:pt x="481" y="33"/>
                    </a:cubicBezTo>
                    <a:close/>
                    <a:moveTo>
                      <a:pt x="107" y="31"/>
                    </a:moveTo>
                    <a:cubicBezTo>
                      <a:pt x="107" y="31"/>
                      <a:pt x="106" y="30"/>
                      <a:pt x="106" y="29"/>
                    </a:cubicBezTo>
                    <a:cubicBezTo>
                      <a:pt x="105" y="28"/>
                      <a:pt x="106" y="27"/>
                      <a:pt x="107" y="27"/>
                    </a:cubicBezTo>
                    <a:cubicBezTo>
                      <a:pt x="109" y="26"/>
                      <a:pt x="112" y="25"/>
                      <a:pt x="115" y="24"/>
                    </a:cubicBezTo>
                    <a:cubicBezTo>
                      <a:pt x="116" y="24"/>
                      <a:pt x="117" y="25"/>
                      <a:pt x="117" y="26"/>
                    </a:cubicBezTo>
                    <a:cubicBezTo>
                      <a:pt x="117" y="27"/>
                      <a:pt x="117" y="28"/>
                      <a:pt x="116" y="28"/>
                    </a:cubicBezTo>
                    <a:cubicBezTo>
                      <a:pt x="113" y="29"/>
                      <a:pt x="111" y="30"/>
                      <a:pt x="108" y="30"/>
                    </a:cubicBezTo>
                    <a:cubicBezTo>
                      <a:pt x="108" y="31"/>
                      <a:pt x="108" y="31"/>
                      <a:pt x="107" y="31"/>
                    </a:cubicBezTo>
                    <a:close/>
                    <a:moveTo>
                      <a:pt x="466" y="28"/>
                    </a:moveTo>
                    <a:cubicBezTo>
                      <a:pt x="466" y="28"/>
                      <a:pt x="465" y="28"/>
                      <a:pt x="465" y="28"/>
                    </a:cubicBezTo>
                    <a:cubicBezTo>
                      <a:pt x="463" y="27"/>
                      <a:pt x="460" y="26"/>
                      <a:pt x="457" y="26"/>
                    </a:cubicBezTo>
                    <a:cubicBezTo>
                      <a:pt x="456" y="25"/>
                      <a:pt x="456" y="24"/>
                      <a:pt x="456" y="23"/>
                    </a:cubicBezTo>
                    <a:cubicBezTo>
                      <a:pt x="456" y="22"/>
                      <a:pt x="457" y="22"/>
                      <a:pt x="458" y="22"/>
                    </a:cubicBezTo>
                    <a:cubicBezTo>
                      <a:pt x="461" y="23"/>
                      <a:pt x="464" y="23"/>
                      <a:pt x="466" y="24"/>
                    </a:cubicBezTo>
                    <a:cubicBezTo>
                      <a:pt x="467" y="24"/>
                      <a:pt x="468" y="25"/>
                      <a:pt x="468" y="27"/>
                    </a:cubicBezTo>
                    <a:cubicBezTo>
                      <a:pt x="467" y="27"/>
                      <a:pt x="467" y="28"/>
                      <a:pt x="466" y="28"/>
                    </a:cubicBezTo>
                    <a:close/>
                    <a:moveTo>
                      <a:pt x="123" y="26"/>
                    </a:moveTo>
                    <a:cubicBezTo>
                      <a:pt x="122" y="26"/>
                      <a:pt x="121" y="26"/>
                      <a:pt x="121" y="25"/>
                    </a:cubicBezTo>
                    <a:cubicBezTo>
                      <a:pt x="121" y="24"/>
                      <a:pt x="121" y="23"/>
                      <a:pt x="122" y="22"/>
                    </a:cubicBezTo>
                    <a:cubicBezTo>
                      <a:pt x="125" y="22"/>
                      <a:pt x="128" y="21"/>
                      <a:pt x="130" y="20"/>
                    </a:cubicBezTo>
                    <a:cubicBezTo>
                      <a:pt x="131" y="20"/>
                      <a:pt x="132" y="21"/>
                      <a:pt x="133" y="22"/>
                    </a:cubicBezTo>
                    <a:cubicBezTo>
                      <a:pt x="133" y="23"/>
                      <a:pt x="132" y="24"/>
                      <a:pt x="131" y="24"/>
                    </a:cubicBezTo>
                    <a:cubicBezTo>
                      <a:pt x="129" y="25"/>
                      <a:pt x="126" y="25"/>
                      <a:pt x="123" y="26"/>
                    </a:cubicBezTo>
                    <a:cubicBezTo>
                      <a:pt x="123" y="26"/>
                      <a:pt x="123" y="26"/>
                      <a:pt x="123" y="26"/>
                    </a:cubicBezTo>
                    <a:close/>
                    <a:moveTo>
                      <a:pt x="450" y="24"/>
                    </a:moveTo>
                    <a:cubicBezTo>
                      <a:pt x="450" y="24"/>
                      <a:pt x="450" y="24"/>
                      <a:pt x="450" y="24"/>
                    </a:cubicBezTo>
                    <a:cubicBezTo>
                      <a:pt x="447" y="23"/>
                      <a:pt x="444" y="22"/>
                      <a:pt x="442" y="22"/>
                    </a:cubicBezTo>
                    <a:cubicBezTo>
                      <a:pt x="441" y="22"/>
                      <a:pt x="440" y="20"/>
                      <a:pt x="440" y="19"/>
                    </a:cubicBezTo>
                    <a:cubicBezTo>
                      <a:pt x="441" y="18"/>
                      <a:pt x="442" y="18"/>
                      <a:pt x="443" y="18"/>
                    </a:cubicBezTo>
                    <a:cubicBezTo>
                      <a:pt x="445" y="19"/>
                      <a:pt x="448" y="19"/>
                      <a:pt x="451" y="20"/>
                    </a:cubicBezTo>
                    <a:cubicBezTo>
                      <a:pt x="452" y="20"/>
                      <a:pt x="452" y="21"/>
                      <a:pt x="452" y="22"/>
                    </a:cubicBezTo>
                    <a:cubicBezTo>
                      <a:pt x="452" y="23"/>
                      <a:pt x="451" y="24"/>
                      <a:pt x="450" y="24"/>
                    </a:cubicBezTo>
                    <a:close/>
                    <a:moveTo>
                      <a:pt x="139" y="22"/>
                    </a:moveTo>
                    <a:cubicBezTo>
                      <a:pt x="138" y="22"/>
                      <a:pt x="137" y="22"/>
                      <a:pt x="137" y="21"/>
                    </a:cubicBezTo>
                    <a:cubicBezTo>
                      <a:pt x="136" y="20"/>
                      <a:pt x="137" y="18"/>
                      <a:pt x="138" y="18"/>
                    </a:cubicBezTo>
                    <a:cubicBezTo>
                      <a:pt x="141" y="18"/>
                      <a:pt x="143" y="17"/>
                      <a:pt x="146" y="16"/>
                    </a:cubicBezTo>
                    <a:cubicBezTo>
                      <a:pt x="147" y="16"/>
                      <a:pt x="148" y="17"/>
                      <a:pt x="148" y="18"/>
                    </a:cubicBezTo>
                    <a:cubicBezTo>
                      <a:pt x="149" y="19"/>
                      <a:pt x="148" y="20"/>
                      <a:pt x="147" y="20"/>
                    </a:cubicBezTo>
                    <a:cubicBezTo>
                      <a:pt x="144" y="21"/>
                      <a:pt x="142" y="21"/>
                      <a:pt x="139" y="22"/>
                    </a:cubicBezTo>
                    <a:cubicBezTo>
                      <a:pt x="139" y="22"/>
                      <a:pt x="139" y="22"/>
                      <a:pt x="139" y="22"/>
                    </a:cubicBezTo>
                    <a:close/>
                    <a:moveTo>
                      <a:pt x="434" y="20"/>
                    </a:moveTo>
                    <a:cubicBezTo>
                      <a:pt x="434" y="20"/>
                      <a:pt x="434" y="20"/>
                      <a:pt x="434" y="20"/>
                    </a:cubicBezTo>
                    <a:cubicBezTo>
                      <a:pt x="431" y="19"/>
                      <a:pt x="429" y="19"/>
                      <a:pt x="426" y="18"/>
                    </a:cubicBezTo>
                    <a:cubicBezTo>
                      <a:pt x="425" y="18"/>
                      <a:pt x="424" y="17"/>
                      <a:pt x="425" y="16"/>
                    </a:cubicBezTo>
                    <a:cubicBezTo>
                      <a:pt x="425" y="15"/>
                      <a:pt x="426" y="14"/>
                      <a:pt x="427" y="14"/>
                    </a:cubicBezTo>
                    <a:cubicBezTo>
                      <a:pt x="430" y="15"/>
                      <a:pt x="432" y="15"/>
                      <a:pt x="435" y="16"/>
                    </a:cubicBezTo>
                    <a:cubicBezTo>
                      <a:pt x="436" y="16"/>
                      <a:pt x="437" y="17"/>
                      <a:pt x="436" y="18"/>
                    </a:cubicBezTo>
                    <a:cubicBezTo>
                      <a:pt x="436" y="19"/>
                      <a:pt x="435" y="20"/>
                      <a:pt x="434" y="20"/>
                    </a:cubicBezTo>
                    <a:close/>
                    <a:moveTo>
                      <a:pt x="154" y="19"/>
                    </a:moveTo>
                    <a:cubicBezTo>
                      <a:pt x="153" y="19"/>
                      <a:pt x="152" y="18"/>
                      <a:pt x="152" y="17"/>
                    </a:cubicBezTo>
                    <a:cubicBezTo>
                      <a:pt x="152" y="16"/>
                      <a:pt x="153" y="15"/>
                      <a:pt x="154" y="15"/>
                    </a:cubicBezTo>
                    <a:cubicBezTo>
                      <a:pt x="156" y="14"/>
                      <a:pt x="159" y="13"/>
                      <a:pt x="162" y="13"/>
                    </a:cubicBezTo>
                    <a:cubicBezTo>
                      <a:pt x="163" y="13"/>
                      <a:pt x="164" y="13"/>
                      <a:pt x="164" y="15"/>
                    </a:cubicBezTo>
                    <a:cubicBezTo>
                      <a:pt x="164" y="16"/>
                      <a:pt x="164" y="17"/>
                      <a:pt x="163" y="17"/>
                    </a:cubicBezTo>
                    <a:cubicBezTo>
                      <a:pt x="160" y="17"/>
                      <a:pt x="157" y="18"/>
                      <a:pt x="155" y="18"/>
                    </a:cubicBezTo>
                    <a:cubicBezTo>
                      <a:pt x="155" y="19"/>
                      <a:pt x="154" y="19"/>
                      <a:pt x="154" y="19"/>
                    </a:cubicBezTo>
                    <a:close/>
                    <a:moveTo>
                      <a:pt x="419" y="17"/>
                    </a:moveTo>
                    <a:cubicBezTo>
                      <a:pt x="418" y="17"/>
                      <a:pt x="418" y="17"/>
                      <a:pt x="418" y="17"/>
                    </a:cubicBezTo>
                    <a:cubicBezTo>
                      <a:pt x="416" y="16"/>
                      <a:pt x="413" y="16"/>
                      <a:pt x="410" y="15"/>
                    </a:cubicBezTo>
                    <a:cubicBezTo>
                      <a:pt x="409" y="15"/>
                      <a:pt x="409" y="14"/>
                      <a:pt x="409" y="13"/>
                    </a:cubicBezTo>
                    <a:cubicBezTo>
                      <a:pt x="409" y="12"/>
                      <a:pt x="410" y="11"/>
                      <a:pt x="411" y="11"/>
                    </a:cubicBezTo>
                    <a:cubicBezTo>
                      <a:pt x="414" y="12"/>
                      <a:pt x="416" y="12"/>
                      <a:pt x="419" y="13"/>
                    </a:cubicBezTo>
                    <a:cubicBezTo>
                      <a:pt x="420" y="13"/>
                      <a:pt x="421" y="14"/>
                      <a:pt x="421" y="15"/>
                    </a:cubicBezTo>
                    <a:cubicBezTo>
                      <a:pt x="420" y="16"/>
                      <a:pt x="420" y="17"/>
                      <a:pt x="419" y="17"/>
                    </a:cubicBezTo>
                    <a:close/>
                    <a:moveTo>
                      <a:pt x="170" y="15"/>
                    </a:moveTo>
                    <a:cubicBezTo>
                      <a:pt x="169" y="15"/>
                      <a:pt x="168" y="15"/>
                      <a:pt x="168" y="14"/>
                    </a:cubicBezTo>
                    <a:cubicBezTo>
                      <a:pt x="168" y="13"/>
                      <a:pt x="169" y="12"/>
                      <a:pt x="170" y="11"/>
                    </a:cubicBezTo>
                    <a:cubicBezTo>
                      <a:pt x="172" y="11"/>
                      <a:pt x="175" y="10"/>
                      <a:pt x="178" y="10"/>
                    </a:cubicBezTo>
                    <a:cubicBezTo>
                      <a:pt x="179" y="10"/>
                      <a:pt x="180" y="10"/>
                      <a:pt x="180" y="12"/>
                    </a:cubicBezTo>
                    <a:cubicBezTo>
                      <a:pt x="180" y="13"/>
                      <a:pt x="179" y="14"/>
                      <a:pt x="178" y="14"/>
                    </a:cubicBezTo>
                    <a:cubicBezTo>
                      <a:pt x="176" y="14"/>
                      <a:pt x="173" y="15"/>
                      <a:pt x="170" y="15"/>
                    </a:cubicBezTo>
                    <a:cubicBezTo>
                      <a:pt x="170" y="15"/>
                      <a:pt x="170" y="15"/>
                      <a:pt x="170" y="15"/>
                    </a:cubicBezTo>
                    <a:close/>
                    <a:moveTo>
                      <a:pt x="403" y="14"/>
                    </a:moveTo>
                    <a:cubicBezTo>
                      <a:pt x="403" y="14"/>
                      <a:pt x="403" y="14"/>
                      <a:pt x="402" y="14"/>
                    </a:cubicBezTo>
                    <a:cubicBezTo>
                      <a:pt x="400" y="13"/>
                      <a:pt x="397" y="13"/>
                      <a:pt x="394" y="12"/>
                    </a:cubicBezTo>
                    <a:cubicBezTo>
                      <a:pt x="393" y="12"/>
                      <a:pt x="393" y="11"/>
                      <a:pt x="393" y="10"/>
                    </a:cubicBezTo>
                    <a:cubicBezTo>
                      <a:pt x="393" y="9"/>
                      <a:pt x="394" y="8"/>
                      <a:pt x="395" y="8"/>
                    </a:cubicBezTo>
                    <a:cubicBezTo>
                      <a:pt x="398" y="9"/>
                      <a:pt x="400" y="9"/>
                      <a:pt x="403" y="10"/>
                    </a:cubicBezTo>
                    <a:cubicBezTo>
                      <a:pt x="404" y="10"/>
                      <a:pt x="405" y="11"/>
                      <a:pt x="405" y="12"/>
                    </a:cubicBezTo>
                    <a:cubicBezTo>
                      <a:pt x="405" y="13"/>
                      <a:pt x="404" y="14"/>
                      <a:pt x="403" y="14"/>
                    </a:cubicBezTo>
                    <a:close/>
                    <a:moveTo>
                      <a:pt x="186" y="13"/>
                    </a:moveTo>
                    <a:cubicBezTo>
                      <a:pt x="185" y="13"/>
                      <a:pt x="184" y="12"/>
                      <a:pt x="184" y="11"/>
                    </a:cubicBezTo>
                    <a:cubicBezTo>
                      <a:pt x="184" y="10"/>
                      <a:pt x="184" y="9"/>
                      <a:pt x="186" y="9"/>
                    </a:cubicBezTo>
                    <a:cubicBezTo>
                      <a:pt x="188" y="8"/>
                      <a:pt x="191" y="8"/>
                      <a:pt x="194" y="7"/>
                    </a:cubicBezTo>
                    <a:cubicBezTo>
                      <a:pt x="195" y="7"/>
                      <a:pt x="196" y="8"/>
                      <a:pt x="196" y="9"/>
                    </a:cubicBezTo>
                    <a:cubicBezTo>
                      <a:pt x="196" y="10"/>
                      <a:pt x="195" y="11"/>
                      <a:pt x="194" y="11"/>
                    </a:cubicBezTo>
                    <a:cubicBezTo>
                      <a:pt x="192" y="12"/>
                      <a:pt x="189" y="12"/>
                      <a:pt x="186" y="12"/>
                    </a:cubicBezTo>
                    <a:cubicBezTo>
                      <a:pt x="186" y="13"/>
                      <a:pt x="186" y="13"/>
                      <a:pt x="186" y="13"/>
                    </a:cubicBezTo>
                    <a:close/>
                    <a:moveTo>
                      <a:pt x="387" y="11"/>
                    </a:moveTo>
                    <a:cubicBezTo>
                      <a:pt x="387" y="11"/>
                      <a:pt x="387" y="11"/>
                      <a:pt x="386" y="11"/>
                    </a:cubicBezTo>
                    <a:cubicBezTo>
                      <a:pt x="384" y="11"/>
                      <a:pt x="381" y="10"/>
                      <a:pt x="379" y="10"/>
                    </a:cubicBezTo>
                    <a:cubicBezTo>
                      <a:pt x="377" y="10"/>
                      <a:pt x="377" y="9"/>
                      <a:pt x="377" y="8"/>
                    </a:cubicBezTo>
                    <a:cubicBezTo>
                      <a:pt x="377" y="7"/>
                      <a:pt x="378" y="6"/>
                      <a:pt x="379" y="6"/>
                    </a:cubicBezTo>
                    <a:cubicBezTo>
                      <a:pt x="382" y="6"/>
                      <a:pt x="384" y="7"/>
                      <a:pt x="387" y="7"/>
                    </a:cubicBezTo>
                    <a:cubicBezTo>
                      <a:pt x="388" y="7"/>
                      <a:pt x="389" y="8"/>
                      <a:pt x="389" y="9"/>
                    </a:cubicBezTo>
                    <a:cubicBezTo>
                      <a:pt x="389" y="10"/>
                      <a:pt x="388" y="11"/>
                      <a:pt x="387" y="11"/>
                    </a:cubicBezTo>
                    <a:close/>
                    <a:moveTo>
                      <a:pt x="202" y="10"/>
                    </a:moveTo>
                    <a:cubicBezTo>
                      <a:pt x="201" y="10"/>
                      <a:pt x="200" y="9"/>
                      <a:pt x="200" y="8"/>
                    </a:cubicBezTo>
                    <a:cubicBezTo>
                      <a:pt x="200" y="7"/>
                      <a:pt x="200" y="6"/>
                      <a:pt x="202" y="6"/>
                    </a:cubicBezTo>
                    <a:cubicBezTo>
                      <a:pt x="204" y="6"/>
                      <a:pt x="207" y="5"/>
                      <a:pt x="210" y="5"/>
                    </a:cubicBezTo>
                    <a:cubicBezTo>
                      <a:pt x="211" y="5"/>
                      <a:pt x="212" y="6"/>
                      <a:pt x="212" y="7"/>
                    </a:cubicBezTo>
                    <a:cubicBezTo>
                      <a:pt x="212" y="8"/>
                      <a:pt x="211" y="9"/>
                      <a:pt x="210" y="9"/>
                    </a:cubicBezTo>
                    <a:cubicBezTo>
                      <a:pt x="207" y="9"/>
                      <a:pt x="205" y="10"/>
                      <a:pt x="202" y="10"/>
                    </a:cubicBezTo>
                    <a:cubicBezTo>
                      <a:pt x="202" y="10"/>
                      <a:pt x="202" y="10"/>
                      <a:pt x="202" y="10"/>
                    </a:cubicBezTo>
                    <a:close/>
                    <a:moveTo>
                      <a:pt x="371" y="9"/>
                    </a:moveTo>
                    <a:cubicBezTo>
                      <a:pt x="371" y="9"/>
                      <a:pt x="371" y="9"/>
                      <a:pt x="371" y="9"/>
                    </a:cubicBezTo>
                    <a:cubicBezTo>
                      <a:pt x="368" y="9"/>
                      <a:pt x="365" y="8"/>
                      <a:pt x="363" y="8"/>
                    </a:cubicBezTo>
                    <a:cubicBezTo>
                      <a:pt x="361" y="8"/>
                      <a:pt x="361" y="7"/>
                      <a:pt x="361" y="6"/>
                    </a:cubicBezTo>
                    <a:cubicBezTo>
                      <a:pt x="361" y="5"/>
                      <a:pt x="362" y="4"/>
                      <a:pt x="363" y="4"/>
                    </a:cubicBezTo>
                    <a:cubicBezTo>
                      <a:pt x="366" y="4"/>
                      <a:pt x="368" y="5"/>
                      <a:pt x="371" y="5"/>
                    </a:cubicBezTo>
                    <a:cubicBezTo>
                      <a:pt x="372" y="5"/>
                      <a:pt x="373" y="6"/>
                      <a:pt x="373" y="7"/>
                    </a:cubicBezTo>
                    <a:cubicBezTo>
                      <a:pt x="373" y="8"/>
                      <a:pt x="372" y="9"/>
                      <a:pt x="371" y="9"/>
                    </a:cubicBezTo>
                    <a:close/>
                    <a:moveTo>
                      <a:pt x="218" y="8"/>
                    </a:moveTo>
                    <a:cubicBezTo>
                      <a:pt x="217" y="8"/>
                      <a:pt x="216" y="7"/>
                      <a:pt x="216" y="6"/>
                    </a:cubicBezTo>
                    <a:cubicBezTo>
                      <a:pt x="216" y="5"/>
                      <a:pt x="217" y="4"/>
                      <a:pt x="218" y="4"/>
                    </a:cubicBezTo>
                    <a:cubicBezTo>
                      <a:pt x="220" y="4"/>
                      <a:pt x="223" y="4"/>
                      <a:pt x="226" y="3"/>
                    </a:cubicBezTo>
                    <a:cubicBezTo>
                      <a:pt x="227" y="3"/>
                      <a:pt x="228" y="4"/>
                      <a:pt x="228" y="5"/>
                    </a:cubicBezTo>
                    <a:cubicBezTo>
                      <a:pt x="228" y="6"/>
                      <a:pt x="227" y="7"/>
                      <a:pt x="226" y="7"/>
                    </a:cubicBezTo>
                    <a:cubicBezTo>
                      <a:pt x="223" y="8"/>
                      <a:pt x="221" y="8"/>
                      <a:pt x="218" y="8"/>
                    </a:cubicBezTo>
                    <a:cubicBezTo>
                      <a:pt x="218" y="8"/>
                      <a:pt x="218" y="8"/>
                      <a:pt x="218" y="8"/>
                    </a:cubicBezTo>
                    <a:close/>
                    <a:moveTo>
                      <a:pt x="355" y="7"/>
                    </a:moveTo>
                    <a:cubicBezTo>
                      <a:pt x="355" y="7"/>
                      <a:pt x="355" y="7"/>
                      <a:pt x="355" y="7"/>
                    </a:cubicBezTo>
                    <a:cubicBezTo>
                      <a:pt x="352" y="7"/>
                      <a:pt x="349" y="7"/>
                      <a:pt x="346" y="6"/>
                    </a:cubicBezTo>
                    <a:cubicBezTo>
                      <a:pt x="345" y="6"/>
                      <a:pt x="345" y="5"/>
                      <a:pt x="345" y="4"/>
                    </a:cubicBezTo>
                    <a:cubicBezTo>
                      <a:pt x="345" y="3"/>
                      <a:pt x="346" y="2"/>
                      <a:pt x="347" y="2"/>
                    </a:cubicBezTo>
                    <a:cubicBezTo>
                      <a:pt x="350" y="3"/>
                      <a:pt x="352" y="3"/>
                      <a:pt x="355" y="3"/>
                    </a:cubicBezTo>
                    <a:cubicBezTo>
                      <a:pt x="356" y="3"/>
                      <a:pt x="357" y="4"/>
                      <a:pt x="357" y="5"/>
                    </a:cubicBezTo>
                    <a:cubicBezTo>
                      <a:pt x="357" y="6"/>
                      <a:pt x="356" y="7"/>
                      <a:pt x="355" y="7"/>
                    </a:cubicBezTo>
                    <a:close/>
                    <a:moveTo>
                      <a:pt x="234" y="6"/>
                    </a:moveTo>
                    <a:cubicBezTo>
                      <a:pt x="233" y="6"/>
                      <a:pt x="232" y="6"/>
                      <a:pt x="232" y="5"/>
                    </a:cubicBezTo>
                    <a:cubicBezTo>
                      <a:pt x="232" y="4"/>
                      <a:pt x="233" y="3"/>
                      <a:pt x="234" y="3"/>
                    </a:cubicBezTo>
                    <a:cubicBezTo>
                      <a:pt x="236" y="2"/>
                      <a:pt x="239" y="2"/>
                      <a:pt x="242" y="2"/>
                    </a:cubicBezTo>
                    <a:cubicBezTo>
                      <a:pt x="243" y="2"/>
                      <a:pt x="244" y="3"/>
                      <a:pt x="244" y="4"/>
                    </a:cubicBezTo>
                    <a:cubicBezTo>
                      <a:pt x="244" y="5"/>
                      <a:pt x="243" y="6"/>
                      <a:pt x="242" y="6"/>
                    </a:cubicBezTo>
                    <a:cubicBezTo>
                      <a:pt x="239" y="6"/>
                      <a:pt x="237" y="6"/>
                      <a:pt x="234" y="6"/>
                    </a:cubicBezTo>
                    <a:cubicBezTo>
                      <a:pt x="234" y="6"/>
                      <a:pt x="234" y="6"/>
                      <a:pt x="234" y="6"/>
                    </a:cubicBezTo>
                    <a:close/>
                    <a:moveTo>
                      <a:pt x="339" y="6"/>
                    </a:moveTo>
                    <a:cubicBezTo>
                      <a:pt x="339" y="6"/>
                      <a:pt x="339" y="6"/>
                      <a:pt x="338" y="6"/>
                    </a:cubicBezTo>
                    <a:cubicBezTo>
                      <a:pt x="336" y="6"/>
                      <a:pt x="333" y="5"/>
                      <a:pt x="330" y="5"/>
                    </a:cubicBezTo>
                    <a:cubicBezTo>
                      <a:pt x="329" y="5"/>
                      <a:pt x="328" y="4"/>
                      <a:pt x="329" y="3"/>
                    </a:cubicBezTo>
                    <a:cubicBezTo>
                      <a:pt x="329" y="2"/>
                      <a:pt x="330" y="1"/>
                      <a:pt x="331" y="1"/>
                    </a:cubicBezTo>
                    <a:cubicBezTo>
                      <a:pt x="333" y="1"/>
                      <a:pt x="336" y="2"/>
                      <a:pt x="339" y="2"/>
                    </a:cubicBezTo>
                    <a:cubicBezTo>
                      <a:pt x="340" y="2"/>
                      <a:pt x="341" y="3"/>
                      <a:pt x="341" y="4"/>
                    </a:cubicBezTo>
                    <a:cubicBezTo>
                      <a:pt x="341" y="5"/>
                      <a:pt x="340" y="6"/>
                      <a:pt x="339" y="6"/>
                    </a:cubicBezTo>
                    <a:close/>
                    <a:moveTo>
                      <a:pt x="250" y="5"/>
                    </a:moveTo>
                    <a:cubicBezTo>
                      <a:pt x="249" y="5"/>
                      <a:pt x="248" y="4"/>
                      <a:pt x="248" y="3"/>
                    </a:cubicBezTo>
                    <a:cubicBezTo>
                      <a:pt x="248" y="2"/>
                      <a:pt x="249" y="1"/>
                      <a:pt x="250" y="1"/>
                    </a:cubicBezTo>
                    <a:cubicBezTo>
                      <a:pt x="252" y="1"/>
                      <a:pt x="255" y="1"/>
                      <a:pt x="258" y="1"/>
                    </a:cubicBezTo>
                    <a:cubicBezTo>
                      <a:pt x="259" y="1"/>
                      <a:pt x="260" y="2"/>
                      <a:pt x="260" y="3"/>
                    </a:cubicBezTo>
                    <a:cubicBezTo>
                      <a:pt x="260" y="4"/>
                      <a:pt x="259" y="5"/>
                      <a:pt x="258" y="5"/>
                    </a:cubicBezTo>
                    <a:cubicBezTo>
                      <a:pt x="255" y="5"/>
                      <a:pt x="253" y="5"/>
                      <a:pt x="250" y="5"/>
                    </a:cubicBezTo>
                    <a:cubicBezTo>
                      <a:pt x="250" y="5"/>
                      <a:pt x="250" y="5"/>
                      <a:pt x="250" y="5"/>
                    </a:cubicBezTo>
                    <a:close/>
                    <a:moveTo>
                      <a:pt x="322" y="5"/>
                    </a:moveTo>
                    <a:cubicBezTo>
                      <a:pt x="322" y="5"/>
                      <a:pt x="322" y="5"/>
                      <a:pt x="322" y="5"/>
                    </a:cubicBezTo>
                    <a:cubicBezTo>
                      <a:pt x="320" y="5"/>
                      <a:pt x="317" y="5"/>
                      <a:pt x="314" y="4"/>
                    </a:cubicBezTo>
                    <a:cubicBezTo>
                      <a:pt x="313" y="4"/>
                      <a:pt x="312" y="3"/>
                      <a:pt x="312" y="2"/>
                    </a:cubicBezTo>
                    <a:cubicBezTo>
                      <a:pt x="312" y="1"/>
                      <a:pt x="313" y="0"/>
                      <a:pt x="314" y="0"/>
                    </a:cubicBezTo>
                    <a:cubicBezTo>
                      <a:pt x="317" y="1"/>
                      <a:pt x="320" y="1"/>
                      <a:pt x="323" y="1"/>
                    </a:cubicBezTo>
                    <a:cubicBezTo>
                      <a:pt x="324" y="1"/>
                      <a:pt x="325" y="2"/>
                      <a:pt x="324" y="3"/>
                    </a:cubicBezTo>
                    <a:cubicBezTo>
                      <a:pt x="324" y="4"/>
                      <a:pt x="324" y="5"/>
                      <a:pt x="322" y="5"/>
                    </a:cubicBezTo>
                    <a:close/>
                    <a:moveTo>
                      <a:pt x="266" y="4"/>
                    </a:moveTo>
                    <a:cubicBezTo>
                      <a:pt x="265" y="4"/>
                      <a:pt x="264" y="4"/>
                      <a:pt x="264" y="3"/>
                    </a:cubicBezTo>
                    <a:cubicBezTo>
                      <a:pt x="264" y="1"/>
                      <a:pt x="265" y="1"/>
                      <a:pt x="266" y="0"/>
                    </a:cubicBezTo>
                    <a:cubicBezTo>
                      <a:pt x="269" y="0"/>
                      <a:pt x="271" y="0"/>
                      <a:pt x="274" y="0"/>
                    </a:cubicBezTo>
                    <a:cubicBezTo>
                      <a:pt x="275" y="0"/>
                      <a:pt x="276" y="1"/>
                      <a:pt x="276" y="2"/>
                    </a:cubicBezTo>
                    <a:cubicBezTo>
                      <a:pt x="276" y="3"/>
                      <a:pt x="275" y="4"/>
                      <a:pt x="274" y="4"/>
                    </a:cubicBezTo>
                    <a:cubicBezTo>
                      <a:pt x="271" y="4"/>
                      <a:pt x="269" y="4"/>
                      <a:pt x="266" y="4"/>
                    </a:cubicBezTo>
                    <a:cubicBezTo>
                      <a:pt x="266" y="4"/>
                      <a:pt x="266" y="4"/>
                      <a:pt x="266" y="4"/>
                    </a:cubicBezTo>
                    <a:close/>
                    <a:moveTo>
                      <a:pt x="306" y="4"/>
                    </a:moveTo>
                    <a:cubicBezTo>
                      <a:pt x="306" y="4"/>
                      <a:pt x="306" y="4"/>
                      <a:pt x="306" y="4"/>
                    </a:cubicBezTo>
                    <a:cubicBezTo>
                      <a:pt x="304" y="4"/>
                      <a:pt x="301" y="4"/>
                      <a:pt x="298" y="4"/>
                    </a:cubicBezTo>
                    <a:cubicBezTo>
                      <a:pt x="297" y="4"/>
                      <a:pt x="296" y="3"/>
                      <a:pt x="296" y="2"/>
                    </a:cubicBezTo>
                    <a:cubicBezTo>
                      <a:pt x="296" y="1"/>
                      <a:pt x="297" y="0"/>
                      <a:pt x="298" y="0"/>
                    </a:cubicBezTo>
                    <a:cubicBezTo>
                      <a:pt x="301" y="0"/>
                      <a:pt x="304" y="0"/>
                      <a:pt x="306" y="0"/>
                    </a:cubicBezTo>
                    <a:cubicBezTo>
                      <a:pt x="307" y="0"/>
                      <a:pt x="308" y="1"/>
                      <a:pt x="308" y="2"/>
                    </a:cubicBezTo>
                    <a:cubicBezTo>
                      <a:pt x="308" y="3"/>
                      <a:pt x="307" y="4"/>
                      <a:pt x="306" y="4"/>
                    </a:cubicBezTo>
                    <a:close/>
                    <a:moveTo>
                      <a:pt x="282" y="4"/>
                    </a:moveTo>
                    <a:cubicBezTo>
                      <a:pt x="281" y="4"/>
                      <a:pt x="280" y="3"/>
                      <a:pt x="280" y="2"/>
                    </a:cubicBezTo>
                    <a:cubicBezTo>
                      <a:pt x="280" y="1"/>
                      <a:pt x="281" y="0"/>
                      <a:pt x="282" y="0"/>
                    </a:cubicBezTo>
                    <a:cubicBezTo>
                      <a:pt x="285" y="0"/>
                      <a:pt x="287" y="0"/>
                      <a:pt x="290" y="0"/>
                    </a:cubicBezTo>
                    <a:cubicBezTo>
                      <a:pt x="290" y="0"/>
                      <a:pt x="290" y="0"/>
                      <a:pt x="290" y="0"/>
                    </a:cubicBezTo>
                    <a:cubicBezTo>
                      <a:pt x="291" y="0"/>
                      <a:pt x="292" y="1"/>
                      <a:pt x="292" y="2"/>
                    </a:cubicBezTo>
                    <a:cubicBezTo>
                      <a:pt x="292" y="3"/>
                      <a:pt x="291" y="4"/>
                      <a:pt x="290" y="4"/>
                    </a:cubicBezTo>
                    <a:cubicBezTo>
                      <a:pt x="287" y="4"/>
                      <a:pt x="285" y="4"/>
                      <a:pt x="282" y="4"/>
                    </a:cubicBezTo>
                    <a:cubicBezTo>
                      <a:pt x="282" y="4"/>
                      <a:pt x="282" y="4"/>
                      <a:pt x="282" y="4"/>
                    </a:cubicBezTo>
                    <a:close/>
                  </a:path>
                </a:pathLst>
              </a:custGeom>
              <a:solidFill>
                <a:schemeClr val="accent1">
                  <a:alpha val="40000"/>
                </a:schemeClr>
              </a:soli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20" id="20"/>
              <p:cNvSpPr/>
              <p:nvPr/>
            </p:nvSpPr>
            <p:spPr>
              <a:xfrm>
                <a:off x="4436594" y="1450975"/>
                <a:ext cx="30163" cy="22225"/>
              </a:xfrm>
              <a:custGeom>
                <a:avLst/>
                <a:gdLst/>
                <a:ahLst/>
                <a:cxnLst/>
                <a:rect r="r" b="b" t="t" l="l"/>
                <a:pathLst>
                  <a:path w="8" h="6" stroke="true" fill="norm" extrusionOk="true">
                    <a:moveTo>
                      <a:pt x="5" y="6"/>
                    </a:moveTo>
                    <a:cubicBezTo>
                      <a:pt x="5" y="6"/>
                      <a:pt x="5" y="6"/>
                      <a:pt x="5" y="6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7" y="3"/>
                      <a:pt x="8" y="4"/>
                      <a:pt x="7" y="5"/>
                    </a:cubicBezTo>
                    <a:cubicBezTo>
                      <a:pt x="7" y="6"/>
                      <a:pt x="6" y="6"/>
                      <a:pt x="5" y="6"/>
                    </a:cubicBezTo>
                    <a:close/>
                  </a:path>
                </a:pathLst>
              </a:custGeom>
              <a:grpFill/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>
              <a:off x="1351976" y="2827957"/>
              <a:ext cx="243525" cy="1778207"/>
              <a:chOff x="869481" y="2446338"/>
              <a:chExt cx="320676" cy="2341563"/>
            </a:xfrm>
            <a:solidFill>
              <a:srgbClr val="FFFFFF">
                <a:alpha val="40000"/>
              </a:srgbClr>
            </a:solidFill>
          </p:grpSpPr>
          <p:sp>
            <p:nvSpPr>
              <p:cNvPr name="Freeform 22" id="22"/>
              <p:cNvSpPr/>
              <p:nvPr/>
            </p:nvSpPr>
            <p:spPr>
              <a:xfrm>
                <a:off x="1163169" y="4757738"/>
                <a:ext cx="26988" cy="30163"/>
              </a:xfrm>
              <a:custGeom>
                <a:avLst/>
                <a:gdLst/>
                <a:ahLst/>
                <a:cxnLst/>
                <a:rect r="r" b="b" t="t" l="l"/>
                <a:pathLst>
                  <a:path w="7" h="8" stroke="true" fill="norm" extrusionOk="true">
                    <a:moveTo>
                      <a:pt x="4" y="8"/>
                    </a:moveTo>
                    <a:cubicBezTo>
                      <a:pt x="4" y="8"/>
                      <a:pt x="3" y="7"/>
                      <a:pt x="3" y="7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1"/>
                      <a:pt x="1" y="0"/>
                    </a:cubicBezTo>
                    <a:cubicBezTo>
                      <a:pt x="2" y="0"/>
                      <a:pt x="4" y="0"/>
                      <a:pt x="4" y="1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7" y="6"/>
                      <a:pt x="6" y="7"/>
                      <a:pt x="5" y="7"/>
                    </a:cubicBezTo>
                    <a:cubicBezTo>
                      <a:pt x="5" y="7"/>
                      <a:pt x="5" y="8"/>
                      <a:pt x="4" y="8"/>
                    </a:cubicBezTo>
                    <a:close/>
                  </a:path>
                </a:pathLst>
              </a:custGeom>
              <a:grpFill/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23" id="23"/>
              <p:cNvSpPr/>
              <p:nvPr/>
            </p:nvSpPr>
            <p:spPr>
              <a:xfrm>
                <a:off x="869481" y="2484438"/>
                <a:ext cx="296863" cy="2262188"/>
              </a:xfrm>
              <a:custGeom>
                <a:avLst/>
                <a:gdLst/>
                <a:ahLst/>
                <a:cxnLst/>
                <a:rect r="r" b="b" t="t" l="l"/>
                <a:pathLst>
                  <a:path w="79" h="600" stroke="true" fill="norm" extrusionOk="true">
                    <a:moveTo>
                      <a:pt x="77" y="600"/>
                    </a:moveTo>
                    <a:cubicBezTo>
                      <a:pt x="76" y="600"/>
                      <a:pt x="75" y="600"/>
                      <a:pt x="75" y="599"/>
                    </a:cubicBezTo>
                    <a:cubicBezTo>
                      <a:pt x="74" y="597"/>
                      <a:pt x="72" y="594"/>
                      <a:pt x="71" y="592"/>
                    </a:cubicBezTo>
                    <a:cubicBezTo>
                      <a:pt x="71" y="591"/>
                      <a:pt x="71" y="590"/>
                      <a:pt x="72" y="589"/>
                    </a:cubicBezTo>
                    <a:cubicBezTo>
                      <a:pt x="73" y="589"/>
                      <a:pt x="74" y="589"/>
                      <a:pt x="75" y="590"/>
                    </a:cubicBezTo>
                    <a:cubicBezTo>
                      <a:pt x="76" y="592"/>
                      <a:pt x="77" y="595"/>
                      <a:pt x="78" y="597"/>
                    </a:cubicBezTo>
                    <a:cubicBezTo>
                      <a:pt x="79" y="598"/>
                      <a:pt x="78" y="599"/>
                      <a:pt x="77" y="600"/>
                    </a:cubicBezTo>
                    <a:cubicBezTo>
                      <a:pt x="77" y="600"/>
                      <a:pt x="77" y="600"/>
                      <a:pt x="77" y="600"/>
                    </a:cubicBezTo>
                    <a:close/>
                    <a:moveTo>
                      <a:pt x="69" y="586"/>
                    </a:moveTo>
                    <a:cubicBezTo>
                      <a:pt x="68" y="586"/>
                      <a:pt x="68" y="585"/>
                      <a:pt x="67" y="585"/>
                    </a:cubicBezTo>
                    <a:cubicBezTo>
                      <a:pt x="66" y="582"/>
                      <a:pt x="65" y="580"/>
                      <a:pt x="64" y="577"/>
                    </a:cubicBezTo>
                    <a:cubicBezTo>
                      <a:pt x="63" y="576"/>
                      <a:pt x="64" y="575"/>
                      <a:pt x="65" y="575"/>
                    </a:cubicBezTo>
                    <a:cubicBezTo>
                      <a:pt x="66" y="574"/>
                      <a:pt x="67" y="575"/>
                      <a:pt x="67" y="576"/>
                    </a:cubicBezTo>
                    <a:cubicBezTo>
                      <a:pt x="69" y="578"/>
                      <a:pt x="70" y="580"/>
                      <a:pt x="71" y="583"/>
                    </a:cubicBezTo>
                    <a:cubicBezTo>
                      <a:pt x="71" y="584"/>
                      <a:pt x="71" y="585"/>
                      <a:pt x="70" y="585"/>
                    </a:cubicBezTo>
                    <a:cubicBezTo>
                      <a:pt x="70" y="586"/>
                      <a:pt x="69" y="586"/>
                      <a:pt x="69" y="586"/>
                    </a:cubicBezTo>
                    <a:close/>
                    <a:moveTo>
                      <a:pt x="62" y="571"/>
                    </a:moveTo>
                    <a:cubicBezTo>
                      <a:pt x="61" y="571"/>
                      <a:pt x="61" y="571"/>
                      <a:pt x="60" y="570"/>
                    </a:cubicBezTo>
                    <a:cubicBezTo>
                      <a:pt x="59" y="568"/>
                      <a:pt x="58" y="565"/>
                      <a:pt x="57" y="563"/>
                    </a:cubicBezTo>
                    <a:cubicBezTo>
                      <a:pt x="57" y="562"/>
                      <a:pt x="57" y="561"/>
                      <a:pt x="58" y="560"/>
                    </a:cubicBezTo>
                    <a:cubicBezTo>
                      <a:pt x="59" y="560"/>
                      <a:pt x="60" y="560"/>
                      <a:pt x="61" y="561"/>
                    </a:cubicBezTo>
                    <a:cubicBezTo>
                      <a:pt x="62" y="564"/>
                      <a:pt x="63" y="566"/>
                      <a:pt x="64" y="568"/>
                    </a:cubicBezTo>
                    <a:cubicBezTo>
                      <a:pt x="64" y="569"/>
                      <a:pt x="64" y="571"/>
                      <a:pt x="63" y="571"/>
                    </a:cubicBezTo>
                    <a:cubicBezTo>
                      <a:pt x="63" y="571"/>
                      <a:pt x="62" y="571"/>
                      <a:pt x="62" y="571"/>
                    </a:cubicBezTo>
                    <a:close/>
                    <a:moveTo>
                      <a:pt x="56" y="557"/>
                    </a:moveTo>
                    <a:cubicBezTo>
                      <a:pt x="55" y="557"/>
                      <a:pt x="54" y="556"/>
                      <a:pt x="54" y="555"/>
                    </a:cubicBezTo>
                    <a:cubicBezTo>
                      <a:pt x="53" y="553"/>
                      <a:pt x="52" y="550"/>
                      <a:pt x="51" y="548"/>
                    </a:cubicBezTo>
                    <a:cubicBezTo>
                      <a:pt x="50" y="547"/>
                      <a:pt x="51" y="546"/>
                      <a:pt x="52" y="545"/>
                    </a:cubicBezTo>
                    <a:cubicBezTo>
                      <a:pt x="53" y="545"/>
                      <a:pt x="54" y="545"/>
                      <a:pt x="54" y="546"/>
                    </a:cubicBezTo>
                    <a:cubicBezTo>
                      <a:pt x="55" y="549"/>
                      <a:pt x="56" y="551"/>
                      <a:pt x="57" y="554"/>
                    </a:cubicBezTo>
                    <a:cubicBezTo>
                      <a:pt x="58" y="555"/>
                      <a:pt x="57" y="556"/>
                      <a:pt x="56" y="556"/>
                    </a:cubicBezTo>
                    <a:cubicBezTo>
                      <a:pt x="56" y="557"/>
                      <a:pt x="56" y="557"/>
                      <a:pt x="56" y="557"/>
                    </a:cubicBezTo>
                    <a:close/>
                    <a:moveTo>
                      <a:pt x="49" y="542"/>
                    </a:moveTo>
                    <a:cubicBezTo>
                      <a:pt x="49" y="542"/>
                      <a:pt x="48" y="541"/>
                      <a:pt x="47" y="541"/>
                    </a:cubicBezTo>
                    <a:cubicBezTo>
                      <a:pt x="46" y="538"/>
                      <a:pt x="45" y="536"/>
                      <a:pt x="45" y="533"/>
                    </a:cubicBezTo>
                    <a:cubicBezTo>
                      <a:pt x="44" y="532"/>
                      <a:pt x="45" y="531"/>
                      <a:pt x="46" y="530"/>
                    </a:cubicBezTo>
                    <a:cubicBezTo>
                      <a:pt x="47" y="530"/>
                      <a:pt x="48" y="531"/>
                      <a:pt x="48" y="532"/>
                    </a:cubicBezTo>
                    <a:cubicBezTo>
                      <a:pt x="49" y="534"/>
                      <a:pt x="50" y="537"/>
                      <a:pt x="51" y="539"/>
                    </a:cubicBezTo>
                    <a:cubicBezTo>
                      <a:pt x="52" y="540"/>
                      <a:pt x="51" y="541"/>
                      <a:pt x="50" y="542"/>
                    </a:cubicBezTo>
                    <a:cubicBezTo>
                      <a:pt x="50" y="542"/>
                      <a:pt x="50" y="542"/>
                      <a:pt x="49" y="542"/>
                    </a:cubicBezTo>
                    <a:close/>
                    <a:moveTo>
                      <a:pt x="43" y="527"/>
                    </a:moveTo>
                    <a:cubicBezTo>
                      <a:pt x="43" y="527"/>
                      <a:pt x="42" y="526"/>
                      <a:pt x="42" y="526"/>
                    </a:cubicBezTo>
                    <a:cubicBezTo>
                      <a:pt x="41" y="523"/>
                      <a:pt x="40" y="521"/>
                      <a:pt x="39" y="518"/>
                    </a:cubicBezTo>
                    <a:cubicBezTo>
                      <a:pt x="38" y="517"/>
                      <a:pt x="39" y="516"/>
                      <a:pt x="40" y="515"/>
                    </a:cubicBezTo>
                    <a:cubicBezTo>
                      <a:pt x="41" y="515"/>
                      <a:pt x="42" y="516"/>
                      <a:pt x="43" y="517"/>
                    </a:cubicBezTo>
                    <a:cubicBezTo>
                      <a:pt x="43" y="519"/>
                      <a:pt x="44" y="522"/>
                      <a:pt x="45" y="524"/>
                    </a:cubicBezTo>
                    <a:cubicBezTo>
                      <a:pt x="46" y="525"/>
                      <a:pt x="45" y="526"/>
                      <a:pt x="44" y="527"/>
                    </a:cubicBezTo>
                    <a:cubicBezTo>
                      <a:pt x="44" y="527"/>
                      <a:pt x="44" y="527"/>
                      <a:pt x="43" y="527"/>
                    </a:cubicBezTo>
                    <a:close/>
                    <a:moveTo>
                      <a:pt x="38" y="512"/>
                    </a:moveTo>
                    <a:cubicBezTo>
                      <a:pt x="37" y="512"/>
                      <a:pt x="36" y="511"/>
                      <a:pt x="36" y="510"/>
                    </a:cubicBezTo>
                    <a:cubicBezTo>
                      <a:pt x="35" y="508"/>
                      <a:pt x="34" y="505"/>
                      <a:pt x="33" y="503"/>
                    </a:cubicBezTo>
                    <a:cubicBezTo>
                      <a:pt x="33" y="502"/>
                      <a:pt x="34" y="501"/>
                      <a:pt x="35" y="500"/>
                    </a:cubicBezTo>
                    <a:cubicBezTo>
                      <a:pt x="36" y="500"/>
                      <a:pt x="37" y="500"/>
                      <a:pt x="37" y="502"/>
                    </a:cubicBezTo>
                    <a:cubicBezTo>
                      <a:pt x="38" y="504"/>
                      <a:pt x="39" y="507"/>
                      <a:pt x="40" y="509"/>
                    </a:cubicBezTo>
                    <a:cubicBezTo>
                      <a:pt x="40" y="510"/>
                      <a:pt x="40" y="511"/>
                      <a:pt x="39" y="512"/>
                    </a:cubicBezTo>
                    <a:cubicBezTo>
                      <a:pt x="38" y="512"/>
                      <a:pt x="38" y="512"/>
                      <a:pt x="38" y="512"/>
                    </a:cubicBezTo>
                    <a:close/>
                    <a:moveTo>
                      <a:pt x="33" y="497"/>
                    </a:moveTo>
                    <a:cubicBezTo>
                      <a:pt x="32" y="497"/>
                      <a:pt x="31" y="496"/>
                      <a:pt x="31" y="495"/>
                    </a:cubicBezTo>
                    <a:cubicBezTo>
                      <a:pt x="30" y="493"/>
                      <a:pt x="29" y="490"/>
                      <a:pt x="29" y="487"/>
                    </a:cubicBezTo>
                    <a:cubicBezTo>
                      <a:pt x="28" y="486"/>
                      <a:pt x="29" y="485"/>
                      <a:pt x="30" y="485"/>
                    </a:cubicBezTo>
                    <a:cubicBezTo>
                      <a:pt x="31" y="485"/>
                      <a:pt x="32" y="485"/>
                      <a:pt x="32" y="486"/>
                    </a:cubicBezTo>
                    <a:cubicBezTo>
                      <a:pt x="33" y="489"/>
                      <a:pt x="34" y="491"/>
                      <a:pt x="35" y="494"/>
                    </a:cubicBezTo>
                    <a:cubicBezTo>
                      <a:pt x="35" y="495"/>
                      <a:pt x="35" y="496"/>
                      <a:pt x="33" y="496"/>
                    </a:cubicBezTo>
                    <a:cubicBezTo>
                      <a:pt x="33" y="496"/>
                      <a:pt x="33" y="497"/>
                      <a:pt x="33" y="497"/>
                    </a:cubicBezTo>
                    <a:close/>
                    <a:moveTo>
                      <a:pt x="28" y="481"/>
                    </a:moveTo>
                    <a:cubicBezTo>
                      <a:pt x="27" y="481"/>
                      <a:pt x="26" y="481"/>
                      <a:pt x="26" y="480"/>
                    </a:cubicBezTo>
                    <a:cubicBezTo>
                      <a:pt x="25" y="477"/>
                      <a:pt x="25" y="475"/>
                      <a:pt x="24" y="472"/>
                    </a:cubicBezTo>
                    <a:cubicBezTo>
                      <a:pt x="24" y="471"/>
                      <a:pt x="24" y="470"/>
                      <a:pt x="25" y="470"/>
                    </a:cubicBezTo>
                    <a:cubicBezTo>
                      <a:pt x="26" y="469"/>
                      <a:pt x="28" y="470"/>
                      <a:pt x="28" y="471"/>
                    </a:cubicBezTo>
                    <a:cubicBezTo>
                      <a:pt x="29" y="474"/>
                      <a:pt x="29" y="476"/>
                      <a:pt x="30" y="479"/>
                    </a:cubicBezTo>
                    <a:cubicBezTo>
                      <a:pt x="30" y="480"/>
                      <a:pt x="30" y="481"/>
                      <a:pt x="29" y="481"/>
                    </a:cubicBezTo>
                    <a:cubicBezTo>
                      <a:pt x="29" y="481"/>
                      <a:pt x="28" y="481"/>
                      <a:pt x="28" y="481"/>
                    </a:cubicBezTo>
                    <a:close/>
                    <a:moveTo>
                      <a:pt x="24" y="466"/>
                    </a:moveTo>
                    <a:cubicBezTo>
                      <a:pt x="23" y="466"/>
                      <a:pt x="22" y="465"/>
                      <a:pt x="22" y="464"/>
                    </a:cubicBezTo>
                    <a:cubicBezTo>
                      <a:pt x="21" y="462"/>
                      <a:pt x="21" y="459"/>
                      <a:pt x="20" y="456"/>
                    </a:cubicBezTo>
                    <a:cubicBezTo>
                      <a:pt x="20" y="455"/>
                      <a:pt x="20" y="454"/>
                      <a:pt x="21" y="454"/>
                    </a:cubicBezTo>
                    <a:cubicBezTo>
                      <a:pt x="22" y="454"/>
                      <a:pt x="23" y="454"/>
                      <a:pt x="24" y="455"/>
                    </a:cubicBezTo>
                    <a:cubicBezTo>
                      <a:pt x="24" y="458"/>
                      <a:pt x="25" y="461"/>
                      <a:pt x="26" y="463"/>
                    </a:cubicBezTo>
                    <a:cubicBezTo>
                      <a:pt x="26" y="464"/>
                      <a:pt x="25" y="465"/>
                      <a:pt x="24" y="466"/>
                    </a:cubicBezTo>
                    <a:cubicBezTo>
                      <a:pt x="24" y="466"/>
                      <a:pt x="24" y="466"/>
                      <a:pt x="24" y="466"/>
                    </a:cubicBezTo>
                    <a:close/>
                    <a:moveTo>
                      <a:pt x="20" y="450"/>
                    </a:moveTo>
                    <a:cubicBezTo>
                      <a:pt x="19" y="450"/>
                      <a:pt x="18" y="450"/>
                      <a:pt x="18" y="449"/>
                    </a:cubicBezTo>
                    <a:cubicBezTo>
                      <a:pt x="17" y="446"/>
                      <a:pt x="17" y="443"/>
                      <a:pt x="16" y="441"/>
                    </a:cubicBezTo>
                    <a:cubicBezTo>
                      <a:pt x="16" y="440"/>
                      <a:pt x="17" y="439"/>
                      <a:pt x="18" y="438"/>
                    </a:cubicBezTo>
                    <a:cubicBezTo>
                      <a:pt x="19" y="438"/>
                      <a:pt x="20" y="439"/>
                      <a:pt x="20" y="440"/>
                    </a:cubicBezTo>
                    <a:cubicBezTo>
                      <a:pt x="21" y="443"/>
                      <a:pt x="21" y="445"/>
                      <a:pt x="22" y="448"/>
                    </a:cubicBezTo>
                    <a:cubicBezTo>
                      <a:pt x="22" y="449"/>
                      <a:pt x="21" y="450"/>
                      <a:pt x="20" y="450"/>
                    </a:cubicBezTo>
                    <a:cubicBezTo>
                      <a:pt x="20" y="450"/>
                      <a:pt x="20" y="450"/>
                      <a:pt x="20" y="450"/>
                    </a:cubicBezTo>
                    <a:close/>
                    <a:moveTo>
                      <a:pt x="16" y="435"/>
                    </a:moveTo>
                    <a:cubicBezTo>
                      <a:pt x="15" y="435"/>
                      <a:pt x="15" y="434"/>
                      <a:pt x="14" y="433"/>
                    </a:cubicBezTo>
                    <a:cubicBezTo>
                      <a:pt x="14" y="430"/>
                      <a:pt x="13" y="428"/>
                      <a:pt x="13" y="425"/>
                    </a:cubicBezTo>
                    <a:cubicBezTo>
                      <a:pt x="12" y="424"/>
                      <a:pt x="13" y="423"/>
                      <a:pt x="14" y="423"/>
                    </a:cubicBezTo>
                    <a:cubicBezTo>
                      <a:pt x="15" y="422"/>
                      <a:pt x="16" y="423"/>
                      <a:pt x="17" y="424"/>
                    </a:cubicBezTo>
                    <a:cubicBezTo>
                      <a:pt x="17" y="427"/>
                      <a:pt x="18" y="429"/>
                      <a:pt x="18" y="432"/>
                    </a:cubicBezTo>
                    <a:cubicBezTo>
                      <a:pt x="18" y="433"/>
                      <a:pt x="18" y="434"/>
                      <a:pt x="17" y="434"/>
                    </a:cubicBezTo>
                    <a:cubicBezTo>
                      <a:pt x="17" y="434"/>
                      <a:pt x="16" y="435"/>
                      <a:pt x="16" y="435"/>
                    </a:cubicBezTo>
                    <a:close/>
                    <a:moveTo>
                      <a:pt x="13" y="419"/>
                    </a:moveTo>
                    <a:cubicBezTo>
                      <a:pt x="12" y="419"/>
                      <a:pt x="11" y="418"/>
                      <a:pt x="11" y="417"/>
                    </a:cubicBezTo>
                    <a:cubicBezTo>
                      <a:pt x="11" y="415"/>
                      <a:pt x="10" y="412"/>
                      <a:pt x="10" y="409"/>
                    </a:cubicBezTo>
                    <a:cubicBezTo>
                      <a:pt x="10" y="408"/>
                      <a:pt x="10" y="407"/>
                      <a:pt x="11" y="407"/>
                    </a:cubicBezTo>
                    <a:cubicBezTo>
                      <a:pt x="12" y="407"/>
                      <a:pt x="13" y="407"/>
                      <a:pt x="14" y="409"/>
                    </a:cubicBezTo>
                    <a:cubicBezTo>
                      <a:pt x="14" y="411"/>
                      <a:pt x="15" y="414"/>
                      <a:pt x="15" y="416"/>
                    </a:cubicBezTo>
                    <a:cubicBezTo>
                      <a:pt x="15" y="417"/>
                      <a:pt x="15" y="419"/>
                      <a:pt x="13" y="419"/>
                    </a:cubicBezTo>
                    <a:cubicBezTo>
                      <a:pt x="13" y="419"/>
                      <a:pt x="13" y="419"/>
                      <a:pt x="13" y="419"/>
                    </a:cubicBezTo>
                    <a:close/>
                    <a:moveTo>
                      <a:pt x="10" y="403"/>
                    </a:moveTo>
                    <a:cubicBezTo>
                      <a:pt x="9" y="403"/>
                      <a:pt x="9" y="402"/>
                      <a:pt x="8" y="401"/>
                    </a:cubicBezTo>
                    <a:cubicBezTo>
                      <a:pt x="8" y="399"/>
                      <a:pt x="8" y="396"/>
                      <a:pt x="7" y="393"/>
                    </a:cubicBezTo>
                    <a:cubicBezTo>
                      <a:pt x="7" y="392"/>
                      <a:pt x="8" y="391"/>
                      <a:pt x="9" y="391"/>
                    </a:cubicBezTo>
                    <a:cubicBezTo>
                      <a:pt x="10" y="391"/>
                      <a:pt x="11" y="392"/>
                      <a:pt x="11" y="393"/>
                    </a:cubicBezTo>
                    <a:cubicBezTo>
                      <a:pt x="11" y="395"/>
                      <a:pt x="12" y="398"/>
                      <a:pt x="12" y="401"/>
                    </a:cubicBezTo>
                    <a:cubicBezTo>
                      <a:pt x="12" y="402"/>
                      <a:pt x="12" y="403"/>
                      <a:pt x="11" y="403"/>
                    </a:cubicBezTo>
                    <a:cubicBezTo>
                      <a:pt x="11" y="403"/>
                      <a:pt x="10" y="403"/>
                      <a:pt x="10" y="403"/>
                    </a:cubicBezTo>
                    <a:close/>
                    <a:moveTo>
                      <a:pt x="8" y="387"/>
                    </a:moveTo>
                    <a:cubicBezTo>
                      <a:pt x="7" y="387"/>
                      <a:pt x="6" y="386"/>
                      <a:pt x="6" y="385"/>
                    </a:cubicBezTo>
                    <a:cubicBezTo>
                      <a:pt x="6" y="383"/>
                      <a:pt x="5" y="380"/>
                      <a:pt x="5" y="377"/>
                    </a:cubicBezTo>
                    <a:cubicBezTo>
                      <a:pt x="5" y="376"/>
                      <a:pt x="6" y="375"/>
                      <a:pt x="7" y="375"/>
                    </a:cubicBezTo>
                    <a:cubicBezTo>
                      <a:pt x="8" y="375"/>
                      <a:pt x="9" y="376"/>
                      <a:pt x="9" y="377"/>
                    </a:cubicBezTo>
                    <a:cubicBezTo>
                      <a:pt x="9" y="380"/>
                      <a:pt x="10" y="382"/>
                      <a:pt x="10" y="385"/>
                    </a:cubicBezTo>
                    <a:cubicBezTo>
                      <a:pt x="10" y="386"/>
                      <a:pt x="9" y="387"/>
                      <a:pt x="8" y="387"/>
                    </a:cubicBezTo>
                    <a:cubicBezTo>
                      <a:pt x="8" y="387"/>
                      <a:pt x="8" y="387"/>
                      <a:pt x="8" y="387"/>
                    </a:cubicBezTo>
                    <a:close/>
                    <a:moveTo>
                      <a:pt x="6" y="371"/>
                    </a:moveTo>
                    <a:cubicBezTo>
                      <a:pt x="5" y="371"/>
                      <a:pt x="4" y="370"/>
                      <a:pt x="4" y="369"/>
                    </a:cubicBezTo>
                    <a:cubicBezTo>
                      <a:pt x="4" y="367"/>
                      <a:pt x="3" y="364"/>
                      <a:pt x="3" y="361"/>
                    </a:cubicBezTo>
                    <a:cubicBezTo>
                      <a:pt x="3" y="360"/>
                      <a:pt x="4" y="359"/>
                      <a:pt x="5" y="359"/>
                    </a:cubicBezTo>
                    <a:cubicBezTo>
                      <a:pt x="6" y="359"/>
                      <a:pt x="7" y="360"/>
                      <a:pt x="7" y="361"/>
                    </a:cubicBezTo>
                    <a:cubicBezTo>
                      <a:pt x="7" y="364"/>
                      <a:pt x="8" y="366"/>
                      <a:pt x="8" y="369"/>
                    </a:cubicBezTo>
                    <a:cubicBezTo>
                      <a:pt x="8" y="370"/>
                      <a:pt x="7" y="371"/>
                      <a:pt x="6" y="371"/>
                    </a:cubicBezTo>
                    <a:cubicBezTo>
                      <a:pt x="6" y="371"/>
                      <a:pt x="6" y="371"/>
                      <a:pt x="6" y="371"/>
                    </a:cubicBezTo>
                    <a:close/>
                    <a:moveTo>
                      <a:pt x="4" y="355"/>
                    </a:moveTo>
                    <a:cubicBezTo>
                      <a:pt x="3" y="355"/>
                      <a:pt x="3" y="354"/>
                      <a:pt x="2" y="353"/>
                    </a:cubicBezTo>
                    <a:cubicBezTo>
                      <a:pt x="2" y="351"/>
                      <a:pt x="2" y="348"/>
                      <a:pt x="2" y="345"/>
                    </a:cubicBezTo>
                    <a:cubicBezTo>
                      <a:pt x="2" y="344"/>
                      <a:pt x="3" y="343"/>
                      <a:pt x="4" y="343"/>
                    </a:cubicBezTo>
                    <a:cubicBezTo>
                      <a:pt x="5" y="343"/>
                      <a:pt x="6" y="344"/>
                      <a:pt x="6" y="345"/>
                    </a:cubicBezTo>
                    <a:cubicBezTo>
                      <a:pt x="6" y="348"/>
                      <a:pt x="6" y="350"/>
                      <a:pt x="6" y="353"/>
                    </a:cubicBezTo>
                    <a:cubicBezTo>
                      <a:pt x="6" y="354"/>
                      <a:pt x="6" y="355"/>
                      <a:pt x="5" y="355"/>
                    </a:cubicBezTo>
                    <a:cubicBezTo>
                      <a:pt x="5" y="355"/>
                      <a:pt x="4" y="355"/>
                      <a:pt x="4" y="355"/>
                    </a:cubicBezTo>
                    <a:close/>
                    <a:moveTo>
                      <a:pt x="3" y="339"/>
                    </a:moveTo>
                    <a:cubicBezTo>
                      <a:pt x="2" y="339"/>
                      <a:pt x="1" y="338"/>
                      <a:pt x="1" y="337"/>
                    </a:cubicBezTo>
                    <a:cubicBezTo>
                      <a:pt x="1" y="335"/>
                      <a:pt x="1" y="332"/>
                      <a:pt x="1" y="329"/>
                    </a:cubicBezTo>
                    <a:cubicBezTo>
                      <a:pt x="1" y="328"/>
                      <a:pt x="2" y="327"/>
                      <a:pt x="3" y="327"/>
                    </a:cubicBezTo>
                    <a:cubicBezTo>
                      <a:pt x="4" y="327"/>
                      <a:pt x="5" y="328"/>
                      <a:pt x="5" y="329"/>
                    </a:cubicBezTo>
                    <a:cubicBezTo>
                      <a:pt x="5" y="332"/>
                      <a:pt x="5" y="334"/>
                      <a:pt x="5" y="337"/>
                    </a:cubicBezTo>
                    <a:cubicBezTo>
                      <a:pt x="5" y="338"/>
                      <a:pt x="4" y="339"/>
                      <a:pt x="3" y="339"/>
                    </a:cubicBezTo>
                    <a:cubicBezTo>
                      <a:pt x="3" y="339"/>
                      <a:pt x="3" y="339"/>
                      <a:pt x="3" y="339"/>
                    </a:cubicBezTo>
                    <a:close/>
                    <a:moveTo>
                      <a:pt x="2" y="323"/>
                    </a:moveTo>
                    <a:cubicBezTo>
                      <a:pt x="1" y="323"/>
                      <a:pt x="0" y="322"/>
                      <a:pt x="0" y="321"/>
                    </a:cubicBezTo>
                    <a:cubicBezTo>
                      <a:pt x="0" y="319"/>
                      <a:pt x="0" y="316"/>
                      <a:pt x="0" y="313"/>
                    </a:cubicBezTo>
                    <a:cubicBezTo>
                      <a:pt x="0" y="312"/>
                      <a:pt x="1" y="311"/>
                      <a:pt x="2" y="311"/>
                    </a:cubicBezTo>
                    <a:cubicBezTo>
                      <a:pt x="3" y="311"/>
                      <a:pt x="4" y="312"/>
                      <a:pt x="4" y="313"/>
                    </a:cubicBezTo>
                    <a:cubicBezTo>
                      <a:pt x="4" y="316"/>
                      <a:pt x="4" y="318"/>
                      <a:pt x="4" y="321"/>
                    </a:cubicBezTo>
                    <a:cubicBezTo>
                      <a:pt x="4" y="322"/>
                      <a:pt x="4" y="323"/>
                      <a:pt x="3" y="323"/>
                    </a:cubicBezTo>
                    <a:cubicBezTo>
                      <a:pt x="2" y="323"/>
                      <a:pt x="2" y="323"/>
                      <a:pt x="2" y="323"/>
                    </a:cubicBezTo>
                    <a:close/>
                    <a:moveTo>
                      <a:pt x="2" y="307"/>
                    </a:moveTo>
                    <a:cubicBezTo>
                      <a:pt x="1" y="307"/>
                      <a:pt x="0" y="306"/>
                      <a:pt x="0" y="305"/>
                    </a:cubicBezTo>
                    <a:cubicBezTo>
                      <a:pt x="0" y="302"/>
                      <a:pt x="0" y="300"/>
                      <a:pt x="0" y="297"/>
                    </a:cubicBezTo>
                    <a:cubicBezTo>
                      <a:pt x="0" y="296"/>
                      <a:pt x="1" y="295"/>
                      <a:pt x="2" y="295"/>
                    </a:cubicBezTo>
                    <a:cubicBezTo>
                      <a:pt x="3" y="295"/>
                      <a:pt x="4" y="296"/>
                      <a:pt x="4" y="297"/>
                    </a:cubicBezTo>
                    <a:cubicBezTo>
                      <a:pt x="4" y="300"/>
                      <a:pt x="4" y="302"/>
                      <a:pt x="4" y="305"/>
                    </a:cubicBezTo>
                    <a:cubicBezTo>
                      <a:pt x="4" y="306"/>
                      <a:pt x="3" y="307"/>
                      <a:pt x="2" y="307"/>
                    </a:cubicBezTo>
                    <a:cubicBezTo>
                      <a:pt x="2" y="307"/>
                      <a:pt x="2" y="307"/>
                      <a:pt x="2" y="307"/>
                    </a:cubicBezTo>
                    <a:close/>
                    <a:moveTo>
                      <a:pt x="2" y="291"/>
                    </a:moveTo>
                    <a:cubicBezTo>
                      <a:pt x="2" y="291"/>
                      <a:pt x="2" y="291"/>
                      <a:pt x="2" y="291"/>
                    </a:cubicBezTo>
                    <a:cubicBezTo>
                      <a:pt x="1" y="291"/>
                      <a:pt x="0" y="290"/>
                      <a:pt x="0" y="289"/>
                    </a:cubicBezTo>
                    <a:cubicBezTo>
                      <a:pt x="0" y="286"/>
                      <a:pt x="0" y="284"/>
                      <a:pt x="0" y="281"/>
                    </a:cubicBezTo>
                    <a:cubicBezTo>
                      <a:pt x="0" y="280"/>
                      <a:pt x="1" y="279"/>
                      <a:pt x="2" y="279"/>
                    </a:cubicBezTo>
                    <a:cubicBezTo>
                      <a:pt x="3" y="279"/>
                      <a:pt x="4" y="280"/>
                      <a:pt x="4" y="281"/>
                    </a:cubicBezTo>
                    <a:cubicBezTo>
                      <a:pt x="4" y="284"/>
                      <a:pt x="4" y="286"/>
                      <a:pt x="4" y="289"/>
                    </a:cubicBezTo>
                    <a:cubicBezTo>
                      <a:pt x="4" y="290"/>
                      <a:pt x="3" y="291"/>
                      <a:pt x="2" y="291"/>
                    </a:cubicBezTo>
                    <a:close/>
                    <a:moveTo>
                      <a:pt x="2" y="275"/>
                    </a:moveTo>
                    <a:cubicBezTo>
                      <a:pt x="2" y="275"/>
                      <a:pt x="2" y="275"/>
                      <a:pt x="2" y="275"/>
                    </a:cubicBezTo>
                    <a:cubicBezTo>
                      <a:pt x="1" y="275"/>
                      <a:pt x="0" y="274"/>
                      <a:pt x="0" y="273"/>
                    </a:cubicBezTo>
                    <a:cubicBezTo>
                      <a:pt x="1" y="270"/>
                      <a:pt x="1" y="267"/>
                      <a:pt x="1" y="265"/>
                    </a:cubicBezTo>
                    <a:cubicBezTo>
                      <a:pt x="1" y="264"/>
                      <a:pt x="2" y="263"/>
                      <a:pt x="3" y="263"/>
                    </a:cubicBezTo>
                    <a:cubicBezTo>
                      <a:pt x="4" y="263"/>
                      <a:pt x="5" y="264"/>
                      <a:pt x="5" y="265"/>
                    </a:cubicBezTo>
                    <a:cubicBezTo>
                      <a:pt x="5" y="268"/>
                      <a:pt x="5" y="270"/>
                      <a:pt x="4" y="273"/>
                    </a:cubicBezTo>
                    <a:cubicBezTo>
                      <a:pt x="4" y="274"/>
                      <a:pt x="4" y="275"/>
                      <a:pt x="2" y="275"/>
                    </a:cubicBezTo>
                    <a:close/>
                    <a:moveTo>
                      <a:pt x="3" y="259"/>
                    </a:moveTo>
                    <a:cubicBezTo>
                      <a:pt x="3" y="259"/>
                      <a:pt x="3" y="259"/>
                      <a:pt x="3" y="259"/>
                    </a:cubicBezTo>
                    <a:cubicBezTo>
                      <a:pt x="2" y="259"/>
                      <a:pt x="1" y="258"/>
                      <a:pt x="1" y="257"/>
                    </a:cubicBezTo>
                    <a:cubicBezTo>
                      <a:pt x="1" y="254"/>
                      <a:pt x="2" y="251"/>
                      <a:pt x="2" y="249"/>
                    </a:cubicBezTo>
                    <a:cubicBezTo>
                      <a:pt x="2" y="248"/>
                      <a:pt x="3" y="247"/>
                      <a:pt x="4" y="247"/>
                    </a:cubicBezTo>
                    <a:cubicBezTo>
                      <a:pt x="5" y="247"/>
                      <a:pt x="6" y="248"/>
                      <a:pt x="6" y="249"/>
                    </a:cubicBezTo>
                    <a:cubicBezTo>
                      <a:pt x="6" y="252"/>
                      <a:pt x="5" y="254"/>
                      <a:pt x="5" y="257"/>
                    </a:cubicBezTo>
                    <a:cubicBezTo>
                      <a:pt x="5" y="258"/>
                      <a:pt x="4" y="259"/>
                      <a:pt x="3" y="259"/>
                    </a:cubicBezTo>
                    <a:close/>
                    <a:moveTo>
                      <a:pt x="4" y="243"/>
                    </a:moveTo>
                    <a:cubicBezTo>
                      <a:pt x="4" y="243"/>
                      <a:pt x="4" y="243"/>
                      <a:pt x="4" y="243"/>
                    </a:cubicBezTo>
                    <a:cubicBezTo>
                      <a:pt x="3" y="243"/>
                      <a:pt x="2" y="242"/>
                      <a:pt x="2" y="241"/>
                    </a:cubicBezTo>
                    <a:cubicBezTo>
                      <a:pt x="3" y="238"/>
                      <a:pt x="3" y="235"/>
                      <a:pt x="3" y="233"/>
                    </a:cubicBezTo>
                    <a:cubicBezTo>
                      <a:pt x="3" y="231"/>
                      <a:pt x="4" y="231"/>
                      <a:pt x="5" y="231"/>
                    </a:cubicBezTo>
                    <a:cubicBezTo>
                      <a:pt x="6" y="231"/>
                      <a:pt x="7" y="232"/>
                      <a:pt x="7" y="233"/>
                    </a:cubicBezTo>
                    <a:cubicBezTo>
                      <a:pt x="7" y="236"/>
                      <a:pt x="7" y="238"/>
                      <a:pt x="6" y="241"/>
                    </a:cubicBezTo>
                    <a:cubicBezTo>
                      <a:pt x="6" y="242"/>
                      <a:pt x="5" y="243"/>
                      <a:pt x="4" y="243"/>
                    </a:cubicBezTo>
                    <a:close/>
                    <a:moveTo>
                      <a:pt x="6" y="227"/>
                    </a:moveTo>
                    <a:cubicBezTo>
                      <a:pt x="6" y="227"/>
                      <a:pt x="6" y="227"/>
                      <a:pt x="6" y="227"/>
                    </a:cubicBezTo>
                    <a:cubicBezTo>
                      <a:pt x="5" y="227"/>
                      <a:pt x="4" y="226"/>
                      <a:pt x="4" y="225"/>
                    </a:cubicBezTo>
                    <a:cubicBezTo>
                      <a:pt x="4" y="222"/>
                      <a:pt x="5" y="219"/>
                      <a:pt x="5" y="217"/>
                    </a:cubicBezTo>
                    <a:cubicBezTo>
                      <a:pt x="5" y="215"/>
                      <a:pt x="6" y="215"/>
                      <a:pt x="7" y="215"/>
                    </a:cubicBezTo>
                    <a:cubicBezTo>
                      <a:pt x="8" y="215"/>
                      <a:pt x="9" y="216"/>
                      <a:pt x="9" y="217"/>
                    </a:cubicBezTo>
                    <a:cubicBezTo>
                      <a:pt x="9" y="220"/>
                      <a:pt x="8" y="222"/>
                      <a:pt x="8" y="225"/>
                    </a:cubicBezTo>
                    <a:cubicBezTo>
                      <a:pt x="8" y="226"/>
                      <a:pt x="7" y="227"/>
                      <a:pt x="6" y="227"/>
                    </a:cubicBezTo>
                    <a:close/>
                    <a:moveTo>
                      <a:pt x="8" y="211"/>
                    </a:moveTo>
                    <a:cubicBezTo>
                      <a:pt x="8" y="211"/>
                      <a:pt x="8" y="211"/>
                      <a:pt x="8" y="211"/>
                    </a:cubicBezTo>
                    <a:cubicBezTo>
                      <a:pt x="7" y="211"/>
                      <a:pt x="6" y="210"/>
                      <a:pt x="6" y="209"/>
                    </a:cubicBezTo>
                    <a:cubicBezTo>
                      <a:pt x="6" y="206"/>
                      <a:pt x="7" y="203"/>
                      <a:pt x="7" y="201"/>
                    </a:cubicBezTo>
                    <a:cubicBezTo>
                      <a:pt x="7" y="199"/>
                      <a:pt x="8" y="199"/>
                      <a:pt x="9" y="199"/>
                    </a:cubicBezTo>
                    <a:cubicBezTo>
                      <a:pt x="11" y="199"/>
                      <a:pt x="11" y="200"/>
                      <a:pt x="11" y="201"/>
                    </a:cubicBezTo>
                    <a:cubicBezTo>
                      <a:pt x="11" y="204"/>
                      <a:pt x="10" y="206"/>
                      <a:pt x="10" y="209"/>
                    </a:cubicBezTo>
                    <a:cubicBezTo>
                      <a:pt x="10" y="210"/>
                      <a:pt x="9" y="211"/>
                      <a:pt x="8" y="211"/>
                    </a:cubicBezTo>
                    <a:close/>
                    <a:moveTo>
                      <a:pt x="10" y="195"/>
                    </a:moveTo>
                    <a:cubicBezTo>
                      <a:pt x="10" y="195"/>
                      <a:pt x="10" y="195"/>
                      <a:pt x="10" y="195"/>
                    </a:cubicBezTo>
                    <a:cubicBezTo>
                      <a:pt x="9" y="195"/>
                      <a:pt x="8" y="194"/>
                      <a:pt x="8" y="193"/>
                    </a:cubicBezTo>
                    <a:cubicBezTo>
                      <a:pt x="9" y="190"/>
                      <a:pt x="9" y="187"/>
                      <a:pt x="10" y="185"/>
                    </a:cubicBezTo>
                    <a:cubicBezTo>
                      <a:pt x="10" y="184"/>
                      <a:pt x="11" y="183"/>
                      <a:pt x="12" y="183"/>
                    </a:cubicBezTo>
                    <a:cubicBezTo>
                      <a:pt x="13" y="183"/>
                      <a:pt x="14" y="184"/>
                      <a:pt x="14" y="185"/>
                    </a:cubicBezTo>
                    <a:cubicBezTo>
                      <a:pt x="13" y="188"/>
                      <a:pt x="13" y="191"/>
                      <a:pt x="12" y="193"/>
                    </a:cubicBezTo>
                    <a:cubicBezTo>
                      <a:pt x="12" y="194"/>
                      <a:pt x="11" y="195"/>
                      <a:pt x="10" y="195"/>
                    </a:cubicBezTo>
                    <a:close/>
                    <a:moveTo>
                      <a:pt x="13" y="179"/>
                    </a:moveTo>
                    <a:cubicBezTo>
                      <a:pt x="13" y="179"/>
                      <a:pt x="13" y="179"/>
                      <a:pt x="13" y="179"/>
                    </a:cubicBezTo>
                    <a:cubicBezTo>
                      <a:pt x="12" y="179"/>
                      <a:pt x="11" y="178"/>
                      <a:pt x="11" y="177"/>
                    </a:cubicBezTo>
                    <a:cubicBezTo>
                      <a:pt x="12" y="174"/>
                      <a:pt x="12" y="171"/>
                      <a:pt x="13" y="169"/>
                    </a:cubicBezTo>
                    <a:cubicBezTo>
                      <a:pt x="13" y="168"/>
                      <a:pt x="14" y="167"/>
                      <a:pt x="15" y="167"/>
                    </a:cubicBezTo>
                    <a:cubicBezTo>
                      <a:pt x="16" y="167"/>
                      <a:pt x="17" y="168"/>
                      <a:pt x="17" y="170"/>
                    </a:cubicBezTo>
                    <a:cubicBezTo>
                      <a:pt x="16" y="172"/>
                      <a:pt x="16" y="175"/>
                      <a:pt x="15" y="177"/>
                    </a:cubicBezTo>
                    <a:cubicBezTo>
                      <a:pt x="15" y="178"/>
                      <a:pt x="14" y="179"/>
                      <a:pt x="13" y="179"/>
                    </a:cubicBezTo>
                    <a:close/>
                    <a:moveTo>
                      <a:pt x="16" y="163"/>
                    </a:moveTo>
                    <a:cubicBezTo>
                      <a:pt x="16" y="163"/>
                      <a:pt x="16" y="163"/>
                      <a:pt x="16" y="163"/>
                    </a:cubicBezTo>
                    <a:cubicBezTo>
                      <a:pt x="15" y="163"/>
                      <a:pt x="14" y="162"/>
                      <a:pt x="14" y="161"/>
                    </a:cubicBezTo>
                    <a:cubicBezTo>
                      <a:pt x="15" y="158"/>
                      <a:pt x="16" y="156"/>
                      <a:pt x="16" y="153"/>
                    </a:cubicBezTo>
                    <a:cubicBezTo>
                      <a:pt x="16" y="152"/>
                      <a:pt x="17" y="151"/>
                      <a:pt x="19" y="151"/>
                    </a:cubicBezTo>
                    <a:cubicBezTo>
                      <a:pt x="20" y="152"/>
                      <a:pt x="20" y="153"/>
                      <a:pt x="20" y="154"/>
                    </a:cubicBezTo>
                    <a:cubicBezTo>
                      <a:pt x="19" y="156"/>
                      <a:pt x="19" y="159"/>
                      <a:pt x="18" y="162"/>
                    </a:cubicBezTo>
                    <a:cubicBezTo>
                      <a:pt x="18" y="163"/>
                      <a:pt x="17" y="163"/>
                      <a:pt x="16" y="163"/>
                    </a:cubicBezTo>
                    <a:close/>
                    <a:moveTo>
                      <a:pt x="20" y="148"/>
                    </a:moveTo>
                    <a:cubicBezTo>
                      <a:pt x="20" y="148"/>
                      <a:pt x="20" y="148"/>
                      <a:pt x="19" y="147"/>
                    </a:cubicBezTo>
                    <a:cubicBezTo>
                      <a:pt x="18" y="147"/>
                      <a:pt x="18" y="146"/>
                      <a:pt x="18" y="145"/>
                    </a:cubicBezTo>
                    <a:cubicBezTo>
                      <a:pt x="19" y="142"/>
                      <a:pt x="19" y="140"/>
                      <a:pt x="20" y="137"/>
                    </a:cubicBezTo>
                    <a:cubicBezTo>
                      <a:pt x="20" y="136"/>
                      <a:pt x="21" y="136"/>
                      <a:pt x="22" y="136"/>
                    </a:cubicBezTo>
                    <a:cubicBezTo>
                      <a:pt x="23" y="136"/>
                      <a:pt x="24" y="137"/>
                      <a:pt x="24" y="138"/>
                    </a:cubicBezTo>
                    <a:cubicBezTo>
                      <a:pt x="23" y="141"/>
                      <a:pt x="22" y="143"/>
                      <a:pt x="22" y="146"/>
                    </a:cubicBezTo>
                    <a:cubicBezTo>
                      <a:pt x="22" y="147"/>
                      <a:pt x="21" y="148"/>
                      <a:pt x="20" y="148"/>
                    </a:cubicBezTo>
                    <a:close/>
                    <a:moveTo>
                      <a:pt x="24" y="132"/>
                    </a:moveTo>
                    <a:cubicBezTo>
                      <a:pt x="24" y="132"/>
                      <a:pt x="24" y="132"/>
                      <a:pt x="23" y="132"/>
                    </a:cubicBezTo>
                    <a:cubicBezTo>
                      <a:pt x="22" y="132"/>
                      <a:pt x="22" y="131"/>
                      <a:pt x="22" y="129"/>
                    </a:cubicBezTo>
                    <a:cubicBezTo>
                      <a:pt x="23" y="127"/>
                      <a:pt x="23" y="124"/>
                      <a:pt x="24" y="122"/>
                    </a:cubicBezTo>
                    <a:cubicBezTo>
                      <a:pt x="24" y="121"/>
                      <a:pt x="25" y="120"/>
                      <a:pt x="27" y="120"/>
                    </a:cubicBezTo>
                    <a:cubicBezTo>
                      <a:pt x="28" y="121"/>
                      <a:pt x="28" y="122"/>
                      <a:pt x="28" y="123"/>
                    </a:cubicBezTo>
                    <a:cubicBezTo>
                      <a:pt x="27" y="125"/>
                      <a:pt x="26" y="128"/>
                      <a:pt x="26" y="130"/>
                    </a:cubicBezTo>
                    <a:cubicBezTo>
                      <a:pt x="26" y="131"/>
                      <a:pt x="25" y="132"/>
                      <a:pt x="24" y="132"/>
                    </a:cubicBezTo>
                    <a:close/>
                    <a:moveTo>
                      <a:pt x="28" y="116"/>
                    </a:moveTo>
                    <a:cubicBezTo>
                      <a:pt x="28" y="116"/>
                      <a:pt x="28" y="116"/>
                      <a:pt x="28" y="116"/>
                    </a:cubicBezTo>
                    <a:cubicBezTo>
                      <a:pt x="27" y="116"/>
                      <a:pt x="26" y="115"/>
                      <a:pt x="26" y="114"/>
                    </a:cubicBezTo>
                    <a:cubicBezTo>
                      <a:pt x="27" y="111"/>
                      <a:pt x="28" y="109"/>
                      <a:pt x="29" y="106"/>
                    </a:cubicBezTo>
                    <a:cubicBezTo>
                      <a:pt x="29" y="105"/>
                      <a:pt x="30" y="105"/>
                      <a:pt x="31" y="105"/>
                    </a:cubicBezTo>
                    <a:cubicBezTo>
                      <a:pt x="32" y="105"/>
                      <a:pt x="33" y="106"/>
                      <a:pt x="32" y="107"/>
                    </a:cubicBezTo>
                    <a:cubicBezTo>
                      <a:pt x="32" y="110"/>
                      <a:pt x="31" y="112"/>
                      <a:pt x="30" y="115"/>
                    </a:cubicBezTo>
                    <a:cubicBezTo>
                      <a:pt x="30" y="116"/>
                      <a:pt x="29" y="116"/>
                      <a:pt x="28" y="116"/>
                    </a:cubicBezTo>
                    <a:close/>
                    <a:moveTo>
                      <a:pt x="33" y="101"/>
                    </a:moveTo>
                    <a:cubicBezTo>
                      <a:pt x="33" y="101"/>
                      <a:pt x="33" y="101"/>
                      <a:pt x="32" y="101"/>
                    </a:cubicBezTo>
                    <a:cubicBezTo>
                      <a:pt x="31" y="101"/>
                      <a:pt x="31" y="100"/>
                      <a:pt x="31" y="98"/>
                    </a:cubicBezTo>
                    <a:cubicBezTo>
                      <a:pt x="32" y="96"/>
                      <a:pt x="33" y="93"/>
                      <a:pt x="34" y="91"/>
                    </a:cubicBezTo>
                    <a:cubicBezTo>
                      <a:pt x="34" y="90"/>
                      <a:pt x="35" y="89"/>
                      <a:pt x="36" y="90"/>
                    </a:cubicBezTo>
                    <a:cubicBezTo>
                      <a:pt x="37" y="90"/>
                      <a:pt x="38" y="91"/>
                      <a:pt x="37" y="92"/>
                    </a:cubicBezTo>
                    <a:cubicBezTo>
                      <a:pt x="37" y="95"/>
                      <a:pt x="36" y="97"/>
                      <a:pt x="35" y="100"/>
                    </a:cubicBezTo>
                    <a:cubicBezTo>
                      <a:pt x="35" y="101"/>
                      <a:pt x="34" y="101"/>
                      <a:pt x="33" y="101"/>
                    </a:cubicBezTo>
                    <a:close/>
                    <a:moveTo>
                      <a:pt x="38" y="86"/>
                    </a:moveTo>
                    <a:cubicBezTo>
                      <a:pt x="38" y="86"/>
                      <a:pt x="38" y="86"/>
                      <a:pt x="37" y="86"/>
                    </a:cubicBezTo>
                    <a:cubicBezTo>
                      <a:pt x="36" y="85"/>
                      <a:pt x="36" y="84"/>
                      <a:pt x="36" y="83"/>
                    </a:cubicBezTo>
                    <a:cubicBezTo>
                      <a:pt x="37" y="81"/>
                      <a:pt x="38" y="78"/>
                      <a:pt x="39" y="76"/>
                    </a:cubicBezTo>
                    <a:cubicBezTo>
                      <a:pt x="39" y="75"/>
                      <a:pt x="40" y="74"/>
                      <a:pt x="42" y="74"/>
                    </a:cubicBezTo>
                    <a:cubicBezTo>
                      <a:pt x="43" y="75"/>
                      <a:pt x="43" y="76"/>
                      <a:pt x="43" y="77"/>
                    </a:cubicBezTo>
                    <a:cubicBezTo>
                      <a:pt x="42" y="79"/>
                      <a:pt x="41" y="82"/>
                      <a:pt x="40" y="84"/>
                    </a:cubicBezTo>
                    <a:cubicBezTo>
                      <a:pt x="40" y="85"/>
                      <a:pt x="39" y="86"/>
                      <a:pt x="38" y="86"/>
                    </a:cubicBezTo>
                    <a:close/>
                    <a:moveTo>
                      <a:pt x="44" y="71"/>
                    </a:moveTo>
                    <a:cubicBezTo>
                      <a:pt x="43" y="71"/>
                      <a:pt x="43" y="71"/>
                      <a:pt x="43" y="71"/>
                    </a:cubicBezTo>
                    <a:cubicBezTo>
                      <a:pt x="42" y="70"/>
                      <a:pt x="41" y="69"/>
                      <a:pt x="42" y="68"/>
                    </a:cubicBezTo>
                    <a:cubicBezTo>
                      <a:pt x="43" y="66"/>
                      <a:pt x="44" y="63"/>
                      <a:pt x="45" y="60"/>
                    </a:cubicBezTo>
                    <a:cubicBezTo>
                      <a:pt x="45" y="59"/>
                      <a:pt x="46" y="59"/>
                      <a:pt x="47" y="59"/>
                    </a:cubicBezTo>
                    <a:cubicBezTo>
                      <a:pt x="48" y="60"/>
                      <a:pt x="49" y="61"/>
                      <a:pt x="48" y="62"/>
                    </a:cubicBezTo>
                    <a:cubicBezTo>
                      <a:pt x="47" y="64"/>
                      <a:pt x="46" y="67"/>
                      <a:pt x="45" y="69"/>
                    </a:cubicBezTo>
                    <a:cubicBezTo>
                      <a:pt x="45" y="70"/>
                      <a:pt x="44" y="71"/>
                      <a:pt x="44" y="71"/>
                    </a:cubicBezTo>
                    <a:close/>
                    <a:moveTo>
                      <a:pt x="50" y="56"/>
                    </a:moveTo>
                    <a:cubicBezTo>
                      <a:pt x="49" y="56"/>
                      <a:pt x="49" y="56"/>
                      <a:pt x="49" y="56"/>
                    </a:cubicBezTo>
                    <a:cubicBezTo>
                      <a:pt x="48" y="55"/>
                      <a:pt x="47" y="54"/>
                      <a:pt x="48" y="53"/>
                    </a:cubicBezTo>
                    <a:cubicBezTo>
                      <a:pt x="49" y="51"/>
                      <a:pt x="50" y="48"/>
                      <a:pt x="51" y="46"/>
                    </a:cubicBezTo>
                    <a:cubicBezTo>
                      <a:pt x="51" y="45"/>
                      <a:pt x="52" y="44"/>
                      <a:pt x="53" y="44"/>
                    </a:cubicBezTo>
                    <a:cubicBezTo>
                      <a:pt x="54" y="45"/>
                      <a:pt x="55" y="46"/>
                      <a:pt x="54" y="47"/>
                    </a:cubicBezTo>
                    <a:cubicBezTo>
                      <a:pt x="53" y="50"/>
                      <a:pt x="52" y="52"/>
                      <a:pt x="51" y="55"/>
                    </a:cubicBezTo>
                    <a:cubicBezTo>
                      <a:pt x="51" y="55"/>
                      <a:pt x="50" y="56"/>
                      <a:pt x="50" y="56"/>
                    </a:cubicBezTo>
                    <a:close/>
                    <a:moveTo>
                      <a:pt x="56" y="41"/>
                    </a:moveTo>
                    <a:cubicBezTo>
                      <a:pt x="56" y="41"/>
                      <a:pt x="55" y="41"/>
                      <a:pt x="55" y="41"/>
                    </a:cubicBezTo>
                    <a:cubicBezTo>
                      <a:pt x="54" y="40"/>
                      <a:pt x="54" y="39"/>
                      <a:pt x="54" y="38"/>
                    </a:cubicBezTo>
                    <a:cubicBezTo>
                      <a:pt x="55" y="36"/>
                      <a:pt x="56" y="33"/>
                      <a:pt x="57" y="31"/>
                    </a:cubicBezTo>
                    <a:cubicBezTo>
                      <a:pt x="58" y="30"/>
                      <a:pt x="59" y="29"/>
                      <a:pt x="60" y="30"/>
                    </a:cubicBezTo>
                    <a:cubicBezTo>
                      <a:pt x="61" y="30"/>
                      <a:pt x="61" y="31"/>
                      <a:pt x="61" y="32"/>
                    </a:cubicBezTo>
                    <a:cubicBezTo>
                      <a:pt x="60" y="35"/>
                      <a:pt x="59" y="37"/>
                      <a:pt x="58" y="40"/>
                    </a:cubicBezTo>
                    <a:cubicBezTo>
                      <a:pt x="57" y="40"/>
                      <a:pt x="57" y="41"/>
                      <a:pt x="56" y="41"/>
                    </a:cubicBezTo>
                    <a:close/>
                    <a:moveTo>
                      <a:pt x="62" y="26"/>
                    </a:moveTo>
                    <a:cubicBezTo>
                      <a:pt x="62" y="26"/>
                      <a:pt x="62" y="26"/>
                      <a:pt x="62" y="26"/>
                    </a:cubicBezTo>
                    <a:cubicBezTo>
                      <a:pt x="61" y="26"/>
                      <a:pt x="60" y="24"/>
                      <a:pt x="61" y="23"/>
                    </a:cubicBezTo>
                    <a:cubicBezTo>
                      <a:pt x="62" y="21"/>
                      <a:pt x="63" y="19"/>
                      <a:pt x="64" y="16"/>
                    </a:cubicBezTo>
                    <a:cubicBezTo>
                      <a:pt x="65" y="15"/>
                      <a:pt x="66" y="15"/>
                      <a:pt x="67" y="15"/>
                    </a:cubicBezTo>
                    <a:cubicBezTo>
                      <a:pt x="68" y="16"/>
                      <a:pt x="68" y="17"/>
                      <a:pt x="68" y="18"/>
                    </a:cubicBezTo>
                    <a:cubicBezTo>
                      <a:pt x="67" y="20"/>
                      <a:pt x="65" y="23"/>
                      <a:pt x="64" y="25"/>
                    </a:cubicBezTo>
                    <a:cubicBezTo>
                      <a:pt x="64" y="26"/>
                      <a:pt x="63" y="26"/>
                      <a:pt x="62" y="26"/>
                    </a:cubicBezTo>
                    <a:close/>
                    <a:moveTo>
                      <a:pt x="69" y="12"/>
                    </a:moveTo>
                    <a:cubicBezTo>
                      <a:pt x="69" y="12"/>
                      <a:pt x="69" y="12"/>
                      <a:pt x="69" y="12"/>
                    </a:cubicBezTo>
                    <a:cubicBezTo>
                      <a:pt x="68" y="11"/>
                      <a:pt x="67" y="10"/>
                      <a:pt x="68" y="9"/>
                    </a:cubicBezTo>
                    <a:cubicBezTo>
                      <a:pt x="69" y="7"/>
                      <a:pt x="70" y="4"/>
                      <a:pt x="71" y="2"/>
                    </a:cubicBezTo>
                    <a:cubicBezTo>
                      <a:pt x="72" y="1"/>
                      <a:pt x="73" y="0"/>
                      <a:pt x="74" y="1"/>
                    </a:cubicBezTo>
                    <a:cubicBezTo>
                      <a:pt x="75" y="1"/>
                      <a:pt x="75" y="3"/>
                      <a:pt x="75" y="4"/>
                    </a:cubicBezTo>
                    <a:cubicBezTo>
                      <a:pt x="74" y="6"/>
                      <a:pt x="72" y="8"/>
                      <a:pt x="71" y="11"/>
                    </a:cubicBezTo>
                    <a:cubicBezTo>
                      <a:pt x="71" y="11"/>
                      <a:pt x="70" y="12"/>
                      <a:pt x="69" y="12"/>
                    </a:cubicBezTo>
                    <a:close/>
                  </a:path>
                </a:pathLst>
              </a:custGeom>
              <a:solidFill>
                <a:schemeClr val="accent1">
                  <a:alpha val="40000"/>
                </a:schemeClr>
              </a:soli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24" id="24"/>
              <p:cNvSpPr/>
              <p:nvPr/>
            </p:nvSpPr>
            <p:spPr>
              <a:xfrm>
                <a:off x="1152056" y="2446338"/>
                <a:ext cx="22225" cy="25400"/>
              </a:xfrm>
              <a:custGeom>
                <a:avLst/>
                <a:gdLst/>
                <a:ahLst/>
                <a:cxnLst/>
                <a:rect r="r" b="b" t="t" l="l"/>
                <a:pathLst>
                  <a:path w="6" h="7" stroke="true" fill="norm" extrusionOk="true">
                    <a:moveTo>
                      <a:pt x="2" y="7"/>
                    </a:moveTo>
                    <a:cubicBezTo>
                      <a:pt x="2" y="7"/>
                      <a:pt x="1" y="7"/>
                      <a:pt x="1" y="7"/>
                    </a:cubicBezTo>
                    <a:cubicBezTo>
                      <a:pt x="0" y="7"/>
                      <a:pt x="0" y="5"/>
                      <a:pt x="0" y="4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3" y="0"/>
                      <a:pt x="4" y="0"/>
                      <a:pt x="5" y="0"/>
                    </a:cubicBezTo>
                    <a:cubicBezTo>
                      <a:pt x="6" y="1"/>
                      <a:pt x="6" y="2"/>
                      <a:pt x="5" y="3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3" y="7"/>
                      <a:pt x="3" y="7"/>
                      <a:pt x="2" y="7"/>
                    </a:cubicBezTo>
                    <a:close/>
                  </a:path>
                </a:pathLst>
              </a:custGeom>
              <a:grpFill/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>
              <a:off x="1431543" y="1926196"/>
              <a:ext cx="1065718" cy="1064513"/>
              <a:chOff x="1431543" y="1926196"/>
              <a:chExt cx="1065718" cy="1064513"/>
            </a:xfrm>
          </p:grpSpPr>
          <p:sp>
            <p:nvSpPr>
              <p:cNvPr name="AutoShape 26" id="26"/>
              <p:cNvSpPr/>
              <p:nvPr/>
            </p:nvSpPr>
            <p:spPr>
              <a:xfrm>
                <a:off x="1431543" y="1926196"/>
                <a:ext cx="1065718" cy="1064513"/>
              </a:xfrm>
              <a:prstGeom prst="ellipse">
                <a:avLst/>
              </a:prstGeom>
              <a:solidFill>
                <a:srgbClr val="F0F0F0">
                  <a:alpha val="15000"/>
                </a:srgbClr>
              </a:soli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  <a:r>
                  <a:rPr lang="en-US" b="false" i="false" sz="1800" baseline="0" u="none">
                    <a:solidFill>
                      <a:srgbClr val="FFFFFF"/>
                    </a:solidFill>
                    <a:latin typeface="Arial"/>
                    <a:ea typeface="Arial"/>
                  </a:rPr>
                  <a:t> </a:t>
                </a:r>
              </a:p>
            </p:txBody>
          </p:sp>
          <p:sp>
            <p:nvSpPr>
              <p:cNvPr name="Freeform 27" id="27"/>
              <p:cNvSpPr/>
              <p:nvPr/>
            </p:nvSpPr>
            <p:spPr>
              <a:xfrm>
                <a:off x="1811768" y="2297012"/>
                <a:ext cx="305268" cy="322880"/>
              </a:xfrm>
              <a:custGeom>
                <a:avLst/>
                <a:gdLst/>
                <a:ahLst/>
                <a:cxnLst/>
                <a:rect r="r" b="b" t="t" l="l"/>
                <a:pathLst>
                  <a:path w="495300" h="523875" stroke="true" fill="norm" extrusionOk="true">
                    <a:moveTo>
                      <a:pt x="371955" y="621"/>
                    </a:moveTo>
                    <a:cubicBezTo>
                      <a:pt x="388148" y="621"/>
                      <a:pt x="400530" y="13004"/>
                      <a:pt x="400530" y="29196"/>
                    </a:cubicBezTo>
                    <a:lnTo>
                      <a:pt x="400530" y="133971"/>
                    </a:lnTo>
                    <a:cubicBezTo>
                      <a:pt x="400530" y="150164"/>
                      <a:pt x="388148" y="162546"/>
                      <a:pt x="371955" y="162546"/>
                    </a:cubicBezTo>
                    <a:lnTo>
                      <a:pt x="257655" y="162546"/>
                    </a:lnTo>
                    <a:lnTo>
                      <a:pt x="257655" y="286371"/>
                    </a:lnTo>
                    <a:lnTo>
                      <a:pt x="419580" y="286371"/>
                    </a:lnTo>
                    <a:cubicBezTo>
                      <a:pt x="439583" y="286371"/>
                      <a:pt x="456727" y="302564"/>
                      <a:pt x="457680" y="322566"/>
                    </a:cubicBezTo>
                    <a:lnTo>
                      <a:pt x="457680" y="324471"/>
                    </a:lnTo>
                    <a:lnTo>
                      <a:pt x="457680" y="429246"/>
                    </a:lnTo>
                    <a:lnTo>
                      <a:pt x="476730" y="429246"/>
                    </a:lnTo>
                    <a:cubicBezTo>
                      <a:pt x="487208" y="429246"/>
                      <a:pt x="495780" y="437819"/>
                      <a:pt x="495780" y="448296"/>
                    </a:cubicBezTo>
                    <a:lnTo>
                      <a:pt x="495780" y="505446"/>
                    </a:lnTo>
                    <a:cubicBezTo>
                      <a:pt x="495780" y="515924"/>
                      <a:pt x="487208" y="524496"/>
                      <a:pt x="476730" y="524496"/>
                    </a:cubicBezTo>
                    <a:lnTo>
                      <a:pt x="419580" y="524496"/>
                    </a:lnTo>
                    <a:cubicBezTo>
                      <a:pt x="409102" y="524496"/>
                      <a:pt x="400530" y="515924"/>
                      <a:pt x="400530" y="505446"/>
                    </a:cubicBezTo>
                    <a:lnTo>
                      <a:pt x="400530" y="448296"/>
                    </a:lnTo>
                    <a:cubicBezTo>
                      <a:pt x="400530" y="437819"/>
                      <a:pt x="409102" y="429246"/>
                      <a:pt x="419580" y="429246"/>
                    </a:cubicBezTo>
                    <a:lnTo>
                      <a:pt x="438630" y="429246"/>
                    </a:lnTo>
                    <a:lnTo>
                      <a:pt x="438630" y="324471"/>
                    </a:lnTo>
                    <a:cubicBezTo>
                      <a:pt x="438630" y="313994"/>
                      <a:pt x="431010" y="306374"/>
                      <a:pt x="420533" y="305421"/>
                    </a:cubicBezTo>
                    <a:lnTo>
                      <a:pt x="419580" y="305421"/>
                    </a:lnTo>
                    <a:lnTo>
                      <a:pt x="257655" y="305421"/>
                    </a:lnTo>
                    <a:lnTo>
                      <a:pt x="257655" y="429246"/>
                    </a:lnTo>
                    <a:lnTo>
                      <a:pt x="276705" y="429246"/>
                    </a:lnTo>
                    <a:cubicBezTo>
                      <a:pt x="287183" y="429246"/>
                      <a:pt x="295755" y="437819"/>
                      <a:pt x="295755" y="448296"/>
                    </a:cubicBezTo>
                    <a:lnTo>
                      <a:pt x="295755" y="505446"/>
                    </a:lnTo>
                    <a:cubicBezTo>
                      <a:pt x="295755" y="515924"/>
                      <a:pt x="287183" y="524496"/>
                      <a:pt x="276705" y="524496"/>
                    </a:cubicBezTo>
                    <a:lnTo>
                      <a:pt x="219555" y="524496"/>
                    </a:lnTo>
                    <a:cubicBezTo>
                      <a:pt x="209077" y="524496"/>
                      <a:pt x="200505" y="515924"/>
                      <a:pt x="200505" y="505446"/>
                    </a:cubicBezTo>
                    <a:lnTo>
                      <a:pt x="200505" y="448296"/>
                    </a:lnTo>
                    <a:cubicBezTo>
                      <a:pt x="200505" y="437819"/>
                      <a:pt x="209077" y="429246"/>
                      <a:pt x="219555" y="429246"/>
                    </a:cubicBezTo>
                    <a:lnTo>
                      <a:pt x="238605" y="429246"/>
                    </a:lnTo>
                    <a:lnTo>
                      <a:pt x="238605" y="305421"/>
                    </a:lnTo>
                    <a:lnTo>
                      <a:pt x="76680" y="305421"/>
                    </a:lnTo>
                    <a:cubicBezTo>
                      <a:pt x="66202" y="305421"/>
                      <a:pt x="58583" y="313041"/>
                      <a:pt x="57630" y="323519"/>
                    </a:cubicBezTo>
                    <a:lnTo>
                      <a:pt x="57630" y="324471"/>
                    </a:lnTo>
                    <a:lnTo>
                      <a:pt x="57630" y="429246"/>
                    </a:lnTo>
                    <a:lnTo>
                      <a:pt x="76680" y="429246"/>
                    </a:lnTo>
                    <a:cubicBezTo>
                      <a:pt x="87158" y="429246"/>
                      <a:pt x="95730" y="437819"/>
                      <a:pt x="95730" y="448296"/>
                    </a:cubicBezTo>
                    <a:lnTo>
                      <a:pt x="95730" y="505446"/>
                    </a:lnTo>
                    <a:cubicBezTo>
                      <a:pt x="95730" y="515924"/>
                      <a:pt x="87158" y="524496"/>
                      <a:pt x="76680" y="524496"/>
                    </a:cubicBezTo>
                    <a:lnTo>
                      <a:pt x="19530" y="524496"/>
                    </a:lnTo>
                    <a:cubicBezTo>
                      <a:pt x="9052" y="524496"/>
                      <a:pt x="480" y="515924"/>
                      <a:pt x="480" y="505446"/>
                    </a:cubicBezTo>
                    <a:lnTo>
                      <a:pt x="480" y="448296"/>
                    </a:lnTo>
                    <a:cubicBezTo>
                      <a:pt x="480" y="437819"/>
                      <a:pt x="9052" y="429246"/>
                      <a:pt x="19530" y="429246"/>
                    </a:cubicBezTo>
                    <a:lnTo>
                      <a:pt x="38580" y="429246"/>
                    </a:lnTo>
                    <a:lnTo>
                      <a:pt x="38580" y="324471"/>
                    </a:lnTo>
                    <a:cubicBezTo>
                      <a:pt x="38580" y="304469"/>
                      <a:pt x="54773" y="287324"/>
                      <a:pt x="74775" y="286371"/>
                    </a:cubicBezTo>
                    <a:lnTo>
                      <a:pt x="76680" y="286371"/>
                    </a:lnTo>
                    <a:lnTo>
                      <a:pt x="238605" y="286371"/>
                    </a:lnTo>
                    <a:lnTo>
                      <a:pt x="238605" y="162546"/>
                    </a:lnTo>
                    <a:lnTo>
                      <a:pt x="124305" y="162546"/>
                    </a:lnTo>
                    <a:cubicBezTo>
                      <a:pt x="108112" y="162546"/>
                      <a:pt x="95730" y="150164"/>
                      <a:pt x="95730" y="133971"/>
                    </a:cubicBezTo>
                    <a:lnTo>
                      <a:pt x="95730" y="29196"/>
                    </a:lnTo>
                    <a:cubicBezTo>
                      <a:pt x="95730" y="13004"/>
                      <a:pt x="108112" y="621"/>
                      <a:pt x="124305" y="621"/>
                    </a:cubicBezTo>
                    <a:lnTo>
                      <a:pt x="371955" y="621"/>
                    </a:lnTo>
                    <a:close/>
                    <a:moveTo>
                      <a:pt x="148118" y="95871"/>
                    </a:moveTo>
                    <a:cubicBezTo>
                      <a:pt x="140498" y="95871"/>
                      <a:pt x="133830" y="102539"/>
                      <a:pt x="133830" y="110159"/>
                    </a:cubicBezTo>
                    <a:cubicBezTo>
                      <a:pt x="133830" y="117779"/>
                      <a:pt x="140498" y="124446"/>
                      <a:pt x="148118" y="124446"/>
                    </a:cubicBezTo>
                    <a:cubicBezTo>
                      <a:pt x="155737" y="124446"/>
                      <a:pt x="162405" y="117779"/>
                      <a:pt x="162405" y="110159"/>
                    </a:cubicBezTo>
                    <a:cubicBezTo>
                      <a:pt x="162405" y="102539"/>
                      <a:pt x="155737" y="95871"/>
                      <a:pt x="148118" y="9587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>
              <a:off x="3928265" y="1926196"/>
              <a:ext cx="1065718" cy="1064513"/>
              <a:chOff x="3928265" y="1926196"/>
              <a:chExt cx="1065718" cy="1064513"/>
            </a:xfrm>
          </p:grpSpPr>
          <p:sp>
            <p:nvSpPr>
              <p:cNvPr name="AutoShape 29" id="29"/>
              <p:cNvSpPr/>
              <p:nvPr/>
            </p:nvSpPr>
            <p:spPr>
              <a:xfrm>
                <a:off x="3928265" y="1926196"/>
                <a:ext cx="1065718" cy="1064513"/>
              </a:xfrm>
              <a:prstGeom prst="ellipse">
                <a:avLst/>
              </a:prstGeom>
              <a:solidFill>
                <a:srgbClr val="F0F0F0">
                  <a:alpha val="15000"/>
                </a:srgbClr>
              </a:soli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30" id="30"/>
              <p:cNvSpPr/>
              <p:nvPr/>
            </p:nvSpPr>
            <p:spPr>
              <a:xfrm>
                <a:off x="4296749" y="2335171"/>
                <a:ext cx="328751" cy="246563"/>
              </a:xfrm>
              <a:custGeom>
                <a:avLst/>
                <a:gdLst/>
                <a:ahLst/>
                <a:cxnLst/>
                <a:rect r="r" b="b" t="t" l="l"/>
                <a:pathLst>
                  <a:path w="533400" h="400050" stroke="true" fill="norm" extrusionOk="true">
                    <a:moveTo>
                      <a:pt x="505433" y="621"/>
                    </a:moveTo>
                    <a:cubicBezTo>
                      <a:pt x="521626" y="621"/>
                      <a:pt x="534008" y="13004"/>
                      <a:pt x="534008" y="29196"/>
                    </a:cubicBezTo>
                    <a:lnTo>
                      <a:pt x="534008" y="372096"/>
                    </a:lnTo>
                    <a:cubicBezTo>
                      <a:pt x="534008" y="388289"/>
                      <a:pt x="521626" y="400671"/>
                      <a:pt x="505433" y="400671"/>
                    </a:cubicBezTo>
                    <a:lnTo>
                      <a:pt x="29183" y="400671"/>
                    </a:lnTo>
                    <a:cubicBezTo>
                      <a:pt x="12990" y="400671"/>
                      <a:pt x="608" y="388289"/>
                      <a:pt x="608" y="372096"/>
                    </a:cubicBezTo>
                    <a:lnTo>
                      <a:pt x="608" y="29196"/>
                    </a:lnTo>
                    <a:cubicBezTo>
                      <a:pt x="608" y="13004"/>
                      <a:pt x="12990" y="621"/>
                      <a:pt x="29183" y="621"/>
                    </a:cubicBezTo>
                    <a:lnTo>
                      <a:pt x="505433" y="621"/>
                    </a:lnTo>
                    <a:close/>
                    <a:moveTo>
                      <a:pt x="391133" y="198741"/>
                    </a:moveTo>
                    <a:cubicBezTo>
                      <a:pt x="378751" y="189216"/>
                      <a:pt x="360653" y="192074"/>
                      <a:pt x="351128" y="204456"/>
                    </a:cubicBezTo>
                    <a:lnTo>
                      <a:pt x="351128" y="204456"/>
                    </a:lnTo>
                    <a:lnTo>
                      <a:pt x="267308" y="315899"/>
                    </a:lnTo>
                    <a:cubicBezTo>
                      <a:pt x="266355" y="316851"/>
                      <a:pt x="265403" y="317804"/>
                      <a:pt x="264451" y="318756"/>
                    </a:cubicBezTo>
                    <a:cubicBezTo>
                      <a:pt x="253021" y="330186"/>
                      <a:pt x="234923" y="330186"/>
                      <a:pt x="224446" y="318756"/>
                    </a:cubicBezTo>
                    <a:lnTo>
                      <a:pt x="224446" y="318756"/>
                    </a:lnTo>
                    <a:lnTo>
                      <a:pt x="162533" y="257796"/>
                    </a:lnTo>
                    <a:cubicBezTo>
                      <a:pt x="161580" y="256844"/>
                      <a:pt x="161580" y="256844"/>
                      <a:pt x="160628" y="255891"/>
                    </a:cubicBezTo>
                    <a:cubicBezTo>
                      <a:pt x="148246" y="245414"/>
                      <a:pt x="130148" y="247319"/>
                      <a:pt x="120623" y="259701"/>
                    </a:cubicBezTo>
                    <a:lnTo>
                      <a:pt x="120623" y="259701"/>
                    </a:lnTo>
                    <a:lnTo>
                      <a:pt x="32993" y="366381"/>
                    </a:lnTo>
                    <a:cubicBezTo>
                      <a:pt x="32040" y="368286"/>
                      <a:pt x="31088" y="370191"/>
                      <a:pt x="31088" y="372096"/>
                    </a:cubicBezTo>
                    <a:cubicBezTo>
                      <a:pt x="31088" y="377811"/>
                      <a:pt x="34898" y="381621"/>
                      <a:pt x="40613" y="381621"/>
                    </a:cubicBezTo>
                    <a:lnTo>
                      <a:pt x="40613" y="381621"/>
                    </a:lnTo>
                    <a:lnTo>
                      <a:pt x="497813" y="381621"/>
                    </a:lnTo>
                    <a:cubicBezTo>
                      <a:pt x="499718" y="381621"/>
                      <a:pt x="501623" y="380669"/>
                      <a:pt x="503528" y="379716"/>
                    </a:cubicBezTo>
                    <a:cubicBezTo>
                      <a:pt x="508290" y="376859"/>
                      <a:pt x="509243" y="371144"/>
                      <a:pt x="506386" y="366381"/>
                    </a:cubicBezTo>
                    <a:lnTo>
                      <a:pt x="506386" y="366381"/>
                    </a:lnTo>
                    <a:lnTo>
                      <a:pt x="398753" y="205409"/>
                    </a:lnTo>
                    <a:cubicBezTo>
                      <a:pt x="395896" y="202551"/>
                      <a:pt x="393990" y="200646"/>
                      <a:pt x="391133" y="198741"/>
                    </a:cubicBezTo>
                    <a:close/>
                    <a:moveTo>
                      <a:pt x="95858" y="57771"/>
                    </a:moveTo>
                    <a:cubicBezTo>
                      <a:pt x="74903" y="57771"/>
                      <a:pt x="57758" y="74916"/>
                      <a:pt x="57758" y="95871"/>
                    </a:cubicBezTo>
                    <a:cubicBezTo>
                      <a:pt x="57758" y="116826"/>
                      <a:pt x="74903" y="133971"/>
                      <a:pt x="95858" y="133971"/>
                    </a:cubicBezTo>
                    <a:cubicBezTo>
                      <a:pt x="116813" y="133971"/>
                      <a:pt x="133958" y="116826"/>
                      <a:pt x="133958" y="95871"/>
                    </a:cubicBezTo>
                    <a:cubicBezTo>
                      <a:pt x="133958" y="74916"/>
                      <a:pt x="116813" y="57771"/>
                      <a:pt x="95858" y="5777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>
              <a:off x="1431543" y="4445824"/>
              <a:ext cx="1065718" cy="1064513"/>
              <a:chOff x="1431543" y="4445824"/>
              <a:chExt cx="1065718" cy="1064513"/>
            </a:xfrm>
          </p:grpSpPr>
          <p:sp>
            <p:nvSpPr>
              <p:cNvPr name="AutoShape 32" id="32"/>
              <p:cNvSpPr/>
              <p:nvPr/>
            </p:nvSpPr>
            <p:spPr>
              <a:xfrm>
                <a:off x="1431543" y="4445824"/>
                <a:ext cx="1065718" cy="1064513"/>
              </a:xfrm>
              <a:prstGeom prst="ellipse">
                <a:avLst/>
              </a:prstGeom>
              <a:solidFill>
                <a:srgbClr val="F0F0F0">
                  <a:alpha val="15000"/>
                </a:srgbClr>
              </a:soli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33" id="33"/>
              <p:cNvSpPr/>
              <p:nvPr/>
            </p:nvSpPr>
            <p:spPr>
              <a:xfrm>
                <a:off x="1811768" y="4816934"/>
                <a:ext cx="300447" cy="322293"/>
              </a:xfrm>
              <a:custGeom>
                <a:avLst/>
                <a:gdLst/>
                <a:ahLst/>
                <a:cxnLst/>
                <a:rect r="r" b="b" t="t" l="l"/>
                <a:pathLst>
                  <a:path w="487477" h="522922" stroke="true" fill="norm" extrusionOk="true">
                    <a:moveTo>
                      <a:pt x="8356" y="512114"/>
                    </a:moveTo>
                    <a:lnTo>
                      <a:pt x="8356" y="512114"/>
                    </a:lnTo>
                    <a:lnTo>
                      <a:pt x="8356" y="512114"/>
                    </a:lnTo>
                    <a:lnTo>
                      <a:pt x="7404" y="511161"/>
                    </a:lnTo>
                    <a:cubicBezTo>
                      <a:pt x="6451" y="510209"/>
                      <a:pt x="6451" y="509256"/>
                      <a:pt x="5499" y="508303"/>
                    </a:cubicBezTo>
                    <a:lnTo>
                      <a:pt x="5499" y="508303"/>
                    </a:lnTo>
                    <a:lnTo>
                      <a:pt x="5499" y="507351"/>
                    </a:lnTo>
                    <a:lnTo>
                      <a:pt x="4546" y="505446"/>
                    </a:lnTo>
                    <a:lnTo>
                      <a:pt x="3593" y="503541"/>
                    </a:lnTo>
                    <a:lnTo>
                      <a:pt x="3593" y="503541"/>
                    </a:lnTo>
                    <a:lnTo>
                      <a:pt x="3593" y="503541"/>
                    </a:lnTo>
                    <a:lnTo>
                      <a:pt x="3593" y="503541"/>
                    </a:lnTo>
                    <a:lnTo>
                      <a:pt x="2641" y="501636"/>
                    </a:lnTo>
                    <a:cubicBezTo>
                      <a:pt x="2641" y="501636"/>
                      <a:pt x="2641" y="500684"/>
                      <a:pt x="2641" y="500684"/>
                    </a:cubicBezTo>
                    <a:cubicBezTo>
                      <a:pt x="2641" y="499731"/>
                      <a:pt x="2641" y="499731"/>
                      <a:pt x="1689" y="498778"/>
                    </a:cubicBezTo>
                    <a:cubicBezTo>
                      <a:pt x="1689" y="497826"/>
                      <a:pt x="736" y="495921"/>
                      <a:pt x="736" y="494968"/>
                    </a:cubicBezTo>
                    <a:lnTo>
                      <a:pt x="736" y="492111"/>
                    </a:lnTo>
                    <a:cubicBezTo>
                      <a:pt x="736" y="490206"/>
                      <a:pt x="736" y="487349"/>
                      <a:pt x="736" y="485443"/>
                    </a:cubicBezTo>
                    <a:cubicBezTo>
                      <a:pt x="736" y="478776"/>
                      <a:pt x="2641" y="473061"/>
                      <a:pt x="5499" y="467346"/>
                    </a:cubicBezTo>
                    <a:lnTo>
                      <a:pt x="155041" y="151116"/>
                    </a:lnTo>
                    <a:cubicBezTo>
                      <a:pt x="157899" y="146353"/>
                      <a:pt x="158851" y="140639"/>
                      <a:pt x="158851" y="134924"/>
                    </a:cubicBezTo>
                    <a:lnTo>
                      <a:pt x="158851" y="19671"/>
                    </a:lnTo>
                    <a:lnTo>
                      <a:pt x="120751" y="19671"/>
                    </a:lnTo>
                    <a:lnTo>
                      <a:pt x="120751" y="621"/>
                    </a:lnTo>
                    <a:lnTo>
                      <a:pt x="368401" y="621"/>
                    </a:lnTo>
                    <a:lnTo>
                      <a:pt x="368401" y="19671"/>
                    </a:lnTo>
                    <a:lnTo>
                      <a:pt x="330301" y="19671"/>
                    </a:lnTo>
                    <a:lnTo>
                      <a:pt x="330301" y="134924"/>
                    </a:lnTo>
                    <a:cubicBezTo>
                      <a:pt x="330301" y="140639"/>
                      <a:pt x="331254" y="146353"/>
                      <a:pt x="334111" y="151116"/>
                    </a:cubicBezTo>
                    <a:lnTo>
                      <a:pt x="483654" y="467346"/>
                    </a:lnTo>
                    <a:cubicBezTo>
                      <a:pt x="489368" y="478776"/>
                      <a:pt x="489368" y="492111"/>
                      <a:pt x="485558" y="504493"/>
                    </a:cubicBezTo>
                    <a:lnTo>
                      <a:pt x="485558" y="504493"/>
                    </a:lnTo>
                    <a:lnTo>
                      <a:pt x="484606" y="506399"/>
                    </a:lnTo>
                    <a:cubicBezTo>
                      <a:pt x="479843" y="515924"/>
                      <a:pt x="470318" y="522591"/>
                      <a:pt x="459841" y="523543"/>
                    </a:cubicBezTo>
                    <a:lnTo>
                      <a:pt x="457936" y="523543"/>
                    </a:lnTo>
                    <a:lnTo>
                      <a:pt x="32168" y="523543"/>
                    </a:lnTo>
                    <a:lnTo>
                      <a:pt x="30264" y="523543"/>
                    </a:lnTo>
                    <a:cubicBezTo>
                      <a:pt x="29311" y="523543"/>
                      <a:pt x="28358" y="523543"/>
                      <a:pt x="27406" y="523543"/>
                    </a:cubicBezTo>
                    <a:cubicBezTo>
                      <a:pt x="26454" y="523543"/>
                      <a:pt x="24549" y="523543"/>
                      <a:pt x="23596" y="522591"/>
                    </a:cubicBezTo>
                    <a:lnTo>
                      <a:pt x="23596" y="522591"/>
                    </a:lnTo>
                    <a:cubicBezTo>
                      <a:pt x="21691" y="521639"/>
                      <a:pt x="19786" y="521639"/>
                      <a:pt x="17881" y="520686"/>
                    </a:cubicBezTo>
                    <a:lnTo>
                      <a:pt x="15976" y="519734"/>
                    </a:lnTo>
                    <a:cubicBezTo>
                      <a:pt x="15976" y="519734"/>
                      <a:pt x="15024" y="519734"/>
                      <a:pt x="15024" y="518781"/>
                    </a:cubicBezTo>
                    <a:cubicBezTo>
                      <a:pt x="13118" y="517828"/>
                      <a:pt x="11214" y="515924"/>
                      <a:pt x="10261" y="514971"/>
                    </a:cubicBezTo>
                    <a:lnTo>
                      <a:pt x="8356" y="512114"/>
                    </a:lnTo>
                    <a:lnTo>
                      <a:pt x="8356" y="512114"/>
                    </a:lnTo>
                    <a:close/>
                    <a:moveTo>
                      <a:pt x="255054" y="402576"/>
                    </a:moveTo>
                    <a:lnTo>
                      <a:pt x="252196" y="404481"/>
                    </a:lnTo>
                    <a:lnTo>
                      <a:pt x="246481" y="408291"/>
                    </a:lnTo>
                    <a:cubicBezTo>
                      <a:pt x="198856" y="439724"/>
                      <a:pt x="119799" y="440676"/>
                      <a:pt x="55029" y="414959"/>
                    </a:cubicBezTo>
                    <a:lnTo>
                      <a:pt x="51218" y="413053"/>
                    </a:lnTo>
                    <a:lnTo>
                      <a:pt x="22643" y="474014"/>
                    </a:lnTo>
                    <a:lnTo>
                      <a:pt x="21691" y="475918"/>
                    </a:lnTo>
                    <a:cubicBezTo>
                      <a:pt x="18833" y="482586"/>
                      <a:pt x="18833" y="490206"/>
                      <a:pt x="21691" y="495921"/>
                    </a:cubicBezTo>
                    <a:cubicBezTo>
                      <a:pt x="22643" y="498778"/>
                      <a:pt x="25501" y="501636"/>
                      <a:pt x="29311" y="502589"/>
                    </a:cubicBezTo>
                    <a:lnTo>
                      <a:pt x="30264" y="502589"/>
                    </a:lnTo>
                    <a:lnTo>
                      <a:pt x="31216" y="502589"/>
                    </a:lnTo>
                    <a:lnTo>
                      <a:pt x="456983" y="502589"/>
                    </a:lnTo>
                    <a:lnTo>
                      <a:pt x="457936" y="502589"/>
                    </a:lnTo>
                    <a:cubicBezTo>
                      <a:pt x="461746" y="502589"/>
                      <a:pt x="464604" y="499731"/>
                      <a:pt x="466508" y="495921"/>
                    </a:cubicBezTo>
                    <a:cubicBezTo>
                      <a:pt x="468414" y="490206"/>
                      <a:pt x="469366" y="483539"/>
                      <a:pt x="467461" y="477824"/>
                    </a:cubicBezTo>
                    <a:lnTo>
                      <a:pt x="466508" y="475918"/>
                    </a:lnTo>
                    <a:lnTo>
                      <a:pt x="465556" y="474014"/>
                    </a:lnTo>
                    <a:lnTo>
                      <a:pt x="423646" y="385431"/>
                    </a:lnTo>
                    <a:cubicBezTo>
                      <a:pt x="365543" y="372096"/>
                      <a:pt x="296011" y="376859"/>
                      <a:pt x="255054" y="402576"/>
                    </a:cubicBezTo>
                    <a:close/>
                    <a:moveTo>
                      <a:pt x="305536" y="255891"/>
                    </a:moveTo>
                    <a:cubicBezTo>
                      <a:pt x="287439" y="255891"/>
                      <a:pt x="272199" y="271131"/>
                      <a:pt x="272199" y="289228"/>
                    </a:cubicBezTo>
                    <a:cubicBezTo>
                      <a:pt x="272199" y="307326"/>
                      <a:pt x="287439" y="322566"/>
                      <a:pt x="305536" y="322566"/>
                    </a:cubicBezTo>
                    <a:cubicBezTo>
                      <a:pt x="323633" y="322566"/>
                      <a:pt x="338874" y="307326"/>
                      <a:pt x="338874" y="289228"/>
                    </a:cubicBezTo>
                    <a:cubicBezTo>
                      <a:pt x="338874" y="270178"/>
                      <a:pt x="323633" y="255891"/>
                      <a:pt x="305536" y="25589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>
              <a:off x="3928265" y="4445824"/>
              <a:ext cx="1065718" cy="1064513"/>
              <a:chOff x="3928265" y="4445824"/>
              <a:chExt cx="1065718" cy="1064513"/>
            </a:xfrm>
          </p:grpSpPr>
          <p:sp>
            <p:nvSpPr>
              <p:cNvPr name="AutoShape 35" id="35"/>
              <p:cNvSpPr/>
              <p:nvPr/>
            </p:nvSpPr>
            <p:spPr>
              <a:xfrm>
                <a:off x="3928265" y="4445824"/>
                <a:ext cx="1065718" cy="1064513"/>
              </a:xfrm>
              <a:prstGeom prst="ellipse">
                <a:avLst/>
              </a:prstGeom>
              <a:solidFill>
                <a:srgbClr val="F0F0F0">
                  <a:alpha val="15000"/>
                </a:srgbClr>
              </a:soli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36" id="36"/>
              <p:cNvSpPr/>
              <p:nvPr/>
            </p:nvSpPr>
            <p:spPr>
              <a:xfrm>
                <a:off x="4296749" y="4816640"/>
                <a:ext cx="328751" cy="322880"/>
              </a:xfrm>
              <a:custGeom>
                <a:avLst/>
                <a:gdLst/>
                <a:ahLst/>
                <a:cxnLst/>
                <a:rect r="r" b="b" t="t" l="l"/>
                <a:pathLst>
                  <a:path w="533400" h="523875" stroke="true" fill="norm" extrusionOk="true">
                    <a:moveTo>
                      <a:pt x="343764" y="276846"/>
                    </a:moveTo>
                    <a:cubicBezTo>
                      <a:pt x="359957" y="276846"/>
                      <a:pt x="372339" y="289229"/>
                      <a:pt x="372339" y="305421"/>
                    </a:cubicBezTo>
                    <a:lnTo>
                      <a:pt x="372339" y="495921"/>
                    </a:lnTo>
                    <a:cubicBezTo>
                      <a:pt x="372339" y="512114"/>
                      <a:pt x="359957" y="524496"/>
                      <a:pt x="343764" y="524496"/>
                    </a:cubicBezTo>
                    <a:lnTo>
                      <a:pt x="191364" y="524496"/>
                    </a:lnTo>
                    <a:cubicBezTo>
                      <a:pt x="175171" y="524496"/>
                      <a:pt x="162789" y="512114"/>
                      <a:pt x="162789" y="495921"/>
                    </a:cubicBezTo>
                    <a:lnTo>
                      <a:pt x="162789" y="305421"/>
                    </a:lnTo>
                    <a:cubicBezTo>
                      <a:pt x="162789" y="289229"/>
                      <a:pt x="175171" y="276846"/>
                      <a:pt x="191364" y="276846"/>
                    </a:cubicBezTo>
                    <a:lnTo>
                      <a:pt x="343764" y="276846"/>
                    </a:lnTo>
                    <a:close/>
                    <a:moveTo>
                      <a:pt x="143739" y="114921"/>
                    </a:moveTo>
                    <a:cubicBezTo>
                      <a:pt x="143739" y="134924"/>
                      <a:pt x="159932" y="152069"/>
                      <a:pt x="179934" y="153021"/>
                    </a:cubicBezTo>
                    <a:lnTo>
                      <a:pt x="181839" y="153021"/>
                    </a:lnTo>
                    <a:lnTo>
                      <a:pt x="353289" y="153021"/>
                    </a:lnTo>
                    <a:cubicBezTo>
                      <a:pt x="373292" y="153021"/>
                      <a:pt x="390436" y="136829"/>
                      <a:pt x="391389" y="116826"/>
                    </a:cubicBezTo>
                    <a:lnTo>
                      <a:pt x="391389" y="114921"/>
                    </a:lnTo>
                    <a:lnTo>
                      <a:pt x="505689" y="114921"/>
                    </a:lnTo>
                    <a:cubicBezTo>
                      <a:pt x="521882" y="114921"/>
                      <a:pt x="534264" y="127304"/>
                      <a:pt x="534264" y="143496"/>
                    </a:cubicBezTo>
                    <a:lnTo>
                      <a:pt x="534264" y="381621"/>
                    </a:lnTo>
                    <a:cubicBezTo>
                      <a:pt x="534264" y="397814"/>
                      <a:pt x="521882" y="410196"/>
                      <a:pt x="505689" y="410196"/>
                    </a:cubicBezTo>
                    <a:lnTo>
                      <a:pt x="391389" y="410196"/>
                    </a:lnTo>
                    <a:lnTo>
                      <a:pt x="391389" y="295896"/>
                    </a:lnTo>
                    <a:cubicBezTo>
                      <a:pt x="391389" y="275894"/>
                      <a:pt x="375196" y="258749"/>
                      <a:pt x="355194" y="257796"/>
                    </a:cubicBezTo>
                    <a:lnTo>
                      <a:pt x="353289" y="257796"/>
                    </a:lnTo>
                    <a:lnTo>
                      <a:pt x="181839" y="257796"/>
                    </a:lnTo>
                    <a:cubicBezTo>
                      <a:pt x="161836" y="257796"/>
                      <a:pt x="144692" y="273989"/>
                      <a:pt x="143739" y="293991"/>
                    </a:cubicBezTo>
                    <a:lnTo>
                      <a:pt x="143739" y="295896"/>
                    </a:lnTo>
                    <a:lnTo>
                      <a:pt x="143739" y="410196"/>
                    </a:lnTo>
                    <a:lnTo>
                      <a:pt x="29439" y="410196"/>
                    </a:lnTo>
                    <a:cubicBezTo>
                      <a:pt x="13246" y="410196"/>
                      <a:pt x="864" y="397814"/>
                      <a:pt x="864" y="381621"/>
                    </a:cubicBezTo>
                    <a:lnTo>
                      <a:pt x="864" y="201599"/>
                    </a:lnTo>
                    <a:cubicBezTo>
                      <a:pt x="864" y="192074"/>
                      <a:pt x="4674" y="182549"/>
                      <a:pt x="11342" y="175881"/>
                    </a:cubicBezTo>
                    <a:lnTo>
                      <a:pt x="56109" y="127304"/>
                    </a:lnTo>
                    <a:cubicBezTo>
                      <a:pt x="63729" y="119684"/>
                      <a:pt x="73254" y="114921"/>
                      <a:pt x="83732" y="114921"/>
                    </a:cubicBezTo>
                    <a:lnTo>
                      <a:pt x="143739" y="114921"/>
                    </a:lnTo>
                    <a:close/>
                    <a:moveTo>
                      <a:pt x="462827" y="172071"/>
                    </a:moveTo>
                    <a:cubicBezTo>
                      <a:pt x="455207" y="172071"/>
                      <a:pt x="448539" y="178739"/>
                      <a:pt x="448539" y="186359"/>
                    </a:cubicBezTo>
                    <a:cubicBezTo>
                      <a:pt x="448539" y="193979"/>
                      <a:pt x="455207" y="200646"/>
                      <a:pt x="462827" y="200646"/>
                    </a:cubicBezTo>
                    <a:cubicBezTo>
                      <a:pt x="470446" y="200646"/>
                      <a:pt x="477114" y="193979"/>
                      <a:pt x="477114" y="186359"/>
                    </a:cubicBezTo>
                    <a:cubicBezTo>
                      <a:pt x="477114" y="178739"/>
                      <a:pt x="470446" y="172071"/>
                      <a:pt x="462827" y="172071"/>
                    </a:cubicBezTo>
                    <a:close/>
                    <a:moveTo>
                      <a:pt x="343764" y="621"/>
                    </a:moveTo>
                    <a:cubicBezTo>
                      <a:pt x="359957" y="621"/>
                      <a:pt x="372339" y="13004"/>
                      <a:pt x="372339" y="29196"/>
                    </a:cubicBezTo>
                    <a:lnTo>
                      <a:pt x="372339" y="105396"/>
                    </a:lnTo>
                    <a:cubicBezTo>
                      <a:pt x="372339" y="121589"/>
                      <a:pt x="359957" y="133971"/>
                      <a:pt x="343764" y="133971"/>
                    </a:cubicBezTo>
                    <a:lnTo>
                      <a:pt x="191364" y="133971"/>
                    </a:lnTo>
                    <a:cubicBezTo>
                      <a:pt x="175171" y="133971"/>
                      <a:pt x="162789" y="121589"/>
                      <a:pt x="162789" y="105396"/>
                    </a:cubicBezTo>
                    <a:lnTo>
                      <a:pt x="162789" y="29196"/>
                    </a:lnTo>
                    <a:cubicBezTo>
                      <a:pt x="162789" y="13004"/>
                      <a:pt x="175171" y="621"/>
                      <a:pt x="191364" y="621"/>
                    </a:cubicBezTo>
                    <a:lnTo>
                      <a:pt x="343764" y="62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</p:grpSp>
        <p:sp>
          <p:nvSpPr>
            <p:cNvPr name="AutoShape 37" id="37"/>
            <p:cNvSpPr/>
            <p:nvPr/>
          </p:nvSpPr>
          <p:spPr>
            <a:xfrm>
              <a:off x="2324866" y="2796612"/>
              <a:ext cx="1844512" cy="1843307"/>
            </a:xfrm>
            <a:prstGeom prst="ellipse">
              <a:avLst/>
            </a:prstGeom>
            <a:gradFill>
              <a:gsLst>
                <a:gs pos="0">
                  <a:srgbClr val="1FAECF">
                    <a:lumMod val="60000"/>
                    <a:lumOff val="40000"/>
                  </a:srgbClr>
                </a:gs>
                <a:gs pos="50000">
                  <a:srgbClr val="1FAECF"/>
                </a:gs>
              </a:gsLst>
              <a:lin ang="2700000"/>
            </a:gradFill>
            <a:ln cap="flat" cmpd="sng">
              <a:prstDash val="solid"/>
            </a:ln>
            <a:effectLst>
              <a:outerShdw algn="tl" blurRad="177800" dir="2700000" dist="152400" rotWithShape="false">
                <a:schemeClr val="accent2">
                  <a:alpha val="20000"/>
                </a:schemeClr>
              </a:outerShdw>
            </a:effectLst>
          </p:spPr>
          <p:txBody>
            <a:bodyPr vert="horz" anchor="ctr" tIns="45720" lIns="91440" bIns="45720" rIns="91440">
              <a:normAutofit/>
            </a:bodyPr>
            <a:p>
              <a:pPr algn="ctr" marL="0"/>
              <a:r>
                <a:rPr lang="en-US" b="true" i="false" sz="2000" baseline="0" u="none">
                  <a:solidFill>
                    <a:srgbClr val="000000"/>
                  </a:solidFill>
                  <a:latin typeface="Arial"/>
                  <a:ea typeface="Arial"/>
                </a:rPr>
                <a:t> </a:t>
              </a:r>
            </a:p>
          </p:txBody>
        </p:sp>
      </p:grpSp>
      <p:sp>
        <p:nvSpPr>
          <p:cNvPr name="AutoShape 38" id="38"/>
          <p:cNvSpPr/>
          <p:nvPr/>
        </p:nvSpPr>
        <p:spPr>
          <a:xfrm>
            <a:off x="5621572" y="1422475"/>
            <a:ext cx="5708697" cy="371475"/>
          </a:xfrm>
          <a:prstGeom prst="roundRect">
            <a:avLst>
              <a:gd name="adj" fmla="val 50000"/>
            </a:avLst>
          </a:prstGeom>
          <a:solidFill>
            <a:srgbClr val="F0F0F0">
              <a:alpha val="15000"/>
            </a:srgbClr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00000"/>
              </a:lnSpc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主流工具介绍</a:t>
            </a:r>
          </a:p>
        </p:txBody>
      </p:sp>
      <p:sp>
        <p:nvSpPr>
          <p:cNvPr name="AutoShape 39" id="39"/>
          <p:cNvSpPr/>
          <p:nvPr/>
        </p:nvSpPr>
        <p:spPr>
          <a:xfrm>
            <a:off x="10902904" y="1297521"/>
            <a:ext cx="597600" cy="597397"/>
          </a:xfrm>
          <a:prstGeom prst="ellipse">
            <a:avLst/>
          </a:prstGeom>
          <a:gradFill>
            <a:gsLst>
              <a:gs pos="0">
                <a:srgbClr val="E25B34">
                  <a:lumMod val="60000"/>
                  <a:lumOff val="40000"/>
                </a:srgbClr>
              </a:gs>
              <a:gs pos="50000">
                <a:srgbClr val="E25B34"/>
              </a:gs>
            </a:gsLst>
            <a:lin ang="2700000"/>
          </a:gradFill>
          <a:ln cap="flat" cmpd="sng">
            <a:prstDash val="solid"/>
          </a:ln>
          <a:effectLst>
            <a:outerShdw algn="tl" blurRad="177800" dir="2700000" dist="152400" rotWithShape="false">
              <a:schemeClr val="accent1">
                <a:alpha val="20000"/>
              </a:schemeClr>
            </a:outerShdw>
          </a:effectLst>
        </p:spPr>
        <p:txBody>
          <a:bodyPr vert="horz" anchor="ctr" tIns="0" lIns="0" bIns="0" rIns="0">
            <a:normAutofit/>
          </a:bodyPr>
          <a:p>
            <a:pPr algn="ctr" marL="0"/>
            <a:r>
              <a:rPr lang="en-US" b="true" i="false" sz="1800" baseline="0" u="none">
                <a:solidFill>
                  <a:srgbClr val="FFFFFF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name="TextBox 40" id="40"/>
          <p:cNvSpPr txBox="true"/>
          <p:nvPr/>
        </p:nvSpPr>
        <p:spPr>
          <a:xfrm>
            <a:off x="5621572" y="1898248"/>
            <a:ext cx="5708697" cy="45339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目前市场上有多种AI智能生成PPT工具，如Canva、Slidebean和Beautiful.ai，各具特色。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>
            <a:off x="5621572" y="3115841"/>
            <a:ext cx="5708697" cy="371475"/>
          </a:xfrm>
          <a:prstGeom prst="roundRect">
            <a:avLst>
              <a:gd name="adj" fmla="val 50000"/>
            </a:avLst>
          </a:prstGeom>
          <a:solidFill>
            <a:srgbClr val="F0F0F0">
              <a:alpha val="15000"/>
            </a:srgbClr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00000"/>
              </a:lnSpc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工具比较</a:t>
            </a:r>
          </a:p>
        </p:txBody>
      </p:sp>
      <p:sp>
        <p:nvSpPr>
          <p:cNvPr name="AutoShape 42" id="42"/>
          <p:cNvSpPr/>
          <p:nvPr/>
        </p:nvSpPr>
        <p:spPr>
          <a:xfrm>
            <a:off x="10902904" y="2990887"/>
            <a:ext cx="597600" cy="597397"/>
          </a:xfrm>
          <a:prstGeom prst="ellipse">
            <a:avLst/>
          </a:prstGeom>
          <a:gradFill>
            <a:gsLst>
              <a:gs pos="0">
                <a:srgbClr val="1FAECF">
                  <a:lumMod val="60000"/>
                  <a:lumOff val="40000"/>
                </a:srgbClr>
              </a:gs>
              <a:gs pos="50000">
                <a:srgbClr val="1FAECF"/>
              </a:gs>
            </a:gsLst>
            <a:lin ang="2700000"/>
          </a:gradFill>
          <a:ln cap="flat" cmpd="sng">
            <a:prstDash val="solid"/>
          </a:ln>
          <a:effectLst>
            <a:outerShdw algn="tl" blurRad="177800" dir="2700000" dist="152400" rotWithShape="false">
              <a:schemeClr val="accent2">
                <a:alpha val="20000"/>
              </a:schemeClr>
            </a:outerShdw>
          </a:effectLst>
        </p:spPr>
        <p:txBody>
          <a:bodyPr vert="horz" anchor="ctr" tIns="0" lIns="0" bIns="0" rIns="0">
            <a:normAutofit/>
          </a:bodyPr>
          <a:p>
            <a:pPr algn="ctr" marL="0"/>
            <a:r>
              <a:rPr lang="en-US" b="true" i="false" sz="1800" baseline="0" u="none">
                <a:solidFill>
                  <a:srgbClr val="FFFFFF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name="TextBox 43" id="43"/>
          <p:cNvSpPr txBox="true"/>
          <p:nvPr/>
        </p:nvSpPr>
        <p:spPr>
          <a:xfrm>
            <a:off x="5621572" y="3562743"/>
            <a:ext cx="5708697" cy="45339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不同工具在功能、易用性和价格方面存在差异，用户应根据自身需求选择合适的工具。</a:t>
            </a:r>
            <a:endParaRPr lang="en-US" sz="1100"/>
          </a:p>
        </p:txBody>
      </p:sp>
      <p:sp>
        <p:nvSpPr>
          <p:cNvPr name="AutoShape 44" id="44"/>
          <p:cNvSpPr/>
          <p:nvPr/>
        </p:nvSpPr>
        <p:spPr>
          <a:xfrm>
            <a:off x="5621572" y="4843946"/>
            <a:ext cx="5708697" cy="371475"/>
          </a:xfrm>
          <a:prstGeom prst="roundRect">
            <a:avLst>
              <a:gd name="adj" fmla="val 50000"/>
            </a:avLst>
          </a:prstGeom>
          <a:solidFill>
            <a:srgbClr val="F0F0F0">
              <a:alpha val="15000"/>
            </a:srgbClr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00000"/>
              </a:lnSpc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选择建议</a:t>
            </a:r>
          </a:p>
        </p:txBody>
      </p:sp>
      <p:sp>
        <p:nvSpPr>
          <p:cNvPr name="AutoShape 45" id="45"/>
          <p:cNvSpPr/>
          <p:nvPr/>
        </p:nvSpPr>
        <p:spPr>
          <a:xfrm>
            <a:off x="10902904" y="4718992"/>
            <a:ext cx="597600" cy="597397"/>
          </a:xfrm>
          <a:prstGeom prst="ellipse">
            <a:avLst/>
          </a:prstGeom>
          <a:gradFill>
            <a:gsLst>
              <a:gs pos="0">
                <a:srgbClr val="E25B34">
                  <a:lumMod val="60000"/>
                  <a:lumOff val="40000"/>
                </a:srgbClr>
              </a:gs>
              <a:gs pos="50000">
                <a:srgbClr val="E25B34"/>
              </a:gs>
            </a:gsLst>
            <a:lin ang="2700000"/>
          </a:gradFill>
          <a:ln cap="flat" cmpd="sng">
            <a:prstDash val="solid"/>
          </a:ln>
          <a:effectLst>
            <a:outerShdw algn="tl" blurRad="177800" dir="2700000" dist="152400" rotWithShape="false">
              <a:schemeClr val="accent1">
                <a:alpha val="20000"/>
              </a:schemeClr>
            </a:outerShdw>
          </a:effectLst>
        </p:spPr>
        <p:txBody>
          <a:bodyPr vert="horz" anchor="ctr" tIns="0" lIns="0" bIns="0" rIns="0">
            <a:normAutofit/>
          </a:bodyPr>
          <a:p>
            <a:pPr algn="ctr" marL="0"/>
            <a:r>
              <a:rPr lang="en-US" b="true" i="false" sz="1800" baseline="0" u="none">
                <a:solidFill>
                  <a:srgbClr val="FFFFFF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name="TextBox 46" id="46"/>
          <p:cNvSpPr txBox="true"/>
          <p:nvPr/>
        </p:nvSpPr>
        <p:spPr>
          <a:xfrm>
            <a:off x="5621572" y="5319719"/>
            <a:ext cx="5708697" cy="45339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建议用户根据演示文稿的复杂度、预算和使用频率，选择最适合的AI智能生成PPT工具。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操作流程</a:t>
            </a:r>
          </a:p>
        </p:txBody>
      </p:sp>
      <p:sp>
        <p:nvSpPr>
          <p:cNvPr name="Freeform 3" id="3"/>
          <p:cNvSpPr/>
          <p:nvPr/>
        </p:nvSpPr>
        <p:spPr>
          <a:xfrm>
            <a:off x="4355823" y="1638909"/>
            <a:ext cx="3467650" cy="2879996"/>
          </a:xfrm>
          <a:custGeom>
            <a:avLst/>
            <a:gdLst/>
            <a:ahLst/>
            <a:cxnLst/>
            <a:rect r="r" b="b" t="t" l="l"/>
            <a:pathLst>
              <a:path w="4533900" h="3765550" stroke="true" fill="norm" extrusionOk="true">
                <a:moveTo>
                  <a:pt x="3964789" y="0"/>
                </a:moveTo>
                <a:lnTo>
                  <a:pt x="4016239" y="56609"/>
                </a:lnTo>
                <a:cubicBezTo>
                  <a:pt x="4339633" y="448472"/>
                  <a:pt x="4533900" y="950849"/>
                  <a:pt x="4533900" y="1498600"/>
                </a:cubicBezTo>
                <a:cubicBezTo>
                  <a:pt x="4533900" y="2750602"/>
                  <a:pt x="3518952" y="3765550"/>
                  <a:pt x="2266950" y="3765550"/>
                </a:cubicBezTo>
                <a:cubicBezTo>
                  <a:pt x="1014948" y="3765550"/>
                  <a:pt x="0" y="2750602"/>
                  <a:pt x="0" y="1498600"/>
                </a:cubicBezTo>
                <a:cubicBezTo>
                  <a:pt x="0" y="950849"/>
                  <a:pt x="194268" y="448472"/>
                  <a:pt x="517661" y="56609"/>
                </a:cubicBezTo>
                <a:lnTo>
                  <a:pt x="569111" y="0"/>
                </a:lnTo>
              </a:path>
            </a:pathLst>
          </a:custGeom>
          <a:noFill/>
          <a:ln w="12700" cap="rnd" cmpd="sng">
            <a:solidFill>
              <a:srgbClr val="F0F0F0">
                <a:alpha val="50000"/>
              </a:srgbClr>
            </a:solidFill>
            <a:prstDash val="solid"/>
            <a:headEnd w="sm" len="sm" type="oval"/>
            <a:tailEnd w="sm" len="sm" type="oval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4943478" y="1638909"/>
            <a:ext cx="2292340" cy="2292341"/>
          </a:xfrm>
          <a:prstGeom prst="ellipse">
            <a:avLst/>
          </a:prstGeom>
          <a:solidFill>
            <a:srgbClr val="F0F0F0">
              <a:alpha val="15000"/>
            </a:srgbClr>
          </a:solidFill>
          <a:ln cap="flat" cmpd="sng">
            <a:prstDash val="solid"/>
          </a:ln>
        </p:spPr>
        <p:txBody>
          <a:bodyPr vert="horz" rot="0" anchor="ctr" wrap="square" anchorCtr="tru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5" id="5"/>
          <p:cNvSpPr/>
          <p:nvPr/>
        </p:nvSpPr>
        <p:spPr>
          <a:xfrm>
            <a:off x="4177923" y="2270768"/>
            <a:ext cx="432000" cy="432000"/>
          </a:xfrm>
          <a:prstGeom prst="ellipse">
            <a:avLst/>
          </a:prstGeom>
          <a:gradFill>
            <a:gsLst>
              <a:gs pos="0">
                <a:srgbClr val="E25B34">
                  <a:lumMod val="60000"/>
                  <a:lumOff val="40000"/>
                </a:srgbClr>
              </a:gs>
              <a:gs pos="50000">
                <a:srgbClr val="E25B34"/>
              </a:gs>
            </a:gsLst>
            <a:lin ang="2700000"/>
          </a:gradFill>
          <a:effectLst>
            <a:outerShdw algn="ctr" blurRad="177800" dir="2700000" dist="152400" rotWithShape="false">
              <a:schemeClr val="accent1">
                <a:alpha val="20000"/>
              </a:schemeClr>
            </a:outerShdw>
          </a:effectLst>
        </p:spPr>
        <p:txBody>
          <a:bodyPr vert="horz" anchor="ctr" wrap="none" tIns="108000" lIns="108000" bIns="108000" rIns="108000">
            <a:noAutofit/>
          </a:bodyPr>
          <a:p>
            <a:pPr algn="ctr" marL="0"/>
            <a:r>
              <a:rPr lang="en-US" b="true" i="false" sz="1800" baseline="0" u="none">
                <a:solidFill>
                  <a:srgbClr val="FFFFF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name="AutoShape 6" id="6"/>
          <p:cNvSpPr/>
          <p:nvPr/>
        </p:nvSpPr>
        <p:spPr>
          <a:xfrm>
            <a:off x="5880000" y="4302905"/>
            <a:ext cx="432000" cy="432000"/>
          </a:xfrm>
          <a:prstGeom prst="ellipse">
            <a:avLst/>
          </a:prstGeom>
          <a:gradFill>
            <a:gsLst>
              <a:gs pos="0">
                <a:srgbClr val="1FAECF">
                  <a:lumMod val="60000"/>
                  <a:lumOff val="40000"/>
                </a:srgbClr>
              </a:gs>
              <a:gs pos="50000">
                <a:srgbClr val="1FAECF"/>
              </a:gs>
            </a:gsLst>
            <a:lin ang="2700000"/>
          </a:gradFill>
          <a:effectLst>
            <a:outerShdw algn="ctr" blurRad="177800" dir="2700000" dist="152400" rotWithShape="false">
              <a:schemeClr val="accent2">
                <a:alpha val="20000"/>
              </a:schemeClr>
            </a:outerShdw>
          </a:effectLst>
        </p:spPr>
        <p:txBody>
          <a:bodyPr vert="horz" anchor="ctr" wrap="none" tIns="108000" lIns="108000" bIns="108000" rIns="108000">
            <a:noAutofit/>
          </a:bodyPr>
          <a:p>
            <a:pPr algn="ctr" marL="0"/>
            <a:r>
              <a:rPr lang="en-US" b="true" i="false" sz="1800" baseline="0" u="none">
                <a:solidFill>
                  <a:srgbClr val="FFFFF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name="AutoShape 7" id="7"/>
          <p:cNvSpPr/>
          <p:nvPr/>
        </p:nvSpPr>
        <p:spPr>
          <a:xfrm flipH="true">
            <a:off x="7564904" y="2270768"/>
            <a:ext cx="432000" cy="432000"/>
          </a:xfrm>
          <a:prstGeom prst="ellipse">
            <a:avLst/>
          </a:prstGeom>
          <a:gradFill>
            <a:gsLst>
              <a:gs pos="0">
                <a:srgbClr val="EA894B">
                  <a:lumMod val="60000"/>
                  <a:lumOff val="40000"/>
                </a:srgbClr>
              </a:gs>
              <a:gs pos="50000">
                <a:srgbClr val="EA894B"/>
              </a:gs>
            </a:gsLst>
            <a:lin ang="2700000"/>
          </a:gradFill>
          <a:effectLst>
            <a:outerShdw algn="ctr" blurRad="177800" dir="2700000" dist="152400" rotWithShape="false">
              <a:schemeClr val="accent5">
                <a:alpha val="20000"/>
              </a:schemeClr>
            </a:outerShdw>
          </a:effectLst>
        </p:spPr>
        <p:txBody>
          <a:bodyPr vert="horz" anchor="ctr" wrap="none" tIns="108000" lIns="108000" bIns="108000" rIns="108000">
            <a:noAutofit/>
          </a:bodyPr>
          <a:p>
            <a:pPr algn="ctr" marL="0"/>
            <a:r>
              <a:rPr lang="en-US" b="true" i="false" sz="1800" baseline="0" u="none">
                <a:solidFill>
                  <a:srgbClr val="FFFFFF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name="AutoShape 8" id="8"/>
          <p:cNvSpPr/>
          <p:nvPr/>
        </p:nvSpPr>
        <p:spPr>
          <a:xfrm>
            <a:off x="8209129" y="2072323"/>
            <a:ext cx="3015806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b" wrap="square" tIns="45720" lIns="91440" bIns="45720" rIns="9144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编辑与优化</a:t>
            </a:r>
          </a:p>
        </p:txBody>
      </p:sp>
      <p:sp>
        <p:nvSpPr>
          <p:cNvPr name="AutoShape 9" id="9"/>
          <p:cNvSpPr/>
          <p:nvPr/>
        </p:nvSpPr>
        <p:spPr>
          <a:xfrm>
            <a:off x="8209129" y="2429609"/>
            <a:ext cx="3015806" cy="1184940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3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生成后，用户可以根据需要对演示文稿进行进一步编辑和优化，确保内容准确且符合个人需求。</a:t>
            </a:r>
          </a:p>
        </p:txBody>
      </p:sp>
      <p:sp>
        <p:nvSpPr>
          <p:cNvPr name="AutoShape 10" id="10"/>
          <p:cNvSpPr/>
          <p:nvPr/>
        </p:nvSpPr>
        <p:spPr>
          <a:xfrm>
            <a:off x="954365" y="2072323"/>
            <a:ext cx="3011333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b" wrap="square" tIns="45720" lIns="91440" bIns="45720" rIns="91440">
            <a:spAutoFit/>
          </a:bodyPr>
          <a:p>
            <a:pPr algn="r" marL="0"/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输入要求</a:t>
            </a:r>
          </a:p>
        </p:txBody>
      </p:sp>
      <p:sp>
        <p:nvSpPr>
          <p:cNvPr name="AutoShape 11" id="11"/>
          <p:cNvSpPr/>
          <p:nvPr/>
        </p:nvSpPr>
        <p:spPr>
          <a:xfrm>
            <a:off x="954365" y="2429609"/>
            <a:ext cx="3011333" cy="1184940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r" marL="0">
              <a:lnSpc>
                <a:spcPct val="13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用户需要提供清晰的主题、关键内容和目标受众信息，以便AI系统生成符合需求的演示文稿。</a:t>
            </a:r>
          </a:p>
        </p:txBody>
      </p:sp>
      <p:sp>
        <p:nvSpPr>
          <p:cNvPr name="AutoShape 12" id="12"/>
          <p:cNvSpPr/>
          <p:nvPr/>
        </p:nvSpPr>
        <p:spPr>
          <a:xfrm>
            <a:off x="4355823" y="4790560"/>
            <a:ext cx="3641081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b" wrap="square" tIns="45720" lIns="91440" bIns="45720" rIns="91440">
            <a:spAutoFit/>
          </a:bodyPr>
          <a:p>
            <a:pPr algn="ctr" marL="0"/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生成步骤</a:t>
            </a:r>
          </a:p>
        </p:txBody>
      </p:sp>
      <p:sp>
        <p:nvSpPr>
          <p:cNvPr name="AutoShape 13" id="13"/>
          <p:cNvSpPr/>
          <p:nvPr/>
        </p:nvSpPr>
        <p:spPr>
          <a:xfrm>
            <a:off x="4355823" y="5147846"/>
            <a:ext cx="3641081" cy="904863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ctr" marL="0">
              <a:lnSpc>
                <a:spcPct val="13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用户只需输入关键内容，选择模板和风格，系统即可自动生成演示文稿，并进行智能排版。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最佳实践</a:t>
            </a:r>
          </a:p>
        </p:txBody>
      </p:sp>
      <p:sp>
        <p:nvSpPr>
          <p:cNvPr name="AutoShape 3" id="3"/>
          <p:cNvSpPr/>
          <p:nvPr/>
        </p:nvSpPr>
        <p:spPr>
          <a:xfrm>
            <a:off x="1124035" y="1637174"/>
            <a:ext cx="3261789" cy="617091"/>
          </a:xfrm>
          <a:prstGeom prst="chevron">
            <a:avLst/>
          </a:prstGeom>
          <a:gradFill>
            <a:gsLst>
              <a:gs pos="0">
                <a:srgbClr val="E25B34">
                  <a:lumMod val="60000"/>
                  <a:lumOff val="40000"/>
                </a:srgbClr>
              </a:gs>
              <a:gs pos="50000">
                <a:srgbClr val="E25B34"/>
              </a:gs>
            </a:gsLst>
            <a:lin ang="2700000"/>
          </a:gradFill>
          <a:ln cap="flat" cmpd="sng">
            <a:prstDash val="solid"/>
          </a:ln>
          <a:effectLst>
            <a:outerShdw algn="tl" blurRad="177800" dir="2700000" dist="152400" rotWithShape="false">
              <a:schemeClr val="accent1">
                <a:alpha val="20000"/>
              </a:scheme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ctr" marL="0"/>
            <a:r>
              <a:rPr lang="en-US" b="true" i="false" sz="2000" baseline="0" u="none">
                <a:solidFill>
                  <a:srgbClr val="FFFFFF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1124035" y="2612227"/>
            <a:ext cx="3261789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内容组织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1124036" y="3115284"/>
            <a:ext cx="3261786" cy="70019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确保演示文稿内容结构清晰，逻辑严谨，重点突出，避免信息过载。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>
            <a:off x="4458755" y="1637174"/>
            <a:ext cx="3261789" cy="617091"/>
          </a:xfrm>
          <a:prstGeom prst="chevron">
            <a:avLst/>
          </a:prstGeom>
          <a:gradFill>
            <a:gsLst>
              <a:gs pos="0">
                <a:srgbClr val="1FAECF">
                  <a:lumMod val="60000"/>
                  <a:lumOff val="40000"/>
                </a:srgbClr>
              </a:gs>
              <a:gs pos="50000">
                <a:srgbClr val="1FAECF"/>
              </a:gs>
            </a:gsLst>
            <a:lin ang="2700000"/>
          </a:gradFill>
          <a:ln cap="flat" cmpd="sng">
            <a:prstDash val="solid"/>
          </a:ln>
          <a:effectLst>
            <a:outerShdw algn="tl" blurRad="177800" dir="2700000" dist="152400" rotWithShape="false">
              <a:schemeClr val="accent2">
                <a:alpha val="20000"/>
              </a:schemeClr>
            </a:outerShdw>
          </a:effectLst>
        </p:spPr>
        <p:txBody>
          <a:bodyPr vert="horz" anchor="ctr" tIns="0" lIns="0" bIns="0" rIns="0">
            <a:normAutofit/>
          </a:bodyPr>
          <a:p>
            <a:pPr algn="ctr" marL="0"/>
            <a:r>
              <a:rPr lang="en-US" b="true" i="false" sz="2000" baseline="0" u="none">
                <a:solidFill>
                  <a:schemeClr val="lt1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58754" y="2612227"/>
            <a:ext cx="3261789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视觉设计</a:t>
            </a:r>
            <a:endParaRPr lang="en-US" sz="1100"/>
          </a:p>
        </p:txBody>
      </p:sp>
      <p:sp>
        <p:nvSpPr>
          <p:cNvPr name="TextBox 8" id="8"/>
          <p:cNvSpPr txBox="true"/>
          <p:nvPr/>
        </p:nvSpPr>
        <p:spPr>
          <a:xfrm>
            <a:off x="4458754" y="3115284"/>
            <a:ext cx="3261788" cy="81534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选择合适的配色、字体和图片，确保演示文稿的视觉效果简洁美观，提升观众的阅读体验。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>
            <a:off x="7793475" y="1637174"/>
            <a:ext cx="3261789" cy="617091"/>
          </a:xfrm>
          <a:prstGeom prst="chevron">
            <a:avLst/>
          </a:prstGeom>
          <a:gradFill>
            <a:gsLst>
              <a:gs pos="0">
                <a:srgbClr val="E25B34">
                  <a:lumMod val="60000"/>
                  <a:lumOff val="40000"/>
                </a:srgbClr>
              </a:gs>
              <a:gs pos="50000">
                <a:srgbClr val="E25B34"/>
              </a:gs>
            </a:gsLst>
            <a:lin ang="2700000"/>
          </a:gradFill>
          <a:ln cap="flat" cmpd="sng">
            <a:prstDash val="solid"/>
          </a:ln>
          <a:effectLst>
            <a:outerShdw algn="tl" blurRad="177800" dir="2700000" dist="152400" rotWithShape="false">
              <a:schemeClr val="accent1">
                <a:alpha val="20000"/>
              </a:scheme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ctr" marL="0"/>
            <a:r>
              <a:rPr lang="en-US" b="true" i="false" sz="2000" baseline="0" u="none">
                <a:solidFill>
                  <a:srgbClr val="FFFFFF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7793473" y="2612227"/>
            <a:ext cx="3261789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演示技巧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7793474" y="3115284"/>
            <a:ext cx="3261788" cy="45339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在演示过程中，注意语速、表情和肢体语言，确保演示内容能够有效传达给观众。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7784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399" y="1551400"/>
            <a:ext cx="1195698" cy="990811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5400" baseline="0" u="none" altLang="en-US">
                <a:solidFill>
                  <a:srgbClr val="FFFFFF"/>
                </a:solidFill>
                <a:latin typeface="Arial"/>
                <a:ea typeface="Arial"/>
              </a:rPr>
              <a:t>06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60397" y="2761501"/>
            <a:ext cx="6553201" cy="990811"/>
          </a:xfrm>
          <a:prstGeom prst="rect">
            <a:avLst/>
          </a:prstGeom>
        </p:spPr>
        <p:txBody>
          <a:bodyPr anchor="t" rtlCol="false" vert="horz" tIns="45720" lIns="91440" bIns="45720" rIns="91440">
            <a:noAutofit/>
          </a:bodyPr>
          <a:lstStyle/>
          <a:p>
            <a:pPr algn="l" marL="0">
              <a:lnSpc>
                <a:spcPct val="100000"/>
              </a:lnSpc>
              <a:spcBef>
                <a:spcPct val="0"/>
              </a:spcBef>
              <a:defRPr/>
            </a:pPr>
            <a:r>
              <a:rPr lang="zh-CN" b="true" i="false" sz="5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AI智能生成PPT的伦理与法律问题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1549774" y="1551400"/>
            <a:ext cx="463267" cy="990811"/>
          </a:xfrm>
          <a:prstGeom prst="rect">
            <a:avLst/>
          </a:prstGeom>
        </p:spPr>
        <p:txBody>
          <a:bodyPr anchor="b" rtlCol="false" vert="horz" tIns="45720" lIns="91440" bIns="45720" rIns="91440">
            <a:noAutofit/>
          </a:bodyPr>
          <a:lstStyle/>
          <a:p>
            <a:pPr algn="l" marL="0">
              <a:lnSpc>
                <a:spcPct val="100000"/>
              </a:lnSpc>
              <a:spcBef>
                <a:spcPct val="0"/>
              </a:spcBef>
              <a:defRPr/>
            </a:pPr>
            <a:r>
              <a:rPr lang="zh-CN" b="true" i="false" sz="5400" baseline="0" u="none" altLang="en-US">
                <a:solidFill>
                  <a:srgbClr val="FFFFFF"/>
                </a:solidFill>
                <a:latin typeface="Arial"/>
                <a:ea typeface="Arial"/>
              </a:rPr>
              <a:t>.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537999" y="1659542"/>
            <a:ext cx="1116000" cy="1116000"/>
          </a:xfrm>
          <a:prstGeom prst="ellipse">
            <a:avLst/>
          </a:prstGeom>
          <a:gradFill>
            <a:gsLst>
              <a:gs pos="0">
                <a:srgbClr val="1FAECF">
                  <a:lumMod val="60000"/>
                  <a:lumOff val="40000"/>
                </a:srgbClr>
              </a:gs>
              <a:gs pos="50000">
                <a:srgbClr val="1FAECF"/>
              </a:gs>
            </a:gsLst>
            <a:lin ang="2700000"/>
          </a:gradFill>
          <a:ln cap="flat" cmpd="sng">
            <a:prstDash val="solid"/>
          </a:ln>
          <a:effectLst>
            <a:outerShdw algn="tl" blurRad="177800" dir="2700000" dist="152400" rotWithShape="false">
              <a:schemeClr val="accent2">
                <a:alpha val="20000"/>
              </a:scheme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3" id="3"/>
          <p:cNvSpPr/>
          <p:nvPr/>
        </p:nvSpPr>
        <p:spPr>
          <a:xfrm>
            <a:off x="4815901" y="3223445"/>
            <a:ext cx="2560196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ctr" marL="0">
              <a:lnSpc>
                <a:spcPct val="100000"/>
              </a:lnSpc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隐私保护措施</a:t>
            </a:r>
          </a:p>
        </p:txBody>
      </p:sp>
      <p:sp>
        <p:nvSpPr>
          <p:cNvPr name="AutoShape 4" id="4"/>
          <p:cNvSpPr/>
          <p:nvPr/>
        </p:nvSpPr>
        <p:spPr>
          <a:xfrm>
            <a:off x="4815901" y="3775952"/>
            <a:ext cx="2560196" cy="815340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ct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通过数据加密、匿名化等技术，保护用户隐私，防止数据泄露和滥用。</a:t>
            </a:r>
          </a:p>
        </p:txBody>
      </p:sp>
      <p:sp>
        <p:nvSpPr>
          <p:cNvPr name="AutoShape 5" id="5"/>
          <p:cNvSpPr/>
          <p:nvPr/>
        </p:nvSpPr>
        <p:spPr>
          <a:xfrm>
            <a:off x="5832145" y="1975325"/>
            <a:ext cx="527709" cy="461665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b" wrap="none" tIns="45720" lIns="91440" bIns="45720" rIns="91440">
            <a:spAutoFit/>
          </a:bodyPr>
          <a:p>
            <a:pPr algn="ctr" marL="0"/>
            <a:r>
              <a:rPr lang="en-US" b="true" i="false" sz="2400" baseline="0" u="none">
                <a:solidFill>
                  <a:srgbClr val="FFFFFF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name="AutoShape 6" id="6"/>
          <p:cNvSpPr/>
          <p:nvPr/>
        </p:nvSpPr>
        <p:spPr>
          <a:xfrm>
            <a:off x="1748441" y="1659542"/>
            <a:ext cx="1116000" cy="1116000"/>
          </a:xfrm>
          <a:prstGeom prst="ellipse">
            <a:avLst/>
          </a:prstGeom>
          <a:gradFill>
            <a:gsLst>
              <a:gs pos="0">
                <a:srgbClr val="E25B34">
                  <a:lumMod val="60000"/>
                  <a:lumOff val="40000"/>
                </a:srgbClr>
              </a:gs>
              <a:gs pos="50000">
                <a:srgbClr val="E25B34"/>
              </a:gs>
            </a:gsLst>
            <a:lin ang="2700000"/>
          </a:gradFill>
          <a:ln cap="flat" cmpd="sng">
            <a:prstDash val="solid"/>
          </a:ln>
          <a:effectLst>
            <a:outerShdw algn="tl" blurRad="177800" dir="2700000" dist="152400" rotWithShape="false">
              <a:schemeClr val="accent1">
                <a:alpha val="20000"/>
              </a:scheme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7" id="7"/>
          <p:cNvSpPr/>
          <p:nvPr/>
        </p:nvSpPr>
        <p:spPr>
          <a:xfrm>
            <a:off x="1026343" y="3223445"/>
            <a:ext cx="2560195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ctr" marL="0">
              <a:lnSpc>
                <a:spcPct val="100000"/>
              </a:lnSpc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数据收集与使用</a:t>
            </a:r>
          </a:p>
        </p:txBody>
      </p:sp>
      <p:sp>
        <p:nvSpPr>
          <p:cNvPr name="AutoShape 8" id="8"/>
          <p:cNvSpPr/>
          <p:nvPr/>
        </p:nvSpPr>
        <p:spPr>
          <a:xfrm>
            <a:off x="1026343" y="3775952"/>
            <a:ext cx="2560196" cy="1023357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ct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AI智能生成PPT需要收集用户输入的数据，确保数据使用符合隐私政策和法律法规。</a:t>
            </a:r>
          </a:p>
        </p:txBody>
      </p:sp>
      <p:sp>
        <p:nvSpPr>
          <p:cNvPr name="AutoShape 9" id="9"/>
          <p:cNvSpPr/>
          <p:nvPr/>
        </p:nvSpPr>
        <p:spPr>
          <a:xfrm>
            <a:off x="2042587" y="1975325"/>
            <a:ext cx="527709" cy="461665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b" wrap="none" tIns="45720" lIns="91440" bIns="45720" rIns="91440">
            <a:spAutoFit/>
          </a:bodyPr>
          <a:p>
            <a:pPr algn="ctr" marL="0"/>
            <a:r>
              <a:rPr lang="en-US" b="true" i="false" sz="2400" baseline="0" u="none">
                <a:solidFill>
                  <a:schemeClr val="lt1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name="AutoShape 10" id="10"/>
          <p:cNvSpPr/>
          <p:nvPr/>
        </p:nvSpPr>
        <p:spPr>
          <a:xfrm>
            <a:off x="9327558" y="1659542"/>
            <a:ext cx="1116000" cy="1116000"/>
          </a:xfrm>
          <a:prstGeom prst="ellipse">
            <a:avLst/>
          </a:prstGeom>
          <a:gradFill>
            <a:gsLst>
              <a:gs pos="0">
                <a:srgbClr val="E25B34">
                  <a:lumMod val="60000"/>
                  <a:lumOff val="40000"/>
                </a:srgbClr>
              </a:gs>
              <a:gs pos="50000">
                <a:srgbClr val="E25B34"/>
              </a:gs>
            </a:gsLst>
            <a:lin ang="2700000"/>
          </a:gradFill>
          <a:ln cap="flat" cmpd="sng">
            <a:prstDash val="solid"/>
          </a:ln>
          <a:effectLst>
            <a:outerShdw algn="tl" blurRad="177800" dir="2700000" dist="152400" rotWithShape="false">
              <a:schemeClr val="accent1">
                <a:alpha val="20000"/>
              </a:scheme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1" id="11"/>
          <p:cNvSpPr/>
          <p:nvPr/>
        </p:nvSpPr>
        <p:spPr>
          <a:xfrm>
            <a:off x="8605460" y="3223445"/>
            <a:ext cx="2560196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ctr" marL="0">
              <a:lnSpc>
                <a:spcPct val="100000"/>
              </a:lnSpc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法律合规</a:t>
            </a:r>
          </a:p>
        </p:txBody>
      </p:sp>
      <p:sp>
        <p:nvSpPr>
          <p:cNvPr name="AutoShape 12" id="12"/>
          <p:cNvSpPr/>
          <p:nvPr/>
        </p:nvSpPr>
        <p:spPr>
          <a:xfrm>
            <a:off x="8605460" y="3775952"/>
            <a:ext cx="2560196" cy="754052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ct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确保AI智能生成PPT的数据收集和使用符合相关法律法规，如GDPR和CCPA等。</a:t>
            </a:r>
          </a:p>
        </p:txBody>
      </p:sp>
      <p:sp>
        <p:nvSpPr>
          <p:cNvPr name="AutoShape 13" id="13"/>
          <p:cNvSpPr/>
          <p:nvPr/>
        </p:nvSpPr>
        <p:spPr>
          <a:xfrm>
            <a:off x="9621704" y="1975325"/>
            <a:ext cx="527709" cy="461665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b" wrap="none" tIns="45720" lIns="91440" bIns="45720" rIns="91440">
            <a:spAutoFit/>
          </a:bodyPr>
          <a:p>
            <a:pPr algn="ctr" marL="0"/>
            <a:r>
              <a:rPr lang="en-US" b="true" i="false" sz="2400" baseline="0" u="none">
                <a:solidFill>
                  <a:srgbClr val="FFFFFF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name="AutoShape 14" id="14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数据隐私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知识产权</a:t>
            </a:r>
          </a:p>
        </p:txBody>
      </p:sp>
      <p:sp>
        <p:nvSpPr>
          <p:cNvPr name="Freeform 3" id="3"/>
          <p:cNvSpPr/>
          <p:nvPr/>
        </p:nvSpPr>
        <p:spPr>
          <a:xfrm>
            <a:off x="691764" y="1538578"/>
            <a:ext cx="5398936" cy="4546043"/>
          </a:xfrm>
          <a:custGeom>
            <a:avLst/>
            <a:gdLst/>
            <a:ahLst/>
            <a:cxnLst/>
            <a:rect r="r" b="b" t="t" l="l"/>
            <a:pathLst>
              <a:path w="3073652" h="2799862" stroke="true" fill="norm" extrusionOk="true">
                <a:moveTo>
                  <a:pt x="1535827" y="0"/>
                </a:moveTo>
                <a:lnTo>
                  <a:pt x="2547104" y="0"/>
                </a:lnTo>
                <a:cubicBezTo>
                  <a:pt x="2950728" y="0"/>
                  <a:pt x="3203547" y="439107"/>
                  <a:pt x="3003953" y="789506"/>
                </a:cubicBezTo>
                <a:lnTo>
                  <a:pt x="2498314" y="1663285"/>
                </a:lnTo>
                <a:lnTo>
                  <a:pt x="1992676" y="2537063"/>
                </a:lnTo>
                <a:cubicBezTo>
                  <a:pt x="1788646" y="2887462"/>
                  <a:pt x="1283007" y="2887462"/>
                  <a:pt x="1083413" y="2537063"/>
                </a:cubicBezTo>
                <a:lnTo>
                  <a:pt x="577775" y="1663285"/>
                </a:lnTo>
                <a:lnTo>
                  <a:pt x="72136" y="789506"/>
                </a:lnTo>
                <a:cubicBezTo>
                  <a:pt x="-131894" y="439107"/>
                  <a:pt x="120926" y="0"/>
                  <a:pt x="528985" y="0"/>
                </a:cubicBezTo>
                <a:lnTo>
                  <a:pt x="1535827" y="0"/>
                </a:lnTo>
                <a:close/>
              </a:path>
            </a:pathLst>
          </a:custGeom>
          <a:solidFill>
            <a:srgbClr val="F0F0F0">
              <a:alpha val="15000"/>
            </a:srgbClr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4" id="4"/>
          <p:cNvSpPr/>
          <p:nvPr/>
        </p:nvSpPr>
        <p:spPr>
          <a:xfrm>
            <a:off x="888372" y="1838630"/>
            <a:ext cx="4746929" cy="70766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25B34">
                  <a:lumMod val="60000"/>
                  <a:lumOff val="40000"/>
                </a:srgbClr>
              </a:gs>
              <a:gs pos="50000">
                <a:srgbClr val="E25B34"/>
              </a:gs>
            </a:gsLst>
            <a:lin ang="2700000"/>
          </a:gradFill>
          <a:ln cap="flat" cmpd="sng">
            <a:prstDash val="solid"/>
          </a:ln>
          <a:effectLst>
            <a:outerShdw algn="tl" blurRad="177800" dir="2700000" dist="152400" rotWithShape="false">
              <a:schemeClr val="accent1">
                <a:alpha val="20000"/>
              </a:scheme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00000"/>
              </a:lnSpc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版权问题</a:t>
            </a:r>
          </a:p>
        </p:txBody>
      </p:sp>
      <p:sp>
        <p:nvSpPr>
          <p:cNvPr name="Freeform 5" id="5"/>
          <p:cNvSpPr/>
          <p:nvPr/>
        </p:nvSpPr>
        <p:spPr>
          <a:xfrm>
            <a:off x="1566923" y="3076038"/>
            <a:ext cx="3657600" cy="707664"/>
          </a:xfrm>
          <a:custGeom>
            <a:avLst/>
            <a:gdLst/>
            <a:ahLst/>
            <a:cxnLst/>
            <a:rect r="r" b="b" t="t" l="l"/>
            <a:pathLst>
              <a:path w="21600" h="21600" stroke="true" fill="norm" extrusionOk="false">
                <a:moveTo>
                  <a:pt x="2261" y="0"/>
                </a:moveTo>
                <a:lnTo>
                  <a:pt x="19339" y="0"/>
                </a:lnTo>
                <a:lnTo>
                  <a:pt x="19339" y="0"/>
                </a:lnTo>
                <a:cubicBezTo>
                  <a:pt x="20588" y="0"/>
                  <a:pt x="21600" y="4835"/>
                  <a:pt x="21600" y="10800"/>
                </a:cubicBezTo>
                <a:lnTo>
                  <a:pt x="21600" y="10800"/>
                </a:lnTo>
                <a:lnTo>
                  <a:pt x="21600" y="10800"/>
                </a:lnTo>
                <a:cubicBezTo>
                  <a:pt x="21600" y="13782"/>
                  <a:pt x="21347" y="16482"/>
                  <a:pt x="20938" y="18437"/>
                </a:cubicBezTo>
                <a:cubicBezTo>
                  <a:pt x="20528" y="20391"/>
                  <a:pt x="19963" y="21600"/>
                  <a:pt x="19339" y="21600"/>
                </a:cubicBezTo>
                <a:lnTo>
                  <a:pt x="19339" y="21600"/>
                </a:lnTo>
                <a:lnTo>
                  <a:pt x="2261" y="21600"/>
                </a:lnTo>
                <a:lnTo>
                  <a:pt x="2261" y="21600"/>
                </a:lnTo>
                <a:cubicBezTo>
                  <a:pt x="1012" y="21600"/>
                  <a:pt x="0" y="16765"/>
                  <a:pt x="0" y="10800"/>
                </a:cubicBezTo>
                <a:lnTo>
                  <a:pt x="0" y="10800"/>
                </a:lnTo>
                <a:lnTo>
                  <a:pt x="0" y="10800"/>
                </a:lnTo>
                <a:cubicBezTo>
                  <a:pt x="0" y="4835"/>
                  <a:pt x="1012" y="0"/>
                  <a:pt x="2261" y="0"/>
                </a:cubicBezTo>
                <a:lnTo>
                  <a:pt x="2261" y="0"/>
                </a:lnTo>
                <a:close/>
              </a:path>
            </a:pathLst>
          </a:custGeom>
          <a:gradFill>
            <a:gsLst>
              <a:gs pos="0">
                <a:srgbClr val="1FAECF">
                  <a:lumMod val="60000"/>
                  <a:lumOff val="40000"/>
                </a:srgbClr>
              </a:gs>
              <a:gs pos="50000">
                <a:srgbClr val="1FAECF"/>
              </a:gs>
            </a:gsLst>
            <a:lin ang="2700000"/>
          </a:gradFill>
          <a:ln cap="flat" cmpd="sng">
            <a:prstDash val="solid"/>
          </a:ln>
          <a:effectLst>
            <a:outerShdw algn="tl" blurRad="177800" dir="2700000" dist="152400" rotWithShape="false">
              <a:schemeClr val="accent2">
                <a:alpha val="20000"/>
              </a:scheme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00000"/>
              </a:lnSpc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原创性保护</a:t>
            </a:r>
          </a:p>
        </p:txBody>
      </p:sp>
      <p:sp>
        <p:nvSpPr>
          <p:cNvPr name="Freeform 6" id="6"/>
          <p:cNvSpPr/>
          <p:nvPr/>
        </p:nvSpPr>
        <p:spPr>
          <a:xfrm>
            <a:off x="2097830" y="4382417"/>
            <a:ext cx="2586803" cy="707664"/>
          </a:xfrm>
          <a:custGeom>
            <a:avLst/>
            <a:gdLst/>
            <a:ahLst/>
            <a:cxnLst/>
            <a:rect r="r" b="b" t="t" l="l"/>
            <a:pathLst>
              <a:path w="21600" h="21600" stroke="true" fill="norm" extrusionOk="false">
                <a:moveTo>
                  <a:pt x="3481" y="0"/>
                </a:moveTo>
                <a:lnTo>
                  <a:pt x="18119" y="0"/>
                </a:lnTo>
                <a:lnTo>
                  <a:pt x="18119" y="0"/>
                </a:lnTo>
                <a:cubicBezTo>
                  <a:pt x="20042" y="0"/>
                  <a:pt x="21600" y="4835"/>
                  <a:pt x="21600" y="10800"/>
                </a:cubicBezTo>
                <a:lnTo>
                  <a:pt x="21600" y="10800"/>
                </a:lnTo>
                <a:lnTo>
                  <a:pt x="21600" y="10800"/>
                </a:lnTo>
                <a:cubicBezTo>
                  <a:pt x="21600" y="13782"/>
                  <a:pt x="21210" y="16482"/>
                  <a:pt x="20581" y="18437"/>
                </a:cubicBezTo>
                <a:cubicBezTo>
                  <a:pt x="19951" y="20391"/>
                  <a:pt x="19080" y="21600"/>
                  <a:pt x="18119" y="21600"/>
                </a:cubicBezTo>
                <a:lnTo>
                  <a:pt x="18119" y="21600"/>
                </a:lnTo>
                <a:lnTo>
                  <a:pt x="3481" y="21600"/>
                </a:lnTo>
                <a:lnTo>
                  <a:pt x="3481" y="21600"/>
                </a:lnTo>
                <a:cubicBezTo>
                  <a:pt x="1558" y="21600"/>
                  <a:pt x="0" y="16765"/>
                  <a:pt x="0" y="10800"/>
                </a:cubicBezTo>
                <a:lnTo>
                  <a:pt x="0" y="10800"/>
                </a:lnTo>
                <a:lnTo>
                  <a:pt x="0" y="10800"/>
                </a:lnTo>
                <a:cubicBezTo>
                  <a:pt x="0" y="4835"/>
                  <a:pt x="1558" y="0"/>
                  <a:pt x="3481" y="0"/>
                </a:cubicBezTo>
                <a:lnTo>
                  <a:pt x="3481" y="0"/>
                </a:lnTo>
                <a:close/>
              </a:path>
            </a:pathLst>
          </a:custGeom>
          <a:gradFill>
            <a:gsLst>
              <a:gs pos="0">
                <a:srgbClr val="E25B34">
                  <a:lumMod val="60000"/>
                  <a:lumOff val="40000"/>
                </a:srgbClr>
              </a:gs>
              <a:gs pos="50000">
                <a:srgbClr val="E25B34"/>
              </a:gs>
            </a:gsLst>
            <a:lin ang="2700000"/>
          </a:gradFill>
          <a:ln cap="flat" cmpd="sng">
            <a:prstDash val="solid"/>
          </a:ln>
          <a:effectLst>
            <a:outerShdw algn="tl" blurRad="177800" dir="2700000" dist="152400" rotWithShape="false">
              <a:schemeClr val="accent1">
                <a:alpha val="20000"/>
              </a:scheme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00000"/>
              </a:lnSpc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法律风险</a:t>
            </a:r>
          </a:p>
        </p:txBody>
      </p:sp>
      <p:cxnSp>
        <p:nvCxnSpPr>
          <p:cNvPr name="Connector 7" id="7"/>
          <p:cNvCxnSpPr/>
          <p:nvPr/>
        </p:nvCxnSpPr>
        <p:spPr>
          <a:xfrm flipH="true">
            <a:off x="5507665" y="2137175"/>
            <a:ext cx="1164449" cy="0"/>
          </a:xfrm>
          <a:prstGeom prst="line">
            <a:avLst/>
          </a:prstGeom>
          <a:ln w="9525" cap="rnd" cmpd="sng">
            <a:solidFill>
              <a:schemeClr val="accent1"/>
            </a:solidFill>
            <a:prstDash val="solid"/>
            <a:tailEnd type="oval"/>
          </a:ln>
        </p:spPr>
      </p:cxnSp>
      <p:sp>
        <p:nvSpPr>
          <p:cNvPr name="AutoShape 8" id="8"/>
          <p:cNvSpPr/>
          <p:nvPr/>
        </p:nvSpPr>
        <p:spPr>
          <a:xfrm>
            <a:off x="6338242" y="1913996"/>
            <a:ext cx="457314" cy="453042"/>
          </a:xfrm>
          <a:prstGeom prst="ellipse">
            <a:avLst/>
          </a:prstGeom>
          <a:gradFill>
            <a:gsLst>
              <a:gs pos="0">
                <a:srgbClr val="E25B34">
                  <a:lumMod val="60000"/>
                  <a:lumOff val="40000"/>
                </a:srgbClr>
              </a:gs>
              <a:gs pos="50000">
                <a:srgbClr val="E25B34"/>
              </a:gs>
            </a:gsLst>
            <a:lin ang="2700000"/>
          </a:gradFill>
          <a:ln cap="flat" cmpd="sng">
            <a:prstDash val="solid"/>
          </a:ln>
          <a:effectLst>
            <a:outerShdw algn="tl" blurRad="177800" dir="2700000" dist="152400" rotWithShape="false">
              <a:schemeClr val="accent1">
                <a:alpha val="20000"/>
              </a:schemeClr>
            </a:outerShdw>
          </a:effectLst>
        </p:spPr>
        <p:txBody>
          <a:bodyPr vert="horz" anchor="ctr" tIns="0" lIns="0" bIns="0" rIns="0">
            <a:normAutofit/>
          </a:bodyPr>
          <a:p>
            <a:pPr algn="ctr" marL="0"/>
            <a:r>
              <a:rPr lang="en-US" b="true" i="false" sz="2000" baseline="0" u="none">
                <a:solidFill>
                  <a:schemeClr val="lt1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6812242" y="1866896"/>
            <a:ext cx="4738209" cy="45339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AI生成的内容可能涉及版权问题，用户需确保生成的内容不侵犯他人的知识产权。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flipH="true">
            <a:off x="5126036" y="3417030"/>
            <a:ext cx="1210854" cy="0"/>
          </a:xfrm>
          <a:prstGeom prst="line">
            <a:avLst/>
          </a:prstGeom>
          <a:ln w="9525" cap="rnd" cmpd="sng">
            <a:solidFill>
              <a:schemeClr val="accent2"/>
            </a:solidFill>
            <a:prstDash val="solid"/>
            <a:tailEnd type="oval"/>
          </a:ln>
        </p:spPr>
      </p:cxnSp>
      <p:sp>
        <p:nvSpPr>
          <p:cNvPr name="AutoShape 11" id="11"/>
          <p:cNvSpPr/>
          <p:nvPr/>
        </p:nvSpPr>
        <p:spPr>
          <a:xfrm>
            <a:off x="6336900" y="3190509"/>
            <a:ext cx="458218" cy="453042"/>
          </a:xfrm>
          <a:prstGeom prst="ellipse">
            <a:avLst/>
          </a:prstGeom>
          <a:gradFill>
            <a:gsLst>
              <a:gs pos="0">
                <a:srgbClr val="1FAECF">
                  <a:lumMod val="60000"/>
                  <a:lumOff val="40000"/>
                </a:srgbClr>
              </a:gs>
              <a:gs pos="50000">
                <a:srgbClr val="1FAECF"/>
              </a:gs>
            </a:gsLst>
            <a:lin ang="2700000"/>
          </a:gradFill>
          <a:ln cap="flat" cmpd="sng">
            <a:prstDash val="solid"/>
          </a:ln>
          <a:effectLst>
            <a:outerShdw algn="tl" blurRad="177800" dir="2700000" dist="152400" rotWithShape="false">
              <a:schemeClr val="accent2">
                <a:alpha val="20000"/>
              </a:schemeClr>
            </a:outerShdw>
          </a:effectLst>
        </p:spPr>
        <p:txBody>
          <a:bodyPr vert="horz" anchor="ctr" tIns="0" lIns="0" bIns="0" rIns="0">
            <a:normAutofit/>
          </a:bodyPr>
          <a:p>
            <a:pPr algn="ctr" marL="0"/>
            <a:r>
              <a:rPr lang="en-US" b="true" i="false" sz="2000" baseline="0" u="none">
                <a:solidFill>
                  <a:schemeClr val="lt1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6811864" y="3203349"/>
            <a:ext cx="4747569" cy="405128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29999"/>
              </a:lnSpc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通过技术手段保护用户原创内容，防止他人未经授权使用或复制生成的内容。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flipH="true">
            <a:off x="4485236" y="4722564"/>
            <a:ext cx="1851664" cy="0"/>
          </a:xfrm>
          <a:prstGeom prst="line">
            <a:avLst/>
          </a:prstGeom>
          <a:ln w="9525" cap="rnd" cmpd="sng">
            <a:solidFill>
              <a:schemeClr val="accent1"/>
            </a:solidFill>
            <a:prstDash val="solid"/>
            <a:tailEnd type="oval"/>
          </a:ln>
        </p:spPr>
      </p:cxnSp>
      <p:sp>
        <p:nvSpPr>
          <p:cNvPr name="AutoShape 14" id="14"/>
          <p:cNvSpPr/>
          <p:nvPr/>
        </p:nvSpPr>
        <p:spPr>
          <a:xfrm>
            <a:off x="6336900" y="4496043"/>
            <a:ext cx="453042" cy="453042"/>
          </a:xfrm>
          <a:prstGeom prst="ellipse">
            <a:avLst/>
          </a:prstGeom>
          <a:gradFill>
            <a:gsLst>
              <a:gs pos="0">
                <a:srgbClr val="E25B34">
                  <a:lumMod val="60000"/>
                  <a:lumOff val="40000"/>
                </a:srgbClr>
              </a:gs>
              <a:gs pos="50000">
                <a:srgbClr val="E25B34"/>
              </a:gs>
            </a:gsLst>
            <a:lin ang="2700000"/>
          </a:gradFill>
          <a:ln cap="flat" cmpd="sng">
            <a:prstDash val="solid"/>
          </a:ln>
          <a:effectLst>
            <a:outerShdw algn="tl" blurRad="177800" dir="2700000" dist="152400" rotWithShape="false">
              <a:schemeClr val="accent1">
                <a:alpha val="20000"/>
              </a:schemeClr>
            </a:outerShdw>
          </a:effectLst>
        </p:spPr>
        <p:txBody>
          <a:bodyPr vert="horz" anchor="ctr" tIns="0" lIns="0" bIns="0" rIns="0">
            <a:normAutofit/>
          </a:bodyPr>
          <a:p>
            <a:pPr algn="ctr" marL="0"/>
            <a:r>
              <a:rPr lang="en-US" b="true" i="false" sz="2000" baseline="0" u="none">
                <a:solidFill>
                  <a:schemeClr val="lt1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6806307" y="4528453"/>
            <a:ext cx="4693929" cy="405128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29999"/>
              </a:lnSpc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用户在使用AI智能生成PPT时，需了解相关法律风险，避免因内容侵权或不当使用而引发法律纠纷。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伦理责任</a:t>
            </a:r>
          </a:p>
        </p:txBody>
      </p:sp>
      <p:sp>
        <p:nvSpPr>
          <p:cNvPr name="AutoShape 3" id="3"/>
          <p:cNvSpPr/>
          <p:nvPr/>
        </p:nvSpPr>
        <p:spPr>
          <a:xfrm>
            <a:off x="1124035" y="1637174"/>
            <a:ext cx="3261789" cy="617091"/>
          </a:xfrm>
          <a:prstGeom prst="chevron">
            <a:avLst/>
          </a:prstGeom>
          <a:gradFill>
            <a:gsLst>
              <a:gs pos="0">
                <a:srgbClr val="E25B34">
                  <a:lumMod val="60000"/>
                  <a:lumOff val="40000"/>
                </a:srgbClr>
              </a:gs>
              <a:gs pos="50000">
                <a:srgbClr val="E25B34"/>
              </a:gs>
            </a:gsLst>
            <a:lin ang="2700000"/>
          </a:gradFill>
          <a:ln cap="flat" cmpd="sng">
            <a:prstDash val="solid"/>
          </a:ln>
          <a:effectLst>
            <a:outerShdw algn="tl" blurRad="177800" dir="2700000" dist="152400" rotWithShape="false">
              <a:schemeClr val="accent1">
                <a:alpha val="20000"/>
              </a:scheme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ctr" marL="0"/>
            <a:r>
              <a:rPr lang="en-US" b="true" i="false" sz="2000" baseline="0" u="none">
                <a:solidFill>
                  <a:srgbClr val="FFFFFF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1124035" y="2612227"/>
            <a:ext cx="3261789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技术滥用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1124036" y="3115284"/>
            <a:ext cx="3261786" cy="81534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防止AI智能生成PPT被用于虚假宣传、误导性信息传播等不道德行为，确保技术应用的正当性。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>
            <a:off x="4458755" y="1637174"/>
            <a:ext cx="3261789" cy="617091"/>
          </a:xfrm>
          <a:prstGeom prst="chevron">
            <a:avLst/>
          </a:prstGeom>
          <a:gradFill>
            <a:gsLst>
              <a:gs pos="0">
                <a:srgbClr val="1FAECF">
                  <a:lumMod val="60000"/>
                  <a:lumOff val="40000"/>
                </a:srgbClr>
              </a:gs>
              <a:gs pos="50000">
                <a:srgbClr val="1FAECF"/>
              </a:gs>
            </a:gsLst>
            <a:lin ang="2700000"/>
          </a:gradFill>
          <a:ln cap="flat" cmpd="sng">
            <a:prstDash val="solid"/>
          </a:ln>
          <a:effectLst>
            <a:outerShdw algn="tl" blurRad="177800" dir="2700000" dist="152400" rotWithShape="false">
              <a:schemeClr val="accent2">
                <a:alpha val="20000"/>
              </a:schemeClr>
            </a:outerShdw>
          </a:effectLst>
        </p:spPr>
        <p:txBody>
          <a:bodyPr vert="horz" anchor="ctr" tIns="0" lIns="0" bIns="0" rIns="0">
            <a:normAutofit/>
          </a:bodyPr>
          <a:p>
            <a:pPr algn="ctr" marL="0"/>
            <a:r>
              <a:rPr lang="en-US" b="true" i="false" sz="2000" baseline="0" u="none">
                <a:solidFill>
                  <a:schemeClr val="lt1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58754" y="2612227"/>
            <a:ext cx="3261789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社会影响</a:t>
            </a:r>
            <a:endParaRPr lang="en-US" sz="1100"/>
          </a:p>
        </p:txBody>
      </p:sp>
      <p:sp>
        <p:nvSpPr>
          <p:cNvPr name="TextBox 8" id="8"/>
          <p:cNvSpPr txBox="true"/>
          <p:nvPr/>
        </p:nvSpPr>
        <p:spPr>
          <a:xfrm>
            <a:off x="4458754" y="3115284"/>
            <a:ext cx="3261788" cy="81534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关注AI智能生成PPT对社会的影响，如就业市场变化、信息真实性等，确保技术发展符合社会利益。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>
            <a:off x="7793475" y="1637174"/>
            <a:ext cx="3261789" cy="617091"/>
          </a:xfrm>
          <a:prstGeom prst="chevron">
            <a:avLst/>
          </a:prstGeom>
          <a:gradFill>
            <a:gsLst>
              <a:gs pos="0">
                <a:srgbClr val="E25B34">
                  <a:lumMod val="60000"/>
                  <a:lumOff val="40000"/>
                </a:srgbClr>
              </a:gs>
              <a:gs pos="50000">
                <a:srgbClr val="E25B34"/>
              </a:gs>
            </a:gsLst>
            <a:lin ang="2700000"/>
          </a:gradFill>
          <a:ln cap="flat" cmpd="sng">
            <a:prstDash val="solid"/>
          </a:ln>
          <a:effectLst>
            <a:outerShdw algn="tl" blurRad="177800" dir="2700000" dist="152400" rotWithShape="false">
              <a:schemeClr val="accent1">
                <a:alpha val="20000"/>
              </a:scheme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ctr" marL="0"/>
            <a:r>
              <a:rPr lang="en-US" b="true" i="false" sz="2000" baseline="0" u="none">
                <a:solidFill>
                  <a:srgbClr val="FFFFFF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7793473" y="2612227"/>
            <a:ext cx="3261789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伦理规范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7793474" y="3115284"/>
            <a:ext cx="3261788" cy="75405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制定并遵守AI智能生成PPT的伦理规范，确保技术应用符合道德标准，促进技术健康发展。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7784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130300"/>
            <a:ext cx="7785100" cy="1905773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b="true" i="false" sz="7200" baseline="0" u="none">
                <a:solidFill>
                  <a:srgbClr val="FFFFFF"/>
                </a:solidFill>
                <a:latin typeface="Arial"/>
                <a:ea typeface="Arial"/>
              </a:rPr>
              <a:t>Thank You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60400" y="3743613"/>
            <a:ext cx="4083050" cy="512506"/>
          </a:xfrm>
          <a:prstGeom prst="roundRect">
            <a:avLst>
              <a:gd name="adj" fmla="val 50000"/>
            </a:avLst>
          </a:prstGeom>
        </p:spPr>
        <p:txBody>
          <a:bodyPr anchor="t" rtlCol="false" vert="horz" tIns="45720" lIns="91440" bIns="45720" rIns="91440">
            <a:normAutofit/>
          </a:bodyPr>
          <a:lstStyle/>
          <a:p>
            <a:pPr algn="l" indent="0" marL="0">
              <a:lnSpc>
                <a:spcPct val="108000"/>
              </a:lnSpc>
              <a:spcBef>
                <a:spcPts val="1000"/>
              </a:spcBef>
              <a:defRPr/>
            </a:pPr>
            <a:r>
              <a:rPr lang="zh-CN" b="false" i="false" sz="1665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汇报人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E25B34"/>
      </a:accent1>
      <a:accent2>
        <a:srgbClr val="1FAECF"/>
      </a:accent2>
      <a:accent3>
        <a:srgbClr val="EA894B"/>
      </a:accent3>
      <a:accent4>
        <a:srgbClr val="6CCFDF"/>
      </a:accent4>
      <a:accent5>
        <a:srgbClr val="07B89C"/>
      </a:accent5>
      <a:accent6>
        <a:srgbClr val="38C8D6"/>
      </a:accent6>
      <a:hlink>
        <a:srgbClr val="1DBEFF"/>
      </a:hlink>
      <a:folHlink>
        <a:srgbClr val="BFBFB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2" baseType="lpstr"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cp:lastModifiedBy>卓伟 罗</cp:lastModifiedBy>
  <dcterms:modified xsi:type="dcterms:W3CDTF">2024-05-20T00:48:33Z</dcterms:modified>
  <cp:revision>2</cp:revision>
</cp:coreProperties>
</file>