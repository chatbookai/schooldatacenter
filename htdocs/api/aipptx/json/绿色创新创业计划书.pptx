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Relationship Id="rId3" Target="../media/image1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Title Slide">
    <p:bg>
      <p:bgPr>
        <a:gradFill>
          <a:gsLst>
            <a:gs pos="18000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w="4375073" h="6858000" stroke="true" fill="norm" extrusionOk="true">
                  <a:moveTo>
                    <a:pt x="0" y="0"/>
                  </a:moveTo>
                  <a:lnTo>
                    <a:pt x="4375073" y="0"/>
                  </a:lnTo>
                  <a:lnTo>
                    <a:pt x="4375073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rcRect/>
              <a:stretch>
                <a:fillRect t="0" l="-184" b="0" r="-184"/>
              </a:stretch>
            </a:blipFill>
            <a:ln>
              <a:noFill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0" y="3051167"/>
              <a:ext cx="12003788" cy="3520095"/>
            </a:xfrm>
            <a:custGeom>
              <a:avLst/>
              <a:gdLst/>
              <a:ahLst/>
              <a:cxnLst/>
              <a:rect r="r" b="b" t="t" l="l"/>
              <a:pathLst>
                <a:path w="10863967" h="3185844" stroke="true" fill="norm" extrusionOk="true">
                  <a:moveTo>
                    <a:pt x="6777082" y="3170886"/>
                  </a:moveTo>
                  <a:lnTo>
                    <a:pt x="7237154" y="3174448"/>
                  </a:lnTo>
                  <a:cubicBezTo>
                    <a:pt x="7077806" y="3185006"/>
                    <a:pt x="6921612" y="3195165"/>
                    <a:pt x="6777082" y="3170886"/>
                  </a:cubicBezTo>
                  <a:close/>
                  <a:moveTo>
                    <a:pt x="6148519" y="3130972"/>
                  </a:moveTo>
                  <a:cubicBezTo>
                    <a:pt x="6355320" y="3133635"/>
                    <a:pt x="6549590" y="3156651"/>
                    <a:pt x="6754827" y="3168668"/>
                  </a:cubicBezTo>
                  <a:cubicBezTo>
                    <a:pt x="6548369" y="3168709"/>
                    <a:pt x="6345088" y="3146832"/>
                    <a:pt x="6148519" y="3130972"/>
                  </a:cubicBezTo>
                  <a:close/>
                  <a:moveTo>
                    <a:pt x="8328868" y="3025263"/>
                  </a:moveTo>
                  <a:cubicBezTo>
                    <a:pt x="8307588" y="3034366"/>
                    <a:pt x="8285521" y="3044484"/>
                    <a:pt x="8256674" y="3040811"/>
                  </a:cubicBezTo>
                  <a:close/>
                  <a:moveTo>
                    <a:pt x="3454257" y="3024774"/>
                  </a:moveTo>
                  <a:cubicBezTo>
                    <a:pt x="3412758" y="3036895"/>
                    <a:pt x="3355798" y="3031745"/>
                    <a:pt x="3303127" y="3031545"/>
                  </a:cubicBezTo>
                  <a:close/>
                  <a:moveTo>
                    <a:pt x="8391713" y="3011813"/>
                  </a:moveTo>
                  <a:lnTo>
                    <a:pt x="8328868" y="3025263"/>
                  </a:lnTo>
                  <a:cubicBezTo>
                    <a:pt x="8339056" y="3020769"/>
                    <a:pt x="8348907" y="3016317"/>
                    <a:pt x="8359141" y="3013534"/>
                  </a:cubicBezTo>
                  <a:cubicBezTo>
                    <a:pt x="8369376" y="3010751"/>
                    <a:pt x="8379993" y="3009635"/>
                    <a:pt x="8391713" y="3011813"/>
                  </a:cubicBezTo>
                  <a:close/>
                  <a:moveTo>
                    <a:pt x="7486950" y="3006863"/>
                  </a:moveTo>
                  <a:lnTo>
                    <a:pt x="7497040" y="3010622"/>
                  </a:lnTo>
                  <a:lnTo>
                    <a:pt x="7438741" y="3012966"/>
                  </a:lnTo>
                  <a:close/>
                  <a:moveTo>
                    <a:pt x="7708038" y="2995815"/>
                  </a:moveTo>
                  <a:lnTo>
                    <a:pt x="7687894" y="3010267"/>
                  </a:lnTo>
                  <a:lnTo>
                    <a:pt x="7680553" y="2999294"/>
                  </a:lnTo>
                  <a:close/>
                  <a:moveTo>
                    <a:pt x="7558595" y="2929124"/>
                  </a:moveTo>
                  <a:cubicBezTo>
                    <a:pt x="7505428" y="2935855"/>
                    <a:pt x="7452426" y="2940276"/>
                    <a:pt x="7398063" y="2937544"/>
                  </a:cubicBezTo>
                  <a:cubicBezTo>
                    <a:pt x="7453321" y="2936500"/>
                    <a:pt x="7506044" y="2933489"/>
                    <a:pt x="7558595" y="2929124"/>
                  </a:cubicBezTo>
                  <a:close/>
                  <a:moveTo>
                    <a:pt x="8106483" y="2928437"/>
                  </a:moveTo>
                  <a:lnTo>
                    <a:pt x="8116123" y="2932253"/>
                  </a:lnTo>
                  <a:lnTo>
                    <a:pt x="8081559" y="2948530"/>
                  </a:lnTo>
                  <a:close/>
                  <a:moveTo>
                    <a:pt x="7151230" y="2911567"/>
                  </a:moveTo>
                  <a:lnTo>
                    <a:pt x="7157942" y="2917584"/>
                  </a:lnTo>
                  <a:lnTo>
                    <a:pt x="6967090" y="2917939"/>
                  </a:lnTo>
                  <a:close/>
                  <a:moveTo>
                    <a:pt x="7832223" y="2906390"/>
                  </a:moveTo>
                  <a:cubicBezTo>
                    <a:pt x="7739057" y="2911774"/>
                    <a:pt x="7649731" y="2922166"/>
                    <a:pt x="7558594" y="2929126"/>
                  </a:cubicBezTo>
                  <a:cubicBezTo>
                    <a:pt x="7603680" y="2923647"/>
                    <a:pt x="7648708" y="2916804"/>
                    <a:pt x="7694153" y="2911909"/>
                  </a:cubicBezTo>
                  <a:cubicBezTo>
                    <a:pt x="7739599" y="2907014"/>
                    <a:pt x="7785464" y="2904070"/>
                    <a:pt x="7832223" y="2906390"/>
                  </a:cubicBezTo>
                  <a:close/>
                  <a:moveTo>
                    <a:pt x="946542" y="2900141"/>
                  </a:moveTo>
                  <a:cubicBezTo>
                    <a:pt x="962418" y="2900448"/>
                    <a:pt x="983576" y="2935366"/>
                    <a:pt x="1005584" y="2905799"/>
                  </a:cubicBezTo>
                  <a:lnTo>
                    <a:pt x="1006497" y="2913008"/>
                  </a:lnTo>
                  <a:cubicBezTo>
                    <a:pt x="983934" y="2930055"/>
                    <a:pt x="959790" y="2909307"/>
                    <a:pt x="932592" y="2915039"/>
                  </a:cubicBezTo>
                  <a:cubicBezTo>
                    <a:pt x="936545" y="2903780"/>
                    <a:pt x="941250" y="2900037"/>
                    <a:pt x="946542" y="2900141"/>
                  </a:cubicBezTo>
                  <a:close/>
                  <a:moveTo>
                    <a:pt x="6429577" y="2888472"/>
                  </a:moveTo>
                  <a:lnTo>
                    <a:pt x="6436346" y="2894939"/>
                  </a:lnTo>
                  <a:lnTo>
                    <a:pt x="6398938" y="2892351"/>
                  </a:lnTo>
                  <a:close/>
                  <a:moveTo>
                    <a:pt x="7570640" y="2886857"/>
                  </a:moveTo>
                  <a:lnTo>
                    <a:pt x="7577860" y="2893268"/>
                  </a:lnTo>
                  <a:lnTo>
                    <a:pt x="7525132" y="2892618"/>
                  </a:lnTo>
                  <a:close/>
                  <a:moveTo>
                    <a:pt x="8026868" y="2881750"/>
                  </a:moveTo>
                  <a:cubicBezTo>
                    <a:pt x="7977009" y="2878448"/>
                    <a:pt x="7928445" y="2910690"/>
                    <a:pt x="7896203" y="2898290"/>
                  </a:cubicBezTo>
                  <a:cubicBezTo>
                    <a:pt x="7915204" y="2891079"/>
                    <a:pt x="7941376" y="2885363"/>
                    <a:pt x="7966044" y="2882241"/>
                  </a:cubicBezTo>
                  <a:cubicBezTo>
                    <a:pt x="7990713" y="2879118"/>
                    <a:pt x="8013879" y="2878588"/>
                    <a:pt x="8026868" y="2881750"/>
                  </a:cubicBezTo>
                  <a:close/>
                  <a:moveTo>
                    <a:pt x="7853148" y="2851095"/>
                  </a:moveTo>
                  <a:lnTo>
                    <a:pt x="7753583" y="2871023"/>
                  </a:lnTo>
                  <a:lnTo>
                    <a:pt x="7758407" y="2858510"/>
                  </a:lnTo>
                  <a:close/>
                  <a:moveTo>
                    <a:pt x="7954845" y="2826319"/>
                  </a:moveTo>
                  <a:lnTo>
                    <a:pt x="7956328" y="2838033"/>
                  </a:lnTo>
                  <a:lnTo>
                    <a:pt x="7933668" y="2828999"/>
                  </a:lnTo>
                  <a:close/>
                  <a:moveTo>
                    <a:pt x="7562939" y="2826030"/>
                  </a:moveTo>
                  <a:cubicBezTo>
                    <a:pt x="7520870" y="2833644"/>
                    <a:pt x="7377472" y="2847219"/>
                    <a:pt x="7290491" y="2843581"/>
                  </a:cubicBezTo>
                  <a:lnTo>
                    <a:pt x="7289008" y="2831866"/>
                  </a:lnTo>
                  <a:close/>
                  <a:moveTo>
                    <a:pt x="7130291" y="2823003"/>
                  </a:moveTo>
                  <a:cubicBezTo>
                    <a:pt x="7141923" y="2822675"/>
                    <a:pt x="7153009" y="2824362"/>
                    <a:pt x="7162597" y="2831388"/>
                  </a:cubicBezTo>
                  <a:cubicBezTo>
                    <a:pt x="7135010" y="2841289"/>
                    <a:pt x="7114152" y="2832028"/>
                    <a:pt x="7094709" y="2826706"/>
                  </a:cubicBezTo>
                  <a:cubicBezTo>
                    <a:pt x="7106481" y="2825674"/>
                    <a:pt x="7118659" y="2823331"/>
                    <a:pt x="7130291" y="2823003"/>
                  </a:cubicBezTo>
                  <a:close/>
                  <a:moveTo>
                    <a:pt x="9139935" y="2816991"/>
                  </a:moveTo>
                  <a:cubicBezTo>
                    <a:pt x="9152249" y="2816112"/>
                    <a:pt x="9164346" y="2817413"/>
                    <a:pt x="9175675" y="2821931"/>
                  </a:cubicBezTo>
                  <a:lnTo>
                    <a:pt x="9131651" y="2839407"/>
                  </a:lnTo>
                  <a:lnTo>
                    <a:pt x="9142716" y="2854486"/>
                  </a:lnTo>
                  <a:cubicBezTo>
                    <a:pt x="9102318" y="2849986"/>
                    <a:pt x="9081506" y="2833851"/>
                    <a:pt x="9038052" y="2855833"/>
                  </a:cubicBezTo>
                  <a:cubicBezTo>
                    <a:pt x="9064097" y="2841892"/>
                    <a:pt x="9102996" y="2819629"/>
                    <a:pt x="9139935" y="2816991"/>
                  </a:cubicBezTo>
                  <a:close/>
                  <a:moveTo>
                    <a:pt x="7685164" y="2815136"/>
                  </a:moveTo>
                  <a:lnTo>
                    <a:pt x="7680218" y="2823086"/>
                  </a:lnTo>
                  <a:cubicBezTo>
                    <a:pt x="7683207" y="2824998"/>
                    <a:pt x="7686475" y="2825499"/>
                    <a:pt x="7690194" y="2825944"/>
                  </a:cubicBezTo>
                  <a:cubicBezTo>
                    <a:pt x="7657416" y="2831009"/>
                    <a:pt x="7625317" y="2837819"/>
                    <a:pt x="7600006" y="2825916"/>
                  </a:cubicBezTo>
                  <a:cubicBezTo>
                    <a:pt x="7615324" y="2823977"/>
                    <a:pt x="7657678" y="2818615"/>
                    <a:pt x="7685164" y="2815136"/>
                  </a:cubicBezTo>
                  <a:close/>
                  <a:moveTo>
                    <a:pt x="7878316" y="2807623"/>
                  </a:moveTo>
                  <a:cubicBezTo>
                    <a:pt x="7865865" y="2806910"/>
                    <a:pt x="7864195" y="2819025"/>
                    <a:pt x="7858622" y="2822019"/>
                  </a:cubicBezTo>
                  <a:lnTo>
                    <a:pt x="7848127" y="2811445"/>
                  </a:lnTo>
                  <a:close/>
                  <a:moveTo>
                    <a:pt x="9256138" y="2799385"/>
                  </a:moveTo>
                  <a:cubicBezTo>
                    <a:pt x="9235925" y="2806064"/>
                    <a:pt x="9213009" y="2813084"/>
                    <a:pt x="9195939" y="2812041"/>
                  </a:cubicBezTo>
                  <a:cubicBezTo>
                    <a:pt x="9211811" y="2803623"/>
                    <a:pt x="9235077" y="2802966"/>
                    <a:pt x="9256138" y="2799385"/>
                  </a:cubicBezTo>
                  <a:close/>
                  <a:moveTo>
                    <a:pt x="7943297" y="2795220"/>
                  </a:moveTo>
                  <a:cubicBezTo>
                    <a:pt x="7945756" y="2796110"/>
                    <a:pt x="7948236" y="2797627"/>
                    <a:pt x="7951308" y="2798383"/>
                  </a:cubicBezTo>
                  <a:lnTo>
                    <a:pt x="7952791" y="2810098"/>
                  </a:lnTo>
                  <a:lnTo>
                    <a:pt x="7935418" y="2795817"/>
                  </a:lnTo>
                  <a:cubicBezTo>
                    <a:pt x="7938401" y="2794066"/>
                    <a:pt x="7940838" y="2794330"/>
                    <a:pt x="7943297" y="2795220"/>
                  </a:cubicBezTo>
                  <a:close/>
                  <a:moveTo>
                    <a:pt x="8541684" y="2770515"/>
                  </a:moveTo>
                  <a:cubicBezTo>
                    <a:pt x="8537228" y="2771938"/>
                    <a:pt x="8532938" y="2775112"/>
                    <a:pt x="8528209" y="2777542"/>
                  </a:cubicBezTo>
                  <a:lnTo>
                    <a:pt x="8556145" y="2774006"/>
                  </a:lnTo>
                  <a:cubicBezTo>
                    <a:pt x="8550758" y="2769424"/>
                    <a:pt x="8546138" y="2769093"/>
                    <a:pt x="8541684" y="2770515"/>
                  </a:cubicBezTo>
                  <a:close/>
                  <a:moveTo>
                    <a:pt x="9073915" y="2770264"/>
                  </a:moveTo>
                  <a:cubicBezTo>
                    <a:pt x="9060077" y="2783919"/>
                    <a:pt x="9038045" y="2779841"/>
                    <a:pt x="9023012" y="2784032"/>
                  </a:cubicBezTo>
                  <a:lnTo>
                    <a:pt x="9021529" y="2772318"/>
                  </a:lnTo>
                  <a:close/>
                  <a:moveTo>
                    <a:pt x="8928766" y="2762759"/>
                  </a:moveTo>
                  <a:cubicBezTo>
                    <a:pt x="8946732" y="2763475"/>
                    <a:pt x="8962822" y="2767847"/>
                    <a:pt x="8975569" y="2778136"/>
                  </a:cubicBezTo>
                  <a:cubicBezTo>
                    <a:pt x="8901949" y="2782419"/>
                    <a:pt x="8839617" y="2799924"/>
                    <a:pt x="8784910" y="2830654"/>
                  </a:cubicBezTo>
                  <a:cubicBezTo>
                    <a:pt x="8714159" y="2832286"/>
                    <a:pt x="8588889" y="2840818"/>
                    <a:pt x="8506126" y="2870523"/>
                  </a:cubicBezTo>
                  <a:cubicBezTo>
                    <a:pt x="8504457" y="2882637"/>
                    <a:pt x="8504457" y="2882637"/>
                    <a:pt x="8487346" y="2892127"/>
                  </a:cubicBezTo>
                  <a:lnTo>
                    <a:pt x="8466169" y="2894808"/>
                  </a:lnTo>
                  <a:cubicBezTo>
                    <a:pt x="8462102" y="2887998"/>
                    <a:pt x="8467675" y="2885004"/>
                    <a:pt x="8470544" y="2882351"/>
                  </a:cubicBezTo>
                  <a:cubicBezTo>
                    <a:pt x="8465907" y="2871036"/>
                    <a:pt x="8451443" y="2879734"/>
                    <a:pt x="8442147" y="2878622"/>
                  </a:cubicBezTo>
                  <a:cubicBezTo>
                    <a:pt x="8436574" y="2881616"/>
                    <a:pt x="8415835" y="2913082"/>
                    <a:pt x="8376944" y="2898779"/>
                  </a:cubicBezTo>
                  <a:cubicBezTo>
                    <a:pt x="8379528" y="2893873"/>
                    <a:pt x="8373328" y="2891911"/>
                    <a:pt x="8369603" y="2887805"/>
                  </a:cubicBezTo>
                  <a:cubicBezTo>
                    <a:pt x="8343010" y="2920012"/>
                    <a:pt x="8290184" y="2893281"/>
                    <a:pt x="8246160" y="2910755"/>
                  </a:cubicBezTo>
                  <a:cubicBezTo>
                    <a:pt x="8326582" y="2862579"/>
                    <a:pt x="8471622" y="2887251"/>
                    <a:pt x="8553837" y="2831522"/>
                  </a:cubicBezTo>
                  <a:cubicBezTo>
                    <a:pt x="8616904" y="2816214"/>
                    <a:pt x="8702216" y="2831967"/>
                    <a:pt x="8742363" y="2783852"/>
                  </a:cubicBezTo>
                  <a:lnTo>
                    <a:pt x="8756010" y="2794026"/>
                  </a:lnTo>
                  <a:cubicBezTo>
                    <a:pt x="8804086" y="2791374"/>
                    <a:pt x="8874868" y="2760612"/>
                    <a:pt x="8928766" y="2762759"/>
                  </a:cubicBezTo>
                  <a:close/>
                  <a:moveTo>
                    <a:pt x="8633511" y="2752310"/>
                  </a:moveTo>
                  <a:lnTo>
                    <a:pt x="8634994" y="2764025"/>
                  </a:lnTo>
                  <a:lnTo>
                    <a:pt x="8664612" y="2755698"/>
                  </a:lnTo>
                  <a:cubicBezTo>
                    <a:pt x="8652161" y="2754984"/>
                    <a:pt x="8640852" y="2763283"/>
                    <a:pt x="8633511" y="2752310"/>
                  </a:cubicBezTo>
                  <a:close/>
                  <a:moveTo>
                    <a:pt x="7705118" y="2752182"/>
                  </a:moveTo>
                  <a:lnTo>
                    <a:pt x="7702363" y="2755736"/>
                  </a:lnTo>
                  <a:lnTo>
                    <a:pt x="7725022" y="2764770"/>
                  </a:lnTo>
                  <a:lnTo>
                    <a:pt x="7615534" y="2778630"/>
                  </a:lnTo>
                  <a:cubicBezTo>
                    <a:pt x="7629862" y="2754384"/>
                    <a:pt x="7677993" y="2769349"/>
                    <a:pt x="7705118" y="2752182"/>
                  </a:cubicBezTo>
                  <a:close/>
                  <a:moveTo>
                    <a:pt x="8574356" y="2747895"/>
                  </a:moveTo>
                  <a:lnTo>
                    <a:pt x="8543718" y="2751774"/>
                  </a:lnTo>
                  <a:lnTo>
                    <a:pt x="8472209" y="2772729"/>
                  </a:lnTo>
                  <a:close/>
                  <a:moveTo>
                    <a:pt x="7713045" y="2742480"/>
                  </a:moveTo>
                  <a:cubicBezTo>
                    <a:pt x="7713552" y="2742874"/>
                    <a:pt x="7714059" y="2743268"/>
                    <a:pt x="7714568" y="2743661"/>
                  </a:cubicBezTo>
                  <a:cubicBezTo>
                    <a:pt x="7711813" y="2747214"/>
                    <a:pt x="7708493" y="2749924"/>
                    <a:pt x="7705117" y="2752182"/>
                  </a:cubicBezTo>
                  <a:close/>
                  <a:moveTo>
                    <a:pt x="8979692" y="2722275"/>
                  </a:moveTo>
                  <a:lnTo>
                    <a:pt x="8977802" y="2723204"/>
                  </a:lnTo>
                  <a:cubicBezTo>
                    <a:pt x="8972078" y="2723643"/>
                    <a:pt x="8965856" y="2723286"/>
                    <a:pt x="8961491" y="2724983"/>
                  </a:cubicBezTo>
                  <a:close/>
                  <a:moveTo>
                    <a:pt x="6031721" y="2721844"/>
                  </a:moveTo>
                  <a:cubicBezTo>
                    <a:pt x="6135473" y="2713288"/>
                    <a:pt x="6232585" y="2746315"/>
                    <a:pt x="6323412" y="2758623"/>
                  </a:cubicBezTo>
                  <a:lnTo>
                    <a:pt x="6318468" y="2766574"/>
                  </a:lnTo>
                  <a:cubicBezTo>
                    <a:pt x="6455617" y="2754248"/>
                    <a:pt x="6597707" y="2802640"/>
                    <a:pt x="6735142" y="2792568"/>
                  </a:cubicBezTo>
                  <a:cubicBezTo>
                    <a:pt x="6755846" y="2811463"/>
                    <a:pt x="6801176" y="2800689"/>
                    <a:pt x="6830794" y="2792362"/>
                  </a:cubicBezTo>
                  <a:cubicBezTo>
                    <a:pt x="6816496" y="2798749"/>
                    <a:pt x="6843056" y="2816904"/>
                    <a:pt x="6870256" y="2811171"/>
                  </a:cubicBezTo>
                  <a:lnTo>
                    <a:pt x="6893686" y="2808205"/>
                  </a:lnTo>
                  <a:lnTo>
                    <a:pt x="6894770" y="2816766"/>
                  </a:lnTo>
                  <a:cubicBezTo>
                    <a:pt x="6803184" y="2823782"/>
                    <a:pt x="6741631" y="2800444"/>
                    <a:pt x="6649859" y="2831288"/>
                  </a:cubicBezTo>
                  <a:cubicBezTo>
                    <a:pt x="6657552" y="2816123"/>
                    <a:pt x="6632389" y="2790926"/>
                    <a:pt x="6602487" y="2797000"/>
                  </a:cubicBezTo>
                  <a:cubicBezTo>
                    <a:pt x="6508790" y="2787344"/>
                    <a:pt x="6409071" y="2780741"/>
                    <a:pt x="6319157" y="2775642"/>
                  </a:cubicBezTo>
                  <a:cubicBezTo>
                    <a:pt x="6271596" y="2765182"/>
                    <a:pt x="6202350" y="2757010"/>
                    <a:pt x="6145778" y="2747691"/>
                  </a:cubicBezTo>
                  <a:cubicBezTo>
                    <a:pt x="6103521" y="2779134"/>
                    <a:pt x="6078712" y="2727798"/>
                    <a:pt x="6039631" y="2737323"/>
                  </a:cubicBezTo>
                  <a:close/>
                  <a:moveTo>
                    <a:pt x="4291096" y="2713750"/>
                  </a:moveTo>
                  <a:lnTo>
                    <a:pt x="4298031" y="2717908"/>
                  </a:lnTo>
                  <a:lnTo>
                    <a:pt x="4266764" y="2716830"/>
                  </a:lnTo>
                  <a:close/>
                  <a:moveTo>
                    <a:pt x="5697656" y="2711945"/>
                  </a:moveTo>
                  <a:lnTo>
                    <a:pt x="5855429" y="2739583"/>
                  </a:lnTo>
                  <a:cubicBezTo>
                    <a:pt x="5813076" y="2744944"/>
                    <a:pt x="5716225" y="2735687"/>
                    <a:pt x="5697656" y="2711945"/>
                  </a:cubicBezTo>
                  <a:close/>
                  <a:moveTo>
                    <a:pt x="6894153" y="2710637"/>
                  </a:moveTo>
                  <a:lnTo>
                    <a:pt x="6942164" y="2721039"/>
                  </a:lnTo>
                  <a:lnTo>
                    <a:pt x="6883921" y="2723834"/>
                  </a:lnTo>
                  <a:close/>
                  <a:moveTo>
                    <a:pt x="1678948" y="2706547"/>
                  </a:moveTo>
                  <a:cubicBezTo>
                    <a:pt x="1715067" y="2706861"/>
                    <a:pt x="1750721" y="2708470"/>
                    <a:pt x="1785821" y="2711809"/>
                  </a:cubicBezTo>
                  <a:cubicBezTo>
                    <a:pt x="1634891" y="2738240"/>
                    <a:pt x="1493577" y="2717675"/>
                    <a:pt x="1343692" y="2727035"/>
                  </a:cubicBezTo>
                  <a:cubicBezTo>
                    <a:pt x="1458044" y="2716336"/>
                    <a:pt x="1570590" y="2705608"/>
                    <a:pt x="1678948" y="2706547"/>
                  </a:cubicBezTo>
                  <a:close/>
                  <a:moveTo>
                    <a:pt x="8959021" y="2694624"/>
                  </a:moveTo>
                  <a:cubicBezTo>
                    <a:pt x="8901065" y="2699672"/>
                    <a:pt x="8783133" y="2719178"/>
                    <a:pt x="8706052" y="2743127"/>
                  </a:cubicBezTo>
                  <a:cubicBezTo>
                    <a:pt x="8773471" y="2736881"/>
                    <a:pt x="8878786" y="2718972"/>
                    <a:pt x="8959021" y="2694624"/>
                  </a:cubicBezTo>
                  <a:close/>
                  <a:moveTo>
                    <a:pt x="7995463" y="2684755"/>
                  </a:moveTo>
                  <a:cubicBezTo>
                    <a:pt x="8001488" y="2683993"/>
                    <a:pt x="8007685" y="2685039"/>
                    <a:pt x="8011072" y="2688273"/>
                  </a:cubicBezTo>
                  <a:lnTo>
                    <a:pt x="7980883" y="2692094"/>
                  </a:lnTo>
                  <a:cubicBezTo>
                    <a:pt x="7983581" y="2688091"/>
                    <a:pt x="7989436" y="2685518"/>
                    <a:pt x="7995463" y="2684755"/>
                  </a:cubicBezTo>
                  <a:close/>
                  <a:moveTo>
                    <a:pt x="9297475" y="2684741"/>
                  </a:moveTo>
                  <a:cubicBezTo>
                    <a:pt x="9277957" y="2704150"/>
                    <a:pt x="9235262" y="2706808"/>
                    <a:pt x="9213800" y="2707235"/>
                  </a:cubicBezTo>
                  <a:cubicBezTo>
                    <a:pt x="9241000" y="2701503"/>
                    <a:pt x="9263564" y="2684455"/>
                    <a:pt x="9297475" y="2684741"/>
                  </a:cubicBezTo>
                  <a:close/>
                  <a:moveTo>
                    <a:pt x="8275366" y="2678621"/>
                  </a:moveTo>
                  <a:cubicBezTo>
                    <a:pt x="8276564" y="2688084"/>
                    <a:pt x="8251323" y="2683953"/>
                    <a:pt x="8239443" y="2687746"/>
                  </a:cubicBezTo>
                  <a:cubicBezTo>
                    <a:pt x="8243378" y="2682671"/>
                    <a:pt x="8249390" y="2681338"/>
                    <a:pt x="8255902" y="2680799"/>
                  </a:cubicBezTo>
                  <a:cubicBezTo>
                    <a:pt x="8262412" y="2680261"/>
                    <a:pt x="8269429" y="2680518"/>
                    <a:pt x="8275366" y="2678621"/>
                  </a:cubicBezTo>
                  <a:close/>
                  <a:moveTo>
                    <a:pt x="8073693" y="2675311"/>
                  </a:moveTo>
                  <a:cubicBezTo>
                    <a:pt x="8080465" y="2674111"/>
                    <a:pt x="8086619" y="2673904"/>
                    <a:pt x="8090373" y="2678234"/>
                  </a:cubicBezTo>
                  <a:lnTo>
                    <a:pt x="8053876" y="2682854"/>
                  </a:lnTo>
                  <a:lnTo>
                    <a:pt x="8053305" y="2678349"/>
                  </a:lnTo>
                  <a:cubicBezTo>
                    <a:pt x="8059531" y="2678705"/>
                    <a:pt x="8066922" y="2676512"/>
                    <a:pt x="8073693" y="2675311"/>
                  </a:cubicBezTo>
                  <a:close/>
                  <a:moveTo>
                    <a:pt x="8231138" y="2672775"/>
                  </a:moveTo>
                  <a:cubicBezTo>
                    <a:pt x="8113932" y="2723321"/>
                    <a:pt x="7927837" y="2739553"/>
                    <a:pt x="7803478" y="2755295"/>
                  </a:cubicBezTo>
                  <a:lnTo>
                    <a:pt x="7838492" y="2738961"/>
                  </a:lnTo>
                  <a:cubicBezTo>
                    <a:pt x="7819636" y="2712965"/>
                    <a:pt x="7805777" y="2748138"/>
                    <a:pt x="7780248" y="2741756"/>
                  </a:cubicBezTo>
                  <a:lnTo>
                    <a:pt x="7776445" y="2758717"/>
                  </a:lnTo>
                  <a:lnTo>
                    <a:pt x="7773479" y="2735288"/>
                  </a:lnTo>
                  <a:cubicBezTo>
                    <a:pt x="7758611" y="2737170"/>
                    <a:pt x="7753786" y="2749684"/>
                    <a:pt x="7745685" y="2758033"/>
                  </a:cubicBezTo>
                  <a:cubicBezTo>
                    <a:pt x="7735985" y="2750106"/>
                    <a:pt x="7724890" y="2752883"/>
                    <a:pt x="7714625" y="2744112"/>
                  </a:cubicBezTo>
                  <a:cubicBezTo>
                    <a:pt x="7716930" y="2740615"/>
                    <a:pt x="7719234" y="2737119"/>
                    <a:pt x="7720916" y="2732329"/>
                  </a:cubicBezTo>
                  <a:cubicBezTo>
                    <a:pt x="7639955" y="2725639"/>
                    <a:pt x="7538697" y="2779201"/>
                    <a:pt x="7449660" y="2759341"/>
                  </a:cubicBezTo>
                  <a:cubicBezTo>
                    <a:pt x="7429967" y="2773737"/>
                    <a:pt x="7365136" y="2775077"/>
                    <a:pt x="7347399" y="2779612"/>
                  </a:cubicBezTo>
                  <a:lnTo>
                    <a:pt x="7382412" y="2763276"/>
                  </a:lnTo>
                  <a:cubicBezTo>
                    <a:pt x="7295201" y="2757836"/>
                    <a:pt x="7238098" y="2769643"/>
                    <a:pt x="7153129" y="2756594"/>
                  </a:cubicBezTo>
                  <a:lnTo>
                    <a:pt x="7139291" y="2770247"/>
                  </a:lnTo>
                  <a:lnTo>
                    <a:pt x="7136610" y="2749071"/>
                  </a:lnTo>
                  <a:cubicBezTo>
                    <a:pt x="7414556" y="2749593"/>
                    <a:pt x="7691606" y="2721389"/>
                    <a:pt x="7964600" y="2690036"/>
                  </a:cubicBezTo>
                  <a:lnTo>
                    <a:pt x="7930157" y="2710876"/>
                  </a:lnTo>
                  <a:cubicBezTo>
                    <a:pt x="8006018" y="2698985"/>
                    <a:pt x="8110209" y="2719214"/>
                    <a:pt x="8178753" y="2674829"/>
                  </a:cubicBezTo>
                  <a:close/>
                  <a:moveTo>
                    <a:pt x="4297614" y="2667604"/>
                  </a:moveTo>
                  <a:lnTo>
                    <a:pt x="4276438" y="2670285"/>
                  </a:lnTo>
                  <a:lnTo>
                    <a:pt x="4239085" y="2668146"/>
                  </a:lnTo>
                  <a:close/>
                  <a:moveTo>
                    <a:pt x="5200628" y="2666882"/>
                  </a:moveTo>
                  <a:cubicBezTo>
                    <a:pt x="5333909" y="2664001"/>
                    <a:pt x="5470123" y="2672080"/>
                    <a:pt x="5586970" y="2716344"/>
                  </a:cubicBezTo>
                  <a:cubicBezTo>
                    <a:pt x="5444670" y="2713298"/>
                    <a:pt x="5252829" y="2658843"/>
                    <a:pt x="5069150" y="2672481"/>
                  </a:cubicBezTo>
                  <a:cubicBezTo>
                    <a:pt x="5112100" y="2670020"/>
                    <a:pt x="5156201" y="2667842"/>
                    <a:pt x="5200628" y="2666882"/>
                  </a:cubicBezTo>
                  <a:close/>
                  <a:moveTo>
                    <a:pt x="4053462" y="2662803"/>
                  </a:moveTo>
                  <a:lnTo>
                    <a:pt x="4196104" y="2668551"/>
                  </a:lnTo>
                  <a:cubicBezTo>
                    <a:pt x="4151510" y="2681520"/>
                    <a:pt x="4089769" y="2682012"/>
                    <a:pt x="4053462" y="2662803"/>
                  </a:cubicBezTo>
                  <a:close/>
                  <a:moveTo>
                    <a:pt x="9133709" y="2660608"/>
                  </a:moveTo>
                  <a:cubicBezTo>
                    <a:pt x="9130496" y="2658726"/>
                    <a:pt x="9123219" y="2659990"/>
                    <a:pt x="9114101" y="2662575"/>
                  </a:cubicBezTo>
                  <a:cubicBezTo>
                    <a:pt x="9104983" y="2665160"/>
                    <a:pt x="9094033" y="2669064"/>
                    <a:pt x="9083479" y="2672460"/>
                  </a:cubicBezTo>
                  <a:cubicBezTo>
                    <a:pt x="9100372" y="2668490"/>
                    <a:pt x="9117210" y="2664069"/>
                    <a:pt x="9133709" y="2660608"/>
                  </a:cubicBezTo>
                  <a:close/>
                  <a:moveTo>
                    <a:pt x="6087148" y="2646159"/>
                  </a:moveTo>
                  <a:lnTo>
                    <a:pt x="6133511" y="2647157"/>
                  </a:lnTo>
                  <a:lnTo>
                    <a:pt x="6124499" y="2648297"/>
                  </a:lnTo>
                  <a:close/>
                  <a:moveTo>
                    <a:pt x="9242567" y="2641792"/>
                  </a:moveTo>
                  <a:lnTo>
                    <a:pt x="9160564" y="2652172"/>
                  </a:lnTo>
                  <a:lnTo>
                    <a:pt x="9177938" y="2666454"/>
                  </a:lnTo>
                  <a:cubicBezTo>
                    <a:pt x="9153421" y="2693363"/>
                    <a:pt x="9101958" y="2673783"/>
                    <a:pt x="9102057" y="2699865"/>
                  </a:cubicBezTo>
                  <a:cubicBezTo>
                    <a:pt x="9145852" y="2680587"/>
                    <a:pt x="9245248" y="2662968"/>
                    <a:pt x="9242567" y="2641792"/>
                  </a:cubicBezTo>
                  <a:close/>
                  <a:moveTo>
                    <a:pt x="6922036" y="2637981"/>
                  </a:moveTo>
                  <a:lnTo>
                    <a:pt x="6932069" y="2641289"/>
                  </a:lnTo>
                  <a:lnTo>
                    <a:pt x="6900860" y="2640662"/>
                  </a:lnTo>
                  <a:close/>
                  <a:moveTo>
                    <a:pt x="6959104" y="2637867"/>
                  </a:moveTo>
                  <a:lnTo>
                    <a:pt x="6990655" y="2641197"/>
                  </a:lnTo>
                  <a:lnTo>
                    <a:pt x="6991225" y="2645702"/>
                  </a:lnTo>
                  <a:close/>
                  <a:moveTo>
                    <a:pt x="4514838" y="2635357"/>
                  </a:moveTo>
                  <a:cubicBezTo>
                    <a:pt x="4520964" y="2635325"/>
                    <a:pt x="4526640" y="2636094"/>
                    <a:pt x="4531516" y="2638453"/>
                  </a:cubicBezTo>
                  <a:lnTo>
                    <a:pt x="4457611" y="2640483"/>
                  </a:lnTo>
                  <a:lnTo>
                    <a:pt x="4457041" y="2635977"/>
                  </a:lnTo>
                  <a:cubicBezTo>
                    <a:pt x="4474036" y="2642753"/>
                    <a:pt x="4496460" y="2635451"/>
                    <a:pt x="4514838" y="2635357"/>
                  </a:cubicBezTo>
                  <a:close/>
                  <a:moveTo>
                    <a:pt x="4293165" y="2632459"/>
                  </a:moveTo>
                  <a:lnTo>
                    <a:pt x="4345442" y="2633166"/>
                  </a:lnTo>
                  <a:cubicBezTo>
                    <a:pt x="4340156" y="2638412"/>
                    <a:pt x="4298715" y="2650984"/>
                    <a:pt x="4293165" y="2632459"/>
                  </a:cubicBezTo>
                  <a:close/>
                  <a:moveTo>
                    <a:pt x="4418812" y="2630974"/>
                  </a:moveTo>
                  <a:cubicBezTo>
                    <a:pt x="4426786" y="2632940"/>
                    <a:pt x="4434171" y="2636125"/>
                    <a:pt x="4442116" y="2637409"/>
                  </a:cubicBezTo>
                  <a:lnTo>
                    <a:pt x="4393454" y="2643569"/>
                  </a:lnTo>
                  <a:lnTo>
                    <a:pt x="4391971" y="2631853"/>
                  </a:lnTo>
                  <a:cubicBezTo>
                    <a:pt x="4402274" y="2628260"/>
                    <a:pt x="4410838" y="2629007"/>
                    <a:pt x="4418812" y="2630974"/>
                  </a:cubicBezTo>
                  <a:close/>
                  <a:moveTo>
                    <a:pt x="9338872" y="2621603"/>
                  </a:moveTo>
                  <a:cubicBezTo>
                    <a:pt x="9324540" y="2619599"/>
                    <a:pt x="9307153" y="2640255"/>
                    <a:pt x="9286798" y="2647637"/>
                  </a:cubicBezTo>
                  <a:cubicBezTo>
                    <a:pt x="9309779" y="2644728"/>
                    <a:pt x="9333555" y="2644465"/>
                    <a:pt x="9352182" y="2632493"/>
                  </a:cubicBezTo>
                  <a:cubicBezTo>
                    <a:pt x="9348087" y="2625458"/>
                    <a:pt x="9343650" y="2622272"/>
                    <a:pt x="9338872" y="2621603"/>
                  </a:cubicBezTo>
                  <a:close/>
                  <a:moveTo>
                    <a:pt x="9129294" y="2575101"/>
                  </a:moveTo>
                  <a:cubicBezTo>
                    <a:pt x="9010224" y="2585597"/>
                    <a:pt x="8881306" y="2637625"/>
                    <a:pt x="8805730" y="2651769"/>
                  </a:cubicBezTo>
                  <a:cubicBezTo>
                    <a:pt x="8922746" y="2625053"/>
                    <a:pt x="9027752" y="2626411"/>
                    <a:pt x="9129294" y="2575101"/>
                  </a:cubicBezTo>
                  <a:close/>
                  <a:moveTo>
                    <a:pt x="370015" y="2564631"/>
                  </a:moveTo>
                  <a:lnTo>
                    <a:pt x="281703" y="2575810"/>
                  </a:lnTo>
                  <a:lnTo>
                    <a:pt x="311487" y="2565173"/>
                  </a:lnTo>
                  <a:close/>
                  <a:moveTo>
                    <a:pt x="9244066" y="2555995"/>
                  </a:moveTo>
                  <a:lnTo>
                    <a:pt x="9187876" y="2575011"/>
                  </a:lnTo>
                  <a:lnTo>
                    <a:pt x="9209051" y="2572331"/>
                  </a:lnTo>
                  <a:close/>
                  <a:moveTo>
                    <a:pt x="2071688" y="2554309"/>
                  </a:moveTo>
                  <a:cubicBezTo>
                    <a:pt x="1922264" y="2570934"/>
                    <a:pt x="1757037" y="2603753"/>
                    <a:pt x="1623690" y="2599117"/>
                  </a:cubicBezTo>
                  <a:cubicBezTo>
                    <a:pt x="1657663" y="2593557"/>
                    <a:pt x="1695226" y="2588774"/>
                    <a:pt x="1734316" y="2584526"/>
                  </a:cubicBezTo>
                  <a:cubicBezTo>
                    <a:pt x="1851586" y="2571784"/>
                    <a:pt x="1982599" y="2563870"/>
                    <a:pt x="2071688" y="2554309"/>
                  </a:cubicBezTo>
                  <a:close/>
                  <a:moveTo>
                    <a:pt x="5621827" y="2528814"/>
                  </a:moveTo>
                  <a:lnTo>
                    <a:pt x="5638626" y="2538589"/>
                  </a:lnTo>
                  <a:lnTo>
                    <a:pt x="5600648" y="2531495"/>
                  </a:lnTo>
                  <a:close/>
                  <a:moveTo>
                    <a:pt x="6984998" y="2528725"/>
                  </a:moveTo>
                  <a:cubicBezTo>
                    <a:pt x="6921328" y="2528430"/>
                    <a:pt x="6856043" y="2530743"/>
                    <a:pt x="6791859" y="2535434"/>
                  </a:cubicBezTo>
                  <a:cubicBezTo>
                    <a:pt x="6908973" y="2534800"/>
                    <a:pt x="7037945" y="2551893"/>
                    <a:pt x="7168444" y="2537663"/>
                  </a:cubicBezTo>
                  <a:cubicBezTo>
                    <a:pt x="7110722" y="2531922"/>
                    <a:pt x="7048668" y="2529020"/>
                    <a:pt x="6984998" y="2528725"/>
                  </a:cubicBezTo>
                  <a:close/>
                  <a:moveTo>
                    <a:pt x="6599015" y="2523681"/>
                  </a:moveTo>
                  <a:cubicBezTo>
                    <a:pt x="6632468" y="2552865"/>
                    <a:pt x="6711416" y="2536462"/>
                    <a:pt x="6754004" y="2536564"/>
                  </a:cubicBezTo>
                  <a:close/>
                  <a:moveTo>
                    <a:pt x="9396105" y="2512944"/>
                  </a:moveTo>
                  <a:lnTo>
                    <a:pt x="9374928" y="2515624"/>
                  </a:lnTo>
                  <a:lnTo>
                    <a:pt x="9367398" y="2528481"/>
                  </a:lnTo>
                  <a:close/>
                  <a:moveTo>
                    <a:pt x="9475888" y="2510169"/>
                  </a:moveTo>
                  <a:lnTo>
                    <a:pt x="9497634" y="2511994"/>
                  </a:lnTo>
                  <a:lnTo>
                    <a:pt x="9498204" y="2516500"/>
                  </a:lnTo>
                  <a:close/>
                  <a:moveTo>
                    <a:pt x="9163089" y="2502156"/>
                  </a:moveTo>
                  <a:cubicBezTo>
                    <a:pt x="9075511" y="2515530"/>
                    <a:pt x="9007788" y="2541042"/>
                    <a:pt x="8911035" y="2557868"/>
                  </a:cubicBezTo>
                  <a:cubicBezTo>
                    <a:pt x="8989520" y="2566702"/>
                    <a:pt x="9082854" y="2526504"/>
                    <a:pt x="9163089" y="2502156"/>
                  </a:cubicBezTo>
                  <a:close/>
                  <a:moveTo>
                    <a:pt x="737419" y="2494316"/>
                  </a:moveTo>
                  <a:lnTo>
                    <a:pt x="747342" y="2500385"/>
                  </a:lnTo>
                  <a:lnTo>
                    <a:pt x="716241" y="2496997"/>
                  </a:lnTo>
                  <a:close/>
                  <a:moveTo>
                    <a:pt x="9547515" y="2493777"/>
                  </a:moveTo>
                  <a:lnTo>
                    <a:pt x="9534130" y="2507373"/>
                  </a:lnTo>
                  <a:lnTo>
                    <a:pt x="9521964" y="2508913"/>
                  </a:lnTo>
                  <a:close/>
                  <a:moveTo>
                    <a:pt x="1570823" y="2474423"/>
                  </a:moveTo>
                  <a:lnTo>
                    <a:pt x="1608233" y="2477012"/>
                  </a:lnTo>
                  <a:cubicBezTo>
                    <a:pt x="1609431" y="2486474"/>
                    <a:pt x="1584187" y="2482345"/>
                    <a:pt x="1572306" y="2486137"/>
                  </a:cubicBezTo>
                  <a:close/>
                  <a:moveTo>
                    <a:pt x="1723214" y="2472185"/>
                  </a:moveTo>
                  <a:cubicBezTo>
                    <a:pt x="1727719" y="2471614"/>
                    <a:pt x="1732526" y="2473410"/>
                    <a:pt x="1734701" y="2477940"/>
                  </a:cubicBezTo>
                  <a:lnTo>
                    <a:pt x="1713524" y="2480621"/>
                  </a:lnTo>
                  <a:cubicBezTo>
                    <a:pt x="1714502" y="2475691"/>
                    <a:pt x="1718708" y="2472755"/>
                    <a:pt x="1723214" y="2472185"/>
                  </a:cubicBezTo>
                  <a:close/>
                  <a:moveTo>
                    <a:pt x="3603605" y="2469167"/>
                  </a:moveTo>
                  <a:cubicBezTo>
                    <a:pt x="3608148" y="2469335"/>
                    <a:pt x="3612275" y="2470301"/>
                    <a:pt x="3615574" y="2472859"/>
                  </a:cubicBezTo>
                  <a:lnTo>
                    <a:pt x="3589151" y="2470252"/>
                  </a:lnTo>
                  <a:cubicBezTo>
                    <a:pt x="3594107" y="2469625"/>
                    <a:pt x="3599063" y="2468998"/>
                    <a:pt x="3603605" y="2469167"/>
                  </a:cubicBezTo>
                  <a:close/>
                  <a:moveTo>
                    <a:pt x="3562726" y="2467647"/>
                  </a:moveTo>
                  <a:lnTo>
                    <a:pt x="3589151" y="2470253"/>
                  </a:lnTo>
                  <a:cubicBezTo>
                    <a:pt x="3579689" y="2471451"/>
                    <a:pt x="3569776" y="2472706"/>
                    <a:pt x="3562726" y="2467647"/>
                  </a:cubicBezTo>
                  <a:close/>
                  <a:moveTo>
                    <a:pt x="938001" y="2447866"/>
                  </a:moveTo>
                  <a:cubicBezTo>
                    <a:pt x="946362" y="2463289"/>
                    <a:pt x="900855" y="2469050"/>
                    <a:pt x="901504" y="2452487"/>
                  </a:cubicBezTo>
                  <a:close/>
                  <a:moveTo>
                    <a:pt x="2581944" y="2444394"/>
                  </a:moveTo>
                  <a:cubicBezTo>
                    <a:pt x="2359979" y="2470204"/>
                    <a:pt x="2106021" y="2463897"/>
                    <a:pt x="1858219" y="2502591"/>
                  </a:cubicBezTo>
                  <a:cubicBezTo>
                    <a:pt x="1858693" y="2481015"/>
                    <a:pt x="1896484" y="2511939"/>
                    <a:pt x="1893233" y="2486256"/>
                  </a:cubicBezTo>
                  <a:cubicBezTo>
                    <a:pt x="1840100" y="2478791"/>
                    <a:pt x="1804231" y="2488367"/>
                    <a:pt x="1751503" y="2487718"/>
                  </a:cubicBezTo>
                  <a:lnTo>
                    <a:pt x="1750020" y="2476002"/>
                  </a:lnTo>
                  <a:cubicBezTo>
                    <a:pt x="2024526" y="2474672"/>
                    <a:pt x="2314373" y="2449882"/>
                    <a:pt x="2581944" y="2444394"/>
                  </a:cubicBezTo>
                  <a:close/>
                  <a:moveTo>
                    <a:pt x="1702019" y="2436758"/>
                  </a:moveTo>
                  <a:lnTo>
                    <a:pt x="1745571" y="2440858"/>
                  </a:lnTo>
                  <a:cubicBezTo>
                    <a:pt x="1732590" y="2461270"/>
                    <a:pt x="1708161" y="2438269"/>
                    <a:pt x="1702019" y="2436758"/>
                  </a:cubicBezTo>
                  <a:close/>
                  <a:moveTo>
                    <a:pt x="1877719" y="2436032"/>
                  </a:moveTo>
                  <a:lnTo>
                    <a:pt x="2004130" y="2436510"/>
                  </a:lnTo>
                  <a:lnTo>
                    <a:pt x="1872894" y="2448546"/>
                  </a:lnTo>
                  <a:close/>
                  <a:moveTo>
                    <a:pt x="2810964" y="2427305"/>
                  </a:moveTo>
                  <a:lnTo>
                    <a:pt x="2833161" y="2429073"/>
                  </a:lnTo>
                  <a:lnTo>
                    <a:pt x="2802523" y="2432951"/>
                  </a:lnTo>
                  <a:close/>
                  <a:moveTo>
                    <a:pt x="4968927" y="2415987"/>
                  </a:moveTo>
                  <a:cubicBezTo>
                    <a:pt x="4911135" y="2418725"/>
                    <a:pt x="4855817" y="2419319"/>
                    <a:pt x="4796222" y="2422285"/>
                  </a:cubicBezTo>
                  <a:cubicBezTo>
                    <a:pt x="4851538" y="2421692"/>
                    <a:pt x="4915520" y="2449758"/>
                    <a:pt x="4968927" y="2415987"/>
                  </a:cubicBezTo>
                  <a:close/>
                  <a:moveTo>
                    <a:pt x="3037852" y="2415064"/>
                  </a:moveTo>
                  <a:lnTo>
                    <a:pt x="3044336" y="2419279"/>
                  </a:lnTo>
                  <a:lnTo>
                    <a:pt x="2959002" y="2425046"/>
                  </a:lnTo>
                  <a:close/>
                  <a:moveTo>
                    <a:pt x="2420654" y="2413903"/>
                  </a:moveTo>
                  <a:cubicBezTo>
                    <a:pt x="2430593" y="2413482"/>
                    <a:pt x="2439307" y="2415183"/>
                    <a:pt x="2446202" y="2420834"/>
                  </a:cubicBezTo>
                  <a:lnTo>
                    <a:pt x="2314966" y="2432868"/>
                  </a:lnTo>
                  <a:lnTo>
                    <a:pt x="2314054" y="2425659"/>
                  </a:lnTo>
                  <a:cubicBezTo>
                    <a:pt x="2349980" y="2435532"/>
                    <a:pt x="2390836" y="2415167"/>
                    <a:pt x="2420654" y="2413903"/>
                  </a:cubicBezTo>
                  <a:close/>
                  <a:moveTo>
                    <a:pt x="9737734" y="2412474"/>
                  </a:moveTo>
                  <a:lnTo>
                    <a:pt x="9697491" y="2434506"/>
                  </a:lnTo>
                  <a:lnTo>
                    <a:pt x="9701690" y="2417037"/>
                  </a:lnTo>
                  <a:close/>
                  <a:moveTo>
                    <a:pt x="630513" y="2405191"/>
                  </a:moveTo>
                  <a:cubicBezTo>
                    <a:pt x="641948" y="2403743"/>
                    <a:pt x="653651" y="2403978"/>
                    <a:pt x="661738" y="2406388"/>
                  </a:cubicBezTo>
                  <a:lnTo>
                    <a:pt x="600911" y="2414088"/>
                  </a:lnTo>
                  <a:cubicBezTo>
                    <a:pt x="607917" y="2409768"/>
                    <a:pt x="619080" y="2406638"/>
                    <a:pt x="630513" y="2405191"/>
                  </a:cubicBezTo>
                  <a:close/>
                  <a:moveTo>
                    <a:pt x="3239765" y="2401221"/>
                  </a:moveTo>
                  <a:cubicBezTo>
                    <a:pt x="3251064" y="2402152"/>
                    <a:pt x="3260580" y="2408843"/>
                    <a:pt x="3273751" y="2401683"/>
                  </a:cubicBezTo>
                  <a:cubicBezTo>
                    <a:pt x="3272080" y="2413797"/>
                    <a:pt x="3244190" y="2410461"/>
                    <a:pt x="3229155" y="2414652"/>
                  </a:cubicBezTo>
                  <a:lnTo>
                    <a:pt x="3227672" y="2402938"/>
                  </a:lnTo>
                  <a:cubicBezTo>
                    <a:pt x="3232035" y="2401242"/>
                    <a:pt x="3235999" y="2400912"/>
                    <a:pt x="3239765" y="2401221"/>
                  </a:cubicBezTo>
                  <a:close/>
                  <a:moveTo>
                    <a:pt x="931892" y="2395993"/>
                  </a:moveTo>
                  <a:lnTo>
                    <a:pt x="941474" y="2399358"/>
                  </a:lnTo>
                  <a:lnTo>
                    <a:pt x="962651" y="2396678"/>
                  </a:lnTo>
                  <a:close/>
                  <a:moveTo>
                    <a:pt x="2707589" y="2388203"/>
                  </a:moveTo>
                  <a:cubicBezTo>
                    <a:pt x="2718368" y="2401030"/>
                    <a:pt x="2676871" y="2413150"/>
                    <a:pt x="2651970" y="2411724"/>
                  </a:cubicBezTo>
                  <a:lnTo>
                    <a:pt x="2630793" y="2414405"/>
                  </a:lnTo>
                  <a:close/>
                  <a:moveTo>
                    <a:pt x="2975160" y="2382715"/>
                  </a:moveTo>
                  <a:cubicBezTo>
                    <a:pt x="2887869" y="2398343"/>
                    <a:pt x="2810691" y="2396211"/>
                    <a:pt x="2724962" y="2402485"/>
                  </a:cubicBezTo>
                  <a:cubicBezTo>
                    <a:pt x="2803242" y="2387997"/>
                    <a:pt x="2892870" y="2390843"/>
                    <a:pt x="2975160" y="2382715"/>
                  </a:cubicBezTo>
                  <a:close/>
                  <a:moveTo>
                    <a:pt x="4535957" y="2380612"/>
                  </a:moveTo>
                  <a:lnTo>
                    <a:pt x="4419698" y="2388004"/>
                  </a:lnTo>
                  <a:lnTo>
                    <a:pt x="4545538" y="2383977"/>
                  </a:lnTo>
                  <a:close/>
                  <a:moveTo>
                    <a:pt x="4603213" y="2376677"/>
                  </a:moveTo>
                  <a:lnTo>
                    <a:pt x="4566715" y="2381297"/>
                  </a:lnTo>
                  <a:lnTo>
                    <a:pt x="4610552" y="2387650"/>
                  </a:lnTo>
                  <a:cubicBezTo>
                    <a:pt x="4606829" y="2383543"/>
                    <a:pt x="4600629" y="2381581"/>
                    <a:pt x="4603213" y="2376677"/>
                  </a:cubicBezTo>
                  <a:close/>
                  <a:moveTo>
                    <a:pt x="4334102" y="2369999"/>
                  </a:moveTo>
                  <a:lnTo>
                    <a:pt x="4329728" y="2382455"/>
                  </a:lnTo>
                  <a:cubicBezTo>
                    <a:pt x="4335015" y="2377208"/>
                    <a:pt x="4376609" y="2391169"/>
                    <a:pt x="4365203" y="2373387"/>
                  </a:cubicBezTo>
                  <a:cubicBezTo>
                    <a:pt x="4357960" y="2388495"/>
                    <a:pt x="4340244" y="2371510"/>
                    <a:pt x="4334102" y="2369999"/>
                  </a:cubicBezTo>
                  <a:close/>
                  <a:moveTo>
                    <a:pt x="3755148" y="2353104"/>
                  </a:moveTo>
                  <a:cubicBezTo>
                    <a:pt x="3745948" y="2378073"/>
                    <a:pt x="3705672" y="2378136"/>
                    <a:pt x="3683639" y="2374058"/>
                  </a:cubicBezTo>
                  <a:cubicBezTo>
                    <a:pt x="3703333" y="2359663"/>
                    <a:pt x="3738609" y="2367100"/>
                    <a:pt x="3755148" y="2353104"/>
                  </a:cubicBezTo>
                  <a:close/>
                  <a:moveTo>
                    <a:pt x="1841039" y="2303768"/>
                  </a:moveTo>
                  <a:cubicBezTo>
                    <a:pt x="1744276" y="2299250"/>
                    <a:pt x="1656779" y="2343373"/>
                    <a:pt x="1552458" y="2329340"/>
                  </a:cubicBezTo>
                  <a:cubicBezTo>
                    <a:pt x="1581996" y="2342081"/>
                    <a:pt x="1635944" y="2330674"/>
                    <a:pt x="1664628" y="2336656"/>
                  </a:cubicBezTo>
                  <a:cubicBezTo>
                    <a:pt x="1735115" y="2311253"/>
                    <a:pt x="1814610" y="2353378"/>
                    <a:pt x="1883153" y="2308994"/>
                  </a:cubicBezTo>
                  <a:cubicBezTo>
                    <a:pt x="1868875" y="2306051"/>
                    <a:pt x="1854863" y="2304413"/>
                    <a:pt x="1841039" y="2303768"/>
                  </a:cubicBezTo>
                  <a:close/>
                  <a:moveTo>
                    <a:pt x="9860957" y="2261370"/>
                  </a:moveTo>
                  <a:lnTo>
                    <a:pt x="9836627" y="2264450"/>
                  </a:lnTo>
                  <a:cubicBezTo>
                    <a:pt x="9822163" y="2273147"/>
                    <a:pt x="9840471" y="2273119"/>
                    <a:pt x="9847691" y="2279529"/>
                  </a:cubicBezTo>
                  <a:cubicBezTo>
                    <a:pt x="9849933" y="2271921"/>
                    <a:pt x="9861812" y="2268128"/>
                    <a:pt x="9860957" y="2261370"/>
                  </a:cubicBezTo>
                  <a:close/>
                  <a:moveTo>
                    <a:pt x="1277495" y="2254735"/>
                  </a:moveTo>
                  <a:cubicBezTo>
                    <a:pt x="1263198" y="2261123"/>
                    <a:pt x="1220085" y="2285808"/>
                    <a:pt x="1204503" y="2263975"/>
                  </a:cubicBezTo>
                  <a:close/>
                  <a:moveTo>
                    <a:pt x="2788092" y="2246627"/>
                  </a:moveTo>
                  <a:lnTo>
                    <a:pt x="1949837" y="2300552"/>
                  </a:lnTo>
                  <a:lnTo>
                    <a:pt x="1908966" y="2317628"/>
                  </a:lnTo>
                  <a:cubicBezTo>
                    <a:pt x="2179309" y="2283406"/>
                    <a:pt x="2488354" y="2287317"/>
                    <a:pt x="2780564" y="2259482"/>
                  </a:cubicBezTo>
                  <a:close/>
                  <a:moveTo>
                    <a:pt x="1689380" y="2242880"/>
                  </a:moveTo>
                  <a:lnTo>
                    <a:pt x="1652883" y="2247500"/>
                  </a:lnTo>
                  <a:lnTo>
                    <a:pt x="1652312" y="2242995"/>
                  </a:lnTo>
                  <a:close/>
                  <a:moveTo>
                    <a:pt x="1497955" y="2238730"/>
                  </a:moveTo>
                  <a:cubicBezTo>
                    <a:pt x="1484501" y="2280719"/>
                    <a:pt x="1418027" y="2243812"/>
                    <a:pt x="1409524" y="2245347"/>
                  </a:cubicBezTo>
                  <a:close/>
                  <a:moveTo>
                    <a:pt x="1083511" y="2233970"/>
                  </a:moveTo>
                  <a:cubicBezTo>
                    <a:pt x="1083038" y="2255546"/>
                    <a:pt x="1118028" y="2260730"/>
                    <a:pt x="1136336" y="2260702"/>
                  </a:cubicBezTo>
                  <a:lnTo>
                    <a:pt x="1136393" y="2261152"/>
                  </a:lnTo>
                  <a:lnTo>
                    <a:pt x="1063401" y="2270392"/>
                  </a:lnTo>
                  <a:cubicBezTo>
                    <a:pt x="1068061" y="2260189"/>
                    <a:pt x="1054982" y="2254520"/>
                    <a:pt x="1048555" y="2250756"/>
                  </a:cubicBezTo>
                  <a:cubicBezTo>
                    <a:pt x="1043103" y="2258313"/>
                    <a:pt x="1033807" y="2257200"/>
                    <a:pt x="1024795" y="2258341"/>
                  </a:cubicBezTo>
                  <a:lnTo>
                    <a:pt x="1037433" y="2235225"/>
                  </a:lnTo>
                  <a:cubicBezTo>
                    <a:pt x="1050453" y="2240444"/>
                    <a:pt x="1068192" y="2235909"/>
                    <a:pt x="1083511" y="2233970"/>
                  </a:cubicBezTo>
                  <a:close/>
                  <a:moveTo>
                    <a:pt x="1296442" y="2230820"/>
                  </a:moveTo>
                  <a:lnTo>
                    <a:pt x="1208130" y="2241999"/>
                  </a:lnTo>
                  <a:lnTo>
                    <a:pt x="1216228" y="2233650"/>
                  </a:lnTo>
                  <a:close/>
                  <a:moveTo>
                    <a:pt x="2176195" y="2164775"/>
                  </a:moveTo>
                  <a:cubicBezTo>
                    <a:pt x="2145818" y="2192426"/>
                    <a:pt x="2093564" y="2170200"/>
                    <a:pt x="2061420" y="2183882"/>
                  </a:cubicBezTo>
                  <a:cubicBezTo>
                    <a:pt x="2078783" y="2174589"/>
                    <a:pt x="2098842" y="2168502"/>
                    <a:pt x="2118878" y="2165393"/>
                  </a:cubicBezTo>
                  <a:cubicBezTo>
                    <a:pt x="2138912" y="2162285"/>
                    <a:pt x="2158924" y="2162155"/>
                    <a:pt x="2176195" y="2164775"/>
                  </a:cubicBezTo>
                  <a:close/>
                  <a:moveTo>
                    <a:pt x="2421917" y="2157231"/>
                  </a:moveTo>
                  <a:cubicBezTo>
                    <a:pt x="2416196" y="2156453"/>
                    <a:pt x="2412437" y="2164053"/>
                    <a:pt x="2406487" y="2168583"/>
                  </a:cubicBezTo>
                  <a:cubicBezTo>
                    <a:pt x="2417866" y="2168059"/>
                    <a:pt x="2429244" y="2167534"/>
                    <a:pt x="2428445" y="2161226"/>
                  </a:cubicBezTo>
                  <a:cubicBezTo>
                    <a:pt x="2425948" y="2158681"/>
                    <a:pt x="2423825" y="2157491"/>
                    <a:pt x="2421917" y="2157231"/>
                  </a:cubicBezTo>
                  <a:close/>
                  <a:moveTo>
                    <a:pt x="2083885" y="2140753"/>
                  </a:moveTo>
                  <a:lnTo>
                    <a:pt x="2011748" y="2156752"/>
                  </a:lnTo>
                  <a:lnTo>
                    <a:pt x="2035224" y="2146913"/>
                  </a:lnTo>
                  <a:close/>
                  <a:moveTo>
                    <a:pt x="3498258" y="2128345"/>
                  </a:moveTo>
                  <a:lnTo>
                    <a:pt x="3526313" y="2129371"/>
                  </a:lnTo>
                  <a:lnTo>
                    <a:pt x="3489817" y="2133991"/>
                  </a:lnTo>
                  <a:close/>
                  <a:moveTo>
                    <a:pt x="3719784" y="2122562"/>
                  </a:moveTo>
                  <a:cubicBezTo>
                    <a:pt x="3777375" y="2120937"/>
                    <a:pt x="3835228" y="2121396"/>
                    <a:pt x="3889593" y="2124127"/>
                  </a:cubicBezTo>
                  <a:cubicBezTo>
                    <a:pt x="3887352" y="2131735"/>
                    <a:pt x="3799513" y="2121339"/>
                    <a:pt x="3758928" y="2140668"/>
                  </a:cubicBezTo>
                  <a:cubicBezTo>
                    <a:pt x="3718839" y="2116902"/>
                    <a:pt x="3626495" y="2143241"/>
                    <a:pt x="3551557" y="2133500"/>
                  </a:cubicBezTo>
                  <a:cubicBezTo>
                    <a:pt x="3604867" y="2127896"/>
                    <a:pt x="3662194" y="2124187"/>
                    <a:pt x="3719784" y="2122562"/>
                  </a:cubicBezTo>
                  <a:close/>
                  <a:moveTo>
                    <a:pt x="2607961" y="2114696"/>
                  </a:moveTo>
                  <a:lnTo>
                    <a:pt x="2609444" y="2126412"/>
                  </a:lnTo>
                  <a:cubicBezTo>
                    <a:pt x="2575245" y="2123874"/>
                    <a:pt x="2516163" y="2167060"/>
                    <a:pt x="2513220" y="2122111"/>
                  </a:cubicBezTo>
                  <a:close/>
                  <a:moveTo>
                    <a:pt x="3732674" y="2103248"/>
                  </a:moveTo>
                  <a:lnTo>
                    <a:pt x="3770870" y="2104822"/>
                  </a:lnTo>
                  <a:cubicBezTo>
                    <a:pt x="3761916" y="2106414"/>
                    <a:pt x="3746551" y="2115225"/>
                    <a:pt x="3732674" y="2103248"/>
                  </a:cubicBezTo>
                  <a:close/>
                  <a:moveTo>
                    <a:pt x="2486243" y="2062694"/>
                  </a:moveTo>
                  <a:cubicBezTo>
                    <a:pt x="2493130" y="2062853"/>
                    <a:pt x="2499863" y="2063603"/>
                    <a:pt x="2506091" y="2065790"/>
                  </a:cubicBezTo>
                  <a:lnTo>
                    <a:pt x="2465471" y="2063149"/>
                  </a:lnTo>
                  <a:cubicBezTo>
                    <a:pt x="2472315" y="2062969"/>
                    <a:pt x="2479356" y="2062536"/>
                    <a:pt x="2486243" y="2062694"/>
                  </a:cubicBezTo>
                  <a:close/>
                  <a:moveTo>
                    <a:pt x="10054579" y="2036804"/>
                  </a:moveTo>
                  <a:cubicBezTo>
                    <a:pt x="10042699" y="2040598"/>
                    <a:pt x="10035171" y="2053453"/>
                    <a:pt x="10019280" y="2050887"/>
                  </a:cubicBezTo>
                  <a:cubicBezTo>
                    <a:pt x="10021356" y="2045589"/>
                    <a:pt x="10035478" y="2034187"/>
                    <a:pt x="10054579" y="2036804"/>
                  </a:cubicBezTo>
                  <a:close/>
                  <a:moveTo>
                    <a:pt x="3705028" y="2004203"/>
                  </a:moveTo>
                  <a:lnTo>
                    <a:pt x="3683852" y="2006883"/>
                  </a:lnTo>
                  <a:lnTo>
                    <a:pt x="3711799" y="2010670"/>
                  </a:lnTo>
                  <a:close/>
                  <a:moveTo>
                    <a:pt x="3260397" y="2003265"/>
                  </a:moveTo>
                  <a:cubicBezTo>
                    <a:pt x="3152391" y="2028839"/>
                    <a:pt x="3094148" y="2031635"/>
                    <a:pt x="2988002" y="2021266"/>
                  </a:cubicBezTo>
                  <a:close/>
                  <a:moveTo>
                    <a:pt x="1535551" y="2000498"/>
                  </a:moveTo>
                  <a:lnTo>
                    <a:pt x="1541979" y="2004262"/>
                  </a:lnTo>
                  <a:lnTo>
                    <a:pt x="1499055" y="2005118"/>
                  </a:lnTo>
                  <a:close/>
                  <a:moveTo>
                    <a:pt x="3386294" y="1999687"/>
                  </a:moveTo>
                  <a:lnTo>
                    <a:pt x="3364017" y="2018988"/>
                  </a:lnTo>
                  <a:lnTo>
                    <a:pt x="3358159" y="2019730"/>
                  </a:lnTo>
                  <a:close/>
                  <a:moveTo>
                    <a:pt x="10128979" y="1991679"/>
                  </a:moveTo>
                  <a:lnTo>
                    <a:pt x="10115143" y="2005333"/>
                  </a:lnTo>
                  <a:lnTo>
                    <a:pt x="10099824" y="2007273"/>
                  </a:lnTo>
                  <a:close/>
                  <a:moveTo>
                    <a:pt x="478029" y="1932025"/>
                  </a:moveTo>
                  <a:cubicBezTo>
                    <a:pt x="485633" y="1931062"/>
                    <a:pt x="493464" y="1932360"/>
                    <a:pt x="496963" y="1936495"/>
                  </a:cubicBezTo>
                  <a:lnTo>
                    <a:pt x="460467" y="1941115"/>
                  </a:lnTo>
                  <a:cubicBezTo>
                    <a:pt x="463051" y="1936210"/>
                    <a:pt x="470425" y="1932987"/>
                    <a:pt x="478029" y="1932025"/>
                  </a:cubicBezTo>
                  <a:close/>
                  <a:moveTo>
                    <a:pt x="401115" y="1921203"/>
                  </a:moveTo>
                  <a:lnTo>
                    <a:pt x="400139" y="1921571"/>
                  </a:lnTo>
                  <a:cubicBezTo>
                    <a:pt x="392162" y="1922294"/>
                    <a:pt x="383684" y="1922223"/>
                    <a:pt x="377745" y="1924119"/>
                  </a:cubicBezTo>
                  <a:close/>
                  <a:moveTo>
                    <a:pt x="10206174" y="1896300"/>
                  </a:moveTo>
                  <a:lnTo>
                    <a:pt x="10152950" y="1938745"/>
                  </a:lnTo>
                  <a:lnTo>
                    <a:pt x="10143025" y="1932677"/>
                  </a:lnTo>
                  <a:cubicBezTo>
                    <a:pt x="10153993" y="1921675"/>
                    <a:pt x="10184467" y="1920106"/>
                    <a:pt x="10175985" y="1900121"/>
                  </a:cubicBezTo>
                  <a:close/>
                  <a:moveTo>
                    <a:pt x="972622" y="1893220"/>
                  </a:moveTo>
                  <a:cubicBezTo>
                    <a:pt x="945708" y="1901205"/>
                    <a:pt x="923048" y="1892170"/>
                    <a:pt x="899059" y="1897955"/>
                  </a:cubicBezTo>
                  <a:cubicBezTo>
                    <a:pt x="924126" y="1897070"/>
                    <a:pt x="950511" y="1910211"/>
                    <a:pt x="972622" y="1893220"/>
                  </a:cubicBezTo>
                  <a:close/>
                  <a:moveTo>
                    <a:pt x="10113235" y="1867322"/>
                  </a:moveTo>
                  <a:cubicBezTo>
                    <a:pt x="10112015" y="1879378"/>
                    <a:pt x="10092441" y="1898337"/>
                    <a:pt x="10075330" y="1907827"/>
                  </a:cubicBezTo>
                  <a:cubicBezTo>
                    <a:pt x="10063982" y="1891410"/>
                    <a:pt x="10074844" y="1873469"/>
                    <a:pt x="10093085" y="1868048"/>
                  </a:cubicBezTo>
                  <a:cubicBezTo>
                    <a:pt x="10099165" y="1866242"/>
                    <a:pt x="10106065" y="1865826"/>
                    <a:pt x="10113235" y="1867322"/>
                  </a:cubicBezTo>
                  <a:close/>
                  <a:moveTo>
                    <a:pt x="51240" y="1763866"/>
                  </a:moveTo>
                  <a:cubicBezTo>
                    <a:pt x="57984" y="1764143"/>
                    <a:pt x="65769" y="1766876"/>
                    <a:pt x="75285" y="1773340"/>
                  </a:cubicBezTo>
                  <a:cubicBezTo>
                    <a:pt x="58974" y="1789138"/>
                    <a:pt x="25740" y="1790598"/>
                    <a:pt x="0" y="1793399"/>
                  </a:cubicBezTo>
                  <a:cubicBezTo>
                    <a:pt x="20139" y="1784326"/>
                    <a:pt x="31007" y="1763037"/>
                    <a:pt x="51240" y="1763866"/>
                  </a:cubicBezTo>
                  <a:close/>
                  <a:moveTo>
                    <a:pt x="692105" y="1724098"/>
                  </a:moveTo>
                  <a:lnTo>
                    <a:pt x="692675" y="1728603"/>
                  </a:lnTo>
                  <a:lnTo>
                    <a:pt x="662486" y="1732425"/>
                  </a:lnTo>
                  <a:cubicBezTo>
                    <a:pt x="664816" y="1727324"/>
                    <a:pt x="670038" y="1726090"/>
                    <a:pt x="675771" y="1725708"/>
                  </a:cubicBezTo>
                  <a:cubicBezTo>
                    <a:pt x="681501" y="1725326"/>
                    <a:pt x="687741" y="1725795"/>
                    <a:pt x="692105" y="1724098"/>
                  </a:cubicBezTo>
                  <a:close/>
                  <a:moveTo>
                    <a:pt x="437916" y="1714882"/>
                  </a:moveTo>
                  <a:cubicBezTo>
                    <a:pt x="448254" y="1713766"/>
                    <a:pt x="458718" y="1713930"/>
                    <a:pt x="469072" y="1716167"/>
                  </a:cubicBezTo>
                  <a:cubicBezTo>
                    <a:pt x="435160" y="1715882"/>
                    <a:pt x="397562" y="1737122"/>
                    <a:pt x="354639" y="1737977"/>
                  </a:cubicBezTo>
                  <a:cubicBezTo>
                    <a:pt x="377022" y="1733083"/>
                    <a:pt x="406903" y="1718228"/>
                    <a:pt x="437916" y="1714882"/>
                  </a:cubicBezTo>
                  <a:close/>
                  <a:moveTo>
                    <a:pt x="538739" y="1633643"/>
                  </a:moveTo>
                  <a:cubicBezTo>
                    <a:pt x="519331" y="1650291"/>
                    <a:pt x="488669" y="1675688"/>
                    <a:pt x="449019" y="1680707"/>
                  </a:cubicBezTo>
                  <a:cubicBezTo>
                    <a:pt x="470954" y="1658704"/>
                    <a:pt x="425162" y="1662212"/>
                    <a:pt x="438713" y="1646305"/>
                  </a:cubicBezTo>
                  <a:close/>
                  <a:moveTo>
                    <a:pt x="1233526" y="1442688"/>
                  </a:moveTo>
                  <a:cubicBezTo>
                    <a:pt x="1239608" y="1441918"/>
                    <a:pt x="1245919" y="1442950"/>
                    <a:pt x="1249304" y="1446184"/>
                  </a:cubicBezTo>
                  <a:lnTo>
                    <a:pt x="1219116" y="1450006"/>
                  </a:lnTo>
                  <a:cubicBezTo>
                    <a:pt x="1221588" y="1446030"/>
                    <a:pt x="1227444" y="1443458"/>
                    <a:pt x="1233526" y="1442688"/>
                  </a:cubicBezTo>
                  <a:close/>
                  <a:moveTo>
                    <a:pt x="1654310" y="1430623"/>
                  </a:moveTo>
                  <a:cubicBezTo>
                    <a:pt x="1637143" y="1439663"/>
                    <a:pt x="1612527" y="1440489"/>
                    <a:pt x="1588196" y="1443569"/>
                  </a:cubicBezTo>
                  <a:cubicBezTo>
                    <a:pt x="1591901" y="1434860"/>
                    <a:pt x="1605571" y="1432558"/>
                    <a:pt x="1619745" y="1431965"/>
                  </a:cubicBezTo>
                  <a:cubicBezTo>
                    <a:pt x="1633918" y="1431373"/>
                    <a:pt x="1648595" y="1432491"/>
                    <a:pt x="1654310" y="1430623"/>
                  </a:cubicBezTo>
                  <a:close/>
                  <a:moveTo>
                    <a:pt x="1358165" y="1427368"/>
                  </a:moveTo>
                  <a:lnTo>
                    <a:pt x="1364650" y="1431583"/>
                  </a:lnTo>
                  <a:lnTo>
                    <a:pt x="1315361" y="1432786"/>
                  </a:lnTo>
                  <a:close/>
                  <a:moveTo>
                    <a:pt x="1483151" y="1416582"/>
                  </a:moveTo>
                  <a:lnTo>
                    <a:pt x="1437642" y="1422343"/>
                  </a:lnTo>
                  <a:lnTo>
                    <a:pt x="1437015" y="1417386"/>
                  </a:lnTo>
                  <a:close/>
                  <a:moveTo>
                    <a:pt x="1211417" y="1389178"/>
                  </a:moveTo>
                  <a:lnTo>
                    <a:pt x="884885" y="1442417"/>
                  </a:lnTo>
                  <a:cubicBezTo>
                    <a:pt x="928452" y="1421337"/>
                    <a:pt x="984148" y="1410167"/>
                    <a:pt x="1041920" y="1403196"/>
                  </a:cubicBezTo>
                  <a:cubicBezTo>
                    <a:pt x="1099692" y="1396226"/>
                    <a:pt x="1159541" y="1393457"/>
                    <a:pt x="1211417" y="1389178"/>
                  </a:cubicBezTo>
                  <a:close/>
                  <a:moveTo>
                    <a:pt x="10464641" y="1377866"/>
                  </a:moveTo>
                  <a:cubicBezTo>
                    <a:pt x="10326676" y="1409065"/>
                    <a:pt x="10239449" y="1501135"/>
                    <a:pt x="10126310" y="1558490"/>
                  </a:cubicBezTo>
                  <a:lnTo>
                    <a:pt x="10128991" y="1579666"/>
                  </a:lnTo>
                  <a:lnTo>
                    <a:pt x="10144310" y="1577727"/>
                  </a:lnTo>
                  <a:cubicBezTo>
                    <a:pt x="10237834" y="1513700"/>
                    <a:pt x="10393873" y="1477009"/>
                    <a:pt x="10464641" y="1377866"/>
                  </a:cubicBezTo>
                  <a:close/>
                  <a:moveTo>
                    <a:pt x="2008725" y="1304728"/>
                  </a:moveTo>
                  <a:cubicBezTo>
                    <a:pt x="1922632" y="1329818"/>
                    <a:pt x="1790199" y="1332391"/>
                    <a:pt x="1694546" y="1332598"/>
                  </a:cubicBezTo>
                  <a:close/>
                  <a:moveTo>
                    <a:pt x="10173670" y="1282799"/>
                  </a:moveTo>
                  <a:cubicBezTo>
                    <a:pt x="10153278" y="1285123"/>
                    <a:pt x="10133158" y="1299774"/>
                    <a:pt x="10122310" y="1306297"/>
                  </a:cubicBezTo>
                  <a:cubicBezTo>
                    <a:pt x="10142005" y="1291900"/>
                    <a:pt x="10176830" y="1299395"/>
                    <a:pt x="10193820" y="1285341"/>
                  </a:cubicBezTo>
                  <a:cubicBezTo>
                    <a:pt x="10187295" y="1282620"/>
                    <a:pt x="10180467" y="1282024"/>
                    <a:pt x="10173670" y="1282799"/>
                  </a:cubicBezTo>
                  <a:close/>
                  <a:moveTo>
                    <a:pt x="10334979" y="1279375"/>
                  </a:moveTo>
                  <a:lnTo>
                    <a:pt x="10319659" y="1281314"/>
                  </a:lnTo>
                  <a:lnTo>
                    <a:pt x="10200949" y="1341663"/>
                  </a:lnTo>
                  <a:close/>
                  <a:moveTo>
                    <a:pt x="1227915" y="1277221"/>
                  </a:moveTo>
                  <a:lnTo>
                    <a:pt x="1235135" y="1283631"/>
                  </a:lnTo>
                  <a:lnTo>
                    <a:pt x="1075503" y="1291936"/>
                  </a:lnTo>
                  <a:close/>
                  <a:moveTo>
                    <a:pt x="7080660" y="1265589"/>
                  </a:moveTo>
                  <a:cubicBezTo>
                    <a:pt x="7203656" y="1278860"/>
                    <a:pt x="7329553" y="1293596"/>
                    <a:pt x="7463327" y="1283528"/>
                  </a:cubicBezTo>
                  <a:cubicBezTo>
                    <a:pt x="7333534" y="1281647"/>
                    <a:pt x="7206467" y="1275758"/>
                    <a:pt x="7080660" y="1265589"/>
                  </a:cubicBezTo>
                  <a:close/>
                  <a:moveTo>
                    <a:pt x="1345633" y="1263657"/>
                  </a:moveTo>
                  <a:cubicBezTo>
                    <a:pt x="1348017" y="1264020"/>
                    <a:pt x="1350491" y="1265482"/>
                    <a:pt x="1353185" y="1268688"/>
                  </a:cubicBezTo>
                  <a:lnTo>
                    <a:pt x="1322997" y="1272510"/>
                  </a:lnTo>
                  <a:cubicBezTo>
                    <a:pt x="1332122" y="1271355"/>
                    <a:pt x="1338477" y="1262567"/>
                    <a:pt x="1345633" y="1263657"/>
                  </a:cubicBezTo>
                  <a:close/>
                  <a:moveTo>
                    <a:pt x="1995738" y="1249149"/>
                  </a:moveTo>
                  <a:cubicBezTo>
                    <a:pt x="1937307" y="1275773"/>
                    <a:pt x="1827070" y="1280114"/>
                    <a:pt x="1769683" y="1289668"/>
                  </a:cubicBezTo>
                  <a:cubicBezTo>
                    <a:pt x="1798531" y="1275258"/>
                    <a:pt x="1838516" y="1268365"/>
                    <a:pt x="1879554" y="1263456"/>
                  </a:cubicBezTo>
                  <a:cubicBezTo>
                    <a:pt x="1920591" y="1258547"/>
                    <a:pt x="1962681" y="1255623"/>
                    <a:pt x="1995738" y="1249149"/>
                  </a:cubicBezTo>
                  <a:close/>
                  <a:moveTo>
                    <a:pt x="2636170" y="1241782"/>
                  </a:moveTo>
                  <a:cubicBezTo>
                    <a:pt x="2437942" y="1281525"/>
                    <a:pt x="2244967" y="1294050"/>
                    <a:pt x="2039769" y="1307665"/>
                  </a:cubicBezTo>
                  <a:lnTo>
                    <a:pt x="2050451" y="1294411"/>
                  </a:lnTo>
                  <a:close/>
                  <a:moveTo>
                    <a:pt x="1755675" y="1229640"/>
                  </a:moveTo>
                  <a:lnTo>
                    <a:pt x="1652496" y="1242701"/>
                  </a:lnTo>
                  <a:lnTo>
                    <a:pt x="1651583" y="1235492"/>
                  </a:lnTo>
                  <a:close/>
                  <a:moveTo>
                    <a:pt x="6629896" y="1194055"/>
                  </a:moveTo>
                  <a:cubicBezTo>
                    <a:pt x="6619542" y="1193635"/>
                    <a:pt x="6611540" y="1194161"/>
                    <a:pt x="6607248" y="1196421"/>
                  </a:cubicBezTo>
                  <a:cubicBezTo>
                    <a:pt x="6663252" y="1201234"/>
                    <a:pt x="6698361" y="1210982"/>
                    <a:pt x="6749892" y="1202169"/>
                  </a:cubicBezTo>
                  <a:cubicBezTo>
                    <a:pt x="6713181" y="1205100"/>
                    <a:pt x="6660957" y="1195316"/>
                    <a:pt x="6629896" y="1194055"/>
                  </a:cubicBezTo>
                  <a:close/>
                  <a:moveTo>
                    <a:pt x="1529107" y="1193772"/>
                  </a:moveTo>
                  <a:lnTo>
                    <a:pt x="1535877" y="1200240"/>
                  </a:lnTo>
                  <a:lnTo>
                    <a:pt x="1363428" y="1226647"/>
                  </a:lnTo>
                  <a:close/>
                  <a:moveTo>
                    <a:pt x="1676123" y="1187064"/>
                  </a:moveTo>
                  <a:lnTo>
                    <a:pt x="1683059" y="1191222"/>
                  </a:lnTo>
                  <a:lnTo>
                    <a:pt x="1557053" y="1197559"/>
                  </a:lnTo>
                  <a:close/>
                  <a:moveTo>
                    <a:pt x="4790444" y="1167871"/>
                  </a:moveTo>
                  <a:cubicBezTo>
                    <a:pt x="4785839" y="1167653"/>
                    <a:pt x="4780573" y="1168549"/>
                    <a:pt x="4774718" y="1171121"/>
                  </a:cubicBezTo>
                  <a:cubicBezTo>
                    <a:pt x="4783900" y="1171332"/>
                    <a:pt x="4793026" y="1171092"/>
                    <a:pt x="4802209" y="1171303"/>
                  </a:cubicBezTo>
                  <a:cubicBezTo>
                    <a:pt x="4807113" y="1173886"/>
                    <a:pt x="4809936" y="1178108"/>
                    <a:pt x="4811294" y="1181598"/>
                  </a:cubicBezTo>
                  <a:cubicBezTo>
                    <a:pt x="4810113" y="1183120"/>
                    <a:pt x="4808933" y="1184643"/>
                    <a:pt x="4807695" y="1185716"/>
                  </a:cubicBezTo>
                  <a:cubicBezTo>
                    <a:pt x="4809047" y="1185545"/>
                    <a:pt x="4810456" y="1185824"/>
                    <a:pt x="4811865" y="1186103"/>
                  </a:cubicBezTo>
                  <a:cubicBezTo>
                    <a:pt x="4811191" y="1188020"/>
                    <a:pt x="4810462" y="1189485"/>
                    <a:pt x="4808266" y="1190221"/>
                  </a:cubicBezTo>
                  <a:cubicBezTo>
                    <a:pt x="4823300" y="1186029"/>
                    <a:pt x="4835562" y="1210571"/>
                    <a:pt x="4845332" y="1190107"/>
                  </a:cubicBezTo>
                  <a:cubicBezTo>
                    <a:pt x="4832328" y="1195873"/>
                    <a:pt x="4822683" y="1188396"/>
                    <a:pt x="4811865" y="1186103"/>
                  </a:cubicBezTo>
                  <a:cubicBezTo>
                    <a:pt x="4812144" y="1184694"/>
                    <a:pt x="4811916" y="1182892"/>
                    <a:pt x="4811688" y="1181090"/>
                  </a:cubicBezTo>
                  <a:cubicBezTo>
                    <a:pt x="4813881" y="1178524"/>
                    <a:pt x="4816045" y="1175731"/>
                    <a:pt x="4818591" y="1173693"/>
                  </a:cubicBezTo>
                  <a:lnTo>
                    <a:pt x="4825164" y="1171633"/>
                  </a:lnTo>
                  <a:lnTo>
                    <a:pt x="4848533" y="1171969"/>
                  </a:lnTo>
                  <a:lnTo>
                    <a:pt x="4885528" y="1174032"/>
                  </a:lnTo>
                  <a:cubicBezTo>
                    <a:pt x="4903952" y="1176735"/>
                    <a:pt x="4918609" y="1183120"/>
                    <a:pt x="4920662" y="1199340"/>
                  </a:cubicBezTo>
                  <a:cubicBezTo>
                    <a:pt x="4919749" y="1192131"/>
                    <a:pt x="4915741" y="1185772"/>
                    <a:pt x="4924575" y="1179618"/>
                  </a:cubicBezTo>
                  <a:cubicBezTo>
                    <a:pt x="4971377" y="1209401"/>
                    <a:pt x="5066118" y="1201986"/>
                    <a:pt x="5110199" y="1184961"/>
                  </a:cubicBezTo>
                  <a:cubicBezTo>
                    <a:pt x="5181281" y="1214875"/>
                    <a:pt x="5225020" y="1195146"/>
                    <a:pt x="5305353" y="1196880"/>
                  </a:cubicBezTo>
                  <a:cubicBezTo>
                    <a:pt x="5224582" y="1184444"/>
                    <a:pt x="5141960" y="1178193"/>
                    <a:pt x="5057950" y="1174980"/>
                  </a:cubicBezTo>
                  <a:lnTo>
                    <a:pt x="4848533" y="1171969"/>
                  </a:lnTo>
                  <a:lnTo>
                    <a:pt x="4827783" y="1170812"/>
                  </a:lnTo>
                  <a:lnTo>
                    <a:pt x="4825164" y="1171633"/>
                  </a:lnTo>
                  <a:lnTo>
                    <a:pt x="4802209" y="1171303"/>
                  </a:lnTo>
                  <a:cubicBezTo>
                    <a:pt x="4798995" y="1169422"/>
                    <a:pt x="4795049" y="1168089"/>
                    <a:pt x="4790444" y="1167871"/>
                  </a:cubicBezTo>
                  <a:close/>
                  <a:moveTo>
                    <a:pt x="3674124" y="1161113"/>
                  </a:moveTo>
                  <a:cubicBezTo>
                    <a:pt x="3648374" y="1160505"/>
                    <a:pt x="3622756" y="1161505"/>
                    <a:pt x="3602280" y="1166136"/>
                  </a:cubicBezTo>
                  <a:cubicBezTo>
                    <a:pt x="3588630" y="1169222"/>
                    <a:pt x="3577265" y="1173922"/>
                    <a:pt x="3569671" y="1180835"/>
                  </a:cubicBezTo>
                  <a:cubicBezTo>
                    <a:pt x="3643126" y="1178861"/>
                    <a:pt x="3726247" y="1199011"/>
                    <a:pt x="3790593" y="1172096"/>
                  </a:cubicBezTo>
                  <a:lnTo>
                    <a:pt x="3747326" y="1170249"/>
                  </a:lnTo>
                  <a:lnTo>
                    <a:pt x="3746756" y="1165743"/>
                  </a:lnTo>
                  <a:cubicBezTo>
                    <a:pt x="3725756" y="1163938"/>
                    <a:pt x="3699874" y="1161721"/>
                    <a:pt x="3674124" y="1161113"/>
                  </a:cubicBezTo>
                  <a:close/>
                  <a:moveTo>
                    <a:pt x="7473033" y="1139469"/>
                  </a:moveTo>
                  <a:lnTo>
                    <a:pt x="7547057" y="1142000"/>
                  </a:lnTo>
                  <a:lnTo>
                    <a:pt x="7474516" y="1151183"/>
                  </a:lnTo>
                  <a:close/>
                  <a:moveTo>
                    <a:pt x="7756550" y="1136998"/>
                  </a:moveTo>
                  <a:lnTo>
                    <a:pt x="7793903" y="1139136"/>
                  </a:lnTo>
                  <a:lnTo>
                    <a:pt x="7757405" y="1143756"/>
                  </a:lnTo>
                  <a:close/>
                  <a:moveTo>
                    <a:pt x="2838173" y="1130604"/>
                  </a:moveTo>
                  <a:lnTo>
                    <a:pt x="2845393" y="1137015"/>
                  </a:lnTo>
                  <a:lnTo>
                    <a:pt x="2801676" y="1135224"/>
                  </a:lnTo>
                  <a:close/>
                  <a:moveTo>
                    <a:pt x="7856282" y="1130152"/>
                  </a:moveTo>
                  <a:cubicBezTo>
                    <a:pt x="7865739" y="1129812"/>
                    <a:pt x="7875797" y="1131515"/>
                    <a:pt x="7885658" y="1133472"/>
                  </a:cubicBezTo>
                  <a:cubicBezTo>
                    <a:pt x="7867743" y="1132993"/>
                    <a:pt x="7848770" y="1138599"/>
                    <a:pt x="7830519" y="1139078"/>
                  </a:cubicBezTo>
                  <a:cubicBezTo>
                    <a:pt x="7837972" y="1132870"/>
                    <a:pt x="7846826" y="1130490"/>
                    <a:pt x="7856282" y="1130152"/>
                  </a:cubicBezTo>
                  <a:close/>
                  <a:moveTo>
                    <a:pt x="3096788" y="1126707"/>
                  </a:moveTo>
                  <a:cubicBezTo>
                    <a:pt x="3084623" y="1128247"/>
                    <a:pt x="3082666" y="1138108"/>
                    <a:pt x="3067512" y="1137738"/>
                  </a:cubicBezTo>
                  <a:lnTo>
                    <a:pt x="3077094" y="1141103"/>
                  </a:lnTo>
                  <a:cubicBezTo>
                    <a:pt x="3086106" y="1139962"/>
                    <a:pt x="3097644" y="1133466"/>
                    <a:pt x="3096788" y="1126707"/>
                  </a:cubicBezTo>
                  <a:close/>
                  <a:moveTo>
                    <a:pt x="6442688" y="1115165"/>
                  </a:moveTo>
                  <a:lnTo>
                    <a:pt x="6444135" y="1115621"/>
                  </a:lnTo>
                  <a:lnTo>
                    <a:pt x="6443292" y="1115663"/>
                  </a:lnTo>
                  <a:close/>
                  <a:moveTo>
                    <a:pt x="2922865" y="1087438"/>
                  </a:moveTo>
                  <a:cubicBezTo>
                    <a:pt x="2928720" y="1088270"/>
                    <a:pt x="2934214" y="1090979"/>
                    <a:pt x="2938672" y="1096365"/>
                  </a:cubicBezTo>
                  <a:lnTo>
                    <a:pt x="2878473" y="1109022"/>
                  </a:lnTo>
                  <a:cubicBezTo>
                    <a:pt x="2884457" y="1099338"/>
                    <a:pt x="2905296" y="1084941"/>
                    <a:pt x="2922865" y="1087438"/>
                  </a:cubicBezTo>
                  <a:close/>
                  <a:moveTo>
                    <a:pt x="8008877" y="1083540"/>
                  </a:moveTo>
                  <a:lnTo>
                    <a:pt x="8009504" y="1088496"/>
                  </a:lnTo>
                  <a:cubicBezTo>
                    <a:pt x="8004434" y="1088222"/>
                    <a:pt x="7998743" y="1086654"/>
                    <a:pt x="7993108" y="1085536"/>
                  </a:cubicBezTo>
                  <a:cubicBezTo>
                    <a:pt x="7998066" y="1084909"/>
                    <a:pt x="8003358" y="1083323"/>
                    <a:pt x="8008877" y="1083540"/>
                  </a:cubicBezTo>
                  <a:close/>
                  <a:moveTo>
                    <a:pt x="5512300" y="1077752"/>
                  </a:moveTo>
                  <a:cubicBezTo>
                    <a:pt x="5510445" y="1081191"/>
                    <a:pt x="5508084" y="1084237"/>
                    <a:pt x="5505665" y="1086831"/>
                  </a:cubicBezTo>
                  <a:cubicBezTo>
                    <a:pt x="5505159" y="1086438"/>
                    <a:pt x="5504706" y="1086496"/>
                    <a:pt x="5504200" y="1086101"/>
                  </a:cubicBezTo>
                  <a:close/>
                  <a:moveTo>
                    <a:pt x="2147426" y="1058734"/>
                  </a:moveTo>
                  <a:cubicBezTo>
                    <a:pt x="2148909" y="1070449"/>
                    <a:pt x="2123666" y="1066320"/>
                    <a:pt x="2111841" y="1070563"/>
                  </a:cubicBezTo>
                  <a:cubicBezTo>
                    <a:pt x="2115577" y="1063911"/>
                    <a:pt x="2121503" y="1061901"/>
                    <a:pt x="2127980" y="1061081"/>
                  </a:cubicBezTo>
                  <a:cubicBezTo>
                    <a:pt x="2134459" y="1060261"/>
                    <a:pt x="2141487" y="1060631"/>
                    <a:pt x="2147426" y="1058734"/>
                  </a:cubicBezTo>
                  <a:close/>
                  <a:moveTo>
                    <a:pt x="3104153" y="1057021"/>
                  </a:moveTo>
                  <a:lnTo>
                    <a:pt x="3080029" y="1063022"/>
                  </a:lnTo>
                  <a:cubicBezTo>
                    <a:pt x="3064066" y="1068018"/>
                    <a:pt x="3048712" y="1074197"/>
                    <a:pt x="3032437" y="1077630"/>
                  </a:cubicBezTo>
                  <a:cubicBezTo>
                    <a:pt x="3034131" y="1080162"/>
                    <a:pt x="3036555" y="1081229"/>
                    <a:pt x="3038921" y="1081845"/>
                  </a:cubicBezTo>
                  <a:cubicBezTo>
                    <a:pt x="2999551" y="1085455"/>
                    <a:pt x="2935370" y="1110060"/>
                    <a:pt x="2936157" y="1072880"/>
                  </a:cubicBezTo>
                  <a:cubicBezTo>
                    <a:pt x="2963588" y="1070781"/>
                    <a:pt x="2996788" y="1065434"/>
                    <a:pt x="3030918" y="1061113"/>
                  </a:cubicBezTo>
                  <a:close/>
                  <a:moveTo>
                    <a:pt x="3131266" y="1055506"/>
                  </a:moveTo>
                  <a:lnTo>
                    <a:pt x="3104153" y="1057021"/>
                  </a:lnTo>
                  <a:lnTo>
                    <a:pt x="3104619" y="1056905"/>
                  </a:lnTo>
                  <a:cubicBezTo>
                    <a:pt x="3113095" y="1055488"/>
                    <a:pt x="3121914" y="1054858"/>
                    <a:pt x="3131266" y="1055506"/>
                  </a:cubicBezTo>
                  <a:close/>
                  <a:moveTo>
                    <a:pt x="3679826" y="1052901"/>
                  </a:moveTo>
                  <a:lnTo>
                    <a:pt x="3701858" y="1056979"/>
                  </a:lnTo>
                  <a:lnTo>
                    <a:pt x="3674824" y="1060401"/>
                  </a:lnTo>
                  <a:close/>
                  <a:moveTo>
                    <a:pt x="3187106" y="1046721"/>
                  </a:moveTo>
                  <a:cubicBezTo>
                    <a:pt x="3211798" y="1044796"/>
                    <a:pt x="3233966" y="1050402"/>
                    <a:pt x="3256821" y="1049225"/>
                  </a:cubicBezTo>
                  <a:cubicBezTo>
                    <a:pt x="3233973" y="1064020"/>
                    <a:pt x="3180863" y="1035036"/>
                    <a:pt x="3169992" y="1072119"/>
                  </a:cubicBezTo>
                  <a:lnTo>
                    <a:pt x="3164135" y="1072860"/>
                  </a:lnTo>
                  <a:lnTo>
                    <a:pt x="3161454" y="1051684"/>
                  </a:lnTo>
                  <a:cubicBezTo>
                    <a:pt x="3170364" y="1048840"/>
                    <a:pt x="3178876" y="1047362"/>
                    <a:pt x="3187106" y="1046721"/>
                  </a:cubicBezTo>
                  <a:close/>
                  <a:moveTo>
                    <a:pt x="3382033" y="1040242"/>
                  </a:moveTo>
                  <a:lnTo>
                    <a:pt x="3303183" y="1050224"/>
                  </a:lnTo>
                  <a:lnTo>
                    <a:pt x="3308185" y="1042723"/>
                  </a:lnTo>
                  <a:close/>
                  <a:moveTo>
                    <a:pt x="5484903" y="1031320"/>
                  </a:moveTo>
                  <a:lnTo>
                    <a:pt x="5507566" y="1040353"/>
                  </a:lnTo>
                  <a:lnTo>
                    <a:pt x="5493440" y="1051755"/>
                  </a:lnTo>
                  <a:close/>
                  <a:moveTo>
                    <a:pt x="3531573" y="1026149"/>
                  </a:moveTo>
                  <a:cubicBezTo>
                    <a:pt x="3550167" y="1026762"/>
                    <a:pt x="3568819" y="1027641"/>
                    <a:pt x="3587174" y="1026176"/>
                  </a:cubicBezTo>
                  <a:cubicBezTo>
                    <a:pt x="3591360" y="1037548"/>
                    <a:pt x="3573053" y="1037577"/>
                    <a:pt x="3561280" y="1038609"/>
                  </a:cubicBezTo>
                  <a:cubicBezTo>
                    <a:pt x="3518950" y="1022452"/>
                    <a:pt x="3488004" y="1045596"/>
                    <a:pt x="3440728" y="1037389"/>
                  </a:cubicBezTo>
                  <a:cubicBezTo>
                    <a:pt x="3452339" y="1032372"/>
                    <a:pt x="3464238" y="1029406"/>
                    <a:pt x="3476321" y="1027719"/>
                  </a:cubicBezTo>
                  <a:cubicBezTo>
                    <a:pt x="3494444" y="1025189"/>
                    <a:pt x="3512980" y="1025536"/>
                    <a:pt x="3531573" y="1026149"/>
                  </a:cubicBezTo>
                  <a:close/>
                  <a:moveTo>
                    <a:pt x="3698713" y="1022185"/>
                  </a:moveTo>
                  <a:cubicBezTo>
                    <a:pt x="3714294" y="1020499"/>
                    <a:pt x="3729572" y="1019137"/>
                    <a:pt x="3750139" y="1022484"/>
                  </a:cubicBezTo>
                  <a:cubicBezTo>
                    <a:pt x="3720520" y="1030812"/>
                    <a:pt x="3664331" y="1049827"/>
                    <a:pt x="3645474" y="1023832"/>
                  </a:cubicBezTo>
                  <a:cubicBezTo>
                    <a:pt x="3667250" y="1025882"/>
                    <a:pt x="3683133" y="1023871"/>
                    <a:pt x="3698713" y="1022185"/>
                  </a:cubicBezTo>
                  <a:close/>
                  <a:moveTo>
                    <a:pt x="4755725" y="1021081"/>
                  </a:moveTo>
                  <a:lnTo>
                    <a:pt x="4792398" y="1021474"/>
                  </a:lnTo>
                  <a:lnTo>
                    <a:pt x="4794452" y="1037694"/>
                  </a:lnTo>
                  <a:close/>
                  <a:moveTo>
                    <a:pt x="787964" y="1018527"/>
                  </a:moveTo>
                  <a:cubicBezTo>
                    <a:pt x="806211" y="1016217"/>
                    <a:pt x="824759" y="1016273"/>
                    <a:pt x="840452" y="1019092"/>
                  </a:cubicBezTo>
                  <a:lnTo>
                    <a:pt x="737271" y="1032153"/>
                  </a:lnTo>
                  <a:cubicBezTo>
                    <a:pt x="751766" y="1025513"/>
                    <a:pt x="769715" y="1020837"/>
                    <a:pt x="787964" y="1018527"/>
                  </a:cubicBezTo>
                  <a:close/>
                  <a:moveTo>
                    <a:pt x="3956025" y="1017937"/>
                  </a:moveTo>
                  <a:cubicBezTo>
                    <a:pt x="3898164" y="1049067"/>
                    <a:pt x="3838285" y="1013615"/>
                    <a:pt x="3782379" y="1034884"/>
                  </a:cubicBezTo>
                  <a:lnTo>
                    <a:pt x="3780326" y="1018663"/>
                  </a:lnTo>
                  <a:close/>
                  <a:moveTo>
                    <a:pt x="1161567" y="995382"/>
                  </a:moveTo>
                  <a:cubicBezTo>
                    <a:pt x="1160112" y="1001975"/>
                    <a:pt x="1147326" y="1002219"/>
                    <a:pt x="1134651" y="1003367"/>
                  </a:cubicBezTo>
                  <a:cubicBezTo>
                    <a:pt x="1142871" y="999579"/>
                    <a:pt x="1149001" y="993767"/>
                    <a:pt x="1161567" y="995382"/>
                  </a:cubicBezTo>
                  <a:close/>
                  <a:moveTo>
                    <a:pt x="852983" y="992979"/>
                  </a:moveTo>
                  <a:cubicBezTo>
                    <a:pt x="864687" y="994909"/>
                    <a:pt x="866926" y="1008531"/>
                    <a:pt x="876948" y="1014472"/>
                  </a:cubicBezTo>
                  <a:cubicBezTo>
                    <a:pt x="853244" y="1022509"/>
                    <a:pt x="864687" y="989931"/>
                    <a:pt x="837486" y="995662"/>
                  </a:cubicBezTo>
                  <a:cubicBezTo>
                    <a:pt x="844129" y="992990"/>
                    <a:pt x="849082" y="992334"/>
                    <a:pt x="852983" y="992979"/>
                  </a:cubicBezTo>
                  <a:close/>
                  <a:moveTo>
                    <a:pt x="5061257" y="975538"/>
                  </a:moveTo>
                  <a:lnTo>
                    <a:pt x="5071124" y="981156"/>
                  </a:lnTo>
                  <a:lnTo>
                    <a:pt x="5024762" y="980157"/>
                  </a:lnTo>
                  <a:close/>
                  <a:moveTo>
                    <a:pt x="4853887" y="968369"/>
                  </a:moveTo>
                  <a:lnTo>
                    <a:pt x="4884645" y="969053"/>
                  </a:lnTo>
                  <a:lnTo>
                    <a:pt x="4854456" y="972875"/>
                  </a:lnTo>
                  <a:close/>
                  <a:moveTo>
                    <a:pt x="5793988" y="955435"/>
                  </a:moveTo>
                  <a:cubicBezTo>
                    <a:pt x="5814281" y="956922"/>
                    <a:pt x="5830580" y="971081"/>
                    <a:pt x="5853223" y="968215"/>
                  </a:cubicBezTo>
                  <a:cubicBezTo>
                    <a:pt x="5832331" y="973148"/>
                    <a:pt x="5794921" y="970559"/>
                    <a:pt x="5771977" y="959273"/>
                  </a:cubicBezTo>
                  <a:cubicBezTo>
                    <a:pt x="5780013" y="955852"/>
                    <a:pt x="5787223" y="954940"/>
                    <a:pt x="5793988" y="955435"/>
                  </a:cubicBezTo>
                  <a:close/>
                  <a:moveTo>
                    <a:pt x="4338120" y="940728"/>
                  </a:moveTo>
                  <a:lnTo>
                    <a:pt x="4363364" y="944857"/>
                  </a:lnTo>
                  <a:lnTo>
                    <a:pt x="4348044" y="946797"/>
                  </a:lnTo>
                  <a:close/>
                  <a:moveTo>
                    <a:pt x="8958236" y="934521"/>
                  </a:moveTo>
                  <a:cubicBezTo>
                    <a:pt x="8950748" y="936842"/>
                    <a:pt x="8940957" y="942659"/>
                    <a:pt x="8930035" y="946789"/>
                  </a:cubicBezTo>
                  <a:cubicBezTo>
                    <a:pt x="8913699" y="947940"/>
                    <a:pt x="8897638" y="944023"/>
                    <a:pt x="8892182" y="947918"/>
                  </a:cubicBezTo>
                  <a:cubicBezTo>
                    <a:pt x="8905261" y="953587"/>
                    <a:pt x="8918211" y="951033"/>
                    <a:pt x="8930035" y="946789"/>
                  </a:cubicBezTo>
                  <a:cubicBezTo>
                    <a:pt x="8940455" y="945927"/>
                    <a:pt x="8951096" y="943206"/>
                    <a:pt x="8958236" y="934521"/>
                  </a:cubicBezTo>
                  <a:close/>
                  <a:moveTo>
                    <a:pt x="7557699" y="933274"/>
                  </a:moveTo>
                  <a:lnTo>
                    <a:pt x="7493542" y="936360"/>
                  </a:lnTo>
                  <a:lnTo>
                    <a:pt x="7611912" y="945639"/>
                  </a:lnTo>
                  <a:close/>
                  <a:moveTo>
                    <a:pt x="1612456" y="926401"/>
                  </a:moveTo>
                  <a:lnTo>
                    <a:pt x="1451602" y="946763"/>
                  </a:lnTo>
                  <a:lnTo>
                    <a:pt x="1459986" y="940666"/>
                  </a:lnTo>
                  <a:close/>
                  <a:moveTo>
                    <a:pt x="7419558" y="925791"/>
                  </a:moveTo>
                  <a:cubicBezTo>
                    <a:pt x="7396193" y="923620"/>
                    <a:pt x="7367052" y="930742"/>
                    <a:pt x="7350956" y="931063"/>
                  </a:cubicBezTo>
                  <a:lnTo>
                    <a:pt x="7440300" y="931655"/>
                  </a:lnTo>
                  <a:cubicBezTo>
                    <a:pt x="7434492" y="928270"/>
                    <a:pt x="7427346" y="926514"/>
                    <a:pt x="7419558" y="925791"/>
                  </a:cubicBezTo>
                  <a:close/>
                  <a:moveTo>
                    <a:pt x="1855695" y="923993"/>
                  </a:moveTo>
                  <a:lnTo>
                    <a:pt x="1784184" y="944947"/>
                  </a:lnTo>
                  <a:lnTo>
                    <a:pt x="1857178" y="935707"/>
                  </a:lnTo>
                  <a:close/>
                  <a:moveTo>
                    <a:pt x="2007627" y="901084"/>
                  </a:moveTo>
                  <a:cubicBezTo>
                    <a:pt x="1994852" y="901084"/>
                    <a:pt x="1980375" y="903117"/>
                    <a:pt x="1965952" y="906259"/>
                  </a:cubicBezTo>
                  <a:cubicBezTo>
                    <a:pt x="1937105" y="912543"/>
                    <a:pt x="1908476" y="923263"/>
                    <a:pt x="1894124" y="931030"/>
                  </a:cubicBezTo>
                  <a:cubicBezTo>
                    <a:pt x="1933038" y="923815"/>
                    <a:pt x="1997425" y="922531"/>
                    <a:pt x="2039087" y="908102"/>
                  </a:cubicBezTo>
                  <a:cubicBezTo>
                    <a:pt x="2031475" y="903115"/>
                    <a:pt x="2020402" y="901083"/>
                    <a:pt x="2007627" y="901084"/>
                  </a:cubicBezTo>
                  <a:close/>
                  <a:moveTo>
                    <a:pt x="9293189" y="897155"/>
                  </a:moveTo>
                  <a:cubicBezTo>
                    <a:pt x="9196785" y="916684"/>
                    <a:pt x="9090894" y="930088"/>
                    <a:pt x="8998775" y="958229"/>
                  </a:cubicBezTo>
                  <a:cubicBezTo>
                    <a:pt x="9002212" y="960084"/>
                    <a:pt x="9008354" y="961594"/>
                    <a:pt x="9006114" y="969203"/>
                  </a:cubicBezTo>
                  <a:cubicBezTo>
                    <a:pt x="9049040" y="968347"/>
                    <a:pt x="9086827" y="923278"/>
                    <a:pt x="9114125" y="943627"/>
                  </a:cubicBezTo>
                  <a:cubicBezTo>
                    <a:pt x="9160229" y="920853"/>
                    <a:pt x="9233218" y="911613"/>
                    <a:pt x="9293189" y="897155"/>
                  </a:cubicBezTo>
                  <a:close/>
                  <a:moveTo>
                    <a:pt x="2103839" y="888003"/>
                  </a:moveTo>
                  <a:lnTo>
                    <a:pt x="2120641" y="897778"/>
                  </a:lnTo>
                  <a:cubicBezTo>
                    <a:pt x="2113198" y="893227"/>
                    <a:pt x="2106662" y="892223"/>
                    <a:pt x="2100468" y="893923"/>
                  </a:cubicBezTo>
                  <a:cubicBezTo>
                    <a:pt x="2101649" y="892401"/>
                    <a:pt x="2102772" y="890427"/>
                    <a:pt x="2103839" y="888003"/>
                  </a:cubicBezTo>
                  <a:close/>
                  <a:moveTo>
                    <a:pt x="9410425" y="864919"/>
                  </a:moveTo>
                  <a:cubicBezTo>
                    <a:pt x="9363558" y="867189"/>
                    <a:pt x="9328038" y="883130"/>
                    <a:pt x="9317463" y="893624"/>
                  </a:cubicBezTo>
                  <a:lnTo>
                    <a:pt x="9324234" y="900092"/>
                  </a:lnTo>
                  <a:cubicBezTo>
                    <a:pt x="9327958" y="904198"/>
                    <a:pt x="9321992" y="907700"/>
                    <a:pt x="9319574" y="910296"/>
                  </a:cubicBezTo>
                  <a:cubicBezTo>
                    <a:pt x="9364797" y="902281"/>
                    <a:pt x="9418690" y="890424"/>
                    <a:pt x="9453417" y="871837"/>
                  </a:cubicBezTo>
                  <a:cubicBezTo>
                    <a:pt x="9435109" y="871865"/>
                    <a:pt x="9417492" y="880962"/>
                    <a:pt x="9400689" y="871186"/>
                  </a:cubicBezTo>
                  <a:cubicBezTo>
                    <a:pt x="9404515" y="868871"/>
                    <a:pt x="9406933" y="866276"/>
                    <a:pt x="9410425" y="864919"/>
                  </a:cubicBezTo>
                  <a:close/>
                  <a:moveTo>
                    <a:pt x="10113946" y="851575"/>
                  </a:moveTo>
                  <a:cubicBezTo>
                    <a:pt x="10100523" y="850978"/>
                    <a:pt x="10087899" y="869914"/>
                    <a:pt x="10074399" y="855486"/>
                  </a:cubicBezTo>
                  <a:cubicBezTo>
                    <a:pt x="10064858" y="877753"/>
                    <a:pt x="10017582" y="869546"/>
                    <a:pt x="10033341" y="896392"/>
                  </a:cubicBezTo>
                  <a:cubicBezTo>
                    <a:pt x="10054420" y="867629"/>
                    <a:pt x="10106332" y="887152"/>
                    <a:pt x="10127697" y="860643"/>
                  </a:cubicBezTo>
                  <a:cubicBezTo>
                    <a:pt x="10122983" y="854144"/>
                    <a:pt x="10118420" y="851774"/>
                    <a:pt x="10113946" y="851575"/>
                  </a:cubicBezTo>
                  <a:close/>
                  <a:moveTo>
                    <a:pt x="6939533" y="823376"/>
                  </a:moveTo>
                  <a:lnTo>
                    <a:pt x="6952730" y="833607"/>
                  </a:lnTo>
                  <a:lnTo>
                    <a:pt x="6924216" y="825314"/>
                  </a:lnTo>
                  <a:close/>
                  <a:moveTo>
                    <a:pt x="4425900" y="806013"/>
                  </a:moveTo>
                  <a:cubicBezTo>
                    <a:pt x="4421572" y="811597"/>
                    <a:pt x="4413518" y="813074"/>
                    <a:pt x="4405351" y="813650"/>
                  </a:cubicBezTo>
                  <a:cubicBezTo>
                    <a:pt x="4401293" y="812333"/>
                    <a:pt x="4397684" y="810043"/>
                    <a:pt x="4394239" y="809505"/>
                  </a:cubicBezTo>
                  <a:cubicBezTo>
                    <a:pt x="4390795" y="808969"/>
                    <a:pt x="4387516" y="810185"/>
                    <a:pt x="4384117" y="815880"/>
                  </a:cubicBezTo>
                  <a:cubicBezTo>
                    <a:pt x="4389860" y="814237"/>
                    <a:pt x="4397633" y="814169"/>
                    <a:pt x="4405351" y="813650"/>
                  </a:cubicBezTo>
                  <a:cubicBezTo>
                    <a:pt x="4409634" y="814939"/>
                    <a:pt x="4414762" y="815663"/>
                    <a:pt x="4420612" y="811260"/>
                  </a:cubicBezTo>
                  <a:close/>
                  <a:moveTo>
                    <a:pt x="4441163" y="803623"/>
                  </a:moveTo>
                  <a:cubicBezTo>
                    <a:pt x="4448669" y="812286"/>
                    <a:pt x="4464729" y="816204"/>
                    <a:pt x="4478246" y="814493"/>
                  </a:cubicBezTo>
                  <a:cubicBezTo>
                    <a:pt x="4478753" y="814887"/>
                    <a:pt x="4479262" y="815280"/>
                    <a:pt x="4479768" y="815675"/>
                  </a:cubicBezTo>
                  <a:cubicBezTo>
                    <a:pt x="4480163" y="815166"/>
                    <a:pt x="4480556" y="814659"/>
                    <a:pt x="4481400" y="814094"/>
                  </a:cubicBezTo>
                  <a:cubicBezTo>
                    <a:pt x="4486751" y="812959"/>
                    <a:pt x="4491028" y="810587"/>
                    <a:pt x="4494233" y="806976"/>
                  </a:cubicBezTo>
                  <a:cubicBezTo>
                    <a:pt x="4488541" y="805407"/>
                    <a:pt x="4484155" y="810540"/>
                    <a:pt x="4481400" y="814094"/>
                  </a:cubicBezTo>
                  <a:cubicBezTo>
                    <a:pt x="4480500" y="814208"/>
                    <a:pt x="4479148" y="814379"/>
                    <a:pt x="4478246" y="814493"/>
                  </a:cubicBezTo>
                  <a:cubicBezTo>
                    <a:pt x="4467923" y="805271"/>
                    <a:pt x="4453447" y="806646"/>
                    <a:pt x="4441163" y="803623"/>
                  </a:cubicBezTo>
                  <a:close/>
                  <a:moveTo>
                    <a:pt x="2922148" y="795858"/>
                  </a:moveTo>
                  <a:lnTo>
                    <a:pt x="2959842" y="800700"/>
                  </a:lnTo>
                  <a:cubicBezTo>
                    <a:pt x="2961324" y="812415"/>
                    <a:pt x="2936138" y="808737"/>
                    <a:pt x="2924258" y="812529"/>
                  </a:cubicBezTo>
                  <a:close/>
                  <a:moveTo>
                    <a:pt x="4291699" y="794618"/>
                  </a:moveTo>
                  <a:cubicBezTo>
                    <a:pt x="4300915" y="816798"/>
                    <a:pt x="4350490" y="817848"/>
                    <a:pt x="4352907" y="815253"/>
                  </a:cubicBezTo>
                  <a:close/>
                  <a:moveTo>
                    <a:pt x="4167484" y="784363"/>
                  </a:moveTo>
                  <a:cubicBezTo>
                    <a:pt x="4163768" y="785749"/>
                    <a:pt x="4160466" y="790401"/>
                    <a:pt x="4150933" y="800077"/>
                  </a:cubicBezTo>
                  <a:cubicBezTo>
                    <a:pt x="4138767" y="801617"/>
                    <a:pt x="4130976" y="790701"/>
                    <a:pt x="4121394" y="787336"/>
                  </a:cubicBezTo>
                  <a:cubicBezTo>
                    <a:pt x="4043458" y="804527"/>
                    <a:pt x="3952750" y="796782"/>
                    <a:pt x="3862835" y="791683"/>
                  </a:cubicBezTo>
                  <a:cubicBezTo>
                    <a:pt x="3660125" y="774313"/>
                    <a:pt x="3433785" y="812577"/>
                    <a:pt x="3261262" y="791385"/>
                  </a:cubicBezTo>
                  <a:cubicBezTo>
                    <a:pt x="3227731" y="819435"/>
                    <a:pt x="3216854" y="780526"/>
                    <a:pt x="3181214" y="791905"/>
                  </a:cubicBezTo>
                  <a:lnTo>
                    <a:pt x="3209897" y="797887"/>
                  </a:lnTo>
                  <a:cubicBezTo>
                    <a:pt x="3207655" y="805495"/>
                    <a:pt x="3198644" y="806636"/>
                    <a:pt x="3189632" y="807777"/>
                  </a:cubicBezTo>
                  <a:cubicBezTo>
                    <a:pt x="3541636" y="796636"/>
                    <a:pt x="3876592" y="799098"/>
                    <a:pt x="4216117" y="805102"/>
                  </a:cubicBezTo>
                  <a:cubicBezTo>
                    <a:pt x="4197752" y="804680"/>
                    <a:pt x="4183214" y="801942"/>
                    <a:pt x="4186516" y="788248"/>
                  </a:cubicBezTo>
                  <a:cubicBezTo>
                    <a:pt x="4175329" y="784858"/>
                    <a:pt x="4171199" y="782977"/>
                    <a:pt x="4167484" y="784363"/>
                  </a:cubicBezTo>
                  <a:close/>
                  <a:moveTo>
                    <a:pt x="9772819" y="762278"/>
                  </a:moveTo>
                  <a:cubicBezTo>
                    <a:pt x="9679220" y="778704"/>
                    <a:pt x="9564502" y="798261"/>
                    <a:pt x="9480462" y="839572"/>
                  </a:cubicBezTo>
                  <a:cubicBezTo>
                    <a:pt x="9506847" y="852713"/>
                    <a:pt x="9548914" y="845098"/>
                    <a:pt x="9571454" y="849569"/>
                  </a:cubicBezTo>
                  <a:cubicBezTo>
                    <a:pt x="9591719" y="839679"/>
                    <a:pt x="9622250" y="838561"/>
                    <a:pt x="9641767" y="819153"/>
                  </a:cubicBezTo>
                  <a:cubicBezTo>
                    <a:pt x="9632756" y="820293"/>
                    <a:pt x="9623744" y="821434"/>
                    <a:pt x="9616523" y="815024"/>
                  </a:cubicBezTo>
                  <a:cubicBezTo>
                    <a:pt x="9661255" y="781436"/>
                    <a:pt x="9717542" y="788502"/>
                    <a:pt x="9772819" y="762278"/>
                  </a:cubicBezTo>
                  <a:close/>
                  <a:moveTo>
                    <a:pt x="8152293" y="755461"/>
                  </a:moveTo>
                  <a:cubicBezTo>
                    <a:pt x="8133038" y="762476"/>
                    <a:pt x="8106321" y="753956"/>
                    <a:pt x="8095250" y="771380"/>
                  </a:cubicBezTo>
                  <a:cubicBezTo>
                    <a:pt x="8103470" y="767593"/>
                    <a:pt x="8136204" y="769400"/>
                    <a:pt x="8152293" y="755461"/>
                  </a:cubicBezTo>
                  <a:close/>
                  <a:moveTo>
                    <a:pt x="6874942" y="729007"/>
                  </a:moveTo>
                  <a:cubicBezTo>
                    <a:pt x="7019694" y="751426"/>
                    <a:pt x="7173859" y="750680"/>
                    <a:pt x="7323722" y="762838"/>
                  </a:cubicBezTo>
                  <a:cubicBezTo>
                    <a:pt x="7180263" y="775964"/>
                    <a:pt x="7019351" y="748723"/>
                    <a:pt x="6874942" y="729007"/>
                  </a:cubicBezTo>
                  <a:close/>
                  <a:moveTo>
                    <a:pt x="5622334" y="728262"/>
                  </a:moveTo>
                  <a:lnTo>
                    <a:pt x="5654575" y="740661"/>
                  </a:lnTo>
                  <a:lnTo>
                    <a:pt x="5579982" y="733623"/>
                  </a:lnTo>
                  <a:close/>
                  <a:moveTo>
                    <a:pt x="10085514" y="722694"/>
                  </a:moveTo>
                  <a:cubicBezTo>
                    <a:pt x="10075160" y="720457"/>
                    <a:pt x="10066563" y="721260"/>
                    <a:pt x="10059063" y="723775"/>
                  </a:cubicBezTo>
                  <a:cubicBezTo>
                    <a:pt x="10036564" y="731323"/>
                    <a:pt x="10023935" y="754294"/>
                    <a:pt x="10003323" y="756903"/>
                  </a:cubicBezTo>
                  <a:lnTo>
                    <a:pt x="10082172" y="746921"/>
                  </a:lnTo>
                  <a:cubicBezTo>
                    <a:pt x="10070007" y="748462"/>
                    <a:pt x="10065656" y="739399"/>
                    <a:pt x="10059513" y="737888"/>
                  </a:cubicBezTo>
                  <a:cubicBezTo>
                    <a:pt x="10064458" y="729937"/>
                    <a:pt x="10072778" y="719728"/>
                    <a:pt x="10085514" y="722694"/>
                  </a:cubicBezTo>
                  <a:close/>
                  <a:moveTo>
                    <a:pt x="5508768" y="714428"/>
                  </a:moveTo>
                  <a:cubicBezTo>
                    <a:pt x="5515072" y="715404"/>
                    <a:pt x="5520809" y="718225"/>
                    <a:pt x="5526056" y="723513"/>
                  </a:cubicBezTo>
                  <a:cubicBezTo>
                    <a:pt x="5513606" y="722799"/>
                    <a:pt x="5487033" y="733487"/>
                    <a:pt x="5488075" y="716417"/>
                  </a:cubicBezTo>
                  <a:cubicBezTo>
                    <a:pt x="5495593" y="714322"/>
                    <a:pt x="5502464" y="713452"/>
                    <a:pt x="5508768" y="714428"/>
                  </a:cubicBezTo>
                  <a:close/>
                  <a:moveTo>
                    <a:pt x="5381928" y="706049"/>
                  </a:moveTo>
                  <a:cubicBezTo>
                    <a:pt x="5383697" y="720017"/>
                    <a:pt x="5414171" y="718448"/>
                    <a:pt x="5430399" y="723718"/>
                  </a:cubicBezTo>
                  <a:cubicBezTo>
                    <a:pt x="5411769" y="732028"/>
                    <a:pt x="5383645" y="723228"/>
                    <a:pt x="5361668" y="719601"/>
                  </a:cubicBezTo>
                  <a:cubicBezTo>
                    <a:pt x="5369718" y="718124"/>
                    <a:pt x="5376984" y="713999"/>
                    <a:pt x="5381928" y="706049"/>
                  </a:cubicBezTo>
                  <a:close/>
                  <a:moveTo>
                    <a:pt x="5237500" y="695220"/>
                  </a:moveTo>
                  <a:cubicBezTo>
                    <a:pt x="5271394" y="691744"/>
                    <a:pt x="5311440" y="720580"/>
                    <a:pt x="5325170" y="720558"/>
                  </a:cubicBezTo>
                  <a:lnTo>
                    <a:pt x="5206858" y="711730"/>
                  </a:lnTo>
                  <a:cubicBezTo>
                    <a:pt x="5215587" y="701126"/>
                    <a:pt x="5226202" y="696377"/>
                    <a:pt x="5237500" y="695220"/>
                  </a:cubicBezTo>
                  <a:close/>
                  <a:moveTo>
                    <a:pt x="5109033" y="691153"/>
                  </a:moveTo>
                  <a:lnTo>
                    <a:pt x="5153440" y="702012"/>
                  </a:lnTo>
                  <a:cubicBezTo>
                    <a:pt x="5137778" y="701248"/>
                    <a:pt x="5102479" y="715329"/>
                    <a:pt x="5109033" y="691153"/>
                  </a:cubicBezTo>
                  <a:close/>
                  <a:moveTo>
                    <a:pt x="9915388" y="688680"/>
                  </a:moveTo>
                  <a:cubicBezTo>
                    <a:pt x="9899679" y="688108"/>
                    <a:pt x="9883150" y="688626"/>
                    <a:pt x="9867191" y="690475"/>
                  </a:cubicBezTo>
                  <a:cubicBezTo>
                    <a:pt x="9835270" y="694173"/>
                    <a:pt x="9805625" y="703190"/>
                    <a:pt x="9789370" y="719439"/>
                  </a:cubicBezTo>
                  <a:cubicBezTo>
                    <a:pt x="9818839" y="706324"/>
                    <a:pt x="9846293" y="700789"/>
                    <a:pt x="9874075" y="698302"/>
                  </a:cubicBezTo>
                  <a:lnTo>
                    <a:pt x="9960035" y="695478"/>
                  </a:lnTo>
                  <a:lnTo>
                    <a:pt x="9960358" y="695962"/>
                  </a:lnTo>
                  <a:lnTo>
                    <a:pt x="9963468" y="695847"/>
                  </a:lnTo>
                  <a:lnTo>
                    <a:pt x="9969845" y="696765"/>
                  </a:lnTo>
                  <a:lnTo>
                    <a:pt x="9977842" y="695311"/>
                  </a:lnTo>
                  <a:lnTo>
                    <a:pt x="9980862" y="695199"/>
                  </a:lnTo>
                  <a:cubicBezTo>
                    <a:pt x="9982664" y="694971"/>
                    <a:pt x="9984466" y="694742"/>
                    <a:pt x="9986326" y="694964"/>
                  </a:cubicBezTo>
                  <a:cubicBezTo>
                    <a:pt x="9984523" y="695193"/>
                    <a:pt x="9982664" y="694971"/>
                    <a:pt x="9981256" y="694691"/>
                  </a:cubicBezTo>
                  <a:lnTo>
                    <a:pt x="9977842" y="695311"/>
                  </a:lnTo>
                  <a:lnTo>
                    <a:pt x="9963468" y="695847"/>
                  </a:lnTo>
                  <a:lnTo>
                    <a:pt x="9960751" y="695455"/>
                  </a:lnTo>
                  <a:lnTo>
                    <a:pt x="9960035" y="695478"/>
                  </a:lnTo>
                  <a:lnTo>
                    <a:pt x="9958664" y="693430"/>
                  </a:lnTo>
                  <a:cubicBezTo>
                    <a:pt x="9945986" y="690915"/>
                    <a:pt x="9931097" y="689252"/>
                    <a:pt x="9915388" y="688680"/>
                  </a:cubicBezTo>
                  <a:close/>
                  <a:moveTo>
                    <a:pt x="4538713" y="648444"/>
                  </a:moveTo>
                  <a:lnTo>
                    <a:pt x="4569529" y="649579"/>
                  </a:lnTo>
                  <a:lnTo>
                    <a:pt x="4570099" y="654084"/>
                  </a:lnTo>
                  <a:close/>
                  <a:moveTo>
                    <a:pt x="4718237" y="644531"/>
                  </a:moveTo>
                  <a:cubicBezTo>
                    <a:pt x="4727544" y="646571"/>
                    <a:pt x="4736966" y="651387"/>
                    <a:pt x="4746712" y="660568"/>
                  </a:cubicBezTo>
                  <a:cubicBezTo>
                    <a:pt x="4789800" y="657402"/>
                    <a:pt x="4822043" y="669801"/>
                    <a:pt x="4859737" y="674643"/>
                  </a:cubicBezTo>
                  <a:cubicBezTo>
                    <a:pt x="4781782" y="680849"/>
                    <a:pt x="4699578" y="671570"/>
                    <a:pt x="4631959" y="658155"/>
                  </a:cubicBezTo>
                  <a:cubicBezTo>
                    <a:pt x="4652942" y="657560"/>
                    <a:pt x="4671883" y="648982"/>
                    <a:pt x="4690454" y="645144"/>
                  </a:cubicBezTo>
                  <a:cubicBezTo>
                    <a:pt x="4699739" y="643224"/>
                    <a:pt x="4708930" y="642490"/>
                    <a:pt x="4718237" y="644531"/>
                  </a:cubicBezTo>
                  <a:close/>
                  <a:moveTo>
                    <a:pt x="9624986" y="643197"/>
                  </a:moveTo>
                  <a:lnTo>
                    <a:pt x="9611150" y="656850"/>
                  </a:lnTo>
                  <a:lnTo>
                    <a:pt x="9631755" y="649664"/>
                  </a:lnTo>
                  <a:close/>
                  <a:moveTo>
                    <a:pt x="4372841" y="629156"/>
                  </a:moveTo>
                  <a:lnTo>
                    <a:pt x="4374324" y="640871"/>
                  </a:lnTo>
                  <a:cubicBezTo>
                    <a:pt x="4400993" y="656265"/>
                    <a:pt x="4418007" y="620692"/>
                    <a:pt x="4441579" y="636935"/>
                  </a:cubicBezTo>
                  <a:cubicBezTo>
                    <a:pt x="4410569" y="655968"/>
                    <a:pt x="4363738" y="644042"/>
                    <a:pt x="4332963" y="632373"/>
                  </a:cubicBezTo>
                  <a:cubicBezTo>
                    <a:pt x="4345584" y="634438"/>
                    <a:pt x="4360899" y="628837"/>
                    <a:pt x="4372841" y="629156"/>
                  </a:cubicBezTo>
                  <a:close/>
                  <a:moveTo>
                    <a:pt x="3986068" y="597088"/>
                  </a:moveTo>
                  <a:cubicBezTo>
                    <a:pt x="3994795" y="593695"/>
                    <a:pt x="3999146" y="602758"/>
                    <a:pt x="4008727" y="606122"/>
                  </a:cubicBezTo>
                  <a:lnTo>
                    <a:pt x="3987551" y="608803"/>
                  </a:lnTo>
                  <a:close/>
                  <a:moveTo>
                    <a:pt x="10180363" y="596698"/>
                  </a:moveTo>
                  <a:lnTo>
                    <a:pt x="10190395" y="600005"/>
                  </a:lnTo>
                  <a:lnTo>
                    <a:pt x="10153329" y="600120"/>
                  </a:lnTo>
                  <a:close/>
                  <a:moveTo>
                    <a:pt x="6774574" y="594304"/>
                  </a:moveTo>
                  <a:lnTo>
                    <a:pt x="6784156" y="597669"/>
                  </a:lnTo>
                  <a:lnTo>
                    <a:pt x="6753396" y="596985"/>
                  </a:lnTo>
                  <a:close/>
                  <a:moveTo>
                    <a:pt x="7708880" y="590479"/>
                  </a:moveTo>
                  <a:lnTo>
                    <a:pt x="7715308" y="594243"/>
                  </a:lnTo>
                  <a:lnTo>
                    <a:pt x="7688274" y="597665"/>
                  </a:lnTo>
                  <a:close/>
                  <a:moveTo>
                    <a:pt x="9425980" y="582782"/>
                  </a:moveTo>
                  <a:cubicBezTo>
                    <a:pt x="9242410" y="593659"/>
                    <a:pt x="9067224" y="670771"/>
                    <a:pt x="8887424" y="715048"/>
                  </a:cubicBezTo>
                  <a:cubicBezTo>
                    <a:pt x="9071127" y="679890"/>
                    <a:pt x="9271058" y="650004"/>
                    <a:pt x="9425980" y="582782"/>
                  </a:cubicBezTo>
                  <a:close/>
                  <a:moveTo>
                    <a:pt x="6486012" y="578645"/>
                  </a:moveTo>
                  <a:lnTo>
                    <a:pt x="6575928" y="583743"/>
                  </a:lnTo>
                  <a:cubicBezTo>
                    <a:pt x="6557740" y="588334"/>
                    <a:pt x="6505803" y="590331"/>
                    <a:pt x="6486012" y="578645"/>
                  </a:cubicBezTo>
                  <a:close/>
                  <a:moveTo>
                    <a:pt x="7950635" y="576356"/>
                  </a:moveTo>
                  <a:lnTo>
                    <a:pt x="7883952" y="584798"/>
                  </a:lnTo>
                  <a:lnTo>
                    <a:pt x="7883040" y="577589"/>
                  </a:lnTo>
                  <a:close/>
                  <a:moveTo>
                    <a:pt x="6342293" y="567997"/>
                  </a:moveTo>
                  <a:lnTo>
                    <a:pt x="6352326" y="571305"/>
                  </a:lnTo>
                  <a:lnTo>
                    <a:pt x="6284050" y="570792"/>
                  </a:lnTo>
                  <a:close/>
                  <a:moveTo>
                    <a:pt x="5765393" y="567322"/>
                  </a:moveTo>
                  <a:cubicBezTo>
                    <a:pt x="5779039" y="577497"/>
                    <a:pt x="5801547" y="559999"/>
                    <a:pt x="5809800" y="578181"/>
                  </a:cubicBezTo>
                  <a:cubicBezTo>
                    <a:pt x="5796602" y="567949"/>
                    <a:pt x="5775888" y="577896"/>
                    <a:pt x="5761018" y="579778"/>
                  </a:cubicBezTo>
                  <a:close/>
                  <a:moveTo>
                    <a:pt x="5622082" y="567152"/>
                  </a:moveTo>
                  <a:lnTo>
                    <a:pt x="5617748" y="569074"/>
                  </a:lnTo>
                  <a:cubicBezTo>
                    <a:pt x="5617241" y="568680"/>
                    <a:pt x="5616733" y="568287"/>
                    <a:pt x="5616225" y="567893"/>
                  </a:cubicBezTo>
                  <a:cubicBezTo>
                    <a:pt x="5618028" y="567665"/>
                    <a:pt x="5620281" y="567380"/>
                    <a:pt x="5622082" y="567152"/>
                  </a:cubicBezTo>
                  <a:close/>
                  <a:moveTo>
                    <a:pt x="8028037" y="559463"/>
                  </a:moveTo>
                  <a:cubicBezTo>
                    <a:pt x="8034909" y="558593"/>
                    <a:pt x="8041134" y="558949"/>
                    <a:pt x="8044806" y="564435"/>
                  </a:cubicBezTo>
                  <a:cubicBezTo>
                    <a:pt x="8032924" y="568229"/>
                    <a:pt x="8024540" y="574326"/>
                    <a:pt x="8008876" y="573561"/>
                  </a:cubicBezTo>
                  <a:lnTo>
                    <a:pt x="8007393" y="561847"/>
                  </a:lnTo>
                  <a:cubicBezTo>
                    <a:pt x="8013648" y="562429"/>
                    <a:pt x="8021165" y="560333"/>
                    <a:pt x="8028037" y="559463"/>
                  </a:cubicBezTo>
                  <a:close/>
                  <a:moveTo>
                    <a:pt x="9413377" y="555537"/>
                  </a:moveTo>
                  <a:lnTo>
                    <a:pt x="9385893" y="559016"/>
                  </a:lnTo>
                  <a:lnTo>
                    <a:pt x="9377794" y="567366"/>
                  </a:lnTo>
                  <a:close/>
                  <a:moveTo>
                    <a:pt x="5600033" y="552089"/>
                  </a:moveTo>
                  <a:cubicBezTo>
                    <a:pt x="5598470" y="561442"/>
                    <a:pt x="5610978" y="562606"/>
                    <a:pt x="5616225" y="567893"/>
                  </a:cubicBezTo>
                  <a:cubicBezTo>
                    <a:pt x="5598654" y="570117"/>
                    <a:pt x="5577129" y="566433"/>
                    <a:pt x="5563538" y="556709"/>
                  </a:cubicBezTo>
                  <a:close/>
                  <a:moveTo>
                    <a:pt x="7764148" y="550179"/>
                  </a:moveTo>
                  <a:cubicBezTo>
                    <a:pt x="7770553" y="548796"/>
                    <a:pt x="7777652" y="549728"/>
                    <a:pt x="7784191" y="552563"/>
                  </a:cubicBezTo>
                  <a:cubicBezTo>
                    <a:pt x="7779024" y="562372"/>
                    <a:pt x="7760145" y="557896"/>
                    <a:pt x="7748266" y="561688"/>
                  </a:cubicBezTo>
                  <a:cubicBezTo>
                    <a:pt x="7752030" y="555261"/>
                    <a:pt x="7757743" y="551562"/>
                    <a:pt x="7764148" y="550179"/>
                  </a:cubicBezTo>
                  <a:close/>
                  <a:moveTo>
                    <a:pt x="5386408" y="546171"/>
                  </a:moveTo>
                  <a:lnTo>
                    <a:pt x="5414461" y="547198"/>
                  </a:lnTo>
                  <a:lnTo>
                    <a:pt x="5415374" y="554406"/>
                  </a:lnTo>
                  <a:close/>
                  <a:moveTo>
                    <a:pt x="8147187" y="545067"/>
                  </a:moveTo>
                  <a:cubicBezTo>
                    <a:pt x="8146687" y="548335"/>
                    <a:pt x="8148043" y="551825"/>
                    <a:pt x="8148556" y="555880"/>
                  </a:cubicBezTo>
                  <a:lnTo>
                    <a:pt x="8060693" y="567002"/>
                  </a:lnTo>
                  <a:cubicBezTo>
                    <a:pt x="8084275" y="554404"/>
                    <a:pt x="8118354" y="552378"/>
                    <a:pt x="8147187" y="545067"/>
                  </a:cubicBezTo>
                  <a:close/>
                  <a:moveTo>
                    <a:pt x="8152813" y="538860"/>
                  </a:moveTo>
                  <a:lnTo>
                    <a:pt x="8157380" y="542402"/>
                  </a:lnTo>
                  <a:cubicBezTo>
                    <a:pt x="8154282" y="543252"/>
                    <a:pt x="8150735" y="544159"/>
                    <a:pt x="8147638" y="545008"/>
                  </a:cubicBezTo>
                  <a:cubicBezTo>
                    <a:pt x="8147803" y="542699"/>
                    <a:pt x="8148870" y="540275"/>
                    <a:pt x="8152813" y="538860"/>
                  </a:cubicBezTo>
                  <a:close/>
                  <a:moveTo>
                    <a:pt x="5051267" y="531372"/>
                  </a:moveTo>
                  <a:lnTo>
                    <a:pt x="5079323" y="532398"/>
                  </a:lnTo>
                  <a:lnTo>
                    <a:pt x="5059059" y="542288"/>
                  </a:lnTo>
                  <a:close/>
                  <a:moveTo>
                    <a:pt x="9617035" y="529756"/>
                  </a:moveTo>
                  <a:cubicBezTo>
                    <a:pt x="9596606" y="541955"/>
                    <a:pt x="9529636" y="548144"/>
                    <a:pt x="9525830" y="565106"/>
                  </a:cubicBezTo>
                  <a:cubicBezTo>
                    <a:pt x="9552403" y="554418"/>
                    <a:pt x="9605783" y="538505"/>
                    <a:pt x="9617035" y="529756"/>
                  </a:cubicBezTo>
                  <a:close/>
                  <a:moveTo>
                    <a:pt x="10368538" y="513721"/>
                  </a:moveTo>
                  <a:cubicBezTo>
                    <a:pt x="10373827" y="512551"/>
                    <a:pt x="10379719" y="513436"/>
                    <a:pt x="10386471" y="517960"/>
                  </a:cubicBezTo>
                  <a:cubicBezTo>
                    <a:pt x="10373108" y="510038"/>
                    <a:pt x="10355810" y="543358"/>
                    <a:pt x="10330282" y="536976"/>
                  </a:cubicBezTo>
                  <a:cubicBezTo>
                    <a:pt x="10342241" y="539239"/>
                    <a:pt x="10352674" y="517233"/>
                    <a:pt x="10368538" y="513721"/>
                  </a:cubicBezTo>
                  <a:close/>
                  <a:moveTo>
                    <a:pt x="9664862" y="495318"/>
                  </a:moveTo>
                  <a:lnTo>
                    <a:pt x="9629851" y="511653"/>
                  </a:lnTo>
                  <a:lnTo>
                    <a:pt x="9651026" y="508972"/>
                  </a:lnTo>
                  <a:close/>
                  <a:moveTo>
                    <a:pt x="9990118" y="482528"/>
                  </a:moveTo>
                  <a:lnTo>
                    <a:pt x="9971280" y="503682"/>
                  </a:lnTo>
                  <a:lnTo>
                    <a:pt x="9946950" y="506762"/>
                  </a:lnTo>
                  <a:close/>
                  <a:moveTo>
                    <a:pt x="8595908" y="458964"/>
                  </a:moveTo>
                  <a:cubicBezTo>
                    <a:pt x="8597106" y="468426"/>
                    <a:pt x="8586136" y="479428"/>
                    <a:pt x="8573972" y="480968"/>
                  </a:cubicBezTo>
                  <a:cubicBezTo>
                    <a:pt x="8445077" y="511477"/>
                    <a:pt x="8296388" y="530299"/>
                    <a:pt x="8169792" y="553649"/>
                  </a:cubicBezTo>
                  <a:lnTo>
                    <a:pt x="8156986" y="542909"/>
                  </a:lnTo>
                  <a:cubicBezTo>
                    <a:pt x="8166220" y="539909"/>
                    <a:pt x="8175341" y="536008"/>
                    <a:pt x="8182430" y="530533"/>
                  </a:cubicBezTo>
                  <a:cubicBezTo>
                    <a:pt x="8180582" y="537633"/>
                    <a:pt x="8192582" y="538403"/>
                    <a:pt x="8199802" y="544814"/>
                  </a:cubicBezTo>
                  <a:cubicBezTo>
                    <a:pt x="8301807" y="500772"/>
                    <a:pt x="8438305" y="505008"/>
                    <a:pt x="8551882" y="476439"/>
                  </a:cubicBezTo>
                  <a:cubicBezTo>
                    <a:pt x="8566631" y="469995"/>
                    <a:pt x="8577884" y="461246"/>
                    <a:pt x="8595908" y="458964"/>
                  </a:cubicBezTo>
                  <a:close/>
                  <a:moveTo>
                    <a:pt x="9807254" y="448453"/>
                  </a:moveTo>
                  <a:cubicBezTo>
                    <a:pt x="9768802" y="462934"/>
                    <a:pt x="9713998" y="467582"/>
                    <a:pt x="9716621" y="488308"/>
                  </a:cubicBezTo>
                  <a:close/>
                  <a:moveTo>
                    <a:pt x="8861893" y="415680"/>
                  </a:moveTo>
                  <a:lnTo>
                    <a:pt x="8691557" y="458758"/>
                  </a:lnTo>
                  <a:lnTo>
                    <a:pt x="8690074" y="447044"/>
                  </a:lnTo>
                  <a:cubicBezTo>
                    <a:pt x="8734653" y="452044"/>
                    <a:pt x="8775578" y="428152"/>
                    <a:pt x="8818330" y="418706"/>
                  </a:cubicBezTo>
                  <a:cubicBezTo>
                    <a:pt x="8832583" y="415556"/>
                    <a:pt x="8847035" y="414013"/>
                    <a:pt x="8861893" y="415680"/>
                  </a:cubicBezTo>
                  <a:close/>
                  <a:moveTo>
                    <a:pt x="10007780" y="401552"/>
                  </a:moveTo>
                  <a:cubicBezTo>
                    <a:pt x="9983592" y="405759"/>
                    <a:pt x="9955921" y="406858"/>
                    <a:pt x="9929338" y="410223"/>
                  </a:cubicBezTo>
                  <a:cubicBezTo>
                    <a:pt x="9902754" y="413588"/>
                    <a:pt x="9877258" y="419220"/>
                    <a:pt x="9857421" y="432488"/>
                  </a:cubicBezTo>
                  <a:cubicBezTo>
                    <a:pt x="9901828" y="443347"/>
                    <a:pt x="9919657" y="388903"/>
                    <a:pt x="9960602" y="419427"/>
                  </a:cubicBezTo>
                  <a:cubicBezTo>
                    <a:pt x="9955030" y="422421"/>
                    <a:pt x="9949007" y="425472"/>
                    <a:pt x="9952788" y="430030"/>
                  </a:cubicBezTo>
                  <a:cubicBezTo>
                    <a:pt x="9975065" y="410729"/>
                    <a:pt x="10008220" y="430337"/>
                    <a:pt x="10007780" y="401552"/>
                  </a:cubicBezTo>
                  <a:close/>
                  <a:moveTo>
                    <a:pt x="9147881" y="360365"/>
                  </a:moveTo>
                  <a:cubicBezTo>
                    <a:pt x="9160046" y="358825"/>
                    <a:pt x="9172511" y="359651"/>
                    <a:pt x="9182121" y="363240"/>
                  </a:cubicBezTo>
                  <a:lnTo>
                    <a:pt x="9153415" y="378777"/>
                  </a:lnTo>
                  <a:lnTo>
                    <a:pt x="9151932" y="367062"/>
                  </a:lnTo>
                  <a:lnTo>
                    <a:pt x="9115440" y="371681"/>
                  </a:lnTo>
                  <a:cubicBezTo>
                    <a:pt x="9123853" y="365810"/>
                    <a:pt x="9135719" y="361905"/>
                    <a:pt x="9147881" y="360365"/>
                  </a:cubicBezTo>
                  <a:close/>
                  <a:moveTo>
                    <a:pt x="10400633" y="230699"/>
                  </a:moveTo>
                  <a:cubicBezTo>
                    <a:pt x="10419505" y="229613"/>
                    <a:pt x="10437975" y="229671"/>
                    <a:pt x="10455919" y="231291"/>
                  </a:cubicBezTo>
                  <a:cubicBezTo>
                    <a:pt x="10296549" y="263368"/>
                    <a:pt x="10130221" y="312806"/>
                    <a:pt x="9984025" y="376634"/>
                  </a:cubicBezTo>
                  <a:cubicBezTo>
                    <a:pt x="10071237" y="382075"/>
                    <a:pt x="10143493" y="370638"/>
                    <a:pt x="10226408" y="367467"/>
                  </a:cubicBezTo>
                  <a:cubicBezTo>
                    <a:pt x="10198274" y="387509"/>
                    <a:pt x="10145603" y="387309"/>
                    <a:pt x="10119887" y="404757"/>
                  </a:cubicBezTo>
                  <a:cubicBezTo>
                    <a:pt x="10216262" y="435589"/>
                    <a:pt x="10295049" y="349164"/>
                    <a:pt x="10374909" y="372473"/>
                  </a:cubicBezTo>
                  <a:cubicBezTo>
                    <a:pt x="10263629" y="393885"/>
                    <a:pt x="10119699" y="428585"/>
                    <a:pt x="10001826" y="448543"/>
                  </a:cubicBezTo>
                  <a:lnTo>
                    <a:pt x="9619276" y="594478"/>
                  </a:lnTo>
                  <a:cubicBezTo>
                    <a:pt x="9540049" y="652118"/>
                    <a:pt x="9406681" y="669001"/>
                    <a:pt x="9305269" y="696030"/>
                  </a:cubicBezTo>
                  <a:cubicBezTo>
                    <a:pt x="9239344" y="685148"/>
                    <a:pt x="9210074" y="772170"/>
                    <a:pt x="9176661" y="728790"/>
                  </a:cubicBezTo>
                  <a:cubicBezTo>
                    <a:pt x="9086291" y="723750"/>
                    <a:pt x="8992476" y="785524"/>
                    <a:pt x="8896544" y="783477"/>
                  </a:cubicBezTo>
                  <a:lnTo>
                    <a:pt x="8883278" y="801637"/>
                  </a:lnTo>
                  <a:lnTo>
                    <a:pt x="8872212" y="786557"/>
                  </a:lnTo>
                  <a:cubicBezTo>
                    <a:pt x="8768463" y="795113"/>
                    <a:pt x="8667149" y="848223"/>
                    <a:pt x="8555891" y="848116"/>
                  </a:cubicBezTo>
                  <a:cubicBezTo>
                    <a:pt x="8623050" y="818098"/>
                    <a:pt x="8731967" y="799733"/>
                    <a:pt x="8805894" y="776183"/>
                  </a:cubicBezTo>
                  <a:lnTo>
                    <a:pt x="8804696" y="766721"/>
                  </a:lnTo>
                  <a:cubicBezTo>
                    <a:pt x="8849816" y="732626"/>
                    <a:pt x="8941785" y="753945"/>
                    <a:pt x="8974173" y="716884"/>
                  </a:cubicBezTo>
                  <a:lnTo>
                    <a:pt x="8852134" y="736453"/>
                  </a:lnTo>
                  <a:cubicBezTo>
                    <a:pt x="8854780" y="735660"/>
                    <a:pt x="8856864" y="734023"/>
                    <a:pt x="8858833" y="731485"/>
                  </a:cubicBezTo>
                  <a:cubicBezTo>
                    <a:pt x="8746643" y="745687"/>
                    <a:pt x="8630536" y="779612"/>
                    <a:pt x="8520117" y="807781"/>
                  </a:cubicBezTo>
                  <a:cubicBezTo>
                    <a:pt x="8336413" y="842938"/>
                    <a:pt x="8139974" y="875130"/>
                    <a:pt x="7949682" y="908832"/>
                  </a:cubicBezTo>
                  <a:lnTo>
                    <a:pt x="7914667" y="925167"/>
                  </a:lnTo>
                  <a:cubicBezTo>
                    <a:pt x="7863799" y="888574"/>
                    <a:pt x="7764212" y="930022"/>
                    <a:pt x="7692548" y="924444"/>
                  </a:cubicBezTo>
                  <a:cubicBezTo>
                    <a:pt x="7683822" y="927838"/>
                    <a:pt x="7684734" y="935047"/>
                    <a:pt x="7685590" y="941806"/>
                  </a:cubicBezTo>
                  <a:cubicBezTo>
                    <a:pt x="7737216" y="959076"/>
                    <a:pt x="7764155" y="929571"/>
                    <a:pt x="7813483" y="953999"/>
                  </a:cubicBezTo>
                  <a:cubicBezTo>
                    <a:pt x="8255900" y="941027"/>
                    <a:pt x="8705851" y="886356"/>
                    <a:pt x="9122130" y="764534"/>
                  </a:cubicBezTo>
                  <a:lnTo>
                    <a:pt x="9117185" y="772484"/>
                  </a:lnTo>
                  <a:cubicBezTo>
                    <a:pt x="9429877" y="732901"/>
                    <a:pt x="9597342" y="616482"/>
                    <a:pt x="9905114" y="563330"/>
                  </a:cubicBezTo>
                  <a:cubicBezTo>
                    <a:pt x="9913743" y="533855"/>
                    <a:pt x="9976646" y="520856"/>
                    <a:pt x="10009988" y="516636"/>
                  </a:cubicBezTo>
                  <a:cubicBezTo>
                    <a:pt x="10057925" y="479438"/>
                    <a:pt x="10145673" y="539744"/>
                    <a:pt x="10180953" y="478513"/>
                  </a:cubicBezTo>
                  <a:cubicBezTo>
                    <a:pt x="10234252" y="483669"/>
                    <a:pt x="10250694" y="443591"/>
                    <a:pt x="10303827" y="451056"/>
                  </a:cubicBezTo>
                  <a:cubicBezTo>
                    <a:pt x="10288793" y="455248"/>
                    <a:pt x="10278110" y="468503"/>
                    <a:pt x="10286187" y="481672"/>
                  </a:cubicBezTo>
                  <a:cubicBezTo>
                    <a:pt x="10153127" y="479288"/>
                    <a:pt x="10040251" y="560415"/>
                    <a:pt x="9933825" y="623786"/>
                  </a:cubicBezTo>
                  <a:cubicBezTo>
                    <a:pt x="9929165" y="633990"/>
                    <a:pt x="9941451" y="637012"/>
                    <a:pt x="9951826" y="643023"/>
                  </a:cubicBezTo>
                  <a:cubicBezTo>
                    <a:pt x="9991475" y="638004"/>
                    <a:pt x="10012390" y="611552"/>
                    <a:pt x="10058810" y="613000"/>
                  </a:cubicBezTo>
                  <a:cubicBezTo>
                    <a:pt x="10014786" y="630475"/>
                    <a:pt x="9987849" y="659980"/>
                    <a:pt x="9939529" y="668843"/>
                  </a:cubicBezTo>
                  <a:cubicBezTo>
                    <a:pt x="10035906" y="699675"/>
                    <a:pt x="10133154" y="639755"/>
                    <a:pt x="10226598" y="596796"/>
                  </a:cubicBezTo>
                  <a:lnTo>
                    <a:pt x="10373615" y="590088"/>
                  </a:lnTo>
                  <a:lnTo>
                    <a:pt x="10391267" y="602960"/>
                  </a:lnTo>
                  <a:cubicBezTo>
                    <a:pt x="10269231" y="590026"/>
                    <a:pt x="10196125" y="670695"/>
                    <a:pt x="10097868" y="697325"/>
                  </a:cubicBezTo>
                  <a:cubicBezTo>
                    <a:pt x="10094063" y="714287"/>
                    <a:pt x="10131935" y="724142"/>
                    <a:pt x="10149307" y="738423"/>
                  </a:cubicBezTo>
                  <a:cubicBezTo>
                    <a:pt x="10247564" y="711793"/>
                    <a:pt x="10332813" y="651103"/>
                    <a:pt x="10432212" y="633484"/>
                  </a:cubicBezTo>
                  <a:cubicBezTo>
                    <a:pt x="10352604" y="662789"/>
                    <a:pt x="10283148" y="699964"/>
                    <a:pt x="10206979" y="731122"/>
                  </a:cubicBezTo>
                  <a:cubicBezTo>
                    <a:pt x="10261475" y="745740"/>
                    <a:pt x="10306623" y="690126"/>
                    <a:pt x="10371745" y="691038"/>
                  </a:cubicBezTo>
                  <a:cubicBezTo>
                    <a:pt x="10473346" y="640180"/>
                    <a:pt x="10600228" y="619082"/>
                    <a:pt x="10711091" y="619698"/>
                  </a:cubicBezTo>
                  <a:cubicBezTo>
                    <a:pt x="10496654" y="632652"/>
                    <a:pt x="10361314" y="756907"/>
                    <a:pt x="10154041" y="775820"/>
                  </a:cubicBezTo>
                  <a:cubicBezTo>
                    <a:pt x="10160161" y="798851"/>
                    <a:pt x="10111785" y="807264"/>
                    <a:pt x="10099146" y="830380"/>
                  </a:cubicBezTo>
                  <a:cubicBezTo>
                    <a:pt x="10115663" y="837903"/>
                    <a:pt x="10130167" y="854836"/>
                    <a:pt x="10162654" y="843857"/>
                  </a:cubicBezTo>
                  <a:lnTo>
                    <a:pt x="10163566" y="851066"/>
                  </a:lnTo>
                  <a:cubicBezTo>
                    <a:pt x="10194666" y="854453"/>
                    <a:pt x="10229680" y="838119"/>
                    <a:pt x="10254768" y="815716"/>
                  </a:cubicBezTo>
                  <a:lnTo>
                    <a:pt x="10255339" y="820221"/>
                  </a:lnTo>
                  <a:cubicBezTo>
                    <a:pt x="10290450" y="829968"/>
                    <a:pt x="10313485" y="791345"/>
                    <a:pt x="10345972" y="780365"/>
                  </a:cubicBezTo>
                  <a:cubicBezTo>
                    <a:pt x="10389808" y="786718"/>
                    <a:pt x="10427976" y="769984"/>
                    <a:pt x="10462801" y="777478"/>
                  </a:cubicBezTo>
                  <a:cubicBezTo>
                    <a:pt x="10403171" y="794640"/>
                    <a:pt x="10347341" y="863509"/>
                    <a:pt x="10280184" y="893528"/>
                  </a:cubicBezTo>
                  <a:cubicBezTo>
                    <a:pt x="10370172" y="946226"/>
                    <a:pt x="10434820" y="824053"/>
                    <a:pt x="10531670" y="833309"/>
                  </a:cubicBezTo>
                  <a:cubicBezTo>
                    <a:pt x="10622872" y="797959"/>
                    <a:pt x="10734152" y="776547"/>
                    <a:pt x="10829615" y="800171"/>
                  </a:cubicBezTo>
                  <a:lnTo>
                    <a:pt x="10863967" y="829240"/>
                  </a:lnTo>
                  <a:cubicBezTo>
                    <a:pt x="10843361" y="836427"/>
                    <a:pt x="10831481" y="840220"/>
                    <a:pt x="10803996" y="843699"/>
                  </a:cubicBezTo>
                  <a:lnTo>
                    <a:pt x="10826273" y="824399"/>
                  </a:lnTo>
                  <a:cubicBezTo>
                    <a:pt x="10794625" y="794986"/>
                    <a:pt x="10775941" y="842673"/>
                    <a:pt x="10744840" y="839285"/>
                  </a:cubicBezTo>
                  <a:cubicBezTo>
                    <a:pt x="10638221" y="850493"/>
                    <a:pt x="10558367" y="903176"/>
                    <a:pt x="10470947" y="943083"/>
                  </a:cubicBezTo>
                  <a:lnTo>
                    <a:pt x="10485164" y="957763"/>
                  </a:lnTo>
                  <a:cubicBezTo>
                    <a:pt x="10452581" y="942661"/>
                    <a:pt x="10400920" y="975753"/>
                    <a:pt x="10366477" y="996593"/>
                  </a:cubicBezTo>
                  <a:cubicBezTo>
                    <a:pt x="10354409" y="1024215"/>
                    <a:pt x="10286242" y="1020941"/>
                    <a:pt x="10268943" y="1054261"/>
                  </a:cubicBezTo>
                  <a:cubicBezTo>
                    <a:pt x="10278867" y="1060329"/>
                    <a:pt x="10278337" y="1081455"/>
                    <a:pt x="10251930" y="1089833"/>
                  </a:cubicBezTo>
                  <a:lnTo>
                    <a:pt x="10252786" y="1096592"/>
                  </a:lnTo>
                  <a:cubicBezTo>
                    <a:pt x="10268391" y="1096906"/>
                    <a:pt x="10312130" y="1077177"/>
                    <a:pt x="10327888" y="1104023"/>
                  </a:cubicBezTo>
                  <a:cubicBezTo>
                    <a:pt x="10384837" y="1065684"/>
                    <a:pt x="10453705" y="1121515"/>
                    <a:pt x="10499424" y="1070407"/>
                  </a:cubicBezTo>
                  <a:cubicBezTo>
                    <a:pt x="10543831" y="1081265"/>
                    <a:pt x="10607242" y="1068660"/>
                    <a:pt x="10643264" y="1085617"/>
                  </a:cubicBezTo>
                  <a:cubicBezTo>
                    <a:pt x="10473400" y="1107119"/>
                    <a:pt x="10354786" y="1193549"/>
                    <a:pt x="10221955" y="1265299"/>
                  </a:cubicBezTo>
                  <a:cubicBezTo>
                    <a:pt x="10222868" y="1272509"/>
                    <a:pt x="10220569" y="1279666"/>
                    <a:pt x="10229866" y="1280778"/>
                  </a:cubicBezTo>
                  <a:lnTo>
                    <a:pt x="10434206" y="1188073"/>
                  </a:lnTo>
                  <a:cubicBezTo>
                    <a:pt x="10434018" y="1211902"/>
                    <a:pt x="10289967" y="1242040"/>
                    <a:pt x="10371024" y="1274812"/>
                  </a:cubicBezTo>
                  <a:cubicBezTo>
                    <a:pt x="10286151" y="1287844"/>
                    <a:pt x="10341658" y="1335753"/>
                    <a:pt x="10293379" y="1370247"/>
                  </a:cubicBezTo>
                  <a:cubicBezTo>
                    <a:pt x="10353259" y="1405700"/>
                    <a:pt x="10397945" y="1342819"/>
                    <a:pt x="10451551" y="1328709"/>
                  </a:cubicBezTo>
                  <a:cubicBezTo>
                    <a:pt x="10521875" y="1341780"/>
                    <a:pt x="10592095" y="1361274"/>
                    <a:pt x="10657108" y="1364946"/>
                  </a:cubicBezTo>
                  <a:lnTo>
                    <a:pt x="10658591" y="1376662"/>
                  </a:lnTo>
                  <a:cubicBezTo>
                    <a:pt x="10487438" y="1438613"/>
                    <a:pt x="10358011" y="1562578"/>
                    <a:pt x="10185255" y="1608252"/>
                  </a:cubicBezTo>
                  <a:cubicBezTo>
                    <a:pt x="10183014" y="1615860"/>
                    <a:pt x="10195750" y="1618826"/>
                    <a:pt x="10199474" y="1622932"/>
                  </a:cubicBezTo>
                  <a:cubicBezTo>
                    <a:pt x="10164079" y="1610933"/>
                    <a:pt x="10110855" y="1653377"/>
                    <a:pt x="10068809" y="1639473"/>
                  </a:cubicBezTo>
                  <a:cubicBezTo>
                    <a:pt x="10057556" y="1648222"/>
                    <a:pt x="10033225" y="1651302"/>
                    <a:pt x="10035278" y="1667522"/>
                  </a:cubicBezTo>
                  <a:cubicBezTo>
                    <a:pt x="10126009" y="1653748"/>
                    <a:pt x="10209854" y="1704935"/>
                    <a:pt x="10313321" y="1694127"/>
                  </a:cubicBezTo>
                  <a:lnTo>
                    <a:pt x="10347045" y="1718241"/>
                  </a:lnTo>
                  <a:cubicBezTo>
                    <a:pt x="10296998" y="1738768"/>
                    <a:pt x="10249722" y="1730561"/>
                    <a:pt x="10204597" y="1764656"/>
                  </a:cubicBezTo>
                  <a:cubicBezTo>
                    <a:pt x="10193155" y="1797234"/>
                    <a:pt x="10153768" y="1826025"/>
                    <a:pt x="10114973" y="1837803"/>
                  </a:cubicBezTo>
                  <a:lnTo>
                    <a:pt x="10139515" y="1789376"/>
                  </a:lnTo>
                  <a:cubicBezTo>
                    <a:pt x="10025652" y="1815691"/>
                    <a:pt x="9902019" y="1862471"/>
                    <a:pt x="9809813" y="1940524"/>
                  </a:cubicBezTo>
                  <a:cubicBezTo>
                    <a:pt x="9875014" y="1920367"/>
                    <a:pt x="9948731" y="1942165"/>
                    <a:pt x="9998060" y="1966593"/>
                  </a:cubicBezTo>
                  <a:cubicBezTo>
                    <a:pt x="9942629" y="1966286"/>
                    <a:pt x="9884197" y="1992910"/>
                    <a:pt x="9834436" y="2015689"/>
                  </a:cubicBezTo>
                  <a:cubicBezTo>
                    <a:pt x="9807138" y="1995339"/>
                    <a:pt x="9755016" y="2021165"/>
                    <a:pt x="9710990" y="2038640"/>
                  </a:cubicBezTo>
                  <a:cubicBezTo>
                    <a:pt x="9735703" y="2063894"/>
                    <a:pt x="9802365" y="2076973"/>
                    <a:pt x="9863654" y="2076538"/>
                  </a:cubicBezTo>
                  <a:lnTo>
                    <a:pt x="9877492" y="2062885"/>
                  </a:lnTo>
                  <a:cubicBezTo>
                    <a:pt x="9879887" y="2081808"/>
                    <a:pt x="9940184" y="2095234"/>
                    <a:pt x="9967404" y="2067983"/>
                  </a:cubicBezTo>
                  <a:lnTo>
                    <a:pt x="9953569" y="2081637"/>
                  </a:lnTo>
                  <a:cubicBezTo>
                    <a:pt x="9982251" y="2087619"/>
                    <a:pt x="10017834" y="2075790"/>
                    <a:pt x="10048308" y="2074222"/>
                  </a:cubicBezTo>
                  <a:cubicBezTo>
                    <a:pt x="10041065" y="2089330"/>
                    <a:pt x="10066023" y="2091207"/>
                    <a:pt x="10073021" y="2099476"/>
                  </a:cubicBezTo>
                  <a:cubicBezTo>
                    <a:pt x="10008732" y="2126842"/>
                    <a:pt x="9947089" y="2153414"/>
                    <a:pt x="9875295" y="2172117"/>
                  </a:cubicBezTo>
                  <a:lnTo>
                    <a:pt x="9873603" y="2205750"/>
                  </a:lnTo>
                  <a:lnTo>
                    <a:pt x="9821216" y="2207803"/>
                  </a:lnTo>
                  <a:cubicBezTo>
                    <a:pt x="9823173" y="2197941"/>
                    <a:pt x="9810721" y="2197229"/>
                    <a:pt x="9803501" y="2190819"/>
                  </a:cubicBezTo>
                  <a:cubicBezTo>
                    <a:pt x="9773313" y="2194640"/>
                    <a:pt x="9773409" y="2220721"/>
                    <a:pt x="9756704" y="2237028"/>
                  </a:cubicBezTo>
                  <a:cubicBezTo>
                    <a:pt x="9818542" y="2262619"/>
                    <a:pt x="9867129" y="2208858"/>
                    <a:pt x="9927932" y="2222677"/>
                  </a:cubicBezTo>
                  <a:cubicBezTo>
                    <a:pt x="9890238" y="2217834"/>
                    <a:pt x="9896359" y="2240865"/>
                    <a:pt x="9869786" y="2251554"/>
                  </a:cubicBezTo>
                  <a:cubicBezTo>
                    <a:pt x="9904041" y="2254542"/>
                    <a:pt x="9932381" y="2257822"/>
                    <a:pt x="9968022" y="2246443"/>
                  </a:cubicBezTo>
                  <a:cubicBezTo>
                    <a:pt x="10034894" y="2214172"/>
                    <a:pt x="10114845" y="2187572"/>
                    <a:pt x="10189188" y="2141995"/>
                  </a:cubicBezTo>
                  <a:lnTo>
                    <a:pt x="10191583" y="2160918"/>
                  </a:lnTo>
                  <a:cubicBezTo>
                    <a:pt x="10271631" y="2160399"/>
                    <a:pt x="10314361" y="2107379"/>
                    <a:pt x="10402769" y="2122283"/>
                  </a:cubicBezTo>
                  <a:cubicBezTo>
                    <a:pt x="10389218" y="2138189"/>
                    <a:pt x="10356504" y="2147367"/>
                    <a:pt x="10325973" y="2148485"/>
                  </a:cubicBezTo>
                  <a:cubicBezTo>
                    <a:pt x="10325403" y="2143978"/>
                    <a:pt x="10319203" y="2142017"/>
                    <a:pt x="10315479" y="2137910"/>
                  </a:cubicBezTo>
                  <a:cubicBezTo>
                    <a:pt x="10325477" y="2191579"/>
                    <a:pt x="10241004" y="2135436"/>
                    <a:pt x="10226330" y="2189482"/>
                  </a:cubicBezTo>
                  <a:cubicBezTo>
                    <a:pt x="10183976" y="2194843"/>
                    <a:pt x="10160028" y="2226258"/>
                    <a:pt x="10116002" y="2243733"/>
                  </a:cubicBezTo>
                  <a:cubicBezTo>
                    <a:pt x="10017459" y="2268109"/>
                    <a:pt x="9929872" y="2310327"/>
                    <a:pt x="9846460" y="2356593"/>
                  </a:cubicBezTo>
                  <a:lnTo>
                    <a:pt x="9837009" y="2328950"/>
                  </a:lnTo>
                  <a:cubicBezTo>
                    <a:pt x="9770325" y="2337391"/>
                    <a:pt x="9699727" y="2365555"/>
                    <a:pt x="9667395" y="2403066"/>
                  </a:cubicBezTo>
                  <a:cubicBezTo>
                    <a:pt x="9594666" y="2436078"/>
                    <a:pt x="9499926" y="2443493"/>
                    <a:pt x="9434822" y="2489732"/>
                  </a:cubicBezTo>
                  <a:lnTo>
                    <a:pt x="9445885" y="2504811"/>
                  </a:lnTo>
                  <a:cubicBezTo>
                    <a:pt x="9400954" y="2515077"/>
                    <a:pt x="9363389" y="2558286"/>
                    <a:pt x="9314001" y="2533409"/>
                  </a:cubicBezTo>
                  <a:cubicBezTo>
                    <a:pt x="9305901" y="2541759"/>
                    <a:pt x="9286800" y="2539141"/>
                    <a:pt x="9278987" y="2549743"/>
                  </a:cubicBezTo>
                  <a:cubicBezTo>
                    <a:pt x="9286040" y="2558464"/>
                    <a:pt x="9300448" y="2549316"/>
                    <a:pt x="9309746" y="2550427"/>
                  </a:cubicBezTo>
                  <a:cubicBezTo>
                    <a:pt x="9305656" y="2565137"/>
                    <a:pt x="9266816" y="2551284"/>
                    <a:pt x="9259980" y="2573208"/>
                  </a:cubicBezTo>
                  <a:cubicBezTo>
                    <a:pt x="9310414" y="2581015"/>
                    <a:pt x="9378487" y="2558206"/>
                    <a:pt x="9435586" y="2546400"/>
                  </a:cubicBezTo>
                  <a:cubicBezTo>
                    <a:pt x="9556328" y="2523792"/>
                    <a:pt x="9689029" y="2476321"/>
                    <a:pt x="9817111" y="2464685"/>
                  </a:cubicBezTo>
                  <a:cubicBezTo>
                    <a:pt x="9750237" y="2496956"/>
                    <a:pt x="9664168" y="2500526"/>
                    <a:pt x="9604801" y="2541460"/>
                  </a:cubicBezTo>
                  <a:cubicBezTo>
                    <a:pt x="9612142" y="2552433"/>
                    <a:pt x="9623395" y="2543685"/>
                    <a:pt x="9635903" y="2544848"/>
                  </a:cubicBezTo>
                  <a:cubicBezTo>
                    <a:pt x="9608988" y="2552833"/>
                    <a:pt x="9539754" y="2588149"/>
                    <a:pt x="9590184" y="2595956"/>
                  </a:cubicBezTo>
                  <a:lnTo>
                    <a:pt x="9388583" y="2637958"/>
                  </a:lnTo>
                  <a:lnTo>
                    <a:pt x="9404287" y="2664353"/>
                  </a:lnTo>
                  <a:cubicBezTo>
                    <a:pt x="9296398" y="2652946"/>
                    <a:pt x="9175280" y="2687505"/>
                    <a:pt x="9065958" y="2709434"/>
                  </a:cubicBezTo>
                  <a:lnTo>
                    <a:pt x="8979692" y="2722275"/>
                  </a:lnTo>
                  <a:lnTo>
                    <a:pt x="8991109" y="2716656"/>
                  </a:lnTo>
                  <a:cubicBezTo>
                    <a:pt x="8897130" y="2704748"/>
                    <a:pt x="8793285" y="2763214"/>
                    <a:pt x="8706469" y="2757266"/>
                  </a:cubicBezTo>
                  <a:cubicBezTo>
                    <a:pt x="8642751" y="2789137"/>
                    <a:pt x="8576353" y="2799831"/>
                    <a:pt x="8505778" y="2806476"/>
                  </a:cubicBezTo>
                  <a:lnTo>
                    <a:pt x="8511517" y="2801171"/>
                  </a:lnTo>
                  <a:lnTo>
                    <a:pt x="8054887" y="2875456"/>
                  </a:lnTo>
                  <a:cubicBezTo>
                    <a:pt x="8137649" y="2845752"/>
                    <a:pt x="8243412" y="2827786"/>
                    <a:pt x="8342866" y="2810618"/>
                  </a:cubicBezTo>
                  <a:cubicBezTo>
                    <a:pt x="8362748" y="2772394"/>
                    <a:pt x="8439909" y="2796045"/>
                    <a:pt x="8470001" y="2766142"/>
                  </a:cubicBezTo>
                  <a:cubicBezTo>
                    <a:pt x="8333089" y="2755090"/>
                    <a:pt x="8170038" y="2808691"/>
                    <a:pt x="8025724" y="2815058"/>
                  </a:cubicBezTo>
                  <a:cubicBezTo>
                    <a:pt x="8033538" y="2804455"/>
                    <a:pt x="8028901" y="2793139"/>
                    <a:pt x="8013177" y="2788263"/>
                  </a:cubicBezTo>
                  <a:cubicBezTo>
                    <a:pt x="8010935" y="2795871"/>
                    <a:pt x="8001924" y="2797012"/>
                    <a:pt x="7992912" y="2798153"/>
                  </a:cubicBezTo>
                  <a:lnTo>
                    <a:pt x="7991999" y="2790944"/>
                  </a:lnTo>
                  <a:lnTo>
                    <a:pt x="7964515" y="2794423"/>
                  </a:lnTo>
                  <a:cubicBezTo>
                    <a:pt x="7993506" y="2781139"/>
                    <a:pt x="8018122" y="2780312"/>
                    <a:pt x="8049674" y="2783643"/>
                  </a:cubicBezTo>
                  <a:lnTo>
                    <a:pt x="8654362" y="2685580"/>
                  </a:lnTo>
                  <a:cubicBezTo>
                    <a:pt x="8770105" y="2601802"/>
                    <a:pt x="8953883" y="2614246"/>
                    <a:pt x="9088538" y="2556914"/>
                  </a:cubicBezTo>
                  <a:cubicBezTo>
                    <a:pt x="8976655" y="2551849"/>
                    <a:pt x="8886246" y="2589846"/>
                    <a:pt x="8791162" y="2594558"/>
                  </a:cubicBezTo>
                  <a:cubicBezTo>
                    <a:pt x="8816880" y="2577111"/>
                    <a:pt x="8861570" y="2590223"/>
                    <a:pt x="8882937" y="2563713"/>
                  </a:cubicBezTo>
                  <a:lnTo>
                    <a:pt x="8823211" y="2554794"/>
                  </a:lnTo>
                  <a:cubicBezTo>
                    <a:pt x="8713073" y="2585216"/>
                    <a:pt x="8578398" y="2595398"/>
                    <a:pt x="8492744" y="2649273"/>
                  </a:cubicBezTo>
                  <a:lnTo>
                    <a:pt x="8413895" y="2659254"/>
                  </a:lnTo>
                  <a:cubicBezTo>
                    <a:pt x="8429214" y="2657315"/>
                    <a:pt x="8443172" y="2648223"/>
                    <a:pt x="8454767" y="2642178"/>
                  </a:cubicBezTo>
                  <a:cubicBezTo>
                    <a:pt x="8437964" y="2632402"/>
                    <a:pt x="8414545" y="2642692"/>
                    <a:pt x="8396522" y="2644974"/>
                  </a:cubicBezTo>
                  <a:cubicBezTo>
                    <a:pt x="8442789" y="2619889"/>
                    <a:pt x="8484669" y="2636104"/>
                    <a:pt x="8534716" y="2615577"/>
                  </a:cubicBezTo>
                  <a:cubicBezTo>
                    <a:pt x="8583401" y="2587898"/>
                    <a:pt x="8692129" y="2593362"/>
                    <a:pt x="8723264" y="2546388"/>
                  </a:cubicBezTo>
                  <a:cubicBezTo>
                    <a:pt x="8603851" y="2554180"/>
                    <a:pt x="8457275" y="2589673"/>
                    <a:pt x="8340254" y="2616388"/>
                  </a:cubicBezTo>
                  <a:cubicBezTo>
                    <a:pt x="8333199" y="2607668"/>
                    <a:pt x="8287406" y="2611176"/>
                    <a:pt x="8259921" y="2614655"/>
                  </a:cubicBezTo>
                  <a:lnTo>
                    <a:pt x="8262317" y="2633578"/>
                  </a:lnTo>
                  <a:cubicBezTo>
                    <a:pt x="8229450" y="2616223"/>
                    <a:pt x="8153663" y="2675717"/>
                    <a:pt x="8155601" y="2618704"/>
                  </a:cubicBezTo>
                  <a:cubicBezTo>
                    <a:pt x="7882391" y="2655579"/>
                    <a:pt x="7587499" y="2662237"/>
                    <a:pt x="7306692" y="2685882"/>
                  </a:cubicBezTo>
                  <a:cubicBezTo>
                    <a:pt x="7234986" y="2654673"/>
                    <a:pt x="7155421" y="2709609"/>
                    <a:pt x="7077100" y="2698465"/>
                  </a:cubicBezTo>
                  <a:cubicBezTo>
                    <a:pt x="6917348" y="2702208"/>
                    <a:pt x="6740757" y="2674205"/>
                    <a:pt x="6591311" y="2712350"/>
                  </a:cubicBezTo>
                  <a:lnTo>
                    <a:pt x="6306785" y="2681531"/>
                  </a:lnTo>
                  <a:cubicBezTo>
                    <a:pt x="6348854" y="2673916"/>
                    <a:pt x="6418955" y="2688847"/>
                    <a:pt x="6470320" y="2682345"/>
                  </a:cubicBezTo>
                  <a:cubicBezTo>
                    <a:pt x="6570345" y="2669683"/>
                    <a:pt x="6713536" y="2701456"/>
                    <a:pt x="6813465" y="2662712"/>
                  </a:cubicBezTo>
                  <a:lnTo>
                    <a:pt x="6830267" y="2672488"/>
                  </a:lnTo>
                  <a:cubicBezTo>
                    <a:pt x="6945043" y="2653380"/>
                    <a:pt x="7052331" y="2672760"/>
                    <a:pt x="7160336" y="2647185"/>
                  </a:cubicBezTo>
                  <a:cubicBezTo>
                    <a:pt x="7147600" y="2644219"/>
                    <a:pt x="7151632" y="2629059"/>
                    <a:pt x="7137106" y="2633646"/>
                  </a:cubicBezTo>
                  <a:cubicBezTo>
                    <a:pt x="7120850" y="2649895"/>
                    <a:pt x="7082015" y="2636041"/>
                    <a:pt x="7058255" y="2643627"/>
                  </a:cubicBezTo>
                  <a:cubicBezTo>
                    <a:pt x="7060838" y="2638722"/>
                    <a:pt x="7066353" y="2635277"/>
                    <a:pt x="7062628" y="2631170"/>
                  </a:cubicBezTo>
                  <a:cubicBezTo>
                    <a:pt x="7038204" y="2608169"/>
                    <a:pt x="7017409" y="2639184"/>
                    <a:pt x="6988155" y="2628696"/>
                  </a:cubicBezTo>
                  <a:cubicBezTo>
                    <a:pt x="6564766" y="2596685"/>
                    <a:pt x="6138916" y="2574141"/>
                    <a:pt x="5718055" y="2536776"/>
                  </a:cubicBezTo>
                  <a:cubicBezTo>
                    <a:pt x="5820950" y="2521461"/>
                    <a:pt x="5914567" y="2552185"/>
                    <a:pt x="6008284" y="2540322"/>
                  </a:cubicBezTo>
                  <a:cubicBezTo>
                    <a:pt x="5911434" y="2531065"/>
                    <a:pt x="5811049" y="2493874"/>
                    <a:pt x="5699138" y="2510330"/>
                  </a:cubicBezTo>
                  <a:cubicBezTo>
                    <a:pt x="5695415" y="2506223"/>
                    <a:pt x="5701384" y="2502720"/>
                    <a:pt x="5706954" y="2499727"/>
                  </a:cubicBezTo>
                  <a:cubicBezTo>
                    <a:pt x="5688931" y="2502008"/>
                    <a:pt x="5679655" y="2479377"/>
                    <a:pt x="5659049" y="2486564"/>
                  </a:cubicBezTo>
                  <a:lnTo>
                    <a:pt x="5667489" y="2480918"/>
                  </a:lnTo>
                  <a:lnTo>
                    <a:pt x="5619015" y="2463249"/>
                  </a:lnTo>
                  <a:cubicBezTo>
                    <a:pt x="5029229" y="2433074"/>
                    <a:pt x="4418170" y="2455493"/>
                    <a:pt x="3819071" y="2453050"/>
                  </a:cubicBezTo>
                  <a:lnTo>
                    <a:pt x="3783145" y="2462176"/>
                  </a:lnTo>
                  <a:cubicBezTo>
                    <a:pt x="3785729" y="2457271"/>
                    <a:pt x="3779080" y="2455366"/>
                    <a:pt x="3775805" y="2451202"/>
                  </a:cubicBezTo>
                  <a:cubicBezTo>
                    <a:pt x="4096412" y="2427097"/>
                    <a:pt x="4405720" y="2454780"/>
                    <a:pt x="4701899" y="2407674"/>
                  </a:cubicBezTo>
                  <a:cubicBezTo>
                    <a:pt x="4420965" y="2405240"/>
                    <a:pt x="4166438" y="2394428"/>
                    <a:pt x="3885504" y="2391994"/>
                  </a:cubicBezTo>
                  <a:cubicBezTo>
                    <a:pt x="3995564" y="2382640"/>
                    <a:pt x="4141823" y="2395255"/>
                    <a:pt x="4260038" y="2378001"/>
                  </a:cubicBezTo>
                  <a:cubicBezTo>
                    <a:pt x="4274597" y="2395386"/>
                    <a:pt x="4307028" y="2383955"/>
                    <a:pt x="4321777" y="2377510"/>
                  </a:cubicBezTo>
                  <a:cubicBezTo>
                    <a:pt x="4320864" y="2370302"/>
                    <a:pt x="4320767" y="2344219"/>
                    <a:pt x="4292998" y="2345446"/>
                  </a:cubicBezTo>
                  <a:cubicBezTo>
                    <a:pt x="4244336" y="2351606"/>
                    <a:pt x="4162520" y="2338158"/>
                    <a:pt x="4141155" y="2364668"/>
                  </a:cubicBezTo>
                  <a:cubicBezTo>
                    <a:pt x="4137431" y="2360561"/>
                    <a:pt x="4143397" y="2357060"/>
                    <a:pt x="4145815" y="2354464"/>
                  </a:cubicBezTo>
                  <a:cubicBezTo>
                    <a:pt x="4020909" y="2344182"/>
                    <a:pt x="3888585" y="2343994"/>
                    <a:pt x="3753625" y="2351923"/>
                  </a:cubicBezTo>
                  <a:cubicBezTo>
                    <a:pt x="3715361" y="2342575"/>
                    <a:pt x="3644894" y="2346459"/>
                    <a:pt x="3599729" y="2354923"/>
                  </a:cubicBezTo>
                  <a:lnTo>
                    <a:pt x="3600300" y="2359430"/>
                  </a:lnTo>
                  <a:lnTo>
                    <a:pt x="3584980" y="2361369"/>
                  </a:lnTo>
                  <a:cubicBezTo>
                    <a:pt x="3590553" y="2358374"/>
                    <a:pt x="3598532" y="2345462"/>
                    <a:pt x="3603476" y="2337511"/>
                  </a:cubicBezTo>
                  <a:cubicBezTo>
                    <a:pt x="3299067" y="2344916"/>
                    <a:pt x="3022035" y="2351602"/>
                    <a:pt x="2706066" y="2387023"/>
                  </a:cubicBezTo>
                  <a:cubicBezTo>
                    <a:pt x="2650065" y="2382209"/>
                    <a:pt x="2581994" y="2405017"/>
                    <a:pt x="2534741" y="2375292"/>
                  </a:cubicBezTo>
                  <a:cubicBezTo>
                    <a:pt x="2517631" y="2384782"/>
                    <a:pt x="2484026" y="2365231"/>
                    <a:pt x="2461749" y="2384532"/>
                  </a:cubicBezTo>
                  <a:cubicBezTo>
                    <a:pt x="2270444" y="2384943"/>
                    <a:pt x="2045775" y="2411096"/>
                    <a:pt x="1852516" y="2421368"/>
                  </a:cubicBezTo>
                  <a:lnTo>
                    <a:pt x="1902847" y="2403094"/>
                  </a:lnTo>
                  <a:cubicBezTo>
                    <a:pt x="1735972" y="2426508"/>
                    <a:pt x="1559132" y="2418222"/>
                    <a:pt x="1390749" y="2451439"/>
                  </a:cubicBezTo>
                  <a:lnTo>
                    <a:pt x="1367519" y="2437900"/>
                  </a:lnTo>
                  <a:cubicBezTo>
                    <a:pt x="1221511" y="2477899"/>
                    <a:pt x="1061781" y="2460122"/>
                    <a:pt x="904652" y="2484590"/>
                  </a:cubicBezTo>
                  <a:cubicBezTo>
                    <a:pt x="927215" y="2467543"/>
                    <a:pt x="984130" y="2479565"/>
                    <a:pt x="1005780" y="2455309"/>
                  </a:cubicBezTo>
                  <a:lnTo>
                    <a:pt x="968371" y="2452720"/>
                  </a:lnTo>
                  <a:lnTo>
                    <a:pt x="1002815" y="2431879"/>
                  </a:lnTo>
                  <a:cubicBezTo>
                    <a:pt x="1037429" y="2484721"/>
                    <a:pt x="1080466" y="2412436"/>
                    <a:pt x="1127171" y="2416137"/>
                  </a:cubicBezTo>
                  <a:cubicBezTo>
                    <a:pt x="1519287" y="2371077"/>
                    <a:pt x="1823199" y="2406768"/>
                    <a:pt x="2222820" y="2370372"/>
                  </a:cubicBezTo>
                  <a:cubicBezTo>
                    <a:pt x="2345793" y="2368996"/>
                    <a:pt x="2458435" y="2354737"/>
                    <a:pt x="2577847" y="2346945"/>
                  </a:cubicBezTo>
                  <a:lnTo>
                    <a:pt x="2615256" y="2349535"/>
                  </a:lnTo>
                  <a:lnTo>
                    <a:pt x="2614344" y="2342325"/>
                  </a:lnTo>
                  <a:lnTo>
                    <a:pt x="2626509" y="2340785"/>
                  </a:lnTo>
                  <a:lnTo>
                    <a:pt x="2627422" y="2347995"/>
                  </a:lnTo>
                  <a:lnTo>
                    <a:pt x="2651753" y="2344915"/>
                  </a:lnTo>
                  <a:lnTo>
                    <a:pt x="2643312" y="2350561"/>
                  </a:lnTo>
                  <a:cubicBezTo>
                    <a:pt x="2659828" y="2358084"/>
                    <a:pt x="2683247" y="2347794"/>
                    <a:pt x="2701555" y="2347766"/>
                  </a:cubicBezTo>
                  <a:cubicBezTo>
                    <a:pt x="2706842" y="2342519"/>
                    <a:pt x="2723831" y="2328465"/>
                    <a:pt x="2707885" y="2325449"/>
                  </a:cubicBezTo>
                  <a:cubicBezTo>
                    <a:pt x="2687279" y="2332635"/>
                    <a:pt x="2691180" y="2341755"/>
                    <a:pt x="2663861" y="2342924"/>
                  </a:cubicBezTo>
                  <a:cubicBezTo>
                    <a:pt x="2647247" y="2309320"/>
                    <a:pt x="2605276" y="2343016"/>
                    <a:pt x="2566725" y="2331415"/>
                  </a:cubicBezTo>
                  <a:lnTo>
                    <a:pt x="2170161" y="2341331"/>
                  </a:lnTo>
                  <a:lnTo>
                    <a:pt x="2121118" y="2319156"/>
                  </a:lnTo>
                  <a:lnTo>
                    <a:pt x="2117313" y="2336117"/>
                  </a:lnTo>
                  <a:lnTo>
                    <a:pt x="1851226" y="2353321"/>
                  </a:lnTo>
                  <a:cubicBezTo>
                    <a:pt x="1835524" y="2326925"/>
                    <a:pt x="1815643" y="2365150"/>
                    <a:pt x="1787696" y="2361363"/>
                  </a:cubicBezTo>
                  <a:lnTo>
                    <a:pt x="1553130" y="2363588"/>
                  </a:lnTo>
                  <a:lnTo>
                    <a:pt x="1553205" y="2363541"/>
                  </a:lnTo>
                  <a:lnTo>
                    <a:pt x="1562923" y="2357314"/>
                  </a:lnTo>
                  <a:cubicBezTo>
                    <a:pt x="1565721" y="2354556"/>
                    <a:pt x="1568068" y="2351398"/>
                    <a:pt x="1570008" y="2348634"/>
                  </a:cubicBezTo>
                  <a:cubicBezTo>
                    <a:pt x="1558126" y="2352428"/>
                    <a:pt x="1514290" y="2346074"/>
                    <a:pt x="1514731" y="2374859"/>
                  </a:cubicBezTo>
                  <a:cubicBezTo>
                    <a:pt x="1273543" y="2393488"/>
                    <a:pt x="991794" y="2409926"/>
                    <a:pt x="762016" y="2446339"/>
                  </a:cubicBezTo>
                  <a:cubicBezTo>
                    <a:pt x="791765" y="2413732"/>
                    <a:pt x="847173" y="2435559"/>
                    <a:pt x="890627" y="2413578"/>
                  </a:cubicBezTo>
                  <a:lnTo>
                    <a:pt x="887661" y="2390148"/>
                  </a:lnTo>
                  <a:cubicBezTo>
                    <a:pt x="896673" y="2389007"/>
                    <a:pt x="905969" y="2390120"/>
                    <a:pt x="908268" y="2382961"/>
                  </a:cubicBezTo>
                  <a:cubicBezTo>
                    <a:pt x="882169" y="2372074"/>
                    <a:pt x="868618" y="2387981"/>
                    <a:pt x="843254" y="2379289"/>
                  </a:cubicBezTo>
                  <a:lnTo>
                    <a:pt x="942654" y="2361671"/>
                  </a:lnTo>
                  <a:lnTo>
                    <a:pt x="923531" y="2380572"/>
                  </a:lnTo>
                  <a:cubicBezTo>
                    <a:pt x="966432" y="2401235"/>
                    <a:pt x="1013975" y="2364544"/>
                    <a:pt x="1054767" y="2368537"/>
                  </a:cubicBezTo>
                  <a:cubicBezTo>
                    <a:pt x="1039919" y="2348900"/>
                    <a:pt x="1011500" y="2366689"/>
                    <a:pt x="989302" y="2364921"/>
                  </a:cubicBezTo>
                  <a:cubicBezTo>
                    <a:pt x="1085713" y="2345392"/>
                    <a:pt x="1209784" y="2327397"/>
                    <a:pt x="1317317" y="2323398"/>
                  </a:cubicBezTo>
                  <a:lnTo>
                    <a:pt x="1318229" y="2330608"/>
                  </a:lnTo>
                  <a:cubicBezTo>
                    <a:pt x="1440532" y="2298645"/>
                    <a:pt x="1604900" y="2327736"/>
                    <a:pt x="1718787" y="2279902"/>
                  </a:cubicBezTo>
                  <a:cubicBezTo>
                    <a:pt x="1700786" y="2260664"/>
                    <a:pt x="1668927" y="2276600"/>
                    <a:pt x="1644311" y="2277426"/>
                  </a:cubicBezTo>
                  <a:cubicBezTo>
                    <a:pt x="1661895" y="2246359"/>
                    <a:pt x="1712479" y="2280700"/>
                    <a:pt x="1736369" y="2248835"/>
                  </a:cubicBezTo>
                  <a:cubicBezTo>
                    <a:pt x="1729029" y="2237861"/>
                    <a:pt x="1717776" y="2246611"/>
                    <a:pt x="1705270" y="2245447"/>
                  </a:cubicBezTo>
                  <a:cubicBezTo>
                    <a:pt x="1908641" y="2217414"/>
                    <a:pt x="2158212" y="2192688"/>
                    <a:pt x="2378506" y="2178992"/>
                  </a:cubicBezTo>
                  <a:cubicBezTo>
                    <a:pt x="2398200" y="2164596"/>
                    <a:pt x="2345980" y="2164341"/>
                    <a:pt x="2381397" y="2154821"/>
                  </a:cubicBezTo>
                  <a:cubicBezTo>
                    <a:pt x="2366079" y="2156761"/>
                    <a:pt x="2341650" y="2133758"/>
                    <a:pt x="2332737" y="2160981"/>
                  </a:cubicBezTo>
                  <a:cubicBezTo>
                    <a:pt x="2336802" y="2167791"/>
                    <a:pt x="2345471" y="2163947"/>
                    <a:pt x="2354483" y="2162806"/>
                  </a:cubicBezTo>
                  <a:lnTo>
                    <a:pt x="2355396" y="2170015"/>
                  </a:lnTo>
                  <a:cubicBezTo>
                    <a:pt x="2310802" y="2182985"/>
                    <a:pt x="2344330" y="2154936"/>
                    <a:pt x="2315364" y="2146700"/>
                  </a:cubicBezTo>
                  <a:cubicBezTo>
                    <a:pt x="2358629" y="2148548"/>
                    <a:pt x="2407861" y="2146894"/>
                    <a:pt x="2429226" y="2120384"/>
                  </a:cubicBezTo>
                  <a:cubicBezTo>
                    <a:pt x="2441676" y="2121096"/>
                    <a:pt x="2454470" y="2124513"/>
                    <a:pt x="2466293" y="2120269"/>
                  </a:cubicBezTo>
                  <a:lnTo>
                    <a:pt x="2468689" y="2139194"/>
                  </a:lnTo>
                  <a:cubicBezTo>
                    <a:pt x="2462380" y="2139992"/>
                    <a:pt x="2453083" y="2138880"/>
                    <a:pt x="2448082" y="2146380"/>
                  </a:cubicBezTo>
                  <a:cubicBezTo>
                    <a:pt x="2445475" y="2172803"/>
                    <a:pt x="2477050" y="2154615"/>
                    <a:pt x="2488171" y="2170146"/>
                  </a:cubicBezTo>
                  <a:cubicBezTo>
                    <a:pt x="2635092" y="2137356"/>
                    <a:pt x="2807271" y="2155845"/>
                    <a:pt x="2959399" y="2138877"/>
                  </a:cubicBezTo>
                  <a:lnTo>
                    <a:pt x="2982629" y="2152416"/>
                  </a:lnTo>
                  <a:cubicBezTo>
                    <a:pt x="3097479" y="2144745"/>
                    <a:pt x="3245608" y="2128740"/>
                    <a:pt x="3372526" y="2129611"/>
                  </a:cubicBezTo>
                  <a:cubicBezTo>
                    <a:pt x="3341381" y="2133097"/>
                    <a:pt x="3314209" y="2157137"/>
                    <a:pt x="3277114" y="2138943"/>
                  </a:cubicBezTo>
                  <a:lnTo>
                    <a:pt x="3101512" y="2165750"/>
                  </a:lnTo>
                  <a:lnTo>
                    <a:pt x="3084139" y="2151469"/>
                  </a:lnTo>
                  <a:lnTo>
                    <a:pt x="3064444" y="2165864"/>
                  </a:lnTo>
                  <a:cubicBezTo>
                    <a:pt x="2815542" y="2221178"/>
                    <a:pt x="2557576" y="2208512"/>
                    <a:pt x="2319642" y="2252824"/>
                  </a:cubicBezTo>
                  <a:lnTo>
                    <a:pt x="2975865" y="2221941"/>
                  </a:lnTo>
                  <a:lnTo>
                    <a:pt x="2976492" y="2226898"/>
                  </a:lnTo>
                  <a:cubicBezTo>
                    <a:pt x="3234669" y="2194216"/>
                    <a:pt x="3500911" y="2203544"/>
                    <a:pt x="3754371" y="2180615"/>
                  </a:cubicBezTo>
                  <a:cubicBezTo>
                    <a:pt x="3729316" y="2152657"/>
                    <a:pt x="3792538" y="2163881"/>
                    <a:pt x="3813145" y="2156695"/>
                  </a:cubicBezTo>
                  <a:lnTo>
                    <a:pt x="3799308" y="2170348"/>
                  </a:lnTo>
                  <a:cubicBezTo>
                    <a:pt x="3806363" y="2179069"/>
                    <a:pt x="3817616" y="2170320"/>
                    <a:pt x="3827363" y="2171375"/>
                  </a:cubicBezTo>
                  <a:lnTo>
                    <a:pt x="3834321" y="2154014"/>
                  </a:lnTo>
                  <a:cubicBezTo>
                    <a:pt x="3935259" y="2148561"/>
                    <a:pt x="4029691" y="2160412"/>
                    <a:pt x="4134378" y="2137546"/>
                  </a:cubicBezTo>
                  <a:cubicBezTo>
                    <a:pt x="4098926" y="2125096"/>
                    <a:pt x="4042164" y="2139605"/>
                    <a:pt x="4000119" y="2125701"/>
                  </a:cubicBezTo>
                  <a:cubicBezTo>
                    <a:pt x="4069958" y="2116861"/>
                    <a:pt x="4188554" y="2127941"/>
                    <a:pt x="4270461" y="2091479"/>
                  </a:cubicBezTo>
                  <a:cubicBezTo>
                    <a:pt x="4010420" y="2084111"/>
                    <a:pt x="3741310" y="2077434"/>
                    <a:pt x="3462891" y="2098488"/>
                  </a:cubicBezTo>
                  <a:cubicBezTo>
                    <a:pt x="3401152" y="2098979"/>
                    <a:pt x="3321731" y="2104455"/>
                    <a:pt x="3250981" y="2106085"/>
                  </a:cubicBezTo>
                  <a:lnTo>
                    <a:pt x="3327776" y="2079884"/>
                  </a:lnTo>
                  <a:cubicBezTo>
                    <a:pt x="3314413" y="2071962"/>
                    <a:pt x="3297041" y="2057680"/>
                    <a:pt x="3283941" y="2073530"/>
                  </a:cubicBezTo>
                  <a:cubicBezTo>
                    <a:pt x="3103507" y="2036859"/>
                    <a:pt x="2883121" y="2100464"/>
                    <a:pt x="2715863" y="2095544"/>
                  </a:cubicBezTo>
                  <a:cubicBezTo>
                    <a:pt x="2703600" y="2071002"/>
                    <a:pt x="2661994" y="2085882"/>
                    <a:pt x="2631806" y="2089704"/>
                  </a:cubicBezTo>
                  <a:lnTo>
                    <a:pt x="2644159" y="2064335"/>
                  </a:lnTo>
                  <a:lnTo>
                    <a:pt x="2564739" y="2069811"/>
                  </a:lnTo>
                  <a:lnTo>
                    <a:pt x="2563256" y="2058096"/>
                  </a:lnTo>
                  <a:cubicBezTo>
                    <a:pt x="2643018" y="2055324"/>
                    <a:pt x="2707758" y="2027901"/>
                    <a:pt x="2776307" y="2059509"/>
                  </a:cubicBezTo>
                  <a:lnTo>
                    <a:pt x="2800638" y="2056429"/>
                  </a:lnTo>
                  <a:lnTo>
                    <a:pt x="2778360" y="2075729"/>
                  </a:lnTo>
                  <a:cubicBezTo>
                    <a:pt x="2947501" y="2023188"/>
                    <a:pt x="3194961" y="2054123"/>
                    <a:pt x="3365561" y="2034815"/>
                  </a:cubicBezTo>
                  <a:cubicBezTo>
                    <a:pt x="3464105" y="2010439"/>
                    <a:pt x="3585098" y="2040443"/>
                    <a:pt x="3672400" y="1995973"/>
                  </a:cubicBezTo>
                  <a:lnTo>
                    <a:pt x="3791813" y="1988181"/>
                  </a:lnTo>
                  <a:lnTo>
                    <a:pt x="3793296" y="1999896"/>
                  </a:lnTo>
                  <a:cubicBezTo>
                    <a:pt x="3970380" y="1984804"/>
                    <a:pt x="4145893" y="2007907"/>
                    <a:pt x="4321151" y="1978397"/>
                  </a:cubicBezTo>
                  <a:cubicBezTo>
                    <a:pt x="3712318" y="1946056"/>
                    <a:pt x="3025375" y="2001886"/>
                    <a:pt x="2404262" y="2042515"/>
                  </a:cubicBezTo>
                  <a:cubicBezTo>
                    <a:pt x="2179713" y="2073229"/>
                    <a:pt x="1932406" y="2068828"/>
                    <a:pt x="1699451" y="2127158"/>
                  </a:cubicBezTo>
                  <a:lnTo>
                    <a:pt x="1705879" y="2130922"/>
                  </a:lnTo>
                  <a:cubicBezTo>
                    <a:pt x="1649119" y="2145433"/>
                    <a:pt x="1576980" y="2161431"/>
                    <a:pt x="1523277" y="2149460"/>
                  </a:cubicBezTo>
                  <a:cubicBezTo>
                    <a:pt x="1300840" y="2196845"/>
                    <a:pt x="1048246" y="2197691"/>
                    <a:pt x="835007" y="2220107"/>
                  </a:cubicBezTo>
                  <a:lnTo>
                    <a:pt x="820788" y="2205426"/>
                  </a:lnTo>
                  <a:cubicBezTo>
                    <a:pt x="874394" y="2191316"/>
                    <a:pt x="958068" y="2168820"/>
                    <a:pt x="1004016" y="2191845"/>
                  </a:cubicBezTo>
                  <a:cubicBezTo>
                    <a:pt x="1215014" y="2177037"/>
                    <a:pt x="1386076" y="2164997"/>
                    <a:pt x="1587053" y="2118039"/>
                  </a:cubicBezTo>
                  <a:cubicBezTo>
                    <a:pt x="1434202" y="2103970"/>
                    <a:pt x="1298403" y="2152290"/>
                    <a:pt x="1152322" y="2144688"/>
                  </a:cubicBezTo>
                  <a:cubicBezTo>
                    <a:pt x="1238865" y="2119542"/>
                    <a:pt x="1371760" y="2124235"/>
                    <a:pt x="1447645" y="2090823"/>
                  </a:cubicBezTo>
                  <a:lnTo>
                    <a:pt x="1458710" y="2105903"/>
                  </a:lnTo>
                  <a:lnTo>
                    <a:pt x="1477205" y="2082045"/>
                  </a:lnTo>
                  <a:cubicBezTo>
                    <a:pt x="1660622" y="2044635"/>
                    <a:pt x="1823813" y="2042746"/>
                    <a:pt x="1991448" y="2000010"/>
                  </a:cubicBezTo>
                  <a:cubicBezTo>
                    <a:pt x="1870268" y="1993834"/>
                    <a:pt x="1762712" y="2019351"/>
                    <a:pt x="1634916" y="2033241"/>
                  </a:cubicBezTo>
                  <a:lnTo>
                    <a:pt x="1732889" y="2004358"/>
                  </a:lnTo>
                  <a:lnTo>
                    <a:pt x="1610203" y="2007986"/>
                  </a:lnTo>
                  <a:cubicBezTo>
                    <a:pt x="1623127" y="1987123"/>
                    <a:pt x="1672702" y="1988171"/>
                    <a:pt x="1685460" y="1969618"/>
                  </a:cubicBezTo>
                  <a:cubicBezTo>
                    <a:pt x="1611553" y="1971650"/>
                    <a:pt x="1533332" y="1986588"/>
                    <a:pt x="1463397" y="1969346"/>
                  </a:cubicBezTo>
                  <a:cubicBezTo>
                    <a:pt x="1472219" y="1992034"/>
                    <a:pt x="1414547" y="1999335"/>
                    <a:pt x="1393085" y="1999762"/>
                  </a:cubicBezTo>
                  <a:cubicBezTo>
                    <a:pt x="1400710" y="2012989"/>
                    <a:pt x="1425953" y="2017119"/>
                    <a:pt x="1447295" y="2012128"/>
                  </a:cubicBezTo>
                  <a:cubicBezTo>
                    <a:pt x="1420382" y="2020112"/>
                    <a:pt x="1366775" y="2034224"/>
                    <a:pt x="1336896" y="2018779"/>
                  </a:cubicBezTo>
                  <a:lnTo>
                    <a:pt x="1377195" y="1997196"/>
                  </a:lnTo>
                  <a:cubicBezTo>
                    <a:pt x="1352579" y="1998024"/>
                    <a:pt x="1325854" y="1982180"/>
                    <a:pt x="1303633" y="2001931"/>
                  </a:cubicBezTo>
                  <a:cubicBezTo>
                    <a:pt x="1276337" y="1981581"/>
                    <a:pt x="1197298" y="2015392"/>
                    <a:pt x="1155132" y="1996924"/>
                  </a:cubicBezTo>
                  <a:lnTo>
                    <a:pt x="1174827" y="1982529"/>
                  </a:lnTo>
                  <a:cubicBezTo>
                    <a:pt x="1132210" y="1964118"/>
                    <a:pt x="1096889" y="1999719"/>
                    <a:pt x="1060393" y="2004339"/>
                  </a:cubicBezTo>
                  <a:lnTo>
                    <a:pt x="1095406" y="1988004"/>
                  </a:lnTo>
                  <a:cubicBezTo>
                    <a:pt x="1088066" y="1977031"/>
                    <a:pt x="1076812" y="1985780"/>
                    <a:pt x="1064306" y="1984616"/>
                  </a:cubicBezTo>
                  <a:cubicBezTo>
                    <a:pt x="1068394" y="1969907"/>
                    <a:pt x="1110726" y="1986065"/>
                    <a:pt x="1107760" y="1962635"/>
                  </a:cubicBezTo>
                  <a:cubicBezTo>
                    <a:pt x="968995" y="1987526"/>
                    <a:pt x="830836" y="1966561"/>
                    <a:pt x="687720" y="1982389"/>
                  </a:cubicBezTo>
                  <a:cubicBezTo>
                    <a:pt x="681600" y="1959359"/>
                    <a:pt x="635465" y="1960163"/>
                    <a:pt x="612674" y="1975408"/>
                  </a:cubicBezTo>
                  <a:lnTo>
                    <a:pt x="611191" y="1963694"/>
                  </a:lnTo>
                  <a:lnTo>
                    <a:pt x="871609" y="1923403"/>
                  </a:lnTo>
                  <a:lnTo>
                    <a:pt x="862620" y="1903025"/>
                  </a:lnTo>
                  <a:cubicBezTo>
                    <a:pt x="748946" y="1905513"/>
                    <a:pt x="632214" y="1934481"/>
                    <a:pt x="532552" y="1928327"/>
                  </a:cubicBezTo>
                  <a:cubicBezTo>
                    <a:pt x="558555" y="1913133"/>
                    <a:pt x="647328" y="1909220"/>
                    <a:pt x="692493" y="1900756"/>
                  </a:cubicBezTo>
                  <a:cubicBezTo>
                    <a:pt x="621322" y="1886418"/>
                    <a:pt x="529605" y="1903007"/>
                    <a:pt x="450886" y="1914990"/>
                  </a:cubicBezTo>
                  <a:lnTo>
                    <a:pt x="401115" y="1921203"/>
                  </a:lnTo>
                  <a:lnTo>
                    <a:pt x="419527" y="1914252"/>
                  </a:lnTo>
                  <a:lnTo>
                    <a:pt x="418044" y="1902537"/>
                  </a:lnTo>
                  <a:cubicBezTo>
                    <a:pt x="492542" y="1883493"/>
                    <a:pt x="572127" y="1875708"/>
                    <a:pt x="639913" y="1850646"/>
                  </a:cubicBezTo>
                  <a:cubicBezTo>
                    <a:pt x="810536" y="1809820"/>
                    <a:pt x="999884" y="1819269"/>
                    <a:pt x="1149388" y="1781574"/>
                  </a:cubicBezTo>
                  <a:cubicBezTo>
                    <a:pt x="1060352" y="1761716"/>
                    <a:pt x="950555" y="1794841"/>
                    <a:pt x="849958" y="1802998"/>
                  </a:cubicBezTo>
                  <a:lnTo>
                    <a:pt x="936336" y="1780162"/>
                  </a:lnTo>
                  <a:lnTo>
                    <a:pt x="803618" y="1780481"/>
                  </a:lnTo>
                  <a:cubicBezTo>
                    <a:pt x="880699" y="1756532"/>
                    <a:pt x="988803" y="1757039"/>
                    <a:pt x="1056245" y="1729274"/>
                  </a:cubicBezTo>
                  <a:lnTo>
                    <a:pt x="745101" y="1752182"/>
                  </a:lnTo>
                  <a:cubicBezTo>
                    <a:pt x="749041" y="1750767"/>
                    <a:pt x="750953" y="1747779"/>
                    <a:pt x="753035" y="1746141"/>
                  </a:cubicBezTo>
                  <a:cubicBezTo>
                    <a:pt x="748967" y="1739332"/>
                    <a:pt x="739956" y="1740473"/>
                    <a:pt x="730945" y="1741613"/>
                  </a:cubicBezTo>
                  <a:cubicBezTo>
                    <a:pt x="724175" y="1735146"/>
                    <a:pt x="747769" y="1729870"/>
                    <a:pt x="728891" y="1725392"/>
                  </a:cubicBezTo>
                  <a:cubicBezTo>
                    <a:pt x="659549" y="1691139"/>
                    <a:pt x="570358" y="1717078"/>
                    <a:pt x="490026" y="1715345"/>
                  </a:cubicBezTo>
                  <a:cubicBezTo>
                    <a:pt x="636662" y="1680302"/>
                    <a:pt x="825644" y="1708567"/>
                    <a:pt x="984752" y="1652718"/>
                  </a:cubicBezTo>
                  <a:cubicBezTo>
                    <a:pt x="962377" y="1645937"/>
                    <a:pt x="929663" y="1655113"/>
                    <a:pt x="904704" y="1653238"/>
                  </a:cubicBezTo>
                  <a:lnTo>
                    <a:pt x="1017712" y="1620163"/>
                  </a:lnTo>
                  <a:lnTo>
                    <a:pt x="978535" y="1603606"/>
                  </a:lnTo>
                  <a:lnTo>
                    <a:pt x="694544" y="1627654"/>
                  </a:lnTo>
                  <a:cubicBezTo>
                    <a:pt x="693631" y="1620445"/>
                    <a:pt x="692776" y="1613686"/>
                    <a:pt x="683480" y="1612573"/>
                  </a:cubicBezTo>
                  <a:cubicBezTo>
                    <a:pt x="883225" y="1606515"/>
                    <a:pt x="1064434" y="1526352"/>
                    <a:pt x="1279783" y="1520608"/>
                  </a:cubicBezTo>
                  <a:cubicBezTo>
                    <a:pt x="1268719" y="1505528"/>
                    <a:pt x="1292422" y="1497492"/>
                    <a:pt x="1313884" y="1497064"/>
                  </a:cubicBezTo>
                  <a:cubicBezTo>
                    <a:pt x="1340896" y="1515161"/>
                    <a:pt x="1344985" y="1500452"/>
                    <a:pt x="1382965" y="1507547"/>
                  </a:cubicBezTo>
                  <a:cubicBezTo>
                    <a:pt x="1381197" y="1493579"/>
                    <a:pt x="1390493" y="1494691"/>
                    <a:pt x="1408965" y="1492352"/>
                  </a:cubicBezTo>
                  <a:lnTo>
                    <a:pt x="1403679" y="1497599"/>
                  </a:lnTo>
                  <a:cubicBezTo>
                    <a:pt x="1411019" y="1508573"/>
                    <a:pt x="1428580" y="1499025"/>
                    <a:pt x="1441087" y="1500189"/>
                  </a:cubicBezTo>
                  <a:cubicBezTo>
                    <a:pt x="1449527" y="1494542"/>
                    <a:pt x="1445462" y="1487732"/>
                    <a:pt x="1444549" y="1480523"/>
                  </a:cubicBezTo>
                  <a:lnTo>
                    <a:pt x="1474738" y="1476702"/>
                  </a:lnTo>
                  <a:cubicBezTo>
                    <a:pt x="1472782" y="1486563"/>
                    <a:pt x="1485232" y="1487276"/>
                    <a:pt x="1492452" y="1493687"/>
                  </a:cubicBezTo>
                  <a:lnTo>
                    <a:pt x="1541873" y="1468203"/>
                  </a:lnTo>
                  <a:cubicBezTo>
                    <a:pt x="1930166" y="1392956"/>
                    <a:pt x="2342964" y="1388310"/>
                    <a:pt x="2740457" y="1288094"/>
                  </a:cubicBezTo>
                  <a:lnTo>
                    <a:pt x="2665412" y="1281113"/>
                  </a:lnTo>
                  <a:cubicBezTo>
                    <a:pt x="2802504" y="1268336"/>
                    <a:pt x="2949710" y="1237799"/>
                    <a:pt x="3064485" y="1218692"/>
                  </a:cubicBezTo>
                  <a:lnTo>
                    <a:pt x="3056386" y="1227042"/>
                  </a:lnTo>
                  <a:cubicBezTo>
                    <a:pt x="3211381" y="1207421"/>
                    <a:pt x="3407973" y="1201763"/>
                    <a:pt x="3533471" y="1195031"/>
                  </a:cubicBezTo>
                  <a:lnTo>
                    <a:pt x="3576013" y="1165841"/>
                  </a:lnTo>
                  <a:lnTo>
                    <a:pt x="3559210" y="1156066"/>
                  </a:lnTo>
                  <a:lnTo>
                    <a:pt x="3382467" y="1173861"/>
                  </a:lnTo>
                  <a:cubicBezTo>
                    <a:pt x="3378742" y="1169755"/>
                    <a:pt x="3384709" y="1166253"/>
                    <a:pt x="3389996" y="1161006"/>
                  </a:cubicBezTo>
                  <a:cubicBezTo>
                    <a:pt x="3361028" y="1152771"/>
                    <a:pt x="3337245" y="1181875"/>
                    <a:pt x="3303046" y="1179337"/>
                  </a:cubicBezTo>
                  <a:cubicBezTo>
                    <a:pt x="3298981" y="1172527"/>
                    <a:pt x="3305003" y="1169475"/>
                    <a:pt x="3307421" y="1166881"/>
                  </a:cubicBezTo>
                  <a:cubicBezTo>
                    <a:pt x="3225891" y="1155686"/>
                    <a:pt x="3155009" y="1181597"/>
                    <a:pt x="3078138" y="1160197"/>
                  </a:cubicBezTo>
                  <a:cubicBezTo>
                    <a:pt x="2997618" y="1182293"/>
                    <a:pt x="2897020" y="1190450"/>
                    <a:pt x="2826920" y="1175519"/>
                  </a:cubicBezTo>
                  <a:cubicBezTo>
                    <a:pt x="2817909" y="1176659"/>
                    <a:pt x="2812798" y="1186920"/>
                    <a:pt x="2800347" y="1186207"/>
                  </a:cubicBezTo>
                  <a:cubicBezTo>
                    <a:pt x="2771380" y="1177972"/>
                    <a:pt x="2702455" y="1194021"/>
                    <a:pt x="2680936" y="1193999"/>
                  </a:cubicBezTo>
                  <a:lnTo>
                    <a:pt x="2214345" y="1236583"/>
                  </a:lnTo>
                  <a:lnTo>
                    <a:pt x="2213774" y="1232077"/>
                  </a:lnTo>
                  <a:cubicBezTo>
                    <a:pt x="2155474" y="1234422"/>
                    <a:pt x="2093221" y="1230857"/>
                    <a:pt x="2042426" y="1241866"/>
                  </a:cubicBezTo>
                  <a:cubicBezTo>
                    <a:pt x="2101793" y="1200932"/>
                    <a:pt x="2244721" y="1208933"/>
                    <a:pt x="2309803" y="1184214"/>
                  </a:cubicBezTo>
                  <a:cubicBezTo>
                    <a:pt x="2416610" y="1149177"/>
                    <a:pt x="2561363" y="1171596"/>
                    <a:pt x="2657511" y="1128295"/>
                  </a:cubicBezTo>
                  <a:cubicBezTo>
                    <a:pt x="2650456" y="1119575"/>
                    <a:pt x="2632894" y="1129123"/>
                    <a:pt x="2620445" y="1128410"/>
                  </a:cubicBezTo>
                  <a:cubicBezTo>
                    <a:pt x="2691383" y="1102949"/>
                    <a:pt x="2791410" y="1090287"/>
                    <a:pt x="2861818" y="1085952"/>
                  </a:cubicBezTo>
                  <a:cubicBezTo>
                    <a:pt x="2847981" y="1099606"/>
                    <a:pt x="2800991" y="1093653"/>
                    <a:pt x="2819904" y="1120098"/>
                  </a:cubicBezTo>
                  <a:lnTo>
                    <a:pt x="2659964" y="1147670"/>
                  </a:lnTo>
                  <a:cubicBezTo>
                    <a:pt x="2689844" y="1163114"/>
                    <a:pt x="2736572" y="1145297"/>
                    <a:pt x="2743164" y="1146751"/>
                  </a:cubicBezTo>
                  <a:cubicBezTo>
                    <a:pt x="2734153" y="1147892"/>
                    <a:pt x="2724692" y="1149089"/>
                    <a:pt x="2722900" y="1156641"/>
                  </a:cubicBezTo>
                  <a:cubicBezTo>
                    <a:pt x="2773045" y="1162196"/>
                    <a:pt x="2832201" y="1166610"/>
                    <a:pt x="2882083" y="1148393"/>
                  </a:cubicBezTo>
                  <a:lnTo>
                    <a:pt x="2867522" y="1131009"/>
                  </a:lnTo>
                  <a:cubicBezTo>
                    <a:pt x="3284123" y="1109402"/>
                    <a:pt x="3724249" y="1074745"/>
                    <a:pt x="4163202" y="1081439"/>
                  </a:cubicBezTo>
                  <a:lnTo>
                    <a:pt x="4186774" y="1097681"/>
                  </a:lnTo>
                  <a:cubicBezTo>
                    <a:pt x="4425565" y="1060128"/>
                    <a:pt x="4678518" y="1109137"/>
                    <a:pt x="4920155" y="1090451"/>
                  </a:cubicBezTo>
                  <a:cubicBezTo>
                    <a:pt x="4935001" y="1110088"/>
                    <a:pt x="4958892" y="1078222"/>
                    <a:pt x="4979025" y="1092612"/>
                  </a:cubicBezTo>
                  <a:cubicBezTo>
                    <a:pt x="5021071" y="1106517"/>
                    <a:pt x="5064754" y="1086337"/>
                    <a:pt x="5104866" y="1088585"/>
                  </a:cubicBezTo>
                  <a:cubicBezTo>
                    <a:pt x="5107831" y="1112014"/>
                    <a:pt x="5138493" y="1086616"/>
                    <a:pt x="5149272" y="1099443"/>
                  </a:cubicBezTo>
                  <a:cubicBezTo>
                    <a:pt x="5195351" y="1098188"/>
                    <a:pt x="5269443" y="1072329"/>
                    <a:pt x="5313092" y="1102511"/>
                  </a:cubicBezTo>
                  <a:cubicBezTo>
                    <a:pt x="5353963" y="1085435"/>
                    <a:pt x="5360995" y="1115674"/>
                    <a:pt x="5394908" y="1115959"/>
                  </a:cubicBezTo>
                  <a:cubicBezTo>
                    <a:pt x="5428662" y="1089712"/>
                    <a:pt x="5476929" y="1120226"/>
                    <a:pt x="5504373" y="1091115"/>
                  </a:cubicBezTo>
                  <a:cubicBezTo>
                    <a:pt x="5533350" y="1103012"/>
                    <a:pt x="5566015" y="1097045"/>
                    <a:pt x="5593455" y="1100439"/>
                  </a:cubicBezTo>
                  <a:cubicBezTo>
                    <a:pt x="5581478" y="1078150"/>
                    <a:pt x="5631051" y="1079199"/>
                    <a:pt x="5641106" y="1060988"/>
                  </a:cubicBezTo>
                  <a:lnTo>
                    <a:pt x="5522165" y="1047203"/>
                  </a:lnTo>
                  <a:cubicBezTo>
                    <a:pt x="5576687" y="1040302"/>
                    <a:pt x="5624589" y="1053465"/>
                    <a:pt x="5677602" y="1056368"/>
                  </a:cubicBezTo>
                  <a:cubicBezTo>
                    <a:pt x="5668876" y="1059762"/>
                    <a:pt x="5652644" y="1054491"/>
                    <a:pt x="5647984" y="1064695"/>
                  </a:cubicBezTo>
                  <a:cubicBezTo>
                    <a:pt x="5665358" y="1078977"/>
                    <a:pt x="5686876" y="1078999"/>
                    <a:pt x="5711207" y="1075919"/>
                  </a:cubicBezTo>
                  <a:lnTo>
                    <a:pt x="5721889" y="1062665"/>
                  </a:lnTo>
                  <a:cubicBezTo>
                    <a:pt x="5715370" y="1108811"/>
                    <a:pt x="5808816" y="1065852"/>
                    <a:pt x="5845408" y="1087314"/>
                  </a:cubicBezTo>
                  <a:cubicBezTo>
                    <a:pt x="5901956" y="1118152"/>
                    <a:pt x="5977744" y="1058659"/>
                    <a:pt x="6023160" y="1102809"/>
                  </a:cubicBezTo>
                  <a:lnTo>
                    <a:pt x="6017763" y="1110816"/>
                  </a:lnTo>
                  <a:cubicBezTo>
                    <a:pt x="6054643" y="1134531"/>
                    <a:pt x="6059735" y="1077120"/>
                    <a:pt x="6106078" y="1099637"/>
                  </a:cubicBezTo>
                  <a:lnTo>
                    <a:pt x="6123451" y="1113918"/>
                  </a:lnTo>
                  <a:cubicBezTo>
                    <a:pt x="6156980" y="1085869"/>
                    <a:pt x="6223453" y="1122775"/>
                    <a:pt x="6270063" y="1100395"/>
                  </a:cubicBezTo>
                  <a:cubicBezTo>
                    <a:pt x="6318392" y="1116938"/>
                    <a:pt x="6372601" y="1118430"/>
                    <a:pt x="6428310" y="1116414"/>
                  </a:cubicBezTo>
                  <a:lnTo>
                    <a:pt x="6443292" y="1115663"/>
                  </a:lnTo>
                  <a:lnTo>
                    <a:pt x="6460061" y="1129447"/>
                  </a:lnTo>
                  <a:lnTo>
                    <a:pt x="6590638" y="1134955"/>
                  </a:lnTo>
                  <a:lnTo>
                    <a:pt x="6591132" y="1135566"/>
                  </a:lnTo>
                  <a:lnTo>
                    <a:pt x="6592728" y="1135043"/>
                  </a:lnTo>
                  <a:lnTo>
                    <a:pt x="6762845" y="1142218"/>
                  </a:lnTo>
                  <a:cubicBezTo>
                    <a:pt x="6867889" y="1146146"/>
                    <a:pt x="6973479" y="1151205"/>
                    <a:pt x="7068894" y="1161787"/>
                  </a:cubicBezTo>
                  <a:cubicBezTo>
                    <a:pt x="6911404" y="1136402"/>
                    <a:pt x="6782696" y="1143082"/>
                    <a:pt x="6621177" y="1132857"/>
                  </a:cubicBezTo>
                  <a:cubicBezTo>
                    <a:pt x="6618260" y="1122468"/>
                    <a:pt x="6610438" y="1127578"/>
                    <a:pt x="6602507" y="1131844"/>
                  </a:cubicBezTo>
                  <a:lnTo>
                    <a:pt x="6592728" y="1135043"/>
                  </a:lnTo>
                  <a:lnTo>
                    <a:pt x="6590638" y="1134955"/>
                  </a:lnTo>
                  <a:lnTo>
                    <a:pt x="6583196" y="1125762"/>
                  </a:lnTo>
                  <a:cubicBezTo>
                    <a:pt x="6541070" y="1123885"/>
                    <a:pt x="6506976" y="1130518"/>
                    <a:pt x="6474652" y="1125211"/>
                  </a:cubicBezTo>
                  <a:lnTo>
                    <a:pt x="6444135" y="1115621"/>
                  </a:lnTo>
                  <a:lnTo>
                    <a:pt x="6512454" y="1112200"/>
                  </a:lnTo>
                  <a:cubicBezTo>
                    <a:pt x="6540512" y="1110880"/>
                    <a:pt x="6568399" y="1110125"/>
                    <a:pt x="6595567" y="1111378"/>
                  </a:cubicBezTo>
                  <a:cubicBezTo>
                    <a:pt x="6784287" y="1115871"/>
                    <a:pt x="6988197" y="1142704"/>
                    <a:pt x="7176917" y="1147197"/>
                  </a:cubicBezTo>
                  <a:cubicBezTo>
                    <a:pt x="7256650" y="1144429"/>
                    <a:pt x="7359466" y="1150183"/>
                    <a:pt x="7444459" y="1141712"/>
                  </a:cubicBezTo>
                  <a:lnTo>
                    <a:pt x="7445029" y="1146218"/>
                  </a:lnTo>
                  <a:cubicBezTo>
                    <a:pt x="7342134" y="1161532"/>
                    <a:pt x="7231976" y="1144805"/>
                    <a:pt x="7142475" y="1168038"/>
                  </a:cubicBezTo>
                  <a:cubicBezTo>
                    <a:pt x="7495899" y="1182811"/>
                    <a:pt x="7840244" y="1172639"/>
                    <a:pt x="8205954" y="1135958"/>
                  </a:cubicBezTo>
                  <a:lnTo>
                    <a:pt x="8174279" y="1128065"/>
                  </a:lnTo>
                  <a:cubicBezTo>
                    <a:pt x="8294576" y="1105512"/>
                    <a:pt x="8522716" y="1103184"/>
                    <a:pt x="8675792" y="1043063"/>
                  </a:cubicBezTo>
                  <a:cubicBezTo>
                    <a:pt x="8695296" y="1052497"/>
                    <a:pt x="8751102" y="1005147"/>
                    <a:pt x="8771156" y="1040605"/>
                  </a:cubicBezTo>
                  <a:cubicBezTo>
                    <a:pt x="8778687" y="1027749"/>
                    <a:pt x="8794004" y="1025810"/>
                    <a:pt x="8807079" y="1031480"/>
                  </a:cubicBezTo>
                  <a:cubicBezTo>
                    <a:pt x="8785812" y="1008078"/>
                    <a:pt x="8836073" y="1018196"/>
                    <a:pt x="8849623" y="1002289"/>
                  </a:cubicBezTo>
                  <a:lnTo>
                    <a:pt x="8837076" y="975495"/>
                  </a:lnTo>
                  <a:cubicBezTo>
                    <a:pt x="8855098" y="973213"/>
                    <a:pt x="8874139" y="975381"/>
                    <a:pt x="8881383" y="960272"/>
                  </a:cubicBezTo>
                  <a:cubicBezTo>
                    <a:pt x="8815353" y="952150"/>
                    <a:pt x="8726674" y="982145"/>
                    <a:pt x="8663433" y="992440"/>
                  </a:cubicBezTo>
                  <a:cubicBezTo>
                    <a:pt x="8634178" y="981952"/>
                    <a:pt x="8596842" y="1026963"/>
                    <a:pt x="8575117" y="1003620"/>
                  </a:cubicBezTo>
                  <a:cubicBezTo>
                    <a:pt x="8426244" y="1046270"/>
                    <a:pt x="8205037" y="1052757"/>
                    <a:pt x="8030629" y="1089026"/>
                  </a:cubicBezTo>
                  <a:cubicBezTo>
                    <a:pt x="8029432" y="1079564"/>
                    <a:pt x="8030819" y="1065197"/>
                    <a:pt x="8012631" y="1069788"/>
                  </a:cubicBezTo>
                  <a:cubicBezTo>
                    <a:pt x="7997026" y="1069475"/>
                    <a:pt x="7985146" y="1073267"/>
                    <a:pt x="7977333" y="1083870"/>
                  </a:cubicBezTo>
                  <a:cubicBezTo>
                    <a:pt x="7977897" y="1084714"/>
                    <a:pt x="7978462" y="1085558"/>
                    <a:pt x="7979421" y="1085895"/>
                  </a:cubicBezTo>
                  <a:cubicBezTo>
                    <a:pt x="7959640" y="1081532"/>
                    <a:pt x="7938115" y="1077848"/>
                    <a:pt x="7919658" y="1091171"/>
                  </a:cubicBezTo>
                  <a:lnTo>
                    <a:pt x="7918460" y="1081709"/>
                  </a:lnTo>
                  <a:cubicBezTo>
                    <a:pt x="7834405" y="1075869"/>
                    <a:pt x="7725463" y="1115754"/>
                    <a:pt x="7644582" y="1087996"/>
                  </a:cubicBezTo>
                  <a:lnTo>
                    <a:pt x="7603420" y="1099158"/>
                  </a:lnTo>
                  <a:cubicBezTo>
                    <a:pt x="7584850" y="1075414"/>
                    <a:pt x="7540197" y="1087934"/>
                    <a:pt x="7512022" y="1082345"/>
                  </a:cubicBezTo>
                  <a:cubicBezTo>
                    <a:pt x="7006469" y="1084540"/>
                    <a:pt x="6499620" y="1029677"/>
                    <a:pt x="6017666" y="976239"/>
                  </a:cubicBezTo>
                  <a:lnTo>
                    <a:pt x="6025576" y="991718"/>
                  </a:lnTo>
                  <a:lnTo>
                    <a:pt x="5965851" y="982798"/>
                  </a:lnTo>
                  <a:cubicBezTo>
                    <a:pt x="5953402" y="982085"/>
                    <a:pt x="5990753" y="984224"/>
                    <a:pt x="5995127" y="971767"/>
                  </a:cubicBezTo>
                  <a:cubicBezTo>
                    <a:pt x="5969599" y="965385"/>
                    <a:pt x="5935060" y="960144"/>
                    <a:pt x="5911641" y="970433"/>
                  </a:cubicBezTo>
                  <a:lnTo>
                    <a:pt x="5934302" y="979467"/>
                  </a:lnTo>
                  <a:lnTo>
                    <a:pt x="5890464" y="973113"/>
                  </a:lnTo>
                  <a:cubicBezTo>
                    <a:pt x="5899476" y="971973"/>
                    <a:pt x="5908772" y="973085"/>
                    <a:pt x="5911070" y="965927"/>
                  </a:cubicBezTo>
                  <a:cubicBezTo>
                    <a:pt x="5790364" y="938176"/>
                    <a:pt x="5655535" y="921825"/>
                    <a:pt x="5543247" y="909945"/>
                  </a:cubicBezTo>
                  <a:cubicBezTo>
                    <a:pt x="5547598" y="919007"/>
                    <a:pt x="5477470" y="925596"/>
                    <a:pt x="5454469" y="913858"/>
                  </a:cubicBezTo>
                  <a:cubicBezTo>
                    <a:pt x="5401546" y="861046"/>
                    <a:pt x="5287500" y="911190"/>
                    <a:pt x="5208553" y="895090"/>
                  </a:cubicBezTo>
                  <a:cubicBezTo>
                    <a:pt x="5134340" y="916386"/>
                    <a:pt x="5070187" y="850804"/>
                    <a:pt x="4991434" y="886867"/>
                  </a:cubicBezTo>
                  <a:cubicBezTo>
                    <a:pt x="4888179" y="852328"/>
                    <a:pt x="4762152" y="880184"/>
                    <a:pt x="4649862" y="868304"/>
                  </a:cubicBezTo>
                  <a:cubicBezTo>
                    <a:pt x="4132020" y="845961"/>
                    <a:pt x="3553294" y="830868"/>
                    <a:pt x="3014281" y="887198"/>
                  </a:cubicBezTo>
                  <a:cubicBezTo>
                    <a:pt x="2940091" y="886976"/>
                    <a:pt x="2855749" y="878884"/>
                    <a:pt x="2771042" y="889607"/>
                  </a:cubicBezTo>
                  <a:cubicBezTo>
                    <a:pt x="2574262" y="919095"/>
                    <a:pt x="2334011" y="923413"/>
                    <a:pt x="2135156" y="958200"/>
                  </a:cubicBezTo>
                  <a:cubicBezTo>
                    <a:pt x="2103508" y="928788"/>
                    <a:pt x="2079536" y="981721"/>
                    <a:pt x="2035130" y="970862"/>
                  </a:cubicBezTo>
                  <a:cubicBezTo>
                    <a:pt x="1867495" y="1013599"/>
                    <a:pt x="1708500" y="998018"/>
                    <a:pt x="1531512" y="1039192"/>
                  </a:cubicBezTo>
                  <a:cubicBezTo>
                    <a:pt x="1527160" y="1030130"/>
                    <a:pt x="1520447" y="1024113"/>
                    <a:pt x="1522061" y="1011548"/>
                  </a:cubicBezTo>
                  <a:cubicBezTo>
                    <a:pt x="1422686" y="1007647"/>
                    <a:pt x="1307887" y="1048274"/>
                    <a:pt x="1236851" y="1047652"/>
                  </a:cubicBezTo>
                  <a:cubicBezTo>
                    <a:pt x="1319328" y="1015696"/>
                    <a:pt x="1430761" y="1020816"/>
                    <a:pt x="1520008" y="995327"/>
                  </a:cubicBezTo>
                  <a:lnTo>
                    <a:pt x="1518468" y="983162"/>
                  </a:lnTo>
                  <a:cubicBezTo>
                    <a:pt x="1566029" y="993622"/>
                    <a:pt x="1630375" y="966707"/>
                    <a:pt x="1685003" y="957045"/>
                  </a:cubicBezTo>
                  <a:cubicBezTo>
                    <a:pt x="1747500" y="937231"/>
                    <a:pt x="1794777" y="945437"/>
                    <a:pt x="1841693" y="903791"/>
                  </a:cubicBezTo>
                  <a:cubicBezTo>
                    <a:pt x="1954263" y="879927"/>
                    <a:pt x="2066758" y="860880"/>
                    <a:pt x="2182892" y="846179"/>
                  </a:cubicBezTo>
                  <a:cubicBezTo>
                    <a:pt x="2299026" y="831477"/>
                    <a:pt x="2418801" y="821122"/>
                    <a:pt x="2545933" y="814642"/>
                  </a:cubicBezTo>
                  <a:lnTo>
                    <a:pt x="2519646" y="827584"/>
                  </a:lnTo>
                  <a:lnTo>
                    <a:pt x="2526867" y="833994"/>
                  </a:lnTo>
                  <a:lnTo>
                    <a:pt x="2473568" y="828838"/>
                  </a:lnTo>
                  <a:cubicBezTo>
                    <a:pt x="2339441" y="865044"/>
                    <a:pt x="2195600" y="849834"/>
                    <a:pt x="2060966" y="885647"/>
                  </a:cubicBezTo>
                  <a:cubicBezTo>
                    <a:pt x="2067114" y="890820"/>
                    <a:pt x="2078109" y="898126"/>
                    <a:pt x="2087801" y="898730"/>
                  </a:cubicBezTo>
                  <a:cubicBezTo>
                    <a:pt x="2080597" y="903304"/>
                    <a:pt x="2074409" y="908666"/>
                    <a:pt x="2067314" y="910480"/>
                  </a:cubicBezTo>
                  <a:cubicBezTo>
                    <a:pt x="2162578" y="914444"/>
                    <a:pt x="2227563" y="899808"/>
                    <a:pt x="2325832" y="880501"/>
                  </a:cubicBezTo>
                  <a:lnTo>
                    <a:pt x="2324749" y="871940"/>
                  </a:lnTo>
                  <a:cubicBezTo>
                    <a:pt x="2363486" y="859712"/>
                    <a:pt x="2324275" y="893516"/>
                    <a:pt x="2363299" y="883541"/>
                  </a:cubicBezTo>
                  <a:lnTo>
                    <a:pt x="2367102" y="866579"/>
                  </a:lnTo>
                  <a:cubicBezTo>
                    <a:pt x="2455226" y="879229"/>
                    <a:pt x="2594355" y="835522"/>
                    <a:pt x="2697799" y="846232"/>
                  </a:cubicBezTo>
                  <a:lnTo>
                    <a:pt x="2991369" y="825550"/>
                  </a:lnTo>
                  <a:lnTo>
                    <a:pt x="2989259" y="808879"/>
                  </a:lnTo>
                  <a:lnTo>
                    <a:pt x="3034767" y="803119"/>
                  </a:lnTo>
                  <a:lnTo>
                    <a:pt x="3020931" y="816772"/>
                  </a:lnTo>
                  <a:cubicBezTo>
                    <a:pt x="3044502" y="833016"/>
                    <a:pt x="3052790" y="800837"/>
                    <a:pt x="3071263" y="798499"/>
                  </a:cubicBezTo>
                  <a:lnTo>
                    <a:pt x="3010910" y="784622"/>
                  </a:lnTo>
                  <a:cubicBezTo>
                    <a:pt x="3051758" y="789065"/>
                    <a:pt x="3134696" y="764374"/>
                    <a:pt x="3130419" y="802913"/>
                  </a:cubicBezTo>
                  <a:cubicBezTo>
                    <a:pt x="3140628" y="811234"/>
                    <a:pt x="3153079" y="811947"/>
                    <a:pt x="3168398" y="810008"/>
                  </a:cubicBezTo>
                  <a:lnTo>
                    <a:pt x="3164862" y="782072"/>
                  </a:lnTo>
                  <a:cubicBezTo>
                    <a:pt x="3346584" y="778295"/>
                    <a:pt x="3538196" y="758617"/>
                    <a:pt x="3713246" y="774454"/>
                  </a:cubicBezTo>
                  <a:cubicBezTo>
                    <a:pt x="3987204" y="747099"/>
                    <a:pt x="4253651" y="779750"/>
                    <a:pt x="4527587" y="773913"/>
                  </a:cubicBezTo>
                  <a:lnTo>
                    <a:pt x="4509586" y="754676"/>
                  </a:lnTo>
                  <a:cubicBezTo>
                    <a:pt x="4786145" y="769565"/>
                    <a:pt x="5087211" y="786388"/>
                    <a:pt x="5358541" y="806977"/>
                  </a:cubicBezTo>
                  <a:lnTo>
                    <a:pt x="5146060" y="810069"/>
                  </a:lnTo>
                  <a:cubicBezTo>
                    <a:pt x="5136136" y="804001"/>
                    <a:pt x="5128059" y="790831"/>
                    <a:pt x="5113191" y="792713"/>
                  </a:cubicBezTo>
                  <a:lnTo>
                    <a:pt x="5099354" y="806368"/>
                  </a:lnTo>
                  <a:cubicBezTo>
                    <a:pt x="5083938" y="782225"/>
                    <a:pt x="5062859" y="810988"/>
                    <a:pt x="5041682" y="813669"/>
                  </a:cubicBezTo>
                  <a:cubicBezTo>
                    <a:pt x="5366714" y="846227"/>
                    <a:pt x="5676671" y="857347"/>
                    <a:pt x="6006361" y="879702"/>
                  </a:cubicBezTo>
                  <a:lnTo>
                    <a:pt x="6064037" y="872401"/>
                  </a:lnTo>
                  <a:cubicBezTo>
                    <a:pt x="6061453" y="877307"/>
                    <a:pt x="6068102" y="879212"/>
                    <a:pt x="6071378" y="883375"/>
                  </a:cubicBezTo>
                  <a:cubicBezTo>
                    <a:pt x="6083541" y="881835"/>
                    <a:pt x="6085498" y="871974"/>
                    <a:pt x="6094224" y="868580"/>
                  </a:cubicBezTo>
                  <a:lnTo>
                    <a:pt x="6001342" y="840053"/>
                  </a:lnTo>
                  <a:cubicBezTo>
                    <a:pt x="6082149" y="820210"/>
                    <a:pt x="6157920" y="858229"/>
                    <a:pt x="6246066" y="849359"/>
                  </a:cubicBezTo>
                  <a:cubicBezTo>
                    <a:pt x="6883298" y="885429"/>
                    <a:pt x="7462761" y="957195"/>
                    <a:pt x="8141639" y="859354"/>
                  </a:cubicBezTo>
                  <a:lnTo>
                    <a:pt x="8155761" y="847953"/>
                  </a:lnTo>
                  <a:cubicBezTo>
                    <a:pt x="8259516" y="839397"/>
                    <a:pt x="8388125" y="806636"/>
                    <a:pt x="8475073" y="788304"/>
                  </a:cubicBezTo>
                  <a:lnTo>
                    <a:pt x="8480365" y="783057"/>
                  </a:lnTo>
                  <a:lnTo>
                    <a:pt x="8463559" y="773282"/>
                  </a:lnTo>
                  <a:cubicBezTo>
                    <a:pt x="8378116" y="781809"/>
                    <a:pt x="8266936" y="829302"/>
                    <a:pt x="8167666" y="822641"/>
                  </a:cubicBezTo>
                  <a:cubicBezTo>
                    <a:pt x="8169622" y="812779"/>
                    <a:pt x="8157171" y="812067"/>
                    <a:pt x="8150293" y="808360"/>
                  </a:cubicBezTo>
                  <a:cubicBezTo>
                    <a:pt x="8025671" y="800331"/>
                    <a:pt x="7887457" y="851245"/>
                    <a:pt x="7756693" y="841705"/>
                  </a:cubicBezTo>
                  <a:cubicBezTo>
                    <a:pt x="7720956" y="827001"/>
                    <a:pt x="7684614" y="858153"/>
                    <a:pt x="7644809" y="836640"/>
                  </a:cubicBezTo>
                  <a:cubicBezTo>
                    <a:pt x="7589816" y="865119"/>
                    <a:pt x="7531419" y="841381"/>
                    <a:pt x="7487759" y="840041"/>
                  </a:cubicBezTo>
                  <a:cubicBezTo>
                    <a:pt x="7436131" y="858937"/>
                    <a:pt x="7386579" y="836369"/>
                    <a:pt x="7334466" y="833352"/>
                  </a:cubicBezTo>
                  <a:cubicBezTo>
                    <a:pt x="7583115" y="830259"/>
                    <a:pt x="7846077" y="831762"/>
                    <a:pt x="8081292" y="776809"/>
                  </a:cubicBezTo>
                  <a:cubicBezTo>
                    <a:pt x="8080380" y="769600"/>
                    <a:pt x="8076369" y="763241"/>
                    <a:pt x="8085092" y="759847"/>
                  </a:cubicBezTo>
                  <a:cubicBezTo>
                    <a:pt x="8041547" y="755747"/>
                    <a:pt x="7980619" y="737365"/>
                    <a:pt x="7945420" y="777528"/>
                  </a:cubicBezTo>
                  <a:cubicBezTo>
                    <a:pt x="7898714" y="773828"/>
                    <a:pt x="7808709" y="818639"/>
                    <a:pt x="7774723" y="770753"/>
                  </a:cubicBezTo>
                  <a:cubicBezTo>
                    <a:pt x="7656981" y="766432"/>
                    <a:pt x="7530380" y="789782"/>
                    <a:pt x="7416133" y="787764"/>
                  </a:cubicBezTo>
                  <a:cubicBezTo>
                    <a:pt x="7432291" y="745433"/>
                    <a:pt x="7492400" y="782687"/>
                    <a:pt x="7529428" y="756942"/>
                  </a:cubicBezTo>
                  <a:cubicBezTo>
                    <a:pt x="7440105" y="734831"/>
                    <a:pt x="7337209" y="750144"/>
                    <a:pt x="7246667" y="740090"/>
                  </a:cubicBezTo>
                  <a:cubicBezTo>
                    <a:pt x="7516822" y="729697"/>
                    <a:pt x="7837847" y="755896"/>
                    <a:pt x="8148695" y="723413"/>
                  </a:cubicBezTo>
                  <a:cubicBezTo>
                    <a:pt x="8223384" y="680540"/>
                    <a:pt x="8354144" y="690081"/>
                    <a:pt x="8449414" y="661540"/>
                  </a:cubicBezTo>
                  <a:cubicBezTo>
                    <a:pt x="8894937" y="550207"/>
                    <a:pt x="9339939" y="532330"/>
                    <a:pt x="9734688" y="334493"/>
                  </a:cubicBezTo>
                  <a:lnTo>
                    <a:pt x="9766075" y="340133"/>
                  </a:lnTo>
                  <a:cubicBezTo>
                    <a:pt x="9795693" y="331806"/>
                    <a:pt x="9755198" y="301225"/>
                    <a:pt x="9798407" y="302622"/>
                  </a:cubicBezTo>
                  <a:cubicBezTo>
                    <a:pt x="9830912" y="338792"/>
                    <a:pt x="9913467" y="285767"/>
                    <a:pt x="9986745" y="278780"/>
                  </a:cubicBezTo>
                  <a:cubicBezTo>
                    <a:pt x="10116662" y="301990"/>
                    <a:pt x="10268526" y="238303"/>
                    <a:pt x="10400633" y="230699"/>
                  </a:cubicBezTo>
                  <a:close/>
                  <a:moveTo>
                    <a:pt x="9950928" y="172987"/>
                  </a:moveTo>
                  <a:cubicBezTo>
                    <a:pt x="9944313" y="193052"/>
                    <a:pt x="9910342" y="192316"/>
                    <a:pt x="9886639" y="200352"/>
                  </a:cubicBezTo>
                  <a:cubicBezTo>
                    <a:pt x="9889531" y="176181"/>
                    <a:pt x="9934673" y="189236"/>
                    <a:pt x="9950928" y="172987"/>
                  </a:cubicBezTo>
                  <a:close/>
                  <a:moveTo>
                    <a:pt x="9744183" y="170775"/>
                  </a:moveTo>
                  <a:cubicBezTo>
                    <a:pt x="9725060" y="189677"/>
                    <a:pt x="9682256" y="195095"/>
                    <a:pt x="9649826" y="206525"/>
                  </a:cubicBezTo>
                  <a:cubicBezTo>
                    <a:pt x="9670907" y="177762"/>
                    <a:pt x="9712039" y="184458"/>
                    <a:pt x="9744183" y="170775"/>
                  </a:cubicBezTo>
                  <a:close/>
                  <a:moveTo>
                    <a:pt x="10027723" y="146785"/>
                  </a:moveTo>
                  <a:lnTo>
                    <a:pt x="10001545" y="156966"/>
                  </a:lnTo>
                  <a:lnTo>
                    <a:pt x="10012854" y="148667"/>
                  </a:lnTo>
                  <a:close/>
                  <a:moveTo>
                    <a:pt x="10193250" y="125430"/>
                  </a:moveTo>
                  <a:cubicBezTo>
                    <a:pt x="10201424" y="123938"/>
                    <a:pt x="10210205" y="124600"/>
                    <a:pt x="10220071" y="129303"/>
                  </a:cubicBezTo>
                  <a:cubicBezTo>
                    <a:pt x="10196630" y="161111"/>
                    <a:pt x="10133505" y="175968"/>
                    <a:pt x="10101360" y="189651"/>
                  </a:cubicBezTo>
                  <a:lnTo>
                    <a:pt x="10149702" y="159269"/>
                  </a:lnTo>
                  <a:lnTo>
                    <a:pt x="10123318" y="146128"/>
                  </a:lnTo>
                  <a:cubicBezTo>
                    <a:pt x="10149694" y="153777"/>
                    <a:pt x="10168732" y="129908"/>
                    <a:pt x="10193250" y="125430"/>
                  </a:cubicBezTo>
                  <a:close/>
                  <a:moveTo>
                    <a:pt x="9512895" y="0"/>
                  </a:moveTo>
                  <a:cubicBezTo>
                    <a:pt x="9504916" y="12913"/>
                    <a:pt x="9473530" y="7272"/>
                    <a:pt x="9456705" y="19016"/>
                  </a:cubicBezTo>
                  <a:cubicBezTo>
                    <a:pt x="9456939" y="8228"/>
                    <a:pt x="9466626" y="5170"/>
                    <a:pt x="9478433" y="3962"/>
                  </a:cubicBezTo>
                  <a:cubicBezTo>
                    <a:pt x="9490240" y="2753"/>
                    <a:pt x="9504169" y="3394"/>
                    <a:pt x="9512895" y="0"/>
                  </a:cubicBezTo>
                  <a:close/>
                </a:path>
              </a:pathLst>
            </a:custGeom>
            <a:blipFill>
              <a:blip r:embed="rId3"/>
              <a:srcRect/>
              <a:stretch>
                <a:fillRect t="-42065" l="-4348" b="-15733" r="-1568"/>
              </a:stretch>
            </a:blipFill>
            <a:ln>
              <a:noFill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>
            <p:ph type="ctrTitle"/>
          </p:nvPr>
        </p:nvSpPr>
        <p:spPr>
          <a:xfrm>
            <a:off x="1482726" y="1028701"/>
            <a:ext cx="9213849" cy="1916106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6" id="6"/>
          <p:cNvSpPr/>
          <p:nvPr>
            <p:ph type="subTitle" sz="quarter" idx="1"/>
          </p:nvPr>
        </p:nvSpPr>
        <p:spPr>
          <a:xfrm>
            <a:off x="1482726" y="3022541"/>
            <a:ext cx="9213849" cy="47174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anchor="t" wrap="square" tIns="45720" lIns="91440" bIns="45720" rIns="91440">
            <a:normAutofit/>
          </a:bodyPr>
          <a:p>
            <a:pPr algn="ctr" indent="0" marL="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2F2F2F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660400" y="1130300"/>
            <a:ext cx="10858500" cy="5003800"/>
          </a:xfr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Agenda"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398" y="1680189"/>
            <a:ext cx="10858491" cy="777873"/>
          </a:xfrm>
          <a:prstGeom prst="rect">
            <a:avLst/>
          </a:prstGeom>
          <a:noFill/>
        </p:spPr>
        <p:txBody>
          <a:bodyPr vert="horz" anchor="ctr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3" id="3"/>
          <p:cNvSpPr/>
          <p:nvPr>
            <p:ph type="obj" sz="quarter" idx="1"/>
          </p:nvPr>
        </p:nvSpPr>
        <p:spPr>
          <a:xfrm>
            <a:off x="660399" y="2930392"/>
            <a:ext cx="10858490" cy="3203708"/>
          </a:xfrm>
        </p:spPr>
        <p:txBody>
          <a:bodyPr vert="horz" anchor="t" tIns="45720" lIns="91440" bIns="45720" rIns="91440">
            <a:normAutofit/>
          </a:bodyPr>
          <a:p>
            <a:pPr algn="l" indent="-342900" marL="34290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342900" lvl="1" marL="8001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342900" lvl="2" marL="12573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  <p:grpSp>
        <p:nvGrpSpPr>
          <p:cNvPr name="Group 7" id="7"/>
          <p:cNvGrpSpPr/>
          <p:nvPr/>
        </p:nvGrpSpPr>
        <p:grpSpPr>
          <a:xfrm>
            <a:off x="-1385" y="0"/>
            <a:ext cx="12193386" cy="1447800"/>
            <a:chOff x="-1385" y="0"/>
            <a:chExt cx="12193386" cy="2345960"/>
          </a:xfrm>
        </p:grpSpPr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showMasterSp="false">
  <p:cSld name="Section Header"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w="4375073" h="6858000" stroke="true" fill="norm" extrusionOk="true">
                <a:moveTo>
                  <a:pt x="0" y="0"/>
                </a:moveTo>
                <a:lnTo>
                  <a:pt x="4375073" y="0"/>
                </a:lnTo>
                <a:lnTo>
                  <a:pt x="437507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17000"/>
            </a:blip>
            <a:srcRect/>
            <a:stretch>
              <a:fillRect t="0" l="-184" b="0" r="-184"/>
            </a:stretch>
          </a:blip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flipV="true">
            <a:off x="0" y="3958902"/>
            <a:ext cx="12192000" cy="2899098"/>
          </a:xfrm>
          <a:custGeom>
            <a:avLst/>
            <a:gdLst/>
            <a:ahLst/>
            <a:cxnLst/>
            <a:rect r="r" b="b" t="t" l="l"/>
            <a:pathLst>
              <a:path w="12192000" h="2899098" stroke="true" fill="norm" extrusionOk="true">
                <a:moveTo>
                  <a:pt x="1721879" y="76060"/>
                </a:moveTo>
                <a:cubicBezTo>
                  <a:pt x="1726180" y="75689"/>
                  <a:pt x="1729943" y="75689"/>
                  <a:pt x="1734244" y="75318"/>
                </a:cubicBezTo>
                <a:lnTo>
                  <a:pt x="1772580" y="0"/>
                </a:lnTo>
                <a:lnTo>
                  <a:pt x="1710942" y="0"/>
                </a:lnTo>
                <a:close/>
                <a:moveTo>
                  <a:pt x="10997072" y="1048322"/>
                </a:moveTo>
                <a:cubicBezTo>
                  <a:pt x="10994384" y="1042757"/>
                  <a:pt x="10991157" y="1037192"/>
                  <a:pt x="10988470" y="1031629"/>
                </a:cubicBezTo>
                <a:cubicBezTo>
                  <a:pt x="11057816" y="1012711"/>
                  <a:pt x="11127701" y="993792"/>
                  <a:pt x="11197046" y="974874"/>
                </a:cubicBezTo>
                <a:cubicBezTo>
                  <a:pt x="11200809" y="981921"/>
                  <a:pt x="11205110" y="988598"/>
                  <a:pt x="11209411" y="995646"/>
                </a:cubicBezTo>
                <a:cubicBezTo>
                  <a:pt x="11145439" y="1026064"/>
                  <a:pt x="11080931" y="1057224"/>
                  <a:pt x="10997072" y="1048322"/>
                </a:cubicBezTo>
                <a:close/>
                <a:moveTo>
                  <a:pt x="4579589" y="2161917"/>
                </a:moveTo>
                <a:cubicBezTo>
                  <a:pt x="4575826" y="2155981"/>
                  <a:pt x="4572602" y="2149674"/>
                  <a:pt x="4569376" y="2143739"/>
                </a:cubicBezTo>
                <a:cubicBezTo>
                  <a:pt x="4657000" y="2122966"/>
                  <a:pt x="4744623" y="2102193"/>
                  <a:pt x="4832247" y="2081419"/>
                </a:cubicBezTo>
                <a:cubicBezTo>
                  <a:pt x="4776878" y="2167109"/>
                  <a:pt x="4660224" y="2127788"/>
                  <a:pt x="4579589" y="2161917"/>
                </a:cubicBezTo>
                <a:close/>
                <a:moveTo>
                  <a:pt x="5874054" y="2385229"/>
                </a:moveTo>
                <a:cubicBezTo>
                  <a:pt x="5976728" y="2327731"/>
                  <a:pt x="6090154" y="2308812"/>
                  <a:pt x="6246586" y="2316602"/>
                </a:cubicBezTo>
                <a:cubicBezTo>
                  <a:pt x="6261102" y="2368906"/>
                  <a:pt x="6214332" y="2367423"/>
                  <a:pt x="6154127" y="2371132"/>
                </a:cubicBezTo>
                <a:cubicBezTo>
                  <a:pt x="6185304" y="2353697"/>
                  <a:pt x="6204656" y="2342569"/>
                  <a:pt x="6224008" y="2331811"/>
                </a:cubicBezTo>
                <a:cubicBezTo>
                  <a:pt x="6148749" y="2308070"/>
                  <a:pt x="6134234" y="2380777"/>
                  <a:pt x="6063276" y="2373358"/>
                </a:cubicBezTo>
                <a:cubicBezTo>
                  <a:pt x="6009519" y="2367794"/>
                  <a:pt x="5952000" y="2379664"/>
                  <a:pt x="5874054" y="2385229"/>
                </a:cubicBezTo>
                <a:close/>
                <a:moveTo>
                  <a:pt x="5310682" y="2444580"/>
                </a:moveTo>
                <a:cubicBezTo>
                  <a:pt x="5308531" y="2440129"/>
                  <a:pt x="5306381" y="2436048"/>
                  <a:pt x="5304233" y="2431597"/>
                </a:cubicBezTo>
                <a:cubicBezTo>
                  <a:pt x="5398306" y="2408599"/>
                  <a:pt x="5491841" y="2385599"/>
                  <a:pt x="5585915" y="2362599"/>
                </a:cubicBezTo>
                <a:cubicBezTo>
                  <a:pt x="5583766" y="2357778"/>
                  <a:pt x="5581616" y="2352584"/>
                  <a:pt x="5579465" y="2347762"/>
                </a:cubicBezTo>
                <a:cubicBezTo>
                  <a:pt x="5455825" y="2367423"/>
                  <a:pt x="5332184" y="2387083"/>
                  <a:pt x="5208544" y="2406743"/>
                </a:cubicBezTo>
                <a:cubicBezTo>
                  <a:pt x="5205319" y="2399324"/>
                  <a:pt x="5201555" y="2392275"/>
                  <a:pt x="5198330" y="2385229"/>
                </a:cubicBezTo>
                <a:cubicBezTo>
                  <a:pt x="5234885" y="2374470"/>
                  <a:pt x="5269827" y="2360374"/>
                  <a:pt x="5307994" y="2353326"/>
                </a:cubicBezTo>
                <a:cubicBezTo>
                  <a:pt x="5420883" y="2332182"/>
                  <a:pt x="5534310" y="2312151"/>
                  <a:pt x="5648812" y="2294716"/>
                </a:cubicBezTo>
                <a:cubicBezTo>
                  <a:pt x="5673002" y="2291007"/>
                  <a:pt x="5700956" y="2302506"/>
                  <a:pt x="5727835" y="2305102"/>
                </a:cubicBezTo>
                <a:cubicBezTo>
                  <a:pt x="5740737" y="2306215"/>
                  <a:pt x="5755789" y="2303990"/>
                  <a:pt x="5768151" y="2300650"/>
                </a:cubicBezTo>
                <a:cubicBezTo>
                  <a:pt x="5810619" y="2288781"/>
                  <a:pt x="5852550" y="2275798"/>
                  <a:pt x="5894480" y="2263185"/>
                </a:cubicBezTo>
                <a:cubicBezTo>
                  <a:pt x="5899856" y="2268379"/>
                  <a:pt x="5905232" y="2273572"/>
                  <a:pt x="5910608" y="2278766"/>
                </a:cubicBezTo>
                <a:cubicBezTo>
                  <a:pt x="5876741" y="2351471"/>
                  <a:pt x="5756863" y="2331440"/>
                  <a:pt x="5677841" y="2379293"/>
                </a:cubicBezTo>
                <a:cubicBezTo>
                  <a:pt x="5683754" y="2350358"/>
                  <a:pt x="5686980" y="2333666"/>
                  <a:pt x="5693430" y="2302877"/>
                </a:cubicBezTo>
                <a:cubicBezTo>
                  <a:pt x="5662251" y="2316973"/>
                  <a:pt x="5639672" y="2322909"/>
                  <a:pt x="5629461" y="2334037"/>
                </a:cubicBezTo>
                <a:cubicBezTo>
                  <a:pt x="5624083" y="2340342"/>
                  <a:pt x="5639135" y="2355553"/>
                  <a:pt x="5652037" y="2380405"/>
                </a:cubicBezTo>
                <a:cubicBezTo>
                  <a:pt x="5541836" y="2401179"/>
                  <a:pt x="5426259" y="2422694"/>
                  <a:pt x="5310682" y="2444580"/>
                </a:cubicBezTo>
                <a:close/>
                <a:moveTo>
                  <a:pt x="3686999" y="2898306"/>
                </a:moveTo>
                <a:cubicBezTo>
                  <a:pt x="3769382" y="2894746"/>
                  <a:pt x="3842987" y="2879149"/>
                  <a:pt x="3886127" y="2850771"/>
                </a:cubicBezTo>
                <a:cubicBezTo>
                  <a:pt x="3860323" y="2843723"/>
                  <a:pt x="3811406" y="2839642"/>
                  <a:pt x="3808180" y="2828885"/>
                </a:cubicBezTo>
                <a:cubicBezTo>
                  <a:pt x="3788828" y="2762855"/>
                  <a:pt x="3707654" y="2776581"/>
                  <a:pt x="3647985" y="2761743"/>
                </a:cubicBezTo>
                <a:cubicBezTo>
                  <a:pt x="3585626" y="2746533"/>
                  <a:pt x="3525420" y="2728358"/>
                  <a:pt x="3567887" y="2669005"/>
                </a:cubicBezTo>
                <a:cubicBezTo>
                  <a:pt x="3541009" y="2661958"/>
                  <a:pt x="3520043" y="2656393"/>
                  <a:pt x="3489402" y="2648232"/>
                </a:cubicBezTo>
                <a:cubicBezTo>
                  <a:pt x="3537784" y="2640442"/>
                  <a:pt x="3572189" y="2634878"/>
                  <a:pt x="3608743" y="2628942"/>
                </a:cubicBezTo>
                <a:cubicBezTo>
                  <a:pt x="3620032" y="2667892"/>
                  <a:pt x="3664650" y="2658989"/>
                  <a:pt x="3708193" y="2667522"/>
                </a:cubicBezTo>
                <a:cubicBezTo>
                  <a:pt x="3872688" y="2700165"/>
                  <a:pt x="4039334" y="2690520"/>
                  <a:pt x="4205444" y="2695714"/>
                </a:cubicBezTo>
                <a:cubicBezTo>
                  <a:pt x="4310807" y="2699052"/>
                  <a:pt x="4416169" y="2696455"/>
                  <a:pt x="4519920" y="2696455"/>
                </a:cubicBezTo>
                <a:cubicBezTo>
                  <a:pt x="4519382" y="2697198"/>
                  <a:pt x="4514545" y="2704617"/>
                  <a:pt x="4509707" y="2704617"/>
                </a:cubicBezTo>
                <a:cubicBezTo>
                  <a:pt x="4366175" y="2709809"/>
                  <a:pt x="4222107" y="2713148"/>
                  <a:pt x="4078577" y="2719455"/>
                </a:cubicBezTo>
                <a:cubicBezTo>
                  <a:pt x="4046322" y="2720938"/>
                  <a:pt x="4015142" y="2731325"/>
                  <a:pt x="3983427" y="2737631"/>
                </a:cubicBezTo>
                <a:cubicBezTo>
                  <a:pt x="4025895" y="2753582"/>
                  <a:pt x="4066751" y="2762485"/>
                  <a:pt x="4107066" y="2761372"/>
                </a:cubicBezTo>
                <a:cubicBezTo>
                  <a:pt x="4306505" y="2755436"/>
                  <a:pt x="4505943" y="2746905"/>
                  <a:pt x="4705380" y="2738744"/>
                </a:cubicBezTo>
                <a:cubicBezTo>
                  <a:pt x="4770965" y="2735777"/>
                  <a:pt x="4836547" y="2732809"/>
                  <a:pt x="4901593" y="2726503"/>
                </a:cubicBezTo>
                <a:cubicBezTo>
                  <a:pt x="4914495" y="2725019"/>
                  <a:pt x="4924708" y="2708697"/>
                  <a:pt x="4935458" y="2699794"/>
                </a:cubicBezTo>
                <a:cubicBezTo>
                  <a:pt x="4813431" y="2699794"/>
                  <a:pt x="4696780" y="2699794"/>
                  <a:pt x="4579589" y="2699794"/>
                </a:cubicBezTo>
                <a:cubicBezTo>
                  <a:pt x="4578515" y="2696827"/>
                  <a:pt x="4577977" y="2693859"/>
                  <a:pt x="4576902" y="2690891"/>
                </a:cubicBezTo>
                <a:cubicBezTo>
                  <a:pt x="4663450" y="2684585"/>
                  <a:pt x="4749998" y="2678279"/>
                  <a:pt x="4836547" y="2671974"/>
                </a:cubicBezTo>
                <a:cubicBezTo>
                  <a:pt x="4835472" y="2667522"/>
                  <a:pt x="4833859" y="2663441"/>
                  <a:pt x="4832784" y="2658989"/>
                </a:cubicBezTo>
                <a:cubicBezTo>
                  <a:pt x="4698393" y="2658989"/>
                  <a:pt x="4563463" y="2658989"/>
                  <a:pt x="4429070" y="2658989"/>
                </a:cubicBezTo>
                <a:cubicBezTo>
                  <a:pt x="4498954" y="2645265"/>
                  <a:pt x="4574752" y="2654909"/>
                  <a:pt x="4627434" y="2606314"/>
                </a:cubicBezTo>
                <a:cubicBezTo>
                  <a:pt x="4646785" y="2588509"/>
                  <a:pt x="4682804" y="2576268"/>
                  <a:pt x="4715057" y="2568849"/>
                </a:cubicBezTo>
                <a:cubicBezTo>
                  <a:pt x="4739786" y="2563284"/>
                  <a:pt x="4778489" y="2561800"/>
                  <a:pt x="4796767" y="2571445"/>
                </a:cubicBezTo>
                <a:cubicBezTo>
                  <a:pt x="4832247" y="2590735"/>
                  <a:pt x="4826334" y="2593332"/>
                  <a:pt x="4851599" y="2571075"/>
                </a:cubicBezTo>
                <a:cubicBezTo>
                  <a:pt x="4866113" y="2558091"/>
                  <a:pt x="4886003" y="2542140"/>
                  <a:pt x="4906969" y="2538802"/>
                </a:cubicBezTo>
                <a:cubicBezTo>
                  <a:pt x="5030071" y="2519141"/>
                  <a:pt x="5143499" y="2480191"/>
                  <a:pt x="5271440" y="2466837"/>
                </a:cubicBezTo>
                <a:cubicBezTo>
                  <a:pt x="5426259" y="2450516"/>
                  <a:pt x="5577853" y="2417501"/>
                  <a:pt x="5727835" y="2385599"/>
                </a:cubicBezTo>
                <a:cubicBezTo>
                  <a:pt x="5809545" y="2368164"/>
                  <a:pt x="5822446" y="2364455"/>
                  <a:pt x="5886417" y="2407856"/>
                </a:cubicBezTo>
                <a:cubicBezTo>
                  <a:pt x="5778365" y="2403404"/>
                  <a:pt x="5743962" y="2420097"/>
                  <a:pt x="5759015" y="2467950"/>
                </a:cubicBezTo>
                <a:cubicBezTo>
                  <a:pt x="5735360" y="2474998"/>
                  <a:pt x="5712244" y="2482046"/>
                  <a:pt x="5689130" y="2489094"/>
                </a:cubicBezTo>
                <a:cubicBezTo>
                  <a:pt x="5690741" y="2492804"/>
                  <a:pt x="5692355" y="2496142"/>
                  <a:pt x="5693968" y="2499851"/>
                </a:cubicBezTo>
                <a:cubicBezTo>
                  <a:pt x="5983717" y="2473514"/>
                  <a:pt x="6273466" y="2447177"/>
                  <a:pt x="6572353" y="2420097"/>
                </a:cubicBezTo>
                <a:cubicBezTo>
                  <a:pt x="6553000" y="2401921"/>
                  <a:pt x="6546550" y="2395244"/>
                  <a:pt x="6539025" y="2388196"/>
                </a:cubicBezTo>
                <a:cubicBezTo>
                  <a:pt x="6656213" y="2378922"/>
                  <a:pt x="6767489" y="2370390"/>
                  <a:pt x="6878228" y="2361858"/>
                </a:cubicBezTo>
                <a:cubicBezTo>
                  <a:pt x="6877692" y="2358148"/>
                  <a:pt x="6876617" y="2354810"/>
                  <a:pt x="6876078" y="2351101"/>
                </a:cubicBezTo>
                <a:cubicBezTo>
                  <a:pt x="6861028" y="2348504"/>
                  <a:pt x="6845437" y="2345907"/>
                  <a:pt x="6823935" y="2342569"/>
                </a:cubicBezTo>
                <a:cubicBezTo>
                  <a:pt x="6848126" y="2332182"/>
                  <a:pt x="6865328" y="2320682"/>
                  <a:pt x="6885217" y="2316602"/>
                </a:cubicBezTo>
                <a:cubicBezTo>
                  <a:pt x="7065304" y="2280249"/>
                  <a:pt x="7246462" y="2247234"/>
                  <a:pt x="7426010" y="2209398"/>
                </a:cubicBezTo>
                <a:cubicBezTo>
                  <a:pt x="7476005" y="2198639"/>
                  <a:pt x="7520622" y="2175641"/>
                  <a:pt x="7567929" y="2158577"/>
                </a:cubicBezTo>
                <a:cubicBezTo>
                  <a:pt x="7591581" y="2150045"/>
                  <a:pt x="7615773" y="2142998"/>
                  <a:pt x="7651251" y="2131127"/>
                </a:cubicBezTo>
                <a:cubicBezTo>
                  <a:pt x="7639962" y="2153755"/>
                  <a:pt x="7632975" y="2166738"/>
                  <a:pt x="7629749" y="2173787"/>
                </a:cubicBezTo>
                <a:cubicBezTo>
                  <a:pt x="7845313" y="2159319"/>
                  <a:pt x="8056039" y="2125562"/>
                  <a:pt x="8232900" y="2029857"/>
                </a:cubicBezTo>
                <a:cubicBezTo>
                  <a:pt x="8254939" y="2037276"/>
                  <a:pt x="8278591" y="2045066"/>
                  <a:pt x="8304395" y="2053598"/>
                </a:cubicBezTo>
                <a:cubicBezTo>
                  <a:pt x="8287730" y="2072146"/>
                  <a:pt x="8272678" y="2088839"/>
                  <a:pt x="8257627" y="2105531"/>
                </a:cubicBezTo>
                <a:cubicBezTo>
                  <a:pt x="8260854" y="2111466"/>
                  <a:pt x="8264617" y="2117030"/>
                  <a:pt x="8267841" y="2122595"/>
                </a:cubicBezTo>
                <a:cubicBezTo>
                  <a:pt x="8452227" y="2039873"/>
                  <a:pt x="8665642" y="2053598"/>
                  <a:pt x="8867229" y="2020583"/>
                </a:cubicBezTo>
                <a:cubicBezTo>
                  <a:pt x="8832287" y="2043582"/>
                  <a:pt x="8793583" y="2059533"/>
                  <a:pt x="8751651" y="2066211"/>
                </a:cubicBezTo>
                <a:cubicBezTo>
                  <a:pt x="8704883" y="2074000"/>
                  <a:pt x="8650052" y="2065097"/>
                  <a:pt x="8607584" y="2077711"/>
                </a:cubicBezTo>
                <a:cubicBezTo>
                  <a:pt x="8494695" y="2110725"/>
                  <a:pt x="8385569" y="2150787"/>
                  <a:pt x="8276980" y="2190479"/>
                </a:cubicBezTo>
                <a:cubicBezTo>
                  <a:pt x="8237737" y="2204946"/>
                  <a:pt x="8202796" y="2226090"/>
                  <a:pt x="8172692" y="2240928"/>
                </a:cubicBezTo>
                <a:cubicBezTo>
                  <a:pt x="8150650" y="2217558"/>
                  <a:pt x="8132374" y="2198639"/>
                  <a:pt x="8103883" y="2168593"/>
                </a:cubicBezTo>
                <a:cubicBezTo>
                  <a:pt x="8077541" y="2219784"/>
                  <a:pt x="8060876" y="2253169"/>
                  <a:pt x="8043674" y="2286555"/>
                </a:cubicBezTo>
                <a:cubicBezTo>
                  <a:pt x="8036150" y="2286184"/>
                  <a:pt x="8029161" y="2285813"/>
                  <a:pt x="8021635" y="2285442"/>
                </a:cubicBezTo>
                <a:cubicBezTo>
                  <a:pt x="8042063" y="2250573"/>
                  <a:pt x="8027548" y="2234251"/>
                  <a:pt x="7978630" y="2245009"/>
                </a:cubicBezTo>
                <a:cubicBezTo>
                  <a:pt x="7937237" y="2254282"/>
                  <a:pt x="7898533" y="2270604"/>
                  <a:pt x="7856602" y="2278766"/>
                </a:cubicBezTo>
                <a:cubicBezTo>
                  <a:pt x="7836713" y="2282845"/>
                  <a:pt x="7811983" y="2274685"/>
                  <a:pt x="7789407" y="2272088"/>
                </a:cubicBezTo>
                <a:cubicBezTo>
                  <a:pt x="7771128" y="2270234"/>
                  <a:pt x="7752853" y="2283217"/>
                  <a:pt x="7732961" y="2295087"/>
                </a:cubicBezTo>
                <a:cubicBezTo>
                  <a:pt x="7664153" y="2336634"/>
                  <a:pt x="7566853" y="2330327"/>
                  <a:pt x="7489444" y="2368164"/>
                </a:cubicBezTo>
                <a:cubicBezTo>
                  <a:pt x="7429235" y="2397470"/>
                  <a:pt x="7343762" y="2403404"/>
                  <a:pt x="7293232" y="2461273"/>
                </a:cubicBezTo>
                <a:cubicBezTo>
                  <a:pt x="7335699" y="2449031"/>
                  <a:pt x="7366340" y="2440500"/>
                  <a:pt x="7396444" y="2431597"/>
                </a:cubicBezTo>
                <a:cubicBezTo>
                  <a:pt x="7397519" y="2434935"/>
                  <a:pt x="7399131" y="2438275"/>
                  <a:pt x="7400207" y="2441613"/>
                </a:cubicBezTo>
                <a:cubicBezTo>
                  <a:pt x="7352902" y="2466837"/>
                  <a:pt x="7306132" y="2492062"/>
                  <a:pt x="7248613" y="2522481"/>
                </a:cubicBezTo>
                <a:cubicBezTo>
                  <a:pt x="7305057" y="2527302"/>
                  <a:pt x="7342688" y="2537318"/>
                  <a:pt x="7373867" y="2531383"/>
                </a:cubicBezTo>
                <a:cubicBezTo>
                  <a:pt x="7427085" y="2521367"/>
                  <a:pt x="7473853" y="2496884"/>
                  <a:pt x="7527073" y="2486497"/>
                </a:cubicBezTo>
                <a:cubicBezTo>
                  <a:pt x="7563627" y="2479078"/>
                  <a:pt x="7605559" y="2485014"/>
                  <a:pt x="7645338" y="2485014"/>
                </a:cubicBezTo>
                <a:cubicBezTo>
                  <a:pt x="7678668" y="2477594"/>
                  <a:pt x="7715222" y="2457563"/>
                  <a:pt x="7755002" y="2441242"/>
                </a:cubicBezTo>
                <a:cubicBezTo>
                  <a:pt x="7764678" y="2437161"/>
                  <a:pt x="7796394" y="2443096"/>
                  <a:pt x="7798546" y="2447918"/>
                </a:cubicBezTo>
                <a:cubicBezTo>
                  <a:pt x="7817361" y="2493917"/>
                  <a:pt x="7842626" y="2470918"/>
                  <a:pt x="7873805" y="2454596"/>
                </a:cubicBezTo>
                <a:cubicBezTo>
                  <a:pt x="7896920" y="2442726"/>
                  <a:pt x="7925411" y="2434194"/>
                  <a:pt x="7953363" y="2427888"/>
                </a:cubicBezTo>
                <a:cubicBezTo>
                  <a:pt x="8115709" y="2390792"/>
                  <a:pt x="8278056" y="2354810"/>
                  <a:pt x="8440938" y="2319198"/>
                </a:cubicBezTo>
                <a:cubicBezTo>
                  <a:pt x="8553290" y="2294345"/>
                  <a:pt x="8666179" y="2269491"/>
                  <a:pt x="8780142" y="2246863"/>
                </a:cubicBezTo>
                <a:cubicBezTo>
                  <a:pt x="8814009" y="2240187"/>
                  <a:pt x="8853790" y="2246122"/>
                  <a:pt x="8886044" y="2237589"/>
                </a:cubicBezTo>
                <a:cubicBezTo>
                  <a:pt x="8972591" y="2215332"/>
                  <a:pt x="9053765" y="2183801"/>
                  <a:pt x="9141389" y="2164142"/>
                </a:cubicBezTo>
                <a:cubicBezTo>
                  <a:pt x="9282769" y="2132611"/>
                  <a:pt x="9427375" y="2108870"/>
                  <a:pt x="9569830" y="2079565"/>
                </a:cubicBezTo>
                <a:cubicBezTo>
                  <a:pt x="9794533" y="2033195"/>
                  <a:pt x="10019237" y="1987569"/>
                  <a:pt x="10241789" y="1937491"/>
                </a:cubicBezTo>
                <a:cubicBezTo>
                  <a:pt x="10480468" y="1884073"/>
                  <a:pt x="10716999" y="1826577"/>
                  <a:pt x="10954066" y="1769821"/>
                </a:cubicBezTo>
                <a:cubicBezTo>
                  <a:pt x="11113724" y="1731613"/>
                  <a:pt x="11272844" y="1692292"/>
                  <a:pt x="11431963" y="1653341"/>
                </a:cubicBezTo>
                <a:cubicBezTo>
                  <a:pt x="11381970" y="1651116"/>
                  <a:pt x="11336815" y="1657052"/>
                  <a:pt x="11292196" y="1665584"/>
                </a:cubicBezTo>
                <a:cubicBezTo>
                  <a:pt x="11083083" y="1704904"/>
                  <a:pt x="10874507" y="1744967"/>
                  <a:pt x="10665393" y="1783546"/>
                </a:cubicBezTo>
                <a:cubicBezTo>
                  <a:pt x="10642277" y="1787997"/>
                  <a:pt x="10615399" y="1784288"/>
                  <a:pt x="10590132" y="1784288"/>
                </a:cubicBezTo>
                <a:cubicBezTo>
                  <a:pt x="10590670" y="1781321"/>
                  <a:pt x="10590670" y="1778352"/>
                  <a:pt x="10591208" y="1775385"/>
                </a:cubicBezTo>
                <a:cubicBezTo>
                  <a:pt x="10952453" y="1694888"/>
                  <a:pt x="11313698" y="1614393"/>
                  <a:pt x="11674944" y="1533895"/>
                </a:cubicBezTo>
                <a:cubicBezTo>
                  <a:pt x="11672255" y="1527590"/>
                  <a:pt x="11669032" y="1520913"/>
                  <a:pt x="11666343" y="1514607"/>
                </a:cubicBezTo>
                <a:cubicBezTo>
                  <a:pt x="11619036" y="1521654"/>
                  <a:pt x="11572269" y="1528703"/>
                  <a:pt x="11524962" y="1535752"/>
                </a:cubicBezTo>
                <a:cubicBezTo>
                  <a:pt x="11522813" y="1529444"/>
                  <a:pt x="11520125" y="1523509"/>
                  <a:pt x="11517437" y="1517574"/>
                </a:cubicBezTo>
                <a:cubicBezTo>
                  <a:pt x="11696984" y="1476770"/>
                  <a:pt x="11896423" y="1461932"/>
                  <a:pt x="12014688" y="1346567"/>
                </a:cubicBezTo>
                <a:cubicBezTo>
                  <a:pt x="11981896" y="1348792"/>
                  <a:pt x="11945340" y="1351018"/>
                  <a:pt x="11909323" y="1353613"/>
                </a:cubicBezTo>
                <a:cubicBezTo>
                  <a:pt x="11977863" y="1308822"/>
                  <a:pt x="12085108" y="1320577"/>
                  <a:pt x="12166197" y="1283244"/>
                </a:cubicBezTo>
                <a:lnTo>
                  <a:pt x="12192000" y="1267486"/>
                </a:lnTo>
                <a:lnTo>
                  <a:pt x="12192000" y="1224037"/>
                </a:lnTo>
                <a:lnTo>
                  <a:pt x="12164467" y="1223040"/>
                </a:lnTo>
                <a:cubicBezTo>
                  <a:pt x="12142763" y="1222298"/>
                  <a:pt x="12123276" y="1222669"/>
                  <a:pt x="12106074" y="1227120"/>
                </a:cubicBezTo>
                <a:cubicBezTo>
                  <a:pt x="12068712" y="1236765"/>
                  <a:pt x="12031621" y="1243442"/>
                  <a:pt x="11994192" y="1246595"/>
                </a:cubicBezTo>
                <a:lnTo>
                  <a:pt x="11888152" y="1245041"/>
                </a:lnTo>
                <a:lnTo>
                  <a:pt x="11880833" y="1246780"/>
                </a:lnTo>
                <a:lnTo>
                  <a:pt x="11877877" y="1247532"/>
                </a:lnTo>
                <a:lnTo>
                  <a:pt x="11854021" y="1273257"/>
                </a:lnTo>
                <a:cubicBezTo>
                  <a:pt x="11845085" y="1282577"/>
                  <a:pt x="11835408" y="1290367"/>
                  <a:pt x="11823314" y="1292408"/>
                </a:cubicBezTo>
                <a:cubicBezTo>
                  <a:pt x="11793210" y="1297601"/>
                  <a:pt x="11762300" y="1300198"/>
                  <a:pt x="11731120" y="1302052"/>
                </a:cubicBezTo>
                <a:lnTo>
                  <a:pt x="11645049" y="1306817"/>
                </a:lnTo>
                <a:lnTo>
                  <a:pt x="11634627" y="1309471"/>
                </a:lnTo>
                <a:lnTo>
                  <a:pt x="11636622" y="1307340"/>
                </a:lnTo>
                <a:lnTo>
                  <a:pt x="11572269" y="1316148"/>
                </a:lnTo>
                <a:cubicBezTo>
                  <a:pt x="11570656" y="1313552"/>
                  <a:pt x="11568507" y="1310583"/>
                  <a:pt x="11566893" y="1307988"/>
                </a:cubicBezTo>
                <a:cubicBezTo>
                  <a:pt x="11584634" y="1298342"/>
                  <a:pt x="11602373" y="1288697"/>
                  <a:pt x="11620112" y="1279053"/>
                </a:cubicBezTo>
                <a:cubicBezTo>
                  <a:pt x="11619576" y="1273859"/>
                  <a:pt x="11619576" y="1268295"/>
                  <a:pt x="11619036" y="1262731"/>
                </a:cubicBezTo>
                <a:cubicBezTo>
                  <a:pt x="11584634" y="1263844"/>
                  <a:pt x="11550228" y="1264957"/>
                  <a:pt x="11509910" y="1266440"/>
                </a:cubicBezTo>
                <a:cubicBezTo>
                  <a:pt x="11563667" y="1221926"/>
                  <a:pt x="11631938" y="1237506"/>
                  <a:pt x="11697523" y="1242329"/>
                </a:cubicBezTo>
                <a:lnTo>
                  <a:pt x="11636622" y="1307340"/>
                </a:lnTo>
                <a:lnTo>
                  <a:pt x="11637314" y="1307245"/>
                </a:lnTo>
                <a:lnTo>
                  <a:pt x="11645049" y="1306817"/>
                </a:lnTo>
                <a:lnTo>
                  <a:pt x="11877877" y="1247532"/>
                </a:lnTo>
                <a:lnTo>
                  <a:pt x="11880295" y="1244926"/>
                </a:lnTo>
                <a:lnTo>
                  <a:pt x="11888152" y="1245041"/>
                </a:lnTo>
                <a:lnTo>
                  <a:pt x="11918882" y="1237738"/>
                </a:lnTo>
                <a:cubicBezTo>
                  <a:pt x="11957032" y="1228627"/>
                  <a:pt x="11990496" y="1216177"/>
                  <a:pt x="11974370" y="1172219"/>
                </a:cubicBezTo>
                <a:cubicBezTo>
                  <a:pt x="11902336" y="1187429"/>
                  <a:pt x="11832990" y="1201525"/>
                  <a:pt x="11763642" y="1215991"/>
                </a:cubicBezTo>
                <a:cubicBezTo>
                  <a:pt x="11760955" y="1209685"/>
                  <a:pt x="11757730" y="1203379"/>
                  <a:pt x="11755042" y="1197073"/>
                </a:cubicBezTo>
                <a:cubicBezTo>
                  <a:pt x="11870081" y="1162203"/>
                  <a:pt x="11985659" y="1127334"/>
                  <a:pt x="12100698" y="1092465"/>
                </a:cubicBezTo>
                <a:cubicBezTo>
                  <a:pt x="12099086" y="1089497"/>
                  <a:pt x="12097472" y="1086158"/>
                  <a:pt x="12095859" y="1083191"/>
                </a:cubicBezTo>
                <a:cubicBezTo>
                  <a:pt x="11967918" y="1112126"/>
                  <a:pt x="11839978" y="1141059"/>
                  <a:pt x="11712037" y="1169993"/>
                </a:cubicBezTo>
                <a:cubicBezTo>
                  <a:pt x="11708810" y="1165172"/>
                  <a:pt x="11706123" y="1159977"/>
                  <a:pt x="11702899" y="1154785"/>
                </a:cubicBezTo>
                <a:cubicBezTo>
                  <a:pt x="11724938" y="1144398"/>
                  <a:pt x="11746979" y="1134012"/>
                  <a:pt x="11785683" y="1116206"/>
                </a:cubicBezTo>
                <a:cubicBezTo>
                  <a:pt x="11702360" y="1099884"/>
                  <a:pt x="11635702" y="1086530"/>
                  <a:pt x="11568507" y="1073176"/>
                </a:cubicBezTo>
                <a:cubicBezTo>
                  <a:pt x="11568507" y="1070208"/>
                  <a:pt x="11567969" y="1066869"/>
                  <a:pt x="11567969" y="1063901"/>
                </a:cubicBezTo>
                <a:cubicBezTo>
                  <a:pt x="11595923" y="1059450"/>
                  <a:pt x="11623338" y="1054628"/>
                  <a:pt x="11663118" y="1048322"/>
                </a:cubicBezTo>
                <a:cubicBezTo>
                  <a:pt x="11633551" y="1043500"/>
                  <a:pt x="11616887" y="1042016"/>
                  <a:pt x="11601834" y="1037936"/>
                </a:cubicBezTo>
                <a:cubicBezTo>
                  <a:pt x="11584634" y="1033113"/>
                  <a:pt x="11569043" y="1026435"/>
                  <a:pt x="11552378" y="1020500"/>
                </a:cubicBezTo>
                <a:cubicBezTo>
                  <a:pt x="11567969" y="1016419"/>
                  <a:pt x="11584634" y="1013081"/>
                  <a:pt x="11599684" y="1007888"/>
                </a:cubicBezTo>
                <a:cubicBezTo>
                  <a:pt x="11633015" y="996760"/>
                  <a:pt x="11665269" y="984147"/>
                  <a:pt x="11697523" y="972276"/>
                </a:cubicBezTo>
                <a:cubicBezTo>
                  <a:pt x="11695371" y="967825"/>
                  <a:pt x="11693221" y="963746"/>
                  <a:pt x="11691071" y="959294"/>
                </a:cubicBezTo>
                <a:cubicBezTo>
                  <a:pt x="11615812" y="970422"/>
                  <a:pt x="11540552" y="981179"/>
                  <a:pt x="11465293" y="992308"/>
                </a:cubicBezTo>
                <a:cubicBezTo>
                  <a:pt x="11463143" y="986744"/>
                  <a:pt x="11460993" y="981179"/>
                  <a:pt x="11458843" y="975616"/>
                </a:cubicBezTo>
                <a:cubicBezTo>
                  <a:pt x="11526576" y="947052"/>
                  <a:pt x="11594308" y="918489"/>
                  <a:pt x="11683545" y="881023"/>
                </a:cubicBezTo>
                <a:cubicBezTo>
                  <a:pt x="11635702" y="885475"/>
                  <a:pt x="11607211" y="884732"/>
                  <a:pt x="11582482" y="891410"/>
                </a:cubicBezTo>
                <a:cubicBezTo>
                  <a:pt x="11534102" y="904764"/>
                  <a:pt x="11489484" y="927392"/>
                  <a:pt x="11440028" y="935924"/>
                </a:cubicBezTo>
                <a:cubicBezTo>
                  <a:pt x="11369069" y="948165"/>
                  <a:pt x="11295958" y="983776"/>
                  <a:pt x="11233602" y="952617"/>
                </a:cubicBezTo>
                <a:cubicBezTo>
                  <a:pt x="11082007" y="946681"/>
                  <a:pt x="10968581" y="1026064"/>
                  <a:pt x="10821288" y="1009001"/>
                </a:cubicBezTo>
                <a:cubicBezTo>
                  <a:pt x="10966968" y="971905"/>
                  <a:pt x="11115873" y="941116"/>
                  <a:pt x="11234139" y="868411"/>
                </a:cubicBezTo>
                <a:cubicBezTo>
                  <a:pt x="11231989" y="863218"/>
                  <a:pt x="11229300" y="858395"/>
                  <a:pt x="11227150" y="853202"/>
                </a:cubicBezTo>
                <a:cubicBezTo>
                  <a:pt x="11171243" y="866926"/>
                  <a:pt x="11115873" y="880281"/>
                  <a:pt x="11059967" y="894006"/>
                </a:cubicBezTo>
                <a:cubicBezTo>
                  <a:pt x="11125014" y="845040"/>
                  <a:pt x="11196509" y="803865"/>
                  <a:pt x="11274456" y="769367"/>
                </a:cubicBezTo>
                <a:cubicBezTo>
                  <a:pt x="11295422" y="760093"/>
                  <a:pt x="11334126" y="769737"/>
                  <a:pt x="11351867" y="770479"/>
                </a:cubicBezTo>
                <a:cubicBezTo>
                  <a:pt x="11338426" y="792736"/>
                  <a:pt x="11325525" y="804978"/>
                  <a:pt x="11324989" y="817591"/>
                </a:cubicBezTo>
                <a:cubicBezTo>
                  <a:pt x="11324450" y="829461"/>
                  <a:pt x="11336815" y="841702"/>
                  <a:pt x="11343265" y="853572"/>
                </a:cubicBezTo>
                <a:cubicBezTo>
                  <a:pt x="11351328" y="848008"/>
                  <a:pt x="11359391" y="842815"/>
                  <a:pt x="11367456" y="837622"/>
                </a:cubicBezTo>
                <a:cubicBezTo>
                  <a:pt x="11365306" y="830203"/>
                  <a:pt x="11362618" y="822413"/>
                  <a:pt x="11360467" y="814623"/>
                </a:cubicBezTo>
                <a:cubicBezTo>
                  <a:pt x="11366380" y="810172"/>
                  <a:pt x="11372830" y="806091"/>
                  <a:pt x="11379281" y="802010"/>
                </a:cubicBezTo>
                <a:cubicBezTo>
                  <a:pt x="11384658" y="812026"/>
                  <a:pt x="11389496" y="821670"/>
                  <a:pt x="11391645" y="825380"/>
                </a:cubicBezTo>
                <a:cubicBezTo>
                  <a:pt x="11449703" y="802381"/>
                  <a:pt x="11509374" y="779012"/>
                  <a:pt x="11569043" y="755642"/>
                </a:cubicBezTo>
                <a:cubicBezTo>
                  <a:pt x="11567969" y="752303"/>
                  <a:pt x="11567430" y="748964"/>
                  <a:pt x="11566356" y="745626"/>
                </a:cubicBezTo>
                <a:cubicBezTo>
                  <a:pt x="11525502" y="751190"/>
                  <a:pt x="11485184" y="757126"/>
                  <a:pt x="11444328" y="762690"/>
                </a:cubicBezTo>
                <a:cubicBezTo>
                  <a:pt x="11443252" y="760093"/>
                  <a:pt x="11442178" y="757496"/>
                  <a:pt x="11441101" y="754900"/>
                </a:cubicBezTo>
                <a:cubicBezTo>
                  <a:pt x="11494858" y="737836"/>
                  <a:pt x="11548616" y="720402"/>
                  <a:pt x="11602373" y="703337"/>
                </a:cubicBezTo>
                <a:cubicBezTo>
                  <a:pt x="11598073" y="698515"/>
                  <a:pt x="11593234" y="693322"/>
                  <a:pt x="11588932" y="688500"/>
                </a:cubicBezTo>
                <a:cubicBezTo>
                  <a:pt x="11562055" y="692580"/>
                  <a:pt x="11534639" y="696290"/>
                  <a:pt x="11507223" y="700370"/>
                </a:cubicBezTo>
                <a:cubicBezTo>
                  <a:pt x="11505073" y="697031"/>
                  <a:pt x="11502921" y="693693"/>
                  <a:pt x="11500773" y="690355"/>
                </a:cubicBezTo>
                <a:cubicBezTo>
                  <a:pt x="11576571" y="656227"/>
                  <a:pt x="11652904" y="622099"/>
                  <a:pt x="11728701" y="587971"/>
                </a:cubicBezTo>
                <a:cubicBezTo>
                  <a:pt x="11728701" y="587971"/>
                  <a:pt x="11726551" y="589455"/>
                  <a:pt x="11726551" y="589455"/>
                </a:cubicBezTo>
                <a:cubicBezTo>
                  <a:pt x="11820625" y="552361"/>
                  <a:pt x="11916312" y="517120"/>
                  <a:pt x="12007699" y="477058"/>
                </a:cubicBezTo>
                <a:cubicBezTo>
                  <a:pt x="12064144" y="452389"/>
                  <a:pt x="12127173" y="433842"/>
                  <a:pt x="12182879" y="408478"/>
                </a:cubicBezTo>
                <a:lnTo>
                  <a:pt x="12192000" y="403128"/>
                </a:lnTo>
                <a:lnTo>
                  <a:pt x="12192000" y="0"/>
                </a:lnTo>
                <a:lnTo>
                  <a:pt x="2303951" y="0"/>
                </a:lnTo>
                <a:lnTo>
                  <a:pt x="2254273" y="35487"/>
                </a:lnTo>
                <a:cubicBezTo>
                  <a:pt x="2232972" y="50650"/>
                  <a:pt x="2210260" y="66787"/>
                  <a:pt x="2184727" y="84963"/>
                </a:cubicBezTo>
                <a:cubicBezTo>
                  <a:pt x="2175319" y="43787"/>
                  <a:pt x="2193461" y="24591"/>
                  <a:pt x="2218592" y="11932"/>
                </a:cubicBezTo>
                <a:lnTo>
                  <a:pt x="2248669" y="0"/>
                </a:lnTo>
                <a:lnTo>
                  <a:pt x="1789791" y="0"/>
                </a:lnTo>
                <a:lnTo>
                  <a:pt x="1822271" y="47636"/>
                </a:lnTo>
                <a:cubicBezTo>
                  <a:pt x="1826706" y="65581"/>
                  <a:pt x="1817298" y="79770"/>
                  <a:pt x="1781549" y="87188"/>
                </a:cubicBezTo>
                <a:cubicBezTo>
                  <a:pt x="1800364" y="109074"/>
                  <a:pt x="1814879" y="128364"/>
                  <a:pt x="1833156" y="145798"/>
                </a:cubicBezTo>
                <a:cubicBezTo>
                  <a:pt x="1841220" y="153959"/>
                  <a:pt x="1856272" y="158782"/>
                  <a:pt x="1868099" y="165088"/>
                </a:cubicBezTo>
                <a:cubicBezTo>
                  <a:pt x="1876161" y="156927"/>
                  <a:pt x="1888525" y="149508"/>
                  <a:pt x="1891751" y="140605"/>
                </a:cubicBezTo>
                <a:cubicBezTo>
                  <a:pt x="1896053" y="128364"/>
                  <a:pt x="1892827" y="114639"/>
                  <a:pt x="1892827" y="100171"/>
                </a:cubicBezTo>
                <a:cubicBezTo>
                  <a:pt x="1906803" y="100171"/>
                  <a:pt x="1920242" y="100171"/>
                  <a:pt x="1935831" y="100171"/>
                </a:cubicBezTo>
                <a:cubicBezTo>
                  <a:pt x="1931531" y="116123"/>
                  <a:pt x="1927768" y="131702"/>
                  <a:pt x="1923466" y="147283"/>
                </a:cubicBezTo>
                <a:cubicBezTo>
                  <a:pt x="1950346" y="142089"/>
                  <a:pt x="1961097" y="129477"/>
                  <a:pt x="1976149" y="120574"/>
                </a:cubicBezTo>
                <a:cubicBezTo>
                  <a:pt x="1992814" y="110929"/>
                  <a:pt x="2013242" y="104623"/>
                  <a:pt x="2034207" y="96091"/>
                </a:cubicBezTo>
                <a:cubicBezTo>
                  <a:pt x="2047646" y="166571"/>
                  <a:pt x="2097103" y="199958"/>
                  <a:pt x="2191714" y="214424"/>
                </a:cubicBezTo>
                <a:cubicBezTo>
                  <a:pt x="2211604" y="217392"/>
                  <a:pt x="2226656" y="238536"/>
                  <a:pt x="2240095" y="253003"/>
                </a:cubicBezTo>
                <a:cubicBezTo>
                  <a:pt x="2242783" y="255229"/>
                  <a:pt x="2227731" y="267100"/>
                  <a:pt x="2218592" y="273034"/>
                </a:cubicBezTo>
                <a:cubicBezTo>
                  <a:pt x="2186877" y="293437"/>
                  <a:pt x="2154622" y="313468"/>
                  <a:pt x="2132044" y="327565"/>
                </a:cubicBezTo>
                <a:cubicBezTo>
                  <a:pt x="2171287" y="355386"/>
                  <a:pt x="2203003" y="377643"/>
                  <a:pt x="2245470" y="407689"/>
                </a:cubicBezTo>
                <a:cubicBezTo>
                  <a:pt x="2147633" y="409544"/>
                  <a:pt x="2057322" y="397674"/>
                  <a:pt x="1984750" y="440333"/>
                </a:cubicBezTo>
                <a:cubicBezTo>
                  <a:pt x="1983137" y="441075"/>
                  <a:pt x="1979375" y="439592"/>
                  <a:pt x="1976686" y="439962"/>
                </a:cubicBezTo>
                <a:cubicBezTo>
                  <a:pt x="1891212" y="448865"/>
                  <a:pt x="1825093" y="491525"/>
                  <a:pt x="1723493" y="484476"/>
                </a:cubicBezTo>
                <a:cubicBezTo>
                  <a:pt x="1645545" y="478912"/>
                  <a:pt x="1558460" y="522684"/>
                  <a:pt x="1477286" y="547538"/>
                </a:cubicBezTo>
                <a:cubicBezTo>
                  <a:pt x="1388589" y="574618"/>
                  <a:pt x="1301502" y="604665"/>
                  <a:pt x="1214415" y="634712"/>
                </a:cubicBezTo>
                <a:cubicBezTo>
                  <a:pt x="1121417" y="666985"/>
                  <a:pt x="1028955" y="699628"/>
                  <a:pt x="937568" y="734126"/>
                </a:cubicBezTo>
                <a:cubicBezTo>
                  <a:pt x="810703" y="781979"/>
                  <a:pt x="688138" y="835767"/>
                  <a:pt x="559121" y="880281"/>
                </a:cubicBezTo>
                <a:cubicBezTo>
                  <a:pt x="453221" y="916634"/>
                  <a:pt x="343556" y="951132"/>
                  <a:pt x="229591" y="970792"/>
                </a:cubicBezTo>
                <a:cubicBezTo>
                  <a:pt x="172072" y="980808"/>
                  <a:pt x="96276" y="1026064"/>
                  <a:pt x="41443" y="964487"/>
                </a:cubicBezTo>
                <a:lnTo>
                  <a:pt x="0" y="978886"/>
                </a:lnTo>
                <a:lnTo>
                  <a:pt x="0" y="2144368"/>
                </a:lnTo>
                <a:lnTo>
                  <a:pt x="45811" y="2144156"/>
                </a:lnTo>
                <a:cubicBezTo>
                  <a:pt x="74772" y="2151251"/>
                  <a:pt x="99769" y="2172673"/>
                  <a:pt x="121541" y="2207542"/>
                </a:cubicBezTo>
                <a:cubicBezTo>
                  <a:pt x="97888" y="2207542"/>
                  <a:pt x="74772" y="2207542"/>
                  <a:pt x="51120" y="2207542"/>
                </a:cubicBezTo>
                <a:cubicBezTo>
                  <a:pt x="48433" y="2212736"/>
                  <a:pt x="45206" y="2217558"/>
                  <a:pt x="41981" y="2222752"/>
                </a:cubicBezTo>
                <a:cubicBezTo>
                  <a:pt x="96276" y="2238703"/>
                  <a:pt x="161859" y="2276168"/>
                  <a:pt x="202176" y="2265782"/>
                </a:cubicBezTo>
                <a:cubicBezTo>
                  <a:pt x="274747" y="2247234"/>
                  <a:pt x="263459" y="2276539"/>
                  <a:pt x="298939" y="2304732"/>
                </a:cubicBezTo>
                <a:cubicBezTo>
                  <a:pt x="248944" y="2299910"/>
                  <a:pt x="224754" y="2297312"/>
                  <a:pt x="189274" y="2293604"/>
                </a:cubicBezTo>
                <a:cubicBezTo>
                  <a:pt x="229054" y="2347762"/>
                  <a:pt x="262922" y="2394131"/>
                  <a:pt x="294637" y="2437161"/>
                </a:cubicBezTo>
                <a:cubicBezTo>
                  <a:pt x="401075" y="2456080"/>
                  <a:pt x="509128" y="2474998"/>
                  <a:pt x="618791" y="2494288"/>
                </a:cubicBezTo>
                <a:cubicBezTo>
                  <a:pt x="583849" y="2543624"/>
                  <a:pt x="582236" y="2543994"/>
                  <a:pt x="533317" y="2519512"/>
                </a:cubicBezTo>
                <a:cubicBezTo>
                  <a:pt x="461821" y="2483530"/>
                  <a:pt x="425804" y="2482046"/>
                  <a:pt x="383873" y="2513578"/>
                </a:cubicBezTo>
                <a:cubicBezTo>
                  <a:pt x="547295" y="2620411"/>
                  <a:pt x="741895" y="2671230"/>
                  <a:pt x="972510" y="2660102"/>
                </a:cubicBezTo>
                <a:cubicBezTo>
                  <a:pt x="971973" y="2666779"/>
                  <a:pt x="970898" y="2673457"/>
                  <a:pt x="970360" y="2680133"/>
                </a:cubicBezTo>
                <a:cubicBezTo>
                  <a:pt x="938105" y="2687924"/>
                  <a:pt x="905851" y="2695343"/>
                  <a:pt x="852633" y="2707955"/>
                </a:cubicBezTo>
                <a:cubicBezTo>
                  <a:pt x="899401" y="2733551"/>
                  <a:pt x="935955" y="2753582"/>
                  <a:pt x="980574" y="2777694"/>
                </a:cubicBezTo>
                <a:cubicBezTo>
                  <a:pt x="969285" y="2705730"/>
                  <a:pt x="1020892" y="2677166"/>
                  <a:pt x="1107439" y="2690891"/>
                </a:cubicBezTo>
                <a:cubicBezTo>
                  <a:pt x="1206352" y="2706471"/>
                  <a:pt x="1305802" y="2724276"/>
                  <a:pt x="1406328" y="2728728"/>
                </a:cubicBezTo>
                <a:cubicBezTo>
                  <a:pt x="1633182" y="2738744"/>
                  <a:pt x="1851971" y="2703504"/>
                  <a:pt x="2069149" y="2661958"/>
                </a:cubicBezTo>
                <a:cubicBezTo>
                  <a:pt x="2162685" y="2644152"/>
                  <a:pt x="2257835" y="2631911"/>
                  <a:pt x="2361048" y="2615589"/>
                </a:cubicBezTo>
                <a:cubicBezTo>
                  <a:pt x="2383087" y="2605573"/>
                  <a:pt x="2414804" y="2585541"/>
                  <a:pt x="2452435" y="2576268"/>
                </a:cubicBezTo>
                <a:cubicBezTo>
                  <a:pt x="2548658" y="2552527"/>
                  <a:pt x="2647571" y="2532866"/>
                  <a:pt x="2745410" y="2512465"/>
                </a:cubicBezTo>
                <a:cubicBezTo>
                  <a:pt x="2771213" y="2506900"/>
                  <a:pt x="2809379" y="2494288"/>
                  <a:pt x="2823356" y="2501706"/>
                </a:cubicBezTo>
                <a:cubicBezTo>
                  <a:pt x="2862598" y="2522850"/>
                  <a:pt x="2890551" y="2513578"/>
                  <a:pt x="2926569" y="2500594"/>
                </a:cubicBezTo>
                <a:cubicBezTo>
                  <a:pt x="2985165" y="2479821"/>
                  <a:pt x="3036233" y="2480933"/>
                  <a:pt x="3070099" y="2529899"/>
                </a:cubicBezTo>
                <a:cubicBezTo>
                  <a:pt x="3081389" y="2545478"/>
                  <a:pt x="3107191" y="2557720"/>
                  <a:pt x="3129770" y="2568478"/>
                </a:cubicBezTo>
                <a:cubicBezTo>
                  <a:pt x="3206642" y="2605202"/>
                  <a:pt x="3284052" y="2640442"/>
                  <a:pt x="3371138" y="2680876"/>
                </a:cubicBezTo>
                <a:cubicBezTo>
                  <a:pt x="3327596" y="2682730"/>
                  <a:pt x="3292652" y="2684214"/>
                  <a:pt x="3251260" y="2685698"/>
                </a:cubicBezTo>
                <a:cubicBezTo>
                  <a:pt x="3256098" y="2706842"/>
                  <a:pt x="3260398" y="2726874"/>
                  <a:pt x="3265237" y="2746905"/>
                </a:cubicBezTo>
                <a:cubicBezTo>
                  <a:pt x="3282977" y="2744679"/>
                  <a:pt x="3300716" y="2743566"/>
                  <a:pt x="3317918" y="2740599"/>
                </a:cubicBezTo>
                <a:cubicBezTo>
                  <a:pt x="3349096" y="2735405"/>
                  <a:pt x="3380276" y="2729099"/>
                  <a:pt x="3411455" y="2723535"/>
                </a:cubicBezTo>
                <a:cubicBezTo>
                  <a:pt x="3415218" y="2728728"/>
                  <a:pt x="3418981" y="2733922"/>
                  <a:pt x="3422744" y="2739115"/>
                </a:cubicBezTo>
                <a:cubicBezTo>
                  <a:pt x="3348022" y="2741712"/>
                  <a:pt x="3349635" y="2771758"/>
                  <a:pt x="3370600" y="2807741"/>
                </a:cubicBezTo>
                <a:cubicBezTo>
                  <a:pt x="3344798" y="2812193"/>
                  <a:pt x="3324370" y="2815531"/>
                  <a:pt x="3302329" y="2819240"/>
                </a:cubicBezTo>
                <a:cubicBezTo>
                  <a:pt x="3388003" y="2876738"/>
                  <a:pt x="3549693" y="2904240"/>
                  <a:pt x="3686999" y="2898306"/>
                </a:cubicBezTo>
                <a:close/>
              </a:path>
            </a:pathLst>
          </a:custGeom>
          <a:blipFill>
            <a:blip r:embed="rId3"/>
            <a:srcRect/>
            <a:stretch>
              <a:fillRect t="-65829" l="-2" b="-70727" r="-365"/>
            </a:stretch>
          </a:blipFill>
          <a:ln cap="flat">
            <a:noFill/>
            <a:prstDash val="solid"/>
            <a:miter lim="800000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</a:p>
        </p:txBody>
      </p:sp>
      <p:sp>
        <p:nvSpPr>
          <p:cNvPr name="AutoShape 4" id="4"/>
          <p:cNvSpPr/>
          <p:nvPr>
            <p:ph type="title"/>
          </p:nvPr>
        </p:nvSpPr>
        <p:spPr>
          <a:xfrm>
            <a:off x="2521667" y="1397000"/>
            <a:ext cx="7153377" cy="1569117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32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5" id="5"/>
          <p:cNvSpPr/>
          <p:nvPr>
            <p:ph type="body" sz="quarter" idx="1"/>
          </p:nvPr>
        </p:nvSpPr>
        <p:spPr>
          <a:xfrm>
            <a:off x="2504255" y="3024258"/>
            <a:ext cx="7153377" cy="1569117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Closing"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w="4375073" h="6858000" stroke="true" fill="norm" extrusionOk="true">
                  <a:moveTo>
                    <a:pt x="0" y="0"/>
                  </a:moveTo>
                  <a:lnTo>
                    <a:pt x="4375073" y="0"/>
                  </a:lnTo>
                  <a:lnTo>
                    <a:pt x="4375073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rcRect/>
              <a:stretch>
                <a:fillRect t="0" l="-184" b="0" r="-184"/>
              </a:stretch>
            </a:blipFill>
            <a:ln>
              <a:noFill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0" y="2911467"/>
              <a:ext cx="12003788" cy="3520095"/>
            </a:xfrm>
            <a:custGeom>
              <a:avLst/>
              <a:gdLst/>
              <a:ahLst/>
              <a:cxnLst/>
              <a:rect r="r" b="b" t="t" l="l"/>
              <a:pathLst>
                <a:path w="10863967" h="3185844" stroke="true" fill="norm" extrusionOk="true">
                  <a:moveTo>
                    <a:pt x="6777082" y="3170886"/>
                  </a:moveTo>
                  <a:lnTo>
                    <a:pt x="7237154" y="3174448"/>
                  </a:lnTo>
                  <a:cubicBezTo>
                    <a:pt x="7077806" y="3185006"/>
                    <a:pt x="6921612" y="3195165"/>
                    <a:pt x="6777082" y="3170886"/>
                  </a:cubicBezTo>
                  <a:close/>
                  <a:moveTo>
                    <a:pt x="6148519" y="3130972"/>
                  </a:moveTo>
                  <a:cubicBezTo>
                    <a:pt x="6355320" y="3133635"/>
                    <a:pt x="6549590" y="3156651"/>
                    <a:pt x="6754827" y="3168668"/>
                  </a:cubicBezTo>
                  <a:cubicBezTo>
                    <a:pt x="6548369" y="3168709"/>
                    <a:pt x="6345088" y="3146832"/>
                    <a:pt x="6148519" y="3130972"/>
                  </a:cubicBezTo>
                  <a:close/>
                  <a:moveTo>
                    <a:pt x="8328868" y="3025263"/>
                  </a:moveTo>
                  <a:cubicBezTo>
                    <a:pt x="8307588" y="3034366"/>
                    <a:pt x="8285521" y="3044484"/>
                    <a:pt x="8256674" y="3040811"/>
                  </a:cubicBezTo>
                  <a:close/>
                  <a:moveTo>
                    <a:pt x="3454257" y="3024774"/>
                  </a:moveTo>
                  <a:cubicBezTo>
                    <a:pt x="3412758" y="3036895"/>
                    <a:pt x="3355798" y="3031745"/>
                    <a:pt x="3303127" y="3031545"/>
                  </a:cubicBezTo>
                  <a:close/>
                  <a:moveTo>
                    <a:pt x="8391713" y="3011813"/>
                  </a:moveTo>
                  <a:lnTo>
                    <a:pt x="8328868" y="3025263"/>
                  </a:lnTo>
                  <a:cubicBezTo>
                    <a:pt x="8339056" y="3020769"/>
                    <a:pt x="8348907" y="3016317"/>
                    <a:pt x="8359141" y="3013534"/>
                  </a:cubicBezTo>
                  <a:cubicBezTo>
                    <a:pt x="8369376" y="3010751"/>
                    <a:pt x="8379993" y="3009635"/>
                    <a:pt x="8391713" y="3011813"/>
                  </a:cubicBezTo>
                  <a:close/>
                  <a:moveTo>
                    <a:pt x="7486950" y="3006863"/>
                  </a:moveTo>
                  <a:lnTo>
                    <a:pt x="7497040" y="3010622"/>
                  </a:lnTo>
                  <a:lnTo>
                    <a:pt x="7438741" y="3012966"/>
                  </a:lnTo>
                  <a:close/>
                  <a:moveTo>
                    <a:pt x="7708038" y="2995815"/>
                  </a:moveTo>
                  <a:lnTo>
                    <a:pt x="7687894" y="3010267"/>
                  </a:lnTo>
                  <a:lnTo>
                    <a:pt x="7680553" y="2999294"/>
                  </a:lnTo>
                  <a:close/>
                  <a:moveTo>
                    <a:pt x="7558595" y="2929124"/>
                  </a:moveTo>
                  <a:cubicBezTo>
                    <a:pt x="7505428" y="2935855"/>
                    <a:pt x="7452426" y="2940276"/>
                    <a:pt x="7398063" y="2937544"/>
                  </a:cubicBezTo>
                  <a:cubicBezTo>
                    <a:pt x="7453321" y="2936500"/>
                    <a:pt x="7506044" y="2933489"/>
                    <a:pt x="7558595" y="2929124"/>
                  </a:cubicBezTo>
                  <a:close/>
                  <a:moveTo>
                    <a:pt x="8106483" y="2928437"/>
                  </a:moveTo>
                  <a:lnTo>
                    <a:pt x="8116123" y="2932253"/>
                  </a:lnTo>
                  <a:lnTo>
                    <a:pt x="8081559" y="2948530"/>
                  </a:lnTo>
                  <a:close/>
                  <a:moveTo>
                    <a:pt x="7151230" y="2911567"/>
                  </a:moveTo>
                  <a:lnTo>
                    <a:pt x="7157942" y="2917584"/>
                  </a:lnTo>
                  <a:lnTo>
                    <a:pt x="6967090" y="2917939"/>
                  </a:lnTo>
                  <a:close/>
                  <a:moveTo>
                    <a:pt x="7832223" y="2906390"/>
                  </a:moveTo>
                  <a:cubicBezTo>
                    <a:pt x="7739057" y="2911774"/>
                    <a:pt x="7649731" y="2922166"/>
                    <a:pt x="7558594" y="2929126"/>
                  </a:cubicBezTo>
                  <a:cubicBezTo>
                    <a:pt x="7603680" y="2923647"/>
                    <a:pt x="7648708" y="2916804"/>
                    <a:pt x="7694153" y="2911909"/>
                  </a:cubicBezTo>
                  <a:cubicBezTo>
                    <a:pt x="7739599" y="2907014"/>
                    <a:pt x="7785464" y="2904070"/>
                    <a:pt x="7832223" y="2906390"/>
                  </a:cubicBezTo>
                  <a:close/>
                  <a:moveTo>
                    <a:pt x="946542" y="2900141"/>
                  </a:moveTo>
                  <a:cubicBezTo>
                    <a:pt x="962418" y="2900448"/>
                    <a:pt x="983576" y="2935366"/>
                    <a:pt x="1005584" y="2905799"/>
                  </a:cubicBezTo>
                  <a:lnTo>
                    <a:pt x="1006497" y="2913008"/>
                  </a:lnTo>
                  <a:cubicBezTo>
                    <a:pt x="983934" y="2930055"/>
                    <a:pt x="959790" y="2909307"/>
                    <a:pt x="932592" y="2915039"/>
                  </a:cubicBezTo>
                  <a:cubicBezTo>
                    <a:pt x="936545" y="2903780"/>
                    <a:pt x="941250" y="2900037"/>
                    <a:pt x="946542" y="2900141"/>
                  </a:cubicBezTo>
                  <a:close/>
                  <a:moveTo>
                    <a:pt x="6429577" y="2888472"/>
                  </a:moveTo>
                  <a:lnTo>
                    <a:pt x="6436346" y="2894939"/>
                  </a:lnTo>
                  <a:lnTo>
                    <a:pt x="6398938" y="2892351"/>
                  </a:lnTo>
                  <a:close/>
                  <a:moveTo>
                    <a:pt x="7570640" y="2886857"/>
                  </a:moveTo>
                  <a:lnTo>
                    <a:pt x="7577860" y="2893268"/>
                  </a:lnTo>
                  <a:lnTo>
                    <a:pt x="7525132" y="2892618"/>
                  </a:lnTo>
                  <a:close/>
                  <a:moveTo>
                    <a:pt x="8026868" y="2881750"/>
                  </a:moveTo>
                  <a:cubicBezTo>
                    <a:pt x="7977009" y="2878448"/>
                    <a:pt x="7928445" y="2910690"/>
                    <a:pt x="7896203" y="2898290"/>
                  </a:cubicBezTo>
                  <a:cubicBezTo>
                    <a:pt x="7915204" y="2891079"/>
                    <a:pt x="7941376" y="2885363"/>
                    <a:pt x="7966044" y="2882241"/>
                  </a:cubicBezTo>
                  <a:cubicBezTo>
                    <a:pt x="7990713" y="2879118"/>
                    <a:pt x="8013879" y="2878588"/>
                    <a:pt x="8026868" y="2881750"/>
                  </a:cubicBezTo>
                  <a:close/>
                  <a:moveTo>
                    <a:pt x="7853148" y="2851095"/>
                  </a:moveTo>
                  <a:lnTo>
                    <a:pt x="7753583" y="2871023"/>
                  </a:lnTo>
                  <a:lnTo>
                    <a:pt x="7758407" y="2858510"/>
                  </a:lnTo>
                  <a:close/>
                  <a:moveTo>
                    <a:pt x="7954845" y="2826319"/>
                  </a:moveTo>
                  <a:lnTo>
                    <a:pt x="7956328" y="2838033"/>
                  </a:lnTo>
                  <a:lnTo>
                    <a:pt x="7933668" y="2828999"/>
                  </a:lnTo>
                  <a:close/>
                  <a:moveTo>
                    <a:pt x="7562939" y="2826030"/>
                  </a:moveTo>
                  <a:cubicBezTo>
                    <a:pt x="7520870" y="2833644"/>
                    <a:pt x="7377472" y="2847219"/>
                    <a:pt x="7290491" y="2843581"/>
                  </a:cubicBezTo>
                  <a:lnTo>
                    <a:pt x="7289008" y="2831866"/>
                  </a:lnTo>
                  <a:close/>
                  <a:moveTo>
                    <a:pt x="7130291" y="2823003"/>
                  </a:moveTo>
                  <a:cubicBezTo>
                    <a:pt x="7141923" y="2822675"/>
                    <a:pt x="7153009" y="2824362"/>
                    <a:pt x="7162597" y="2831388"/>
                  </a:cubicBezTo>
                  <a:cubicBezTo>
                    <a:pt x="7135010" y="2841289"/>
                    <a:pt x="7114152" y="2832028"/>
                    <a:pt x="7094709" y="2826706"/>
                  </a:cubicBezTo>
                  <a:cubicBezTo>
                    <a:pt x="7106481" y="2825674"/>
                    <a:pt x="7118659" y="2823331"/>
                    <a:pt x="7130291" y="2823003"/>
                  </a:cubicBezTo>
                  <a:close/>
                  <a:moveTo>
                    <a:pt x="9139935" y="2816991"/>
                  </a:moveTo>
                  <a:cubicBezTo>
                    <a:pt x="9152249" y="2816112"/>
                    <a:pt x="9164346" y="2817413"/>
                    <a:pt x="9175675" y="2821931"/>
                  </a:cubicBezTo>
                  <a:lnTo>
                    <a:pt x="9131651" y="2839407"/>
                  </a:lnTo>
                  <a:lnTo>
                    <a:pt x="9142716" y="2854486"/>
                  </a:lnTo>
                  <a:cubicBezTo>
                    <a:pt x="9102318" y="2849986"/>
                    <a:pt x="9081506" y="2833851"/>
                    <a:pt x="9038052" y="2855833"/>
                  </a:cubicBezTo>
                  <a:cubicBezTo>
                    <a:pt x="9064097" y="2841892"/>
                    <a:pt x="9102996" y="2819629"/>
                    <a:pt x="9139935" y="2816991"/>
                  </a:cubicBezTo>
                  <a:close/>
                  <a:moveTo>
                    <a:pt x="7685164" y="2815136"/>
                  </a:moveTo>
                  <a:lnTo>
                    <a:pt x="7680218" y="2823086"/>
                  </a:lnTo>
                  <a:cubicBezTo>
                    <a:pt x="7683207" y="2824998"/>
                    <a:pt x="7686475" y="2825499"/>
                    <a:pt x="7690194" y="2825944"/>
                  </a:cubicBezTo>
                  <a:cubicBezTo>
                    <a:pt x="7657416" y="2831009"/>
                    <a:pt x="7625317" y="2837819"/>
                    <a:pt x="7600006" y="2825916"/>
                  </a:cubicBezTo>
                  <a:cubicBezTo>
                    <a:pt x="7615324" y="2823977"/>
                    <a:pt x="7657678" y="2818615"/>
                    <a:pt x="7685164" y="2815136"/>
                  </a:cubicBezTo>
                  <a:close/>
                  <a:moveTo>
                    <a:pt x="7878316" y="2807623"/>
                  </a:moveTo>
                  <a:cubicBezTo>
                    <a:pt x="7865865" y="2806910"/>
                    <a:pt x="7864195" y="2819025"/>
                    <a:pt x="7858622" y="2822019"/>
                  </a:cubicBezTo>
                  <a:lnTo>
                    <a:pt x="7848127" y="2811445"/>
                  </a:lnTo>
                  <a:close/>
                  <a:moveTo>
                    <a:pt x="9256138" y="2799385"/>
                  </a:moveTo>
                  <a:cubicBezTo>
                    <a:pt x="9235925" y="2806064"/>
                    <a:pt x="9213009" y="2813084"/>
                    <a:pt x="9195939" y="2812041"/>
                  </a:cubicBezTo>
                  <a:cubicBezTo>
                    <a:pt x="9211811" y="2803623"/>
                    <a:pt x="9235077" y="2802966"/>
                    <a:pt x="9256138" y="2799385"/>
                  </a:cubicBezTo>
                  <a:close/>
                  <a:moveTo>
                    <a:pt x="7943297" y="2795220"/>
                  </a:moveTo>
                  <a:cubicBezTo>
                    <a:pt x="7945756" y="2796110"/>
                    <a:pt x="7948236" y="2797627"/>
                    <a:pt x="7951308" y="2798383"/>
                  </a:cubicBezTo>
                  <a:lnTo>
                    <a:pt x="7952791" y="2810098"/>
                  </a:lnTo>
                  <a:lnTo>
                    <a:pt x="7935418" y="2795817"/>
                  </a:lnTo>
                  <a:cubicBezTo>
                    <a:pt x="7938401" y="2794066"/>
                    <a:pt x="7940838" y="2794330"/>
                    <a:pt x="7943297" y="2795220"/>
                  </a:cubicBezTo>
                  <a:close/>
                  <a:moveTo>
                    <a:pt x="8541684" y="2770515"/>
                  </a:moveTo>
                  <a:cubicBezTo>
                    <a:pt x="8537228" y="2771938"/>
                    <a:pt x="8532938" y="2775112"/>
                    <a:pt x="8528209" y="2777542"/>
                  </a:cubicBezTo>
                  <a:lnTo>
                    <a:pt x="8556145" y="2774006"/>
                  </a:lnTo>
                  <a:cubicBezTo>
                    <a:pt x="8550758" y="2769424"/>
                    <a:pt x="8546138" y="2769093"/>
                    <a:pt x="8541684" y="2770515"/>
                  </a:cubicBezTo>
                  <a:close/>
                  <a:moveTo>
                    <a:pt x="9073915" y="2770264"/>
                  </a:moveTo>
                  <a:cubicBezTo>
                    <a:pt x="9060077" y="2783919"/>
                    <a:pt x="9038045" y="2779841"/>
                    <a:pt x="9023012" y="2784032"/>
                  </a:cubicBezTo>
                  <a:lnTo>
                    <a:pt x="9021529" y="2772318"/>
                  </a:lnTo>
                  <a:close/>
                  <a:moveTo>
                    <a:pt x="8928766" y="2762759"/>
                  </a:moveTo>
                  <a:cubicBezTo>
                    <a:pt x="8946732" y="2763475"/>
                    <a:pt x="8962822" y="2767847"/>
                    <a:pt x="8975569" y="2778136"/>
                  </a:cubicBezTo>
                  <a:cubicBezTo>
                    <a:pt x="8901949" y="2782419"/>
                    <a:pt x="8839617" y="2799924"/>
                    <a:pt x="8784910" y="2830654"/>
                  </a:cubicBezTo>
                  <a:cubicBezTo>
                    <a:pt x="8714159" y="2832286"/>
                    <a:pt x="8588889" y="2840818"/>
                    <a:pt x="8506126" y="2870523"/>
                  </a:cubicBezTo>
                  <a:cubicBezTo>
                    <a:pt x="8504457" y="2882637"/>
                    <a:pt x="8504457" y="2882637"/>
                    <a:pt x="8487346" y="2892127"/>
                  </a:cubicBezTo>
                  <a:lnTo>
                    <a:pt x="8466169" y="2894808"/>
                  </a:lnTo>
                  <a:cubicBezTo>
                    <a:pt x="8462102" y="2887998"/>
                    <a:pt x="8467675" y="2885004"/>
                    <a:pt x="8470544" y="2882351"/>
                  </a:cubicBezTo>
                  <a:cubicBezTo>
                    <a:pt x="8465907" y="2871036"/>
                    <a:pt x="8451443" y="2879734"/>
                    <a:pt x="8442147" y="2878622"/>
                  </a:cubicBezTo>
                  <a:cubicBezTo>
                    <a:pt x="8436574" y="2881616"/>
                    <a:pt x="8415835" y="2913082"/>
                    <a:pt x="8376944" y="2898779"/>
                  </a:cubicBezTo>
                  <a:cubicBezTo>
                    <a:pt x="8379528" y="2893873"/>
                    <a:pt x="8373328" y="2891911"/>
                    <a:pt x="8369603" y="2887805"/>
                  </a:cubicBezTo>
                  <a:cubicBezTo>
                    <a:pt x="8343010" y="2920012"/>
                    <a:pt x="8290184" y="2893281"/>
                    <a:pt x="8246160" y="2910755"/>
                  </a:cubicBezTo>
                  <a:cubicBezTo>
                    <a:pt x="8326582" y="2862579"/>
                    <a:pt x="8471622" y="2887251"/>
                    <a:pt x="8553837" y="2831522"/>
                  </a:cubicBezTo>
                  <a:cubicBezTo>
                    <a:pt x="8616904" y="2816214"/>
                    <a:pt x="8702216" y="2831967"/>
                    <a:pt x="8742363" y="2783852"/>
                  </a:cubicBezTo>
                  <a:lnTo>
                    <a:pt x="8756010" y="2794026"/>
                  </a:lnTo>
                  <a:cubicBezTo>
                    <a:pt x="8804086" y="2791374"/>
                    <a:pt x="8874868" y="2760612"/>
                    <a:pt x="8928766" y="2762759"/>
                  </a:cubicBezTo>
                  <a:close/>
                  <a:moveTo>
                    <a:pt x="8633511" y="2752310"/>
                  </a:moveTo>
                  <a:lnTo>
                    <a:pt x="8634994" y="2764025"/>
                  </a:lnTo>
                  <a:lnTo>
                    <a:pt x="8664612" y="2755698"/>
                  </a:lnTo>
                  <a:cubicBezTo>
                    <a:pt x="8652161" y="2754984"/>
                    <a:pt x="8640852" y="2763283"/>
                    <a:pt x="8633511" y="2752310"/>
                  </a:cubicBezTo>
                  <a:close/>
                  <a:moveTo>
                    <a:pt x="7705118" y="2752182"/>
                  </a:moveTo>
                  <a:lnTo>
                    <a:pt x="7702363" y="2755736"/>
                  </a:lnTo>
                  <a:lnTo>
                    <a:pt x="7725022" y="2764770"/>
                  </a:lnTo>
                  <a:lnTo>
                    <a:pt x="7615534" y="2778630"/>
                  </a:lnTo>
                  <a:cubicBezTo>
                    <a:pt x="7629862" y="2754384"/>
                    <a:pt x="7677993" y="2769349"/>
                    <a:pt x="7705118" y="2752182"/>
                  </a:cubicBezTo>
                  <a:close/>
                  <a:moveTo>
                    <a:pt x="8574356" y="2747895"/>
                  </a:moveTo>
                  <a:lnTo>
                    <a:pt x="8543718" y="2751774"/>
                  </a:lnTo>
                  <a:lnTo>
                    <a:pt x="8472209" y="2772729"/>
                  </a:lnTo>
                  <a:close/>
                  <a:moveTo>
                    <a:pt x="7713045" y="2742480"/>
                  </a:moveTo>
                  <a:cubicBezTo>
                    <a:pt x="7713552" y="2742874"/>
                    <a:pt x="7714059" y="2743268"/>
                    <a:pt x="7714568" y="2743661"/>
                  </a:cubicBezTo>
                  <a:cubicBezTo>
                    <a:pt x="7711813" y="2747214"/>
                    <a:pt x="7708493" y="2749924"/>
                    <a:pt x="7705117" y="2752182"/>
                  </a:cubicBezTo>
                  <a:close/>
                  <a:moveTo>
                    <a:pt x="8979692" y="2722275"/>
                  </a:moveTo>
                  <a:lnTo>
                    <a:pt x="8977802" y="2723204"/>
                  </a:lnTo>
                  <a:cubicBezTo>
                    <a:pt x="8972078" y="2723643"/>
                    <a:pt x="8965856" y="2723286"/>
                    <a:pt x="8961491" y="2724983"/>
                  </a:cubicBezTo>
                  <a:close/>
                  <a:moveTo>
                    <a:pt x="6031721" y="2721844"/>
                  </a:moveTo>
                  <a:cubicBezTo>
                    <a:pt x="6135473" y="2713288"/>
                    <a:pt x="6232585" y="2746315"/>
                    <a:pt x="6323412" y="2758623"/>
                  </a:cubicBezTo>
                  <a:lnTo>
                    <a:pt x="6318468" y="2766574"/>
                  </a:lnTo>
                  <a:cubicBezTo>
                    <a:pt x="6455617" y="2754248"/>
                    <a:pt x="6597707" y="2802640"/>
                    <a:pt x="6735142" y="2792568"/>
                  </a:cubicBezTo>
                  <a:cubicBezTo>
                    <a:pt x="6755846" y="2811463"/>
                    <a:pt x="6801176" y="2800689"/>
                    <a:pt x="6830794" y="2792362"/>
                  </a:cubicBezTo>
                  <a:cubicBezTo>
                    <a:pt x="6816496" y="2798749"/>
                    <a:pt x="6843056" y="2816904"/>
                    <a:pt x="6870256" y="2811171"/>
                  </a:cubicBezTo>
                  <a:lnTo>
                    <a:pt x="6893686" y="2808205"/>
                  </a:lnTo>
                  <a:lnTo>
                    <a:pt x="6894770" y="2816766"/>
                  </a:lnTo>
                  <a:cubicBezTo>
                    <a:pt x="6803184" y="2823782"/>
                    <a:pt x="6741631" y="2800444"/>
                    <a:pt x="6649859" y="2831288"/>
                  </a:cubicBezTo>
                  <a:cubicBezTo>
                    <a:pt x="6657552" y="2816123"/>
                    <a:pt x="6632389" y="2790926"/>
                    <a:pt x="6602487" y="2797000"/>
                  </a:cubicBezTo>
                  <a:cubicBezTo>
                    <a:pt x="6508790" y="2787344"/>
                    <a:pt x="6409071" y="2780741"/>
                    <a:pt x="6319157" y="2775642"/>
                  </a:cubicBezTo>
                  <a:cubicBezTo>
                    <a:pt x="6271596" y="2765182"/>
                    <a:pt x="6202350" y="2757010"/>
                    <a:pt x="6145778" y="2747691"/>
                  </a:cubicBezTo>
                  <a:cubicBezTo>
                    <a:pt x="6103521" y="2779134"/>
                    <a:pt x="6078712" y="2727798"/>
                    <a:pt x="6039631" y="2737323"/>
                  </a:cubicBezTo>
                  <a:close/>
                  <a:moveTo>
                    <a:pt x="4291096" y="2713750"/>
                  </a:moveTo>
                  <a:lnTo>
                    <a:pt x="4298031" y="2717908"/>
                  </a:lnTo>
                  <a:lnTo>
                    <a:pt x="4266764" y="2716830"/>
                  </a:lnTo>
                  <a:close/>
                  <a:moveTo>
                    <a:pt x="5697656" y="2711945"/>
                  </a:moveTo>
                  <a:lnTo>
                    <a:pt x="5855429" y="2739583"/>
                  </a:lnTo>
                  <a:cubicBezTo>
                    <a:pt x="5813076" y="2744944"/>
                    <a:pt x="5716225" y="2735687"/>
                    <a:pt x="5697656" y="2711945"/>
                  </a:cubicBezTo>
                  <a:close/>
                  <a:moveTo>
                    <a:pt x="6894153" y="2710637"/>
                  </a:moveTo>
                  <a:lnTo>
                    <a:pt x="6942164" y="2721039"/>
                  </a:lnTo>
                  <a:lnTo>
                    <a:pt x="6883921" y="2723834"/>
                  </a:lnTo>
                  <a:close/>
                  <a:moveTo>
                    <a:pt x="1678948" y="2706547"/>
                  </a:moveTo>
                  <a:cubicBezTo>
                    <a:pt x="1715067" y="2706861"/>
                    <a:pt x="1750721" y="2708470"/>
                    <a:pt x="1785821" y="2711809"/>
                  </a:cubicBezTo>
                  <a:cubicBezTo>
                    <a:pt x="1634891" y="2738240"/>
                    <a:pt x="1493577" y="2717675"/>
                    <a:pt x="1343692" y="2727035"/>
                  </a:cubicBezTo>
                  <a:cubicBezTo>
                    <a:pt x="1458044" y="2716336"/>
                    <a:pt x="1570590" y="2705608"/>
                    <a:pt x="1678948" y="2706547"/>
                  </a:cubicBezTo>
                  <a:close/>
                  <a:moveTo>
                    <a:pt x="8959021" y="2694624"/>
                  </a:moveTo>
                  <a:cubicBezTo>
                    <a:pt x="8901065" y="2699672"/>
                    <a:pt x="8783133" y="2719178"/>
                    <a:pt x="8706052" y="2743127"/>
                  </a:cubicBezTo>
                  <a:cubicBezTo>
                    <a:pt x="8773471" y="2736881"/>
                    <a:pt x="8878786" y="2718972"/>
                    <a:pt x="8959021" y="2694624"/>
                  </a:cubicBezTo>
                  <a:close/>
                  <a:moveTo>
                    <a:pt x="7995463" y="2684755"/>
                  </a:moveTo>
                  <a:cubicBezTo>
                    <a:pt x="8001488" y="2683993"/>
                    <a:pt x="8007685" y="2685039"/>
                    <a:pt x="8011072" y="2688273"/>
                  </a:cubicBezTo>
                  <a:lnTo>
                    <a:pt x="7980883" y="2692094"/>
                  </a:lnTo>
                  <a:cubicBezTo>
                    <a:pt x="7983581" y="2688091"/>
                    <a:pt x="7989436" y="2685518"/>
                    <a:pt x="7995463" y="2684755"/>
                  </a:cubicBezTo>
                  <a:close/>
                  <a:moveTo>
                    <a:pt x="9297475" y="2684741"/>
                  </a:moveTo>
                  <a:cubicBezTo>
                    <a:pt x="9277957" y="2704150"/>
                    <a:pt x="9235262" y="2706808"/>
                    <a:pt x="9213800" y="2707235"/>
                  </a:cubicBezTo>
                  <a:cubicBezTo>
                    <a:pt x="9241000" y="2701503"/>
                    <a:pt x="9263564" y="2684455"/>
                    <a:pt x="9297475" y="2684741"/>
                  </a:cubicBezTo>
                  <a:close/>
                  <a:moveTo>
                    <a:pt x="8275366" y="2678621"/>
                  </a:moveTo>
                  <a:cubicBezTo>
                    <a:pt x="8276564" y="2688084"/>
                    <a:pt x="8251323" y="2683953"/>
                    <a:pt x="8239443" y="2687746"/>
                  </a:cubicBezTo>
                  <a:cubicBezTo>
                    <a:pt x="8243378" y="2682671"/>
                    <a:pt x="8249390" y="2681338"/>
                    <a:pt x="8255902" y="2680799"/>
                  </a:cubicBezTo>
                  <a:cubicBezTo>
                    <a:pt x="8262412" y="2680261"/>
                    <a:pt x="8269429" y="2680518"/>
                    <a:pt x="8275366" y="2678621"/>
                  </a:cubicBezTo>
                  <a:close/>
                  <a:moveTo>
                    <a:pt x="8073693" y="2675311"/>
                  </a:moveTo>
                  <a:cubicBezTo>
                    <a:pt x="8080465" y="2674111"/>
                    <a:pt x="8086619" y="2673904"/>
                    <a:pt x="8090373" y="2678234"/>
                  </a:cubicBezTo>
                  <a:lnTo>
                    <a:pt x="8053876" y="2682854"/>
                  </a:lnTo>
                  <a:lnTo>
                    <a:pt x="8053305" y="2678349"/>
                  </a:lnTo>
                  <a:cubicBezTo>
                    <a:pt x="8059531" y="2678705"/>
                    <a:pt x="8066922" y="2676512"/>
                    <a:pt x="8073693" y="2675311"/>
                  </a:cubicBezTo>
                  <a:close/>
                  <a:moveTo>
                    <a:pt x="8231138" y="2672775"/>
                  </a:moveTo>
                  <a:cubicBezTo>
                    <a:pt x="8113932" y="2723321"/>
                    <a:pt x="7927837" y="2739553"/>
                    <a:pt x="7803478" y="2755295"/>
                  </a:cubicBezTo>
                  <a:lnTo>
                    <a:pt x="7838492" y="2738961"/>
                  </a:lnTo>
                  <a:cubicBezTo>
                    <a:pt x="7819636" y="2712965"/>
                    <a:pt x="7805777" y="2748138"/>
                    <a:pt x="7780248" y="2741756"/>
                  </a:cubicBezTo>
                  <a:lnTo>
                    <a:pt x="7776445" y="2758717"/>
                  </a:lnTo>
                  <a:lnTo>
                    <a:pt x="7773479" y="2735288"/>
                  </a:lnTo>
                  <a:cubicBezTo>
                    <a:pt x="7758611" y="2737170"/>
                    <a:pt x="7753786" y="2749684"/>
                    <a:pt x="7745685" y="2758033"/>
                  </a:cubicBezTo>
                  <a:cubicBezTo>
                    <a:pt x="7735985" y="2750106"/>
                    <a:pt x="7724890" y="2752883"/>
                    <a:pt x="7714625" y="2744112"/>
                  </a:cubicBezTo>
                  <a:cubicBezTo>
                    <a:pt x="7716930" y="2740615"/>
                    <a:pt x="7719234" y="2737119"/>
                    <a:pt x="7720916" y="2732329"/>
                  </a:cubicBezTo>
                  <a:cubicBezTo>
                    <a:pt x="7639955" y="2725639"/>
                    <a:pt x="7538697" y="2779201"/>
                    <a:pt x="7449660" y="2759341"/>
                  </a:cubicBezTo>
                  <a:cubicBezTo>
                    <a:pt x="7429967" y="2773737"/>
                    <a:pt x="7365136" y="2775077"/>
                    <a:pt x="7347399" y="2779612"/>
                  </a:cubicBezTo>
                  <a:lnTo>
                    <a:pt x="7382412" y="2763276"/>
                  </a:lnTo>
                  <a:cubicBezTo>
                    <a:pt x="7295201" y="2757836"/>
                    <a:pt x="7238098" y="2769643"/>
                    <a:pt x="7153129" y="2756594"/>
                  </a:cubicBezTo>
                  <a:lnTo>
                    <a:pt x="7139291" y="2770247"/>
                  </a:lnTo>
                  <a:lnTo>
                    <a:pt x="7136610" y="2749071"/>
                  </a:lnTo>
                  <a:cubicBezTo>
                    <a:pt x="7414556" y="2749593"/>
                    <a:pt x="7691606" y="2721389"/>
                    <a:pt x="7964600" y="2690036"/>
                  </a:cubicBezTo>
                  <a:lnTo>
                    <a:pt x="7930157" y="2710876"/>
                  </a:lnTo>
                  <a:cubicBezTo>
                    <a:pt x="8006018" y="2698985"/>
                    <a:pt x="8110209" y="2719214"/>
                    <a:pt x="8178753" y="2674829"/>
                  </a:cubicBezTo>
                  <a:close/>
                  <a:moveTo>
                    <a:pt x="4297614" y="2667604"/>
                  </a:moveTo>
                  <a:lnTo>
                    <a:pt x="4276438" y="2670285"/>
                  </a:lnTo>
                  <a:lnTo>
                    <a:pt x="4239085" y="2668146"/>
                  </a:lnTo>
                  <a:close/>
                  <a:moveTo>
                    <a:pt x="5200628" y="2666882"/>
                  </a:moveTo>
                  <a:cubicBezTo>
                    <a:pt x="5333909" y="2664001"/>
                    <a:pt x="5470123" y="2672080"/>
                    <a:pt x="5586970" y="2716344"/>
                  </a:cubicBezTo>
                  <a:cubicBezTo>
                    <a:pt x="5444670" y="2713298"/>
                    <a:pt x="5252829" y="2658843"/>
                    <a:pt x="5069150" y="2672481"/>
                  </a:cubicBezTo>
                  <a:cubicBezTo>
                    <a:pt x="5112100" y="2670020"/>
                    <a:pt x="5156201" y="2667842"/>
                    <a:pt x="5200628" y="2666882"/>
                  </a:cubicBezTo>
                  <a:close/>
                  <a:moveTo>
                    <a:pt x="4053462" y="2662803"/>
                  </a:moveTo>
                  <a:lnTo>
                    <a:pt x="4196104" y="2668551"/>
                  </a:lnTo>
                  <a:cubicBezTo>
                    <a:pt x="4151510" y="2681520"/>
                    <a:pt x="4089769" y="2682012"/>
                    <a:pt x="4053462" y="2662803"/>
                  </a:cubicBezTo>
                  <a:close/>
                  <a:moveTo>
                    <a:pt x="9133709" y="2660608"/>
                  </a:moveTo>
                  <a:cubicBezTo>
                    <a:pt x="9130496" y="2658726"/>
                    <a:pt x="9123219" y="2659990"/>
                    <a:pt x="9114101" y="2662575"/>
                  </a:cubicBezTo>
                  <a:cubicBezTo>
                    <a:pt x="9104983" y="2665160"/>
                    <a:pt x="9094033" y="2669064"/>
                    <a:pt x="9083479" y="2672460"/>
                  </a:cubicBezTo>
                  <a:cubicBezTo>
                    <a:pt x="9100372" y="2668490"/>
                    <a:pt x="9117210" y="2664069"/>
                    <a:pt x="9133709" y="2660608"/>
                  </a:cubicBezTo>
                  <a:close/>
                  <a:moveTo>
                    <a:pt x="6087148" y="2646159"/>
                  </a:moveTo>
                  <a:lnTo>
                    <a:pt x="6133511" y="2647157"/>
                  </a:lnTo>
                  <a:lnTo>
                    <a:pt x="6124499" y="2648297"/>
                  </a:lnTo>
                  <a:close/>
                  <a:moveTo>
                    <a:pt x="9242567" y="2641792"/>
                  </a:moveTo>
                  <a:lnTo>
                    <a:pt x="9160564" y="2652172"/>
                  </a:lnTo>
                  <a:lnTo>
                    <a:pt x="9177938" y="2666454"/>
                  </a:lnTo>
                  <a:cubicBezTo>
                    <a:pt x="9153421" y="2693363"/>
                    <a:pt x="9101958" y="2673783"/>
                    <a:pt x="9102057" y="2699865"/>
                  </a:cubicBezTo>
                  <a:cubicBezTo>
                    <a:pt x="9145852" y="2680587"/>
                    <a:pt x="9245248" y="2662968"/>
                    <a:pt x="9242567" y="2641792"/>
                  </a:cubicBezTo>
                  <a:close/>
                  <a:moveTo>
                    <a:pt x="6922036" y="2637981"/>
                  </a:moveTo>
                  <a:lnTo>
                    <a:pt x="6932069" y="2641289"/>
                  </a:lnTo>
                  <a:lnTo>
                    <a:pt x="6900860" y="2640662"/>
                  </a:lnTo>
                  <a:close/>
                  <a:moveTo>
                    <a:pt x="6959104" y="2637867"/>
                  </a:moveTo>
                  <a:lnTo>
                    <a:pt x="6990655" y="2641197"/>
                  </a:lnTo>
                  <a:lnTo>
                    <a:pt x="6991225" y="2645702"/>
                  </a:lnTo>
                  <a:close/>
                  <a:moveTo>
                    <a:pt x="4514838" y="2635357"/>
                  </a:moveTo>
                  <a:cubicBezTo>
                    <a:pt x="4520964" y="2635325"/>
                    <a:pt x="4526640" y="2636094"/>
                    <a:pt x="4531516" y="2638453"/>
                  </a:cubicBezTo>
                  <a:lnTo>
                    <a:pt x="4457611" y="2640483"/>
                  </a:lnTo>
                  <a:lnTo>
                    <a:pt x="4457041" y="2635977"/>
                  </a:lnTo>
                  <a:cubicBezTo>
                    <a:pt x="4474036" y="2642753"/>
                    <a:pt x="4496460" y="2635451"/>
                    <a:pt x="4514838" y="2635357"/>
                  </a:cubicBezTo>
                  <a:close/>
                  <a:moveTo>
                    <a:pt x="4293165" y="2632459"/>
                  </a:moveTo>
                  <a:lnTo>
                    <a:pt x="4345442" y="2633166"/>
                  </a:lnTo>
                  <a:cubicBezTo>
                    <a:pt x="4340156" y="2638412"/>
                    <a:pt x="4298715" y="2650984"/>
                    <a:pt x="4293165" y="2632459"/>
                  </a:cubicBezTo>
                  <a:close/>
                  <a:moveTo>
                    <a:pt x="4418812" y="2630974"/>
                  </a:moveTo>
                  <a:cubicBezTo>
                    <a:pt x="4426786" y="2632940"/>
                    <a:pt x="4434171" y="2636125"/>
                    <a:pt x="4442116" y="2637409"/>
                  </a:cubicBezTo>
                  <a:lnTo>
                    <a:pt x="4393454" y="2643569"/>
                  </a:lnTo>
                  <a:lnTo>
                    <a:pt x="4391971" y="2631853"/>
                  </a:lnTo>
                  <a:cubicBezTo>
                    <a:pt x="4402274" y="2628260"/>
                    <a:pt x="4410838" y="2629007"/>
                    <a:pt x="4418812" y="2630974"/>
                  </a:cubicBezTo>
                  <a:close/>
                  <a:moveTo>
                    <a:pt x="9338872" y="2621603"/>
                  </a:moveTo>
                  <a:cubicBezTo>
                    <a:pt x="9324540" y="2619599"/>
                    <a:pt x="9307153" y="2640255"/>
                    <a:pt x="9286798" y="2647637"/>
                  </a:cubicBezTo>
                  <a:cubicBezTo>
                    <a:pt x="9309779" y="2644728"/>
                    <a:pt x="9333555" y="2644465"/>
                    <a:pt x="9352182" y="2632493"/>
                  </a:cubicBezTo>
                  <a:cubicBezTo>
                    <a:pt x="9348087" y="2625458"/>
                    <a:pt x="9343650" y="2622272"/>
                    <a:pt x="9338872" y="2621603"/>
                  </a:cubicBezTo>
                  <a:close/>
                  <a:moveTo>
                    <a:pt x="9129294" y="2575101"/>
                  </a:moveTo>
                  <a:cubicBezTo>
                    <a:pt x="9010224" y="2585597"/>
                    <a:pt x="8881306" y="2637625"/>
                    <a:pt x="8805730" y="2651769"/>
                  </a:cubicBezTo>
                  <a:cubicBezTo>
                    <a:pt x="8922746" y="2625053"/>
                    <a:pt x="9027752" y="2626411"/>
                    <a:pt x="9129294" y="2575101"/>
                  </a:cubicBezTo>
                  <a:close/>
                  <a:moveTo>
                    <a:pt x="370015" y="2564631"/>
                  </a:moveTo>
                  <a:lnTo>
                    <a:pt x="281703" y="2575810"/>
                  </a:lnTo>
                  <a:lnTo>
                    <a:pt x="311487" y="2565173"/>
                  </a:lnTo>
                  <a:close/>
                  <a:moveTo>
                    <a:pt x="9244066" y="2555995"/>
                  </a:moveTo>
                  <a:lnTo>
                    <a:pt x="9187876" y="2575011"/>
                  </a:lnTo>
                  <a:lnTo>
                    <a:pt x="9209051" y="2572331"/>
                  </a:lnTo>
                  <a:close/>
                  <a:moveTo>
                    <a:pt x="2071688" y="2554309"/>
                  </a:moveTo>
                  <a:cubicBezTo>
                    <a:pt x="1922264" y="2570934"/>
                    <a:pt x="1757037" y="2603753"/>
                    <a:pt x="1623690" y="2599117"/>
                  </a:cubicBezTo>
                  <a:cubicBezTo>
                    <a:pt x="1657663" y="2593557"/>
                    <a:pt x="1695226" y="2588774"/>
                    <a:pt x="1734316" y="2584526"/>
                  </a:cubicBezTo>
                  <a:cubicBezTo>
                    <a:pt x="1851586" y="2571784"/>
                    <a:pt x="1982599" y="2563870"/>
                    <a:pt x="2071688" y="2554309"/>
                  </a:cubicBezTo>
                  <a:close/>
                  <a:moveTo>
                    <a:pt x="5621827" y="2528814"/>
                  </a:moveTo>
                  <a:lnTo>
                    <a:pt x="5638626" y="2538589"/>
                  </a:lnTo>
                  <a:lnTo>
                    <a:pt x="5600648" y="2531495"/>
                  </a:lnTo>
                  <a:close/>
                  <a:moveTo>
                    <a:pt x="6984998" y="2528725"/>
                  </a:moveTo>
                  <a:cubicBezTo>
                    <a:pt x="6921328" y="2528430"/>
                    <a:pt x="6856043" y="2530743"/>
                    <a:pt x="6791859" y="2535434"/>
                  </a:cubicBezTo>
                  <a:cubicBezTo>
                    <a:pt x="6908973" y="2534800"/>
                    <a:pt x="7037945" y="2551893"/>
                    <a:pt x="7168444" y="2537663"/>
                  </a:cubicBezTo>
                  <a:cubicBezTo>
                    <a:pt x="7110722" y="2531922"/>
                    <a:pt x="7048668" y="2529020"/>
                    <a:pt x="6984998" y="2528725"/>
                  </a:cubicBezTo>
                  <a:close/>
                  <a:moveTo>
                    <a:pt x="6599015" y="2523681"/>
                  </a:moveTo>
                  <a:cubicBezTo>
                    <a:pt x="6632468" y="2552865"/>
                    <a:pt x="6711416" y="2536462"/>
                    <a:pt x="6754004" y="2536564"/>
                  </a:cubicBezTo>
                  <a:close/>
                  <a:moveTo>
                    <a:pt x="9396105" y="2512944"/>
                  </a:moveTo>
                  <a:lnTo>
                    <a:pt x="9374928" y="2515624"/>
                  </a:lnTo>
                  <a:lnTo>
                    <a:pt x="9367398" y="2528481"/>
                  </a:lnTo>
                  <a:close/>
                  <a:moveTo>
                    <a:pt x="9475888" y="2510169"/>
                  </a:moveTo>
                  <a:lnTo>
                    <a:pt x="9497634" y="2511994"/>
                  </a:lnTo>
                  <a:lnTo>
                    <a:pt x="9498204" y="2516500"/>
                  </a:lnTo>
                  <a:close/>
                  <a:moveTo>
                    <a:pt x="9163089" y="2502156"/>
                  </a:moveTo>
                  <a:cubicBezTo>
                    <a:pt x="9075511" y="2515530"/>
                    <a:pt x="9007788" y="2541042"/>
                    <a:pt x="8911035" y="2557868"/>
                  </a:cubicBezTo>
                  <a:cubicBezTo>
                    <a:pt x="8989520" y="2566702"/>
                    <a:pt x="9082854" y="2526504"/>
                    <a:pt x="9163089" y="2502156"/>
                  </a:cubicBezTo>
                  <a:close/>
                  <a:moveTo>
                    <a:pt x="737419" y="2494316"/>
                  </a:moveTo>
                  <a:lnTo>
                    <a:pt x="747342" y="2500385"/>
                  </a:lnTo>
                  <a:lnTo>
                    <a:pt x="716241" y="2496997"/>
                  </a:lnTo>
                  <a:close/>
                  <a:moveTo>
                    <a:pt x="9547515" y="2493777"/>
                  </a:moveTo>
                  <a:lnTo>
                    <a:pt x="9534130" y="2507373"/>
                  </a:lnTo>
                  <a:lnTo>
                    <a:pt x="9521964" y="2508913"/>
                  </a:lnTo>
                  <a:close/>
                  <a:moveTo>
                    <a:pt x="1570823" y="2474423"/>
                  </a:moveTo>
                  <a:lnTo>
                    <a:pt x="1608233" y="2477012"/>
                  </a:lnTo>
                  <a:cubicBezTo>
                    <a:pt x="1609431" y="2486474"/>
                    <a:pt x="1584187" y="2482345"/>
                    <a:pt x="1572306" y="2486137"/>
                  </a:cubicBezTo>
                  <a:close/>
                  <a:moveTo>
                    <a:pt x="1723214" y="2472185"/>
                  </a:moveTo>
                  <a:cubicBezTo>
                    <a:pt x="1727719" y="2471614"/>
                    <a:pt x="1732526" y="2473410"/>
                    <a:pt x="1734701" y="2477940"/>
                  </a:cubicBezTo>
                  <a:lnTo>
                    <a:pt x="1713524" y="2480621"/>
                  </a:lnTo>
                  <a:cubicBezTo>
                    <a:pt x="1714502" y="2475691"/>
                    <a:pt x="1718708" y="2472755"/>
                    <a:pt x="1723214" y="2472185"/>
                  </a:cubicBezTo>
                  <a:close/>
                  <a:moveTo>
                    <a:pt x="3603605" y="2469167"/>
                  </a:moveTo>
                  <a:cubicBezTo>
                    <a:pt x="3608148" y="2469335"/>
                    <a:pt x="3612275" y="2470301"/>
                    <a:pt x="3615574" y="2472859"/>
                  </a:cubicBezTo>
                  <a:lnTo>
                    <a:pt x="3589151" y="2470252"/>
                  </a:lnTo>
                  <a:cubicBezTo>
                    <a:pt x="3594107" y="2469625"/>
                    <a:pt x="3599063" y="2468998"/>
                    <a:pt x="3603605" y="2469167"/>
                  </a:cubicBezTo>
                  <a:close/>
                  <a:moveTo>
                    <a:pt x="3562726" y="2467647"/>
                  </a:moveTo>
                  <a:lnTo>
                    <a:pt x="3589151" y="2470253"/>
                  </a:lnTo>
                  <a:cubicBezTo>
                    <a:pt x="3579689" y="2471451"/>
                    <a:pt x="3569776" y="2472706"/>
                    <a:pt x="3562726" y="2467647"/>
                  </a:cubicBezTo>
                  <a:close/>
                  <a:moveTo>
                    <a:pt x="938001" y="2447866"/>
                  </a:moveTo>
                  <a:cubicBezTo>
                    <a:pt x="946362" y="2463289"/>
                    <a:pt x="900855" y="2469050"/>
                    <a:pt x="901504" y="2452487"/>
                  </a:cubicBezTo>
                  <a:close/>
                  <a:moveTo>
                    <a:pt x="2581944" y="2444394"/>
                  </a:moveTo>
                  <a:cubicBezTo>
                    <a:pt x="2359979" y="2470204"/>
                    <a:pt x="2106021" y="2463897"/>
                    <a:pt x="1858219" y="2502591"/>
                  </a:cubicBezTo>
                  <a:cubicBezTo>
                    <a:pt x="1858693" y="2481015"/>
                    <a:pt x="1896484" y="2511939"/>
                    <a:pt x="1893233" y="2486256"/>
                  </a:cubicBezTo>
                  <a:cubicBezTo>
                    <a:pt x="1840100" y="2478791"/>
                    <a:pt x="1804231" y="2488367"/>
                    <a:pt x="1751503" y="2487718"/>
                  </a:cubicBezTo>
                  <a:lnTo>
                    <a:pt x="1750020" y="2476002"/>
                  </a:lnTo>
                  <a:cubicBezTo>
                    <a:pt x="2024526" y="2474672"/>
                    <a:pt x="2314373" y="2449882"/>
                    <a:pt x="2581944" y="2444394"/>
                  </a:cubicBezTo>
                  <a:close/>
                  <a:moveTo>
                    <a:pt x="1702019" y="2436758"/>
                  </a:moveTo>
                  <a:lnTo>
                    <a:pt x="1745571" y="2440858"/>
                  </a:lnTo>
                  <a:cubicBezTo>
                    <a:pt x="1732590" y="2461270"/>
                    <a:pt x="1708161" y="2438269"/>
                    <a:pt x="1702019" y="2436758"/>
                  </a:cubicBezTo>
                  <a:close/>
                  <a:moveTo>
                    <a:pt x="1877719" y="2436032"/>
                  </a:moveTo>
                  <a:lnTo>
                    <a:pt x="2004130" y="2436510"/>
                  </a:lnTo>
                  <a:lnTo>
                    <a:pt x="1872894" y="2448546"/>
                  </a:lnTo>
                  <a:close/>
                  <a:moveTo>
                    <a:pt x="2810964" y="2427305"/>
                  </a:moveTo>
                  <a:lnTo>
                    <a:pt x="2833161" y="2429073"/>
                  </a:lnTo>
                  <a:lnTo>
                    <a:pt x="2802523" y="2432951"/>
                  </a:lnTo>
                  <a:close/>
                  <a:moveTo>
                    <a:pt x="4968927" y="2415987"/>
                  </a:moveTo>
                  <a:cubicBezTo>
                    <a:pt x="4911135" y="2418725"/>
                    <a:pt x="4855817" y="2419319"/>
                    <a:pt x="4796222" y="2422285"/>
                  </a:cubicBezTo>
                  <a:cubicBezTo>
                    <a:pt x="4851538" y="2421692"/>
                    <a:pt x="4915520" y="2449758"/>
                    <a:pt x="4968927" y="2415987"/>
                  </a:cubicBezTo>
                  <a:close/>
                  <a:moveTo>
                    <a:pt x="3037852" y="2415064"/>
                  </a:moveTo>
                  <a:lnTo>
                    <a:pt x="3044336" y="2419279"/>
                  </a:lnTo>
                  <a:lnTo>
                    <a:pt x="2959002" y="2425046"/>
                  </a:lnTo>
                  <a:close/>
                  <a:moveTo>
                    <a:pt x="2420654" y="2413903"/>
                  </a:moveTo>
                  <a:cubicBezTo>
                    <a:pt x="2430593" y="2413482"/>
                    <a:pt x="2439307" y="2415183"/>
                    <a:pt x="2446202" y="2420834"/>
                  </a:cubicBezTo>
                  <a:lnTo>
                    <a:pt x="2314966" y="2432868"/>
                  </a:lnTo>
                  <a:lnTo>
                    <a:pt x="2314054" y="2425659"/>
                  </a:lnTo>
                  <a:cubicBezTo>
                    <a:pt x="2349980" y="2435532"/>
                    <a:pt x="2390836" y="2415167"/>
                    <a:pt x="2420654" y="2413903"/>
                  </a:cubicBezTo>
                  <a:close/>
                  <a:moveTo>
                    <a:pt x="9737734" y="2412474"/>
                  </a:moveTo>
                  <a:lnTo>
                    <a:pt x="9697491" y="2434506"/>
                  </a:lnTo>
                  <a:lnTo>
                    <a:pt x="9701690" y="2417037"/>
                  </a:lnTo>
                  <a:close/>
                  <a:moveTo>
                    <a:pt x="630513" y="2405191"/>
                  </a:moveTo>
                  <a:cubicBezTo>
                    <a:pt x="641948" y="2403743"/>
                    <a:pt x="653651" y="2403978"/>
                    <a:pt x="661738" y="2406388"/>
                  </a:cubicBezTo>
                  <a:lnTo>
                    <a:pt x="600911" y="2414088"/>
                  </a:lnTo>
                  <a:cubicBezTo>
                    <a:pt x="607917" y="2409768"/>
                    <a:pt x="619080" y="2406638"/>
                    <a:pt x="630513" y="2405191"/>
                  </a:cubicBezTo>
                  <a:close/>
                  <a:moveTo>
                    <a:pt x="3239765" y="2401221"/>
                  </a:moveTo>
                  <a:cubicBezTo>
                    <a:pt x="3251064" y="2402152"/>
                    <a:pt x="3260580" y="2408843"/>
                    <a:pt x="3273751" y="2401683"/>
                  </a:cubicBezTo>
                  <a:cubicBezTo>
                    <a:pt x="3272080" y="2413797"/>
                    <a:pt x="3244190" y="2410461"/>
                    <a:pt x="3229155" y="2414652"/>
                  </a:cubicBezTo>
                  <a:lnTo>
                    <a:pt x="3227672" y="2402938"/>
                  </a:lnTo>
                  <a:cubicBezTo>
                    <a:pt x="3232035" y="2401242"/>
                    <a:pt x="3235999" y="2400912"/>
                    <a:pt x="3239765" y="2401221"/>
                  </a:cubicBezTo>
                  <a:close/>
                  <a:moveTo>
                    <a:pt x="931892" y="2395993"/>
                  </a:moveTo>
                  <a:lnTo>
                    <a:pt x="941474" y="2399358"/>
                  </a:lnTo>
                  <a:lnTo>
                    <a:pt x="962651" y="2396678"/>
                  </a:lnTo>
                  <a:close/>
                  <a:moveTo>
                    <a:pt x="2707589" y="2388203"/>
                  </a:moveTo>
                  <a:cubicBezTo>
                    <a:pt x="2718368" y="2401030"/>
                    <a:pt x="2676871" y="2413150"/>
                    <a:pt x="2651970" y="2411724"/>
                  </a:cubicBezTo>
                  <a:lnTo>
                    <a:pt x="2630793" y="2414405"/>
                  </a:lnTo>
                  <a:close/>
                  <a:moveTo>
                    <a:pt x="2975160" y="2382715"/>
                  </a:moveTo>
                  <a:cubicBezTo>
                    <a:pt x="2887869" y="2398343"/>
                    <a:pt x="2810691" y="2396211"/>
                    <a:pt x="2724962" y="2402485"/>
                  </a:cubicBezTo>
                  <a:cubicBezTo>
                    <a:pt x="2803242" y="2387997"/>
                    <a:pt x="2892870" y="2390843"/>
                    <a:pt x="2975160" y="2382715"/>
                  </a:cubicBezTo>
                  <a:close/>
                  <a:moveTo>
                    <a:pt x="4535957" y="2380612"/>
                  </a:moveTo>
                  <a:lnTo>
                    <a:pt x="4419698" y="2388004"/>
                  </a:lnTo>
                  <a:lnTo>
                    <a:pt x="4545538" y="2383977"/>
                  </a:lnTo>
                  <a:close/>
                  <a:moveTo>
                    <a:pt x="4603213" y="2376677"/>
                  </a:moveTo>
                  <a:lnTo>
                    <a:pt x="4566715" y="2381297"/>
                  </a:lnTo>
                  <a:lnTo>
                    <a:pt x="4610552" y="2387650"/>
                  </a:lnTo>
                  <a:cubicBezTo>
                    <a:pt x="4606829" y="2383543"/>
                    <a:pt x="4600629" y="2381581"/>
                    <a:pt x="4603213" y="2376677"/>
                  </a:cubicBezTo>
                  <a:close/>
                  <a:moveTo>
                    <a:pt x="4334102" y="2369999"/>
                  </a:moveTo>
                  <a:lnTo>
                    <a:pt x="4329728" y="2382455"/>
                  </a:lnTo>
                  <a:cubicBezTo>
                    <a:pt x="4335015" y="2377208"/>
                    <a:pt x="4376609" y="2391169"/>
                    <a:pt x="4365203" y="2373387"/>
                  </a:cubicBezTo>
                  <a:cubicBezTo>
                    <a:pt x="4357960" y="2388495"/>
                    <a:pt x="4340244" y="2371510"/>
                    <a:pt x="4334102" y="2369999"/>
                  </a:cubicBezTo>
                  <a:close/>
                  <a:moveTo>
                    <a:pt x="3755148" y="2353104"/>
                  </a:moveTo>
                  <a:cubicBezTo>
                    <a:pt x="3745948" y="2378073"/>
                    <a:pt x="3705672" y="2378136"/>
                    <a:pt x="3683639" y="2374058"/>
                  </a:cubicBezTo>
                  <a:cubicBezTo>
                    <a:pt x="3703333" y="2359663"/>
                    <a:pt x="3738609" y="2367100"/>
                    <a:pt x="3755148" y="2353104"/>
                  </a:cubicBezTo>
                  <a:close/>
                  <a:moveTo>
                    <a:pt x="1841039" y="2303768"/>
                  </a:moveTo>
                  <a:cubicBezTo>
                    <a:pt x="1744276" y="2299250"/>
                    <a:pt x="1656779" y="2343373"/>
                    <a:pt x="1552458" y="2329340"/>
                  </a:cubicBezTo>
                  <a:cubicBezTo>
                    <a:pt x="1581996" y="2342081"/>
                    <a:pt x="1635944" y="2330674"/>
                    <a:pt x="1664628" y="2336656"/>
                  </a:cubicBezTo>
                  <a:cubicBezTo>
                    <a:pt x="1735115" y="2311253"/>
                    <a:pt x="1814610" y="2353378"/>
                    <a:pt x="1883153" y="2308994"/>
                  </a:cubicBezTo>
                  <a:cubicBezTo>
                    <a:pt x="1868875" y="2306051"/>
                    <a:pt x="1854863" y="2304413"/>
                    <a:pt x="1841039" y="2303768"/>
                  </a:cubicBezTo>
                  <a:close/>
                  <a:moveTo>
                    <a:pt x="9860957" y="2261370"/>
                  </a:moveTo>
                  <a:lnTo>
                    <a:pt x="9836627" y="2264450"/>
                  </a:lnTo>
                  <a:cubicBezTo>
                    <a:pt x="9822163" y="2273147"/>
                    <a:pt x="9840471" y="2273119"/>
                    <a:pt x="9847691" y="2279529"/>
                  </a:cubicBezTo>
                  <a:cubicBezTo>
                    <a:pt x="9849933" y="2271921"/>
                    <a:pt x="9861812" y="2268128"/>
                    <a:pt x="9860957" y="2261370"/>
                  </a:cubicBezTo>
                  <a:close/>
                  <a:moveTo>
                    <a:pt x="1277495" y="2254735"/>
                  </a:moveTo>
                  <a:cubicBezTo>
                    <a:pt x="1263198" y="2261123"/>
                    <a:pt x="1220085" y="2285808"/>
                    <a:pt x="1204503" y="2263975"/>
                  </a:cubicBezTo>
                  <a:close/>
                  <a:moveTo>
                    <a:pt x="2788092" y="2246627"/>
                  </a:moveTo>
                  <a:lnTo>
                    <a:pt x="1949837" y="2300552"/>
                  </a:lnTo>
                  <a:lnTo>
                    <a:pt x="1908966" y="2317628"/>
                  </a:lnTo>
                  <a:cubicBezTo>
                    <a:pt x="2179309" y="2283406"/>
                    <a:pt x="2488354" y="2287317"/>
                    <a:pt x="2780564" y="2259482"/>
                  </a:cubicBezTo>
                  <a:close/>
                  <a:moveTo>
                    <a:pt x="1689380" y="2242880"/>
                  </a:moveTo>
                  <a:lnTo>
                    <a:pt x="1652883" y="2247500"/>
                  </a:lnTo>
                  <a:lnTo>
                    <a:pt x="1652312" y="2242995"/>
                  </a:lnTo>
                  <a:close/>
                  <a:moveTo>
                    <a:pt x="1497955" y="2238730"/>
                  </a:moveTo>
                  <a:cubicBezTo>
                    <a:pt x="1484501" y="2280719"/>
                    <a:pt x="1418027" y="2243812"/>
                    <a:pt x="1409524" y="2245347"/>
                  </a:cubicBezTo>
                  <a:close/>
                  <a:moveTo>
                    <a:pt x="1083511" y="2233970"/>
                  </a:moveTo>
                  <a:cubicBezTo>
                    <a:pt x="1083038" y="2255546"/>
                    <a:pt x="1118028" y="2260730"/>
                    <a:pt x="1136336" y="2260702"/>
                  </a:cubicBezTo>
                  <a:lnTo>
                    <a:pt x="1136393" y="2261152"/>
                  </a:lnTo>
                  <a:lnTo>
                    <a:pt x="1063401" y="2270392"/>
                  </a:lnTo>
                  <a:cubicBezTo>
                    <a:pt x="1068061" y="2260189"/>
                    <a:pt x="1054982" y="2254520"/>
                    <a:pt x="1048555" y="2250756"/>
                  </a:cubicBezTo>
                  <a:cubicBezTo>
                    <a:pt x="1043103" y="2258313"/>
                    <a:pt x="1033807" y="2257200"/>
                    <a:pt x="1024795" y="2258341"/>
                  </a:cubicBezTo>
                  <a:lnTo>
                    <a:pt x="1037433" y="2235225"/>
                  </a:lnTo>
                  <a:cubicBezTo>
                    <a:pt x="1050453" y="2240444"/>
                    <a:pt x="1068192" y="2235909"/>
                    <a:pt x="1083511" y="2233970"/>
                  </a:cubicBezTo>
                  <a:close/>
                  <a:moveTo>
                    <a:pt x="1296442" y="2230820"/>
                  </a:moveTo>
                  <a:lnTo>
                    <a:pt x="1208130" y="2241999"/>
                  </a:lnTo>
                  <a:lnTo>
                    <a:pt x="1216228" y="2233650"/>
                  </a:lnTo>
                  <a:close/>
                  <a:moveTo>
                    <a:pt x="2176195" y="2164775"/>
                  </a:moveTo>
                  <a:cubicBezTo>
                    <a:pt x="2145818" y="2192426"/>
                    <a:pt x="2093564" y="2170200"/>
                    <a:pt x="2061420" y="2183882"/>
                  </a:cubicBezTo>
                  <a:cubicBezTo>
                    <a:pt x="2078783" y="2174589"/>
                    <a:pt x="2098842" y="2168502"/>
                    <a:pt x="2118878" y="2165393"/>
                  </a:cubicBezTo>
                  <a:cubicBezTo>
                    <a:pt x="2138912" y="2162285"/>
                    <a:pt x="2158924" y="2162155"/>
                    <a:pt x="2176195" y="2164775"/>
                  </a:cubicBezTo>
                  <a:close/>
                  <a:moveTo>
                    <a:pt x="2421917" y="2157231"/>
                  </a:moveTo>
                  <a:cubicBezTo>
                    <a:pt x="2416196" y="2156453"/>
                    <a:pt x="2412437" y="2164053"/>
                    <a:pt x="2406487" y="2168583"/>
                  </a:cubicBezTo>
                  <a:cubicBezTo>
                    <a:pt x="2417866" y="2168059"/>
                    <a:pt x="2429244" y="2167534"/>
                    <a:pt x="2428445" y="2161226"/>
                  </a:cubicBezTo>
                  <a:cubicBezTo>
                    <a:pt x="2425948" y="2158681"/>
                    <a:pt x="2423825" y="2157491"/>
                    <a:pt x="2421917" y="2157231"/>
                  </a:cubicBezTo>
                  <a:close/>
                  <a:moveTo>
                    <a:pt x="2083885" y="2140753"/>
                  </a:moveTo>
                  <a:lnTo>
                    <a:pt x="2011748" y="2156752"/>
                  </a:lnTo>
                  <a:lnTo>
                    <a:pt x="2035224" y="2146913"/>
                  </a:lnTo>
                  <a:close/>
                  <a:moveTo>
                    <a:pt x="3498258" y="2128345"/>
                  </a:moveTo>
                  <a:lnTo>
                    <a:pt x="3526313" y="2129371"/>
                  </a:lnTo>
                  <a:lnTo>
                    <a:pt x="3489817" y="2133991"/>
                  </a:lnTo>
                  <a:close/>
                  <a:moveTo>
                    <a:pt x="3719784" y="2122562"/>
                  </a:moveTo>
                  <a:cubicBezTo>
                    <a:pt x="3777375" y="2120937"/>
                    <a:pt x="3835228" y="2121396"/>
                    <a:pt x="3889593" y="2124127"/>
                  </a:cubicBezTo>
                  <a:cubicBezTo>
                    <a:pt x="3887352" y="2131735"/>
                    <a:pt x="3799513" y="2121339"/>
                    <a:pt x="3758928" y="2140668"/>
                  </a:cubicBezTo>
                  <a:cubicBezTo>
                    <a:pt x="3718839" y="2116902"/>
                    <a:pt x="3626495" y="2143241"/>
                    <a:pt x="3551557" y="2133500"/>
                  </a:cubicBezTo>
                  <a:cubicBezTo>
                    <a:pt x="3604867" y="2127896"/>
                    <a:pt x="3662194" y="2124187"/>
                    <a:pt x="3719784" y="2122562"/>
                  </a:cubicBezTo>
                  <a:close/>
                  <a:moveTo>
                    <a:pt x="2607961" y="2114696"/>
                  </a:moveTo>
                  <a:lnTo>
                    <a:pt x="2609444" y="2126412"/>
                  </a:lnTo>
                  <a:cubicBezTo>
                    <a:pt x="2575245" y="2123874"/>
                    <a:pt x="2516163" y="2167060"/>
                    <a:pt x="2513220" y="2122111"/>
                  </a:cubicBezTo>
                  <a:close/>
                  <a:moveTo>
                    <a:pt x="3732674" y="2103248"/>
                  </a:moveTo>
                  <a:lnTo>
                    <a:pt x="3770870" y="2104822"/>
                  </a:lnTo>
                  <a:cubicBezTo>
                    <a:pt x="3761916" y="2106414"/>
                    <a:pt x="3746551" y="2115225"/>
                    <a:pt x="3732674" y="2103248"/>
                  </a:cubicBezTo>
                  <a:close/>
                  <a:moveTo>
                    <a:pt x="2486243" y="2062694"/>
                  </a:moveTo>
                  <a:cubicBezTo>
                    <a:pt x="2493130" y="2062853"/>
                    <a:pt x="2499863" y="2063603"/>
                    <a:pt x="2506091" y="2065790"/>
                  </a:cubicBezTo>
                  <a:lnTo>
                    <a:pt x="2465471" y="2063149"/>
                  </a:lnTo>
                  <a:cubicBezTo>
                    <a:pt x="2472315" y="2062969"/>
                    <a:pt x="2479356" y="2062536"/>
                    <a:pt x="2486243" y="2062694"/>
                  </a:cubicBezTo>
                  <a:close/>
                  <a:moveTo>
                    <a:pt x="10054579" y="2036804"/>
                  </a:moveTo>
                  <a:cubicBezTo>
                    <a:pt x="10042699" y="2040598"/>
                    <a:pt x="10035171" y="2053453"/>
                    <a:pt x="10019280" y="2050887"/>
                  </a:cubicBezTo>
                  <a:cubicBezTo>
                    <a:pt x="10021356" y="2045589"/>
                    <a:pt x="10035478" y="2034187"/>
                    <a:pt x="10054579" y="2036804"/>
                  </a:cubicBezTo>
                  <a:close/>
                  <a:moveTo>
                    <a:pt x="3705028" y="2004203"/>
                  </a:moveTo>
                  <a:lnTo>
                    <a:pt x="3683852" y="2006883"/>
                  </a:lnTo>
                  <a:lnTo>
                    <a:pt x="3711799" y="2010670"/>
                  </a:lnTo>
                  <a:close/>
                  <a:moveTo>
                    <a:pt x="3260397" y="2003265"/>
                  </a:moveTo>
                  <a:cubicBezTo>
                    <a:pt x="3152391" y="2028839"/>
                    <a:pt x="3094148" y="2031635"/>
                    <a:pt x="2988002" y="2021266"/>
                  </a:cubicBezTo>
                  <a:close/>
                  <a:moveTo>
                    <a:pt x="1535551" y="2000498"/>
                  </a:moveTo>
                  <a:lnTo>
                    <a:pt x="1541979" y="2004262"/>
                  </a:lnTo>
                  <a:lnTo>
                    <a:pt x="1499055" y="2005118"/>
                  </a:lnTo>
                  <a:close/>
                  <a:moveTo>
                    <a:pt x="3386294" y="1999687"/>
                  </a:moveTo>
                  <a:lnTo>
                    <a:pt x="3364017" y="2018988"/>
                  </a:lnTo>
                  <a:lnTo>
                    <a:pt x="3358159" y="2019730"/>
                  </a:lnTo>
                  <a:close/>
                  <a:moveTo>
                    <a:pt x="10128979" y="1991679"/>
                  </a:moveTo>
                  <a:lnTo>
                    <a:pt x="10115143" y="2005333"/>
                  </a:lnTo>
                  <a:lnTo>
                    <a:pt x="10099824" y="2007273"/>
                  </a:lnTo>
                  <a:close/>
                  <a:moveTo>
                    <a:pt x="478029" y="1932025"/>
                  </a:moveTo>
                  <a:cubicBezTo>
                    <a:pt x="485633" y="1931062"/>
                    <a:pt x="493464" y="1932360"/>
                    <a:pt x="496963" y="1936495"/>
                  </a:cubicBezTo>
                  <a:lnTo>
                    <a:pt x="460467" y="1941115"/>
                  </a:lnTo>
                  <a:cubicBezTo>
                    <a:pt x="463051" y="1936210"/>
                    <a:pt x="470425" y="1932987"/>
                    <a:pt x="478029" y="1932025"/>
                  </a:cubicBezTo>
                  <a:close/>
                  <a:moveTo>
                    <a:pt x="401115" y="1921203"/>
                  </a:moveTo>
                  <a:lnTo>
                    <a:pt x="400139" y="1921571"/>
                  </a:lnTo>
                  <a:cubicBezTo>
                    <a:pt x="392162" y="1922294"/>
                    <a:pt x="383684" y="1922223"/>
                    <a:pt x="377745" y="1924119"/>
                  </a:cubicBezTo>
                  <a:close/>
                  <a:moveTo>
                    <a:pt x="10206174" y="1896300"/>
                  </a:moveTo>
                  <a:lnTo>
                    <a:pt x="10152950" y="1938745"/>
                  </a:lnTo>
                  <a:lnTo>
                    <a:pt x="10143025" y="1932677"/>
                  </a:lnTo>
                  <a:cubicBezTo>
                    <a:pt x="10153993" y="1921675"/>
                    <a:pt x="10184467" y="1920106"/>
                    <a:pt x="10175985" y="1900121"/>
                  </a:cubicBezTo>
                  <a:close/>
                  <a:moveTo>
                    <a:pt x="972622" y="1893220"/>
                  </a:moveTo>
                  <a:cubicBezTo>
                    <a:pt x="945708" y="1901205"/>
                    <a:pt x="923048" y="1892170"/>
                    <a:pt x="899059" y="1897955"/>
                  </a:cubicBezTo>
                  <a:cubicBezTo>
                    <a:pt x="924126" y="1897070"/>
                    <a:pt x="950511" y="1910211"/>
                    <a:pt x="972622" y="1893220"/>
                  </a:cubicBezTo>
                  <a:close/>
                  <a:moveTo>
                    <a:pt x="10113235" y="1867322"/>
                  </a:moveTo>
                  <a:cubicBezTo>
                    <a:pt x="10112015" y="1879378"/>
                    <a:pt x="10092441" y="1898337"/>
                    <a:pt x="10075330" y="1907827"/>
                  </a:cubicBezTo>
                  <a:cubicBezTo>
                    <a:pt x="10063982" y="1891410"/>
                    <a:pt x="10074844" y="1873469"/>
                    <a:pt x="10093085" y="1868048"/>
                  </a:cubicBezTo>
                  <a:cubicBezTo>
                    <a:pt x="10099165" y="1866242"/>
                    <a:pt x="10106065" y="1865826"/>
                    <a:pt x="10113235" y="1867322"/>
                  </a:cubicBezTo>
                  <a:close/>
                  <a:moveTo>
                    <a:pt x="51240" y="1763866"/>
                  </a:moveTo>
                  <a:cubicBezTo>
                    <a:pt x="57984" y="1764143"/>
                    <a:pt x="65769" y="1766876"/>
                    <a:pt x="75285" y="1773340"/>
                  </a:cubicBezTo>
                  <a:cubicBezTo>
                    <a:pt x="58974" y="1789138"/>
                    <a:pt x="25740" y="1790598"/>
                    <a:pt x="0" y="1793399"/>
                  </a:cubicBezTo>
                  <a:cubicBezTo>
                    <a:pt x="20139" y="1784326"/>
                    <a:pt x="31007" y="1763037"/>
                    <a:pt x="51240" y="1763866"/>
                  </a:cubicBezTo>
                  <a:close/>
                  <a:moveTo>
                    <a:pt x="692105" y="1724098"/>
                  </a:moveTo>
                  <a:lnTo>
                    <a:pt x="692675" y="1728603"/>
                  </a:lnTo>
                  <a:lnTo>
                    <a:pt x="662486" y="1732425"/>
                  </a:lnTo>
                  <a:cubicBezTo>
                    <a:pt x="664816" y="1727324"/>
                    <a:pt x="670038" y="1726090"/>
                    <a:pt x="675771" y="1725708"/>
                  </a:cubicBezTo>
                  <a:cubicBezTo>
                    <a:pt x="681501" y="1725326"/>
                    <a:pt x="687741" y="1725795"/>
                    <a:pt x="692105" y="1724098"/>
                  </a:cubicBezTo>
                  <a:close/>
                  <a:moveTo>
                    <a:pt x="437916" y="1714882"/>
                  </a:moveTo>
                  <a:cubicBezTo>
                    <a:pt x="448254" y="1713766"/>
                    <a:pt x="458718" y="1713930"/>
                    <a:pt x="469072" y="1716167"/>
                  </a:cubicBezTo>
                  <a:cubicBezTo>
                    <a:pt x="435160" y="1715882"/>
                    <a:pt x="397562" y="1737122"/>
                    <a:pt x="354639" y="1737977"/>
                  </a:cubicBezTo>
                  <a:cubicBezTo>
                    <a:pt x="377022" y="1733083"/>
                    <a:pt x="406903" y="1718228"/>
                    <a:pt x="437916" y="1714882"/>
                  </a:cubicBezTo>
                  <a:close/>
                  <a:moveTo>
                    <a:pt x="538739" y="1633643"/>
                  </a:moveTo>
                  <a:cubicBezTo>
                    <a:pt x="519331" y="1650291"/>
                    <a:pt x="488669" y="1675688"/>
                    <a:pt x="449019" y="1680707"/>
                  </a:cubicBezTo>
                  <a:cubicBezTo>
                    <a:pt x="470954" y="1658704"/>
                    <a:pt x="425162" y="1662212"/>
                    <a:pt x="438713" y="1646305"/>
                  </a:cubicBezTo>
                  <a:close/>
                  <a:moveTo>
                    <a:pt x="1233526" y="1442688"/>
                  </a:moveTo>
                  <a:cubicBezTo>
                    <a:pt x="1239608" y="1441918"/>
                    <a:pt x="1245919" y="1442950"/>
                    <a:pt x="1249304" y="1446184"/>
                  </a:cubicBezTo>
                  <a:lnTo>
                    <a:pt x="1219116" y="1450006"/>
                  </a:lnTo>
                  <a:cubicBezTo>
                    <a:pt x="1221588" y="1446030"/>
                    <a:pt x="1227444" y="1443458"/>
                    <a:pt x="1233526" y="1442688"/>
                  </a:cubicBezTo>
                  <a:close/>
                  <a:moveTo>
                    <a:pt x="1654310" y="1430623"/>
                  </a:moveTo>
                  <a:cubicBezTo>
                    <a:pt x="1637143" y="1439663"/>
                    <a:pt x="1612527" y="1440489"/>
                    <a:pt x="1588196" y="1443569"/>
                  </a:cubicBezTo>
                  <a:cubicBezTo>
                    <a:pt x="1591901" y="1434860"/>
                    <a:pt x="1605571" y="1432558"/>
                    <a:pt x="1619745" y="1431965"/>
                  </a:cubicBezTo>
                  <a:cubicBezTo>
                    <a:pt x="1633918" y="1431373"/>
                    <a:pt x="1648595" y="1432491"/>
                    <a:pt x="1654310" y="1430623"/>
                  </a:cubicBezTo>
                  <a:close/>
                  <a:moveTo>
                    <a:pt x="1358165" y="1427368"/>
                  </a:moveTo>
                  <a:lnTo>
                    <a:pt x="1364650" y="1431583"/>
                  </a:lnTo>
                  <a:lnTo>
                    <a:pt x="1315361" y="1432786"/>
                  </a:lnTo>
                  <a:close/>
                  <a:moveTo>
                    <a:pt x="1483151" y="1416582"/>
                  </a:moveTo>
                  <a:lnTo>
                    <a:pt x="1437642" y="1422343"/>
                  </a:lnTo>
                  <a:lnTo>
                    <a:pt x="1437015" y="1417386"/>
                  </a:lnTo>
                  <a:close/>
                  <a:moveTo>
                    <a:pt x="1211417" y="1389178"/>
                  </a:moveTo>
                  <a:lnTo>
                    <a:pt x="884885" y="1442417"/>
                  </a:lnTo>
                  <a:cubicBezTo>
                    <a:pt x="928452" y="1421337"/>
                    <a:pt x="984148" y="1410167"/>
                    <a:pt x="1041920" y="1403196"/>
                  </a:cubicBezTo>
                  <a:cubicBezTo>
                    <a:pt x="1099692" y="1396226"/>
                    <a:pt x="1159541" y="1393457"/>
                    <a:pt x="1211417" y="1389178"/>
                  </a:cubicBezTo>
                  <a:close/>
                  <a:moveTo>
                    <a:pt x="10464641" y="1377866"/>
                  </a:moveTo>
                  <a:cubicBezTo>
                    <a:pt x="10326676" y="1409065"/>
                    <a:pt x="10239449" y="1501135"/>
                    <a:pt x="10126310" y="1558490"/>
                  </a:cubicBezTo>
                  <a:lnTo>
                    <a:pt x="10128991" y="1579666"/>
                  </a:lnTo>
                  <a:lnTo>
                    <a:pt x="10144310" y="1577727"/>
                  </a:lnTo>
                  <a:cubicBezTo>
                    <a:pt x="10237834" y="1513700"/>
                    <a:pt x="10393873" y="1477009"/>
                    <a:pt x="10464641" y="1377866"/>
                  </a:cubicBezTo>
                  <a:close/>
                  <a:moveTo>
                    <a:pt x="2008725" y="1304728"/>
                  </a:moveTo>
                  <a:cubicBezTo>
                    <a:pt x="1922632" y="1329818"/>
                    <a:pt x="1790199" y="1332391"/>
                    <a:pt x="1694546" y="1332598"/>
                  </a:cubicBezTo>
                  <a:close/>
                  <a:moveTo>
                    <a:pt x="10173670" y="1282799"/>
                  </a:moveTo>
                  <a:cubicBezTo>
                    <a:pt x="10153278" y="1285123"/>
                    <a:pt x="10133158" y="1299774"/>
                    <a:pt x="10122310" y="1306297"/>
                  </a:cubicBezTo>
                  <a:cubicBezTo>
                    <a:pt x="10142005" y="1291900"/>
                    <a:pt x="10176830" y="1299395"/>
                    <a:pt x="10193820" y="1285341"/>
                  </a:cubicBezTo>
                  <a:cubicBezTo>
                    <a:pt x="10187295" y="1282620"/>
                    <a:pt x="10180467" y="1282024"/>
                    <a:pt x="10173670" y="1282799"/>
                  </a:cubicBezTo>
                  <a:close/>
                  <a:moveTo>
                    <a:pt x="10334979" y="1279375"/>
                  </a:moveTo>
                  <a:lnTo>
                    <a:pt x="10319659" y="1281314"/>
                  </a:lnTo>
                  <a:lnTo>
                    <a:pt x="10200949" y="1341663"/>
                  </a:lnTo>
                  <a:close/>
                  <a:moveTo>
                    <a:pt x="1227915" y="1277221"/>
                  </a:moveTo>
                  <a:lnTo>
                    <a:pt x="1235135" y="1283631"/>
                  </a:lnTo>
                  <a:lnTo>
                    <a:pt x="1075503" y="1291936"/>
                  </a:lnTo>
                  <a:close/>
                  <a:moveTo>
                    <a:pt x="7080660" y="1265589"/>
                  </a:moveTo>
                  <a:cubicBezTo>
                    <a:pt x="7203656" y="1278860"/>
                    <a:pt x="7329553" y="1293596"/>
                    <a:pt x="7463327" y="1283528"/>
                  </a:cubicBezTo>
                  <a:cubicBezTo>
                    <a:pt x="7333534" y="1281647"/>
                    <a:pt x="7206467" y="1275758"/>
                    <a:pt x="7080660" y="1265589"/>
                  </a:cubicBezTo>
                  <a:close/>
                  <a:moveTo>
                    <a:pt x="1345633" y="1263657"/>
                  </a:moveTo>
                  <a:cubicBezTo>
                    <a:pt x="1348017" y="1264020"/>
                    <a:pt x="1350491" y="1265482"/>
                    <a:pt x="1353185" y="1268688"/>
                  </a:cubicBezTo>
                  <a:lnTo>
                    <a:pt x="1322997" y="1272510"/>
                  </a:lnTo>
                  <a:cubicBezTo>
                    <a:pt x="1332122" y="1271355"/>
                    <a:pt x="1338477" y="1262567"/>
                    <a:pt x="1345633" y="1263657"/>
                  </a:cubicBezTo>
                  <a:close/>
                  <a:moveTo>
                    <a:pt x="1995738" y="1249149"/>
                  </a:moveTo>
                  <a:cubicBezTo>
                    <a:pt x="1937307" y="1275773"/>
                    <a:pt x="1827070" y="1280114"/>
                    <a:pt x="1769683" y="1289668"/>
                  </a:cubicBezTo>
                  <a:cubicBezTo>
                    <a:pt x="1798531" y="1275258"/>
                    <a:pt x="1838516" y="1268365"/>
                    <a:pt x="1879554" y="1263456"/>
                  </a:cubicBezTo>
                  <a:cubicBezTo>
                    <a:pt x="1920591" y="1258547"/>
                    <a:pt x="1962681" y="1255623"/>
                    <a:pt x="1995738" y="1249149"/>
                  </a:cubicBezTo>
                  <a:close/>
                  <a:moveTo>
                    <a:pt x="2636170" y="1241782"/>
                  </a:moveTo>
                  <a:cubicBezTo>
                    <a:pt x="2437942" y="1281525"/>
                    <a:pt x="2244967" y="1294050"/>
                    <a:pt x="2039769" y="1307665"/>
                  </a:cubicBezTo>
                  <a:lnTo>
                    <a:pt x="2050451" y="1294411"/>
                  </a:lnTo>
                  <a:close/>
                  <a:moveTo>
                    <a:pt x="1755675" y="1229640"/>
                  </a:moveTo>
                  <a:lnTo>
                    <a:pt x="1652496" y="1242701"/>
                  </a:lnTo>
                  <a:lnTo>
                    <a:pt x="1651583" y="1235492"/>
                  </a:lnTo>
                  <a:close/>
                  <a:moveTo>
                    <a:pt x="6629896" y="1194055"/>
                  </a:moveTo>
                  <a:cubicBezTo>
                    <a:pt x="6619542" y="1193635"/>
                    <a:pt x="6611540" y="1194161"/>
                    <a:pt x="6607248" y="1196421"/>
                  </a:cubicBezTo>
                  <a:cubicBezTo>
                    <a:pt x="6663252" y="1201234"/>
                    <a:pt x="6698361" y="1210982"/>
                    <a:pt x="6749892" y="1202169"/>
                  </a:cubicBezTo>
                  <a:cubicBezTo>
                    <a:pt x="6713181" y="1205100"/>
                    <a:pt x="6660957" y="1195316"/>
                    <a:pt x="6629896" y="1194055"/>
                  </a:cubicBezTo>
                  <a:close/>
                  <a:moveTo>
                    <a:pt x="1529107" y="1193772"/>
                  </a:moveTo>
                  <a:lnTo>
                    <a:pt x="1535877" y="1200240"/>
                  </a:lnTo>
                  <a:lnTo>
                    <a:pt x="1363428" y="1226647"/>
                  </a:lnTo>
                  <a:close/>
                  <a:moveTo>
                    <a:pt x="1676123" y="1187064"/>
                  </a:moveTo>
                  <a:lnTo>
                    <a:pt x="1683059" y="1191222"/>
                  </a:lnTo>
                  <a:lnTo>
                    <a:pt x="1557053" y="1197559"/>
                  </a:lnTo>
                  <a:close/>
                  <a:moveTo>
                    <a:pt x="4790444" y="1167871"/>
                  </a:moveTo>
                  <a:cubicBezTo>
                    <a:pt x="4785839" y="1167653"/>
                    <a:pt x="4780573" y="1168549"/>
                    <a:pt x="4774718" y="1171121"/>
                  </a:cubicBezTo>
                  <a:cubicBezTo>
                    <a:pt x="4783900" y="1171332"/>
                    <a:pt x="4793026" y="1171092"/>
                    <a:pt x="4802209" y="1171303"/>
                  </a:cubicBezTo>
                  <a:cubicBezTo>
                    <a:pt x="4807113" y="1173886"/>
                    <a:pt x="4809936" y="1178108"/>
                    <a:pt x="4811294" y="1181598"/>
                  </a:cubicBezTo>
                  <a:cubicBezTo>
                    <a:pt x="4810113" y="1183120"/>
                    <a:pt x="4808933" y="1184643"/>
                    <a:pt x="4807695" y="1185716"/>
                  </a:cubicBezTo>
                  <a:cubicBezTo>
                    <a:pt x="4809047" y="1185545"/>
                    <a:pt x="4810456" y="1185824"/>
                    <a:pt x="4811865" y="1186103"/>
                  </a:cubicBezTo>
                  <a:cubicBezTo>
                    <a:pt x="4811191" y="1188020"/>
                    <a:pt x="4810462" y="1189485"/>
                    <a:pt x="4808266" y="1190221"/>
                  </a:cubicBezTo>
                  <a:cubicBezTo>
                    <a:pt x="4823300" y="1186029"/>
                    <a:pt x="4835562" y="1210571"/>
                    <a:pt x="4845332" y="1190107"/>
                  </a:cubicBezTo>
                  <a:cubicBezTo>
                    <a:pt x="4832328" y="1195873"/>
                    <a:pt x="4822683" y="1188396"/>
                    <a:pt x="4811865" y="1186103"/>
                  </a:cubicBezTo>
                  <a:cubicBezTo>
                    <a:pt x="4812144" y="1184694"/>
                    <a:pt x="4811916" y="1182892"/>
                    <a:pt x="4811688" y="1181090"/>
                  </a:cubicBezTo>
                  <a:cubicBezTo>
                    <a:pt x="4813881" y="1178524"/>
                    <a:pt x="4816045" y="1175731"/>
                    <a:pt x="4818591" y="1173693"/>
                  </a:cubicBezTo>
                  <a:lnTo>
                    <a:pt x="4825164" y="1171633"/>
                  </a:lnTo>
                  <a:lnTo>
                    <a:pt x="4848533" y="1171969"/>
                  </a:lnTo>
                  <a:lnTo>
                    <a:pt x="4885528" y="1174032"/>
                  </a:lnTo>
                  <a:cubicBezTo>
                    <a:pt x="4903952" y="1176735"/>
                    <a:pt x="4918609" y="1183120"/>
                    <a:pt x="4920662" y="1199340"/>
                  </a:cubicBezTo>
                  <a:cubicBezTo>
                    <a:pt x="4919749" y="1192131"/>
                    <a:pt x="4915741" y="1185772"/>
                    <a:pt x="4924575" y="1179618"/>
                  </a:cubicBezTo>
                  <a:cubicBezTo>
                    <a:pt x="4971377" y="1209401"/>
                    <a:pt x="5066118" y="1201986"/>
                    <a:pt x="5110199" y="1184961"/>
                  </a:cubicBezTo>
                  <a:cubicBezTo>
                    <a:pt x="5181281" y="1214875"/>
                    <a:pt x="5225020" y="1195146"/>
                    <a:pt x="5305353" y="1196880"/>
                  </a:cubicBezTo>
                  <a:cubicBezTo>
                    <a:pt x="5224582" y="1184444"/>
                    <a:pt x="5141960" y="1178193"/>
                    <a:pt x="5057950" y="1174980"/>
                  </a:cubicBezTo>
                  <a:lnTo>
                    <a:pt x="4848533" y="1171969"/>
                  </a:lnTo>
                  <a:lnTo>
                    <a:pt x="4827783" y="1170812"/>
                  </a:lnTo>
                  <a:lnTo>
                    <a:pt x="4825164" y="1171633"/>
                  </a:lnTo>
                  <a:lnTo>
                    <a:pt x="4802209" y="1171303"/>
                  </a:lnTo>
                  <a:cubicBezTo>
                    <a:pt x="4798995" y="1169422"/>
                    <a:pt x="4795049" y="1168089"/>
                    <a:pt x="4790444" y="1167871"/>
                  </a:cubicBezTo>
                  <a:close/>
                  <a:moveTo>
                    <a:pt x="3674124" y="1161113"/>
                  </a:moveTo>
                  <a:cubicBezTo>
                    <a:pt x="3648374" y="1160505"/>
                    <a:pt x="3622756" y="1161505"/>
                    <a:pt x="3602280" y="1166136"/>
                  </a:cubicBezTo>
                  <a:cubicBezTo>
                    <a:pt x="3588630" y="1169222"/>
                    <a:pt x="3577265" y="1173922"/>
                    <a:pt x="3569671" y="1180835"/>
                  </a:cubicBezTo>
                  <a:cubicBezTo>
                    <a:pt x="3643126" y="1178861"/>
                    <a:pt x="3726247" y="1199011"/>
                    <a:pt x="3790593" y="1172096"/>
                  </a:cubicBezTo>
                  <a:lnTo>
                    <a:pt x="3747326" y="1170249"/>
                  </a:lnTo>
                  <a:lnTo>
                    <a:pt x="3746756" y="1165743"/>
                  </a:lnTo>
                  <a:cubicBezTo>
                    <a:pt x="3725756" y="1163938"/>
                    <a:pt x="3699874" y="1161721"/>
                    <a:pt x="3674124" y="1161113"/>
                  </a:cubicBezTo>
                  <a:close/>
                  <a:moveTo>
                    <a:pt x="7473033" y="1139469"/>
                  </a:moveTo>
                  <a:lnTo>
                    <a:pt x="7547057" y="1142000"/>
                  </a:lnTo>
                  <a:lnTo>
                    <a:pt x="7474516" y="1151183"/>
                  </a:lnTo>
                  <a:close/>
                  <a:moveTo>
                    <a:pt x="7756550" y="1136998"/>
                  </a:moveTo>
                  <a:lnTo>
                    <a:pt x="7793903" y="1139136"/>
                  </a:lnTo>
                  <a:lnTo>
                    <a:pt x="7757405" y="1143756"/>
                  </a:lnTo>
                  <a:close/>
                  <a:moveTo>
                    <a:pt x="2838173" y="1130604"/>
                  </a:moveTo>
                  <a:lnTo>
                    <a:pt x="2845393" y="1137015"/>
                  </a:lnTo>
                  <a:lnTo>
                    <a:pt x="2801676" y="1135224"/>
                  </a:lnTo>
                  <a:close/>
                  <a:moveTo>
                    <a:pt x="7856282" y="1130152"/>
                  </a:moveTo>
                  <a:cubicBezTo>
                    <a:pt x="7865739" y="1129812"/>
                    <a:pt x="7875797" y="1131515"/>
                    <a:pt x="7885658" y="1133472"/>
                  </a:cubicBezTo>
                  <a:cubicBezTo>
                    <a:pt x="7867743" y="1132993"/>
                    <a:pt x="7848770" y="1138599"/>
                    <a:pt x="7830519" y="1139078"/>
                  </a:cubicBezTo>
                  <a:cubicBezTo>
                    <a:pt x="7837972" y="1132870"/>
                    <a:pt x="7846826" y="1130490"/>
                    <a:pt x="7856282" y="1130152"/>
                  </a:cubicBezTo>
                  <a:close/>
                  <a:moveTo>
                    <a:pt x="3096788" y="1126707"/>
                  </a:moveTo>
                  <a:cubicBezTo>
                    <a:pt x="3084623" y="1128247"/>
                    <a:pt x="3082666" y="1138108"/>
                    <a:pt x="3067512" y="1137738"/>
                  </a:cubicBezTo>
                  <a:lnTo>
                    <a:pt x="3077094" y="1141103"/>
                  </a:lnTo>
                  <a:cubicBezTo>
                    <a:pt x="3086106" y="1139962"/>
                    <a:pt x="3097644" y="1133466"/>
                    <a:pt x="3096788" y="1126707"/>
                  </a:cubicBezTo>
                  <a:close/>
                  <a:moveTo>
                    <a:pt x="6442688" y="1115165"/>
                  </a:moveTo>
                  <a:lnTo>
                    <a:pt x="6444135" y="1115621"/>
                  </a:lnTo>
                  <a:lnTo>
                    <a:pt x="6443292" y="1115663"/>
                  </a:lnTo>
                  <a:close/>
                  <a:moveTo>
                    <a:pt x="2922865" y="1087438"/>
                  </a:moveTo>
                  <a:cubicBezTo>
                    <a:pt x="2928720" y="1088270"/>
                    <a:pt x="2934214" y="1090979"/>
                    <a:pt x="2938672" y="1096365"/>
                  </a:cubicBezTo>
                  <a:lnTo>
                    <a:pt x="2878473" y="1109022"/>
                  </a:lnTo>
                  <a:cubicBezTo>
                    <a:pt x="2884457" y="1099338"/>
                    <a:pt x="2905296" y="1084941"/>
                    <a:pt x="2922865" y="1087438"/>
                  </a:cubicBezTo>
                  <a:close/>
                  <a:moveTo>
                    <a:pt x="8008877" y="1083540"/>
                  </a:moveTo>
                  <a:lnTo>
                    <a:pt x="8009504" y="1088496"/>
                  </a:lnTo>
                  <a:cubicBezTo>
                    <a:pt x="8004434" y="1088222"/>
                    <a:pt x="7998743" y="1086654"/>
                    <a:pt x="7993108" y="1085536"/>
                  </a:cubicBezTo>
                  <a:cubicBezTo>
                    <a:pt x="7998066" y="1084909"/>
                    <a:pt x="8003358" y="1083323"/>
                    <a:pt x="8008877" y="1083540"/>
                  </a:cubicBezTo>
                  <a:close/>
                  <a:moveTo>
                    <a:pt x="5512300" y="1077752"/>
                  </a:moveTo>
                  <a:cubicBezTo>
                    <a:pt x="5510445" y="1081191"/>
                    <a:pt x="5508084" y="1084237"/>
                    <a:pt x="5505665" y="1086831"/>
                  </a:cubicBezTo>
                  <a:cubicBezTo>
                    <a:pt x="5505159" y="1086438"/>
                    <a:pt x="5504706" y="1086496"/>
                    <a:pt x="5504200" y="1086101"/>
                  </a:cubicBezTo>
                  <a:close/>
                  <a:moveTo>
                    <a:pt x="2147426" y="1058734"/>
                  </a:moveTo>
                  <a:cubicBezTo>
                    <a:pt x="2148909" y="1070449"/>
                    <a:pt x="2123666" y="1066320"/>
                    <a:pt x="2111841" y="1070563"/>
                  </a:cubicBezTo>
                  <a:cubicBezTo>
                    <a:pt x="2115577" y="1063911"/>
                    <a:pt x="2121503" y="1061901"/>
                    <a:pt x="2127980" y="1061081"/>
                  </a:cubicBezTo>
                  <a:cubicBezTo>
                    <a:pt x="2134459" y="1060261"/>
                    <a:pt x="2141487" y="1060631"/>
                    <a:pt x="2147426" y="1058734"/>
                  </a:cubicBezTo>
                  <a:close/>
                  <a:moveTo>
                    <a:pt x="3104153" y="1057021"/>
                  </a:moveTo>
                  <a:lnTo>
                    <a:pt x="3080029" y="1063022"/>
                  </a:lnTo>
                  <a:cubicBezTo>
                    <a:pt x="3064066" y="1068018"/>
                    <a:pt x="3048712" y="1074197"/>
                    <a:pt x="3032437" y="1077630"/>
                  </a:cubicBezTo>
                  <a:cubicBezTo>
                    <a:pt x="3034131" y="1080162"/>
                    <a:pt x="3036555" y="1081229"/>
                    <a:pt x="3038921" y="1081845"/>
                  </a:cubicBezTo>
                  <a:cubicBezTo>
                    <a:pt x="2999551" y="1085455"/>
                    <a:pt x="2935370" y="1110060"/>
                    <a:pt x="2936157" y="1072880"/>
                  </a:cubicBezTo>
                  <a:cubicBezTo>
                    <a:pt x="2963588" y="1070781"/>
                    <a:pt x="2996788" y="1065434"/>
                    <a:pt x="3030918" y="1061113"/>
                  </a:cubicBezTo>
                  <a:close/>
                  <a:moveTo>
                    <a:pt x="3131266" y="1055506"/>
                  </a:moveTo>
                  <a:lnTo>
                    <a:pt x="3104153" y="1057021"/>
                  </a:lnTo>
                  <a:lnTo>
                    <a:pt x="3104619" y="1056905"/>
                  </a:lnTo>
                  <a:cubicBezTo>
                    <a:pt x="3113095" y="1055488"/>
                    <a:pt x="3121914" y="1054858"/>
                    <a:pt x="3131266" y="1055506"/>
                  </a:cubicBezTo>
                  <a:close/>
                  <a:moveTo>
                    <a:pt x="3679826" y="1052901"/>
                  </a:moveTo>
                  <a:lnTo>
                    <a:pt x="3701858" y="1056979"/>
                  </a:lnTo>
                  <a:lnTo>
                    <a:pt x="3674824" y="1060401"/>
                  </a:lnTo>
                  <a:close/>
                  <a:moveTo>
                    <a:pt x="3187106" y="1046721"/>
                  </a:moveTo>
                  <a:cubicBezTo>
                    <a:pt x="3211798" y="1044796"/>
                    <a:pt x="3233966" y="1050402"/>
                    <a:pt x="3256821" y="1049225"/>
                  </a:cubicBezTo>
                  <a:cubicBezTo>
                    <a:pt x="3233973" y="1064020"/>
                    <a:pt x="3180863" y="1035036"/>
                    <a:pt x="3169992" y="1072119"/>
                  </a:cubicBezTo>
                  <a:lnTo>
                    <a:pt x="3164135" y="1072860"/>
                  </a:lnTo>
                  <a:lnTo>
                    <a:pt x="3161454" y="1051684"/>
                  </a:lnTo>
                  <a:cubicBezTo>
                    <a:pt x="3170364" y="1048840"/>
                    <a:pt x="3178876" y="1047362"/>
                    <a:pt x="3187106" y="1046721"/>
                  </a:cubicBezTo>
                  <a:close/>
                  <a:moveTo>
                    <a:pt x="3382033" y="1040242"/>
                  </a:moveTo>
                  <a:lnTo>
                    <a:pt x="3303183" y="1050224"/>
                  </a:lnTo>
                  <a:lnTo>
                    <a:pt x="3308185" y="1042723"/>
                  </a:lnTo>
                  <a:close/>
                  <a:moveTo>
                    <a:pt x="5484903" y="1031320"/>
                  </a:moveTo>
                  <a:lnTo>
                    <a:pt x="5507566" y="1040353"/>
                  </a:lnTo>
                  <a:lnTo>
                    <a:pt x="5493440" y="1051755"/>
                  </a:lnTo>
                  <a:close/>
                  <a:moveTo>
                    <a:pt x="3531573" y="1026149"/>
                  </a:moveTo>
                  <a:cubicBezTo>
                    <a:pt x="3550167" y="1026762"/>
                    <a:pt x="3568819" y="1027641"/>
                    <a:pt x="3587174" y="1026176"/>
                  </a:cubicBezTo>
                  <a:cubicBezTo>
                    <a:pt x="3591360" y="1037548"/>
                    <a:pt x="3573053" y="1037577"/>
                    <a:pt x="3561280" y="1038609"/>
                  </a:cubicBezTo>
                  <a:cubicBezTo>
                    <a:pt x="3518950" y="1022452"/>
                    <a:pt x="3488004" y="1045596"/>
                    <a:pt x="3440728" y="1037389"/>
                  </a:cubicBezTo>
                  <a:cubicBezTo>
                    <a:pt x="3452339" y="1032372"/>
                    <a:pt x="3464238" y="1029406"/>
                    <a:pt x="3476321" y="1027719"/>
                  </a:cubicBezTo>
                  <a:cubicBezTo>
                    <a:pt x="3494444" y="1025189"/>
                    <a:pt x="3512980" y="1025536"/>
                    <a:pt x="3531573" y="1026149"/>
                  </a:cubicBezTo>
                  <a:close/>
                  <a:moveTo>
                    <a:pt x="3698713" y="1022185"/>
                  </a:moveTo>
                  <a:cubicBezTo>
                    <a:pt x="3714294" y="1020499"/>
                    <a:pt x="3729572" y="1019137"/>
                    <a:pt x="3750139" y="1022484"/>
                  </a:cubicBezTo>
                  <a:cubicBezTo>
                    <a:pt x="3720520" y="1030812"/>
                    <a:pt x="3664331" y="1049827"/>
                    <a:pt x="3645474" y="1023832"/>
                  </a:cubicBezTo>
                  <a:cubicBezTo>
                    <a:pt x="3667250" y="1025882"/>
                    <a:pt x="3683133" y="1023871"/>
                    <a:pt x="3698713" y="1022185"/>
                  </a:cubicBezTo>
                  <a:close/>
                  <a:moveTo>
                    <a:pt x="4755725" y="1021081"/>
                  </a:moveTo>
                  <a:lnTo>
                    <a:pt x="4792398" y="1021474"/>
                  </a:lnTo>
                  <a:lnTo>
                    <a:pt x="4794452" y="1037694"/>
                  </a:lnTo>
                  <a:close/>
                  <a:moveTo>
                    <a:pt x="787964" y="1018527"/>
                  </a:moveTo>
                  <a:cubicBezTo>
                    <a:pt x="806211" y="1016217"/>
                    <a:pt x="824759" y="1016273"/>
                    <a:pt x="840452" y="1019092"/>
                  </a:cubicBezTo>
                  <a:lnTo>
                    <a:pt x="737271" y="1032153"/>
                  </a:lnTo>
                  <a:cubicBezTo>
                    <a:pt x="751766" y="1025513"/>
                    <a:pt x="769715" y="1020837"/>
                    <a:pt x="787964" y="1018527"/>
                  </a:cubicBezTo>
                  <a:close/>
                  <a:moveTo>
                    <a:pt x="3956025" y="1017937"/>
                  </a:moveTo>
                  <a:cubicBezTo>
                    <a:pt x="3898164" y="1049067"/>
                    <a:pt x="3838285" y="1013615"/>
                    <a:pt x="3782379" y="1034884"/>
                  </a:cubicBezTo>
                  <a:lnTo>
                    <a:pt x="3780326" y="1018663"/>
                  </a:lnTo>
                  <a:close/>
                  <a:moveTo>
                    <a:pt x="1161567" y="995382"/>
                  </a:moveTo>
                  <a:cubicBezTo>
                    <a:pt x="1160112" y="1001975"/>
                    <a:pt x="1147326" y="1002219"/>
                    <a:pt x="1134651" y="1003367"/>
                  </a:cubicBezTo>
                  <a:cubicBezTo>
                    <a:pt x="1142871" y="999579"/>
                    <a:pt x="1149001" y="993767"/>
                    <a:pt x="1161567" y="995382"/>
                  </a:cubicBezTo>
                  <a:close/>
                  <a:moveTo>
                    <a:pt x="852983" y="992979"/>
                  </a:moveTo>
                  <a:cubicBezTo>
                    <a:pt x="864687" y="994909"/>
                    <a:pt x="866926" y="1008531"/>
                    <a:pt x="876948" y="1014472"/>
                  </a:cubicBezTo>
                  <a:cubicBezTo>
                    <a:pt x="853244" y="1022509"/>
                    <a:pt x="864687" y="989931"/>
                    <a:pt x="837486" y="995662"/>
                  </a:cubicBezTo>
                  <a:cubicBezTo>
                    <a:pt x="844129" y="992990"/>
                    <a:pt x="849082" y="992334"/>
                    <a:pt x="852983" y="992979"/>
                  </a:cubicBezTo>
                  <a:close/>
                  <a:moveTo>
                    <a:pt x="5061257" y="975538"/>
                  </a:moveTo>
                  <a:lnTo>
                    <a:pt x="5071124" y="981156"/>
                  </a:lnTo>
                  <a:lnTo>
                    <a:pt x="5024762" y="980157"/>
                  </a:lnTo>
                  <a:close/>
                  <a:moveTo>
                    <a:pt x="4853887" y="968369"/>
                  </a:moveTo>
                  <a:lnTo>
                    <a:pt x="4884645" y="969053"/>
                  </a:lnTo>
                  <a:lnTo>
                    <a:pt x="4854456" y="972875"/>
                  </a:lnTo>
                  <a:close/>
                  <a:moveTo>
                    <a:pt x="5793988" y="955435"/>
                  </a:moveTo>
                  <a:cubicBezTo>
                    <a:pt x="5814281" y="956922"/>
                    <a:pt x="5830580" y="971081"/>
                    <a:pt x="5853223" y="968215"/>
                  </a:cubicBezTo>
                  <a:cubicBezTo>
                    <a:pt x="5832331" y="973148"/>
                    <a:pt x="5794921" y="970559"/>
                    <a:pt x="5771977" y="959273"/>
                  </a:cubicBezTo>
                  <a:cubicBezTo>
                    <a:pt x="5780013" y="955852"/>
                    <a:pt x="5787223" y="954940"/>
                    <a:pt x="5793988" y="955435"/>
                  </a:cubicBezTo>
                  <a:close/>
                  <a:moveTo>
                    <a:pt x="4338120" y="940728"/>
                  </a:moveTo>
                  <a:lnTo>
                    <a:pt x="4363364" y="944857"/>
                  </a:lnTo>
                  <a:lnTo>
                    <a:pt x="4348044" y="946797"/>
                  </a:lnTo>
                  <a:close/>
                  <a:moveTo>
                    <a:pt x="8958236" y="934521"/>
                  </a:moveTo>
                  <a:cubicBezTo>
                    <a:pt x="8950748" y="936842"/>
                    <a:pt x="8940957" y="942659"/>
                    <a:pt x="8930035" y="946789"/>
                  </a:cubicBezTo>
                  <a:cubicBezTo>
                    <a:pt x="8913699" y="947940"/>
                    <a:pt x="8897638" y="944023"/>
                    <a:pt x="8892182" y="947918"/>
                  </a:cubicBezTo>
                  <a:cubicBezTo>
                    <a:pt x="8905261" y="953587"/>
                    <a:pt x="8918211" y="951033"/>
                    <a:pt x="8930035" y="946789"/>
                  </a:cubicBezTo>
                  <a:cubicBezTo>
                    <a:pt x="8940455" y="945927"/>
                    <a:pt x="8951096" y="943206"/>
                    <a:pt x="8958236" y="934521"/>
                  </a:cubicBezTo>
                  <a:close/>
                  <a:moveTo>
                    <a:pt x="7557699" y="933274"/>
                  </a:moveTo>
                  <a:lnTo>
                    <a:pt x="7493542" y="936360"/>
                  </a:lnTo>
                  <a:lnTo>
                    <a:pt x="7611912" y="945639"/>
                  </a:lnTo>
                  <a:close/>
                  <a:moveTo>
                    <a:pt x="1612456" y="926401"/>
                  </a:moveTo>
                  <a:lnTo>
                    <a:pt x="1451602" y="946763"/>
                  </a:lnTo>
                  <a:lnTo>
                    <a:pt x="1459986" y="940666"/>
                  </a:lnTo>
                  <a:close/>
                  <a:moveTo>
                    <a:pt x="7419558" y="925791"/>
                  </a:moveTo>
                  <a:cubicBezTo>
                    <a:pt x="7396193" y="923620"/>
                    <a:pt x="7367052" y="930742"/>
                    <a:pt x="7350956" y="931063"/>
                  </a:cubicBezTo>
                  <a:lnTo>
                    <a:pt x="7440300" y="931655"/>
                  </a:lnTo>
                  <a:cubicBezTo>
                    <a:pt x="7434492" y="928270"/>
                    <a:pt x="7427346" y="926514"/>
                    <a:pt x="7419558" y="925791"/>
                  </a:cubicBezTo>
                  <a:close/>
                  <a:moveTo>
                    <a:pt x="1855695" y="923993"/>
                  </a:moveTo>
                  <a:lnTo>
                    <a:pt x="1784184" y="944947"/>
                  </a:lnTo>
                  <a:lnTo>
                    <a:pt x="1857178" y="935707"/>
                  </a:lnTo>
                  <a:close/>
                  <a:moveTo>
                    <a:pt x="2007627" y="901084"/>
                  </a:moveTo>
                  <a:cubicBezTo>
                    <a:pt x="1994852" y="901084"/>
                    <a:pt x="1980375" y="903117"/>
                    <a:pt x="1965952" y="906259"/>
                  </a:cubicBezTo>
                  <a:cubicBezTo>
                    <a:pt x="1937105" y="912543"/>
                    <a:pt x="1908476" y="923263"/>
                    <a:pt x="1894124" y="931030"/>
                  </a:cubicBezTo>
                  <a:cubicBezTo>
                    <a:pt x="1933038" y="923815"/>
                    <a:pt x="1997425" y="922531"/>
                    <a:pt x="2039087" y="908102"/>
                  </a:cubicBezTo>
                  <a:cubicBezTo>
                    <a:pt x="2031475" y="903115"/>
                    <a:pt x="2020402" y="901083"/>
                    <a:pt x="2007627" y="901084"/>
                  </a:cubicBezTo>
                  <a:close/>
                  <a:moveTo>
                    <a:pt x="9293189" y="897155"/>
                  </a:moveTo>
                  <a:cubicBezTo>
                    <a:pt x="9196785" y="916684"/>
                    <a:pt x="9090894" y="930088"/>
                    <a:pt x="8998775" y="958229"/>
                  </a:cubicBezTo>
                  <a:cubicBezTo>
                    <a:pt x="9002212" y="960084"/>
                    <a:pt x="9008354" y="961594"/>
                    <a:pt x="9006114" y="969203"/>
                  </a:cubicBezTo>
                  <a:cubicBezTo>
                    <a:pt x="9049040" y="968347"/>
                    <a:pt x="9086827" y="923278"/>
                    <a:pt x="9114125" y="943627"/>
                  </a:cubicBezTo>
                  <a:cubicBezTo>
                    <a:pt x="9160229" y="920853"/>
                    <a:pt x="9233218" y="911613"/>
                    <a:pt x="9293189" y="897155"/>
                  </a:cubicBezTo>
                  <a:close/>
                  <a:moveTo>
                    <a:pt x="2103839" y="888003"/>
                  </a:moveTo>
                  <a:lnTo>
                    <a:pt x="2120641" y="897778"/>
                  </a:lnTo>
                  <a:cubicBezTo>
                    <a:pt x="2113198" y="893227"/>
                    <a:pt x="2106662" y="892223"/>
                    <a:pt x="2100468" y="893923"/>
                  </a:cubicBezTo>
                  <a:cubicBezTo>
                    <a:pt x="2101649" y="892401"/>
                    <a:pt x="2102772" y="890427"/>
                    <a:pt x="2103839" y="888003"/>
                  </a:cubicBezTo>
                  <a:close/>
                  <a:moveTo>
                    <a:pt x="9410425" y="864919"/>
                  </a:moveTo>
                  <a:cubicBezTo>
                    <a:pt x="9363558" y="867189"/>
                    <a:pt x="9328038" y="883130"/>
                    <a:pt x="9317463" y="893624"/>
                  </a:cubicBezTo>
                  <a:lnTo>
                    <a:pt x="9324234" y="900092"/>
                  </a:lnTo>
                  <a:cubicBezTo>
                    <a:pt x="9327958" y="904198"/>
                    <a:pt x="9321992" y="907700"/>
                    <a:pt x="9319574" y="910296"/>
                  </a:cubicBezTo>
                  <a:cubicBezTo>
                    <a:pt x="9364797" y="902281"/>
                    <a:pt x="9418690" y="890424"/>
                    <a:pt x="9453417" y="871837"/>
                  </a:cubicBezTo>
                  <a:cubicBezTo>
                    <a:pt x="9435109" y="871865"/>
                    <a:pt x="9417492" y="880962"/>
                    <a:pt x="9400689" y="871186"/>
                  </a:cubicBezTo>
                  <a:cubicBezTo>
                    <a:pt x="9404515" y="868871"/>
                    <a:pt x="9406933" y="866276"/>
                    <a:pt x="9410425" y="864919"/>
                  </a:cubicBezTo>
                  <a:close/>
                  <a:moveTo>
                    <a:pt x="10113946" y="851575"/>
                  </a:moveTo>
                  <a:cubicBezTo>
                    <a:pt x="10100523" y="850978"/>
                    <a:pt x="10087899" y="869914"/>
                    <a:pt x="10074399" y="855486"/>
                  </a:cubicBezTo>
                  <a:cubicBezTo>
                    <a:pt x="10064858" y="877753"/>
                    <a:pt x="10017582" y="869546"/>
                    <a:pt x="10033341" y="896392"/>
                  </a:cubicBezTo>
                  <a:cubicBezTo>
                    <a:pt x="10054420" y="867629"/>
                    <a:pt x="10106332" y="887152"/>
                    <a:pt x="10127697" y="860643"/>
                  </a:cubicBezTo>
                  <a:cubicBezTo>
                    <a:pt x="10122983" y="854144"/>
                    <a:pt x="10118420" y="851774"/>
                    <a:pt x="10113946" y="851575"/>
                  </a:cubicBezTo>
                  <a:close/>
                  <a:moveTo>
                    <a:pt x="6939533" y="823376"/>
                  </a:moveTo>
                  <a:lnTo>
                    <a:pt x="6952730" y="833607"/>
                  </a:lnTo>
                  <a:lnTo>
                    <a:pt x="6924216" y="825314"/>
                  </a:lnTo>
                  <a:close/>
                  <a:moveTo>
                    <a:pt x="4425900" y="806013"/>
                  </a:moveTo>
                  <a:cubicBezTo>
                    <a:pt x="4421572" y="811597"/>
                    <a:pt x="4413518" y="813074"/>
                    <a:pt x="4405351" y="813650"/>
                  </a:cubicBezTo>
                  <a:cubicBezTo>
                    <a:pt x="4401293" y="812333"/>
                    <a:pt x="4397684" y="810043"/>
                    <a:pt x="4394239" y="809505"/>
                  </a:cubicBezTo>
                  <a:cubicBezTo>
                    <a:pt x="4390795" y="808969"/>
                    <a:pt x="4387516" y="810185"/>
                    <a:pt x="4384117" y="815880"/>
                  </a:cubicBezTo>
                  <a:cubicBezTo>
                    <a:pt x="4389860" y="814237"/>
                    <a:pt x="4397633" y="814169"/>
                    <a:pt x="4405351" y="813650"/>
                  </a:cubicBezTo>
                  <a:cubicBezTo>
                    <a:pt x="4409634" y="814939"/>
                    <a:pt x="4414762" y="815663"/>
                    <a:pt x="4420612" y="811260"/>
                  </a:cubicBezTo>
                  <a:close/>
                  <a:moveTo>
                    <a:pt x="4441163" y="803623"/>
                  </a:moveTo>
                  <a:cubicBezTo>
                    <a:pt x="4448669" y="812286"/>
                    <a:pt x="4464729" y="816204"/>
                    <a:pt x="4478246" y="814493"/>
                  </a:cubicBezTo>
                  <a:cubicBezTo>
                    <a:pt x="4478753" y="814887"/>
                    <a:pt x="4479262" y="815280"/>
                    <a:pt x="4479768" y="815675"/>
                  </a:cubicBezTo>
                  <a:cubicBezTo>
                    <a:pt x="4480163" y="815166"/>
                    <a:pt x="4480556" y="814659"/>
                    <a:pt x="4481400" y="814094"/>
                  </a:cubicBezTo>
                  <a:cubicBezTo>
                    <a:pt x="4486751" y="812959"/>
                    <a:pt x="4491028" y="810587"/>
                    <a:pt x="4494233" y="806976"/>
                  </a:cubicBezTo>
                  <a:cubicBezTo>
                    <a:pt x="4488541" y="805407"/>
                    <a:pt x="4484155" y="810540"/>
                    <a:pt x="4481400" y="814094"/>
                  </a:cubicBezTo>
                  <a:cubicBezTo>
                    <a:pt x="4480500" y="814208"/>
                    <a:pt x="4479148" y="814379"/>
                    <a:pt x="4478246" y="814493"/>
                  </a:cubicBezTo>
                  <a:cubicBezTo>
                    <a:pt x="4467923" y="805271"/>
                    <a:pt x="4453447" y="806646"/>
                    <a:pt x="4441163" y="803623"/>
                  </a:cubicBezTo>
                  <a:close/>
                  <a:moveTo>
                    <a:pt x="2922148" y="795858"/>
                  </a:moveTo>
                  <a:lnTo>
                    <a:pt x="2959842" y="800700"/>
                  </a:lnTo>
                  <a:cubicBezTo>
                    <a:pt x="2961324" y="812415"/>
                    <a:pt x="2936138" y="808737"/>
                    <a:pt x="2924258" y="812529"/>
                  </a:cubicBezTo>
                  <a:close/>
                  <a:moveTo>
                    <a:pt x="4291699" y="794618"/>
                  </a:moveTo>
                  <a:cubicBezTo>
                    <a:pt x="4300915" y="816798"/>
                    <a:pt x="4350490" y="817848"/>
                    <a:pt x="4352907" y="815253"/>
                  </a:cubicBezTo>
                  <a:close/>
                  <a:moveTo>
                    <a:pt x="4167484" y="784363"/>
                  </a:moveTo>
                  <a:cubicBezTo>
                    <a:pt x="4163768" y="785749"/>
                    <a:pt x="4160466" y="790401"/>
                    <a:pt x="4150933" y="800077"/>
                  </a:cubicBezTo>
                  <a:cubicBezTo>
                    <a:pt x="4138767" y="801617"/>
                    <a:pt x="4130976" y="790701"/>
                    <a:pt x="4121394" y="787336"/>
                  </a:cubicBezTo>
                  <a:cubicBezTo>
                    <a:pt x="4043458" y="804527"/>
                    <a:pt x="3952750" y="796782"/>
                    <a:pt x="3862835" y="791683"/>
                  </a:cubicBezTo>
                  <a:cubicBezTo>
                    <a:pt x="3660125" y="774313"/>
                    <a:pt x="3433785" y="812577"/>
                    <a:pt x="3261262" y="791385"/>
                  </a:cubicBezTo>
                  <a:cubicBezTo>
                    <a:pt x="3227731" y="819435"/>
                    <a:pt x="3216854" y="780526"/>
                    <a:pt x="3181214" y="791905"/>
                  </a:cubicBezTo>
                  <a:lnTo>
                    <a:pt x="3209897" y="797887"/>
                  </a:lnTo>
                  <a:cubicBezTo>
                    <a:pt x="3207655" y="805495"/>
                    <a:pt x="3198644" y="806636"/>
                    <a:pt x="3189632" y="807777"/>
                  </a:cubicBezTo>
                  <a:cubicBezTo>
                    <a:pt x="3541636" y="796636"/>
                    <a:pt x="3876592" y="799098"/>
                    <a:pt x="4216117" y="805102"/>
                  </a:cubicBezTo>
                  <a:cubicBezTo>
                    <a:pt x="4197752" y="804680"/>
                    <a:pt x="4183214" y="801942"/>
                    <a:pt x="4186516" y="788248"/>
                  </a:cubicBezTo>
                  <a:cubicBezTo>
                    <a:pt x="4175329" y="784858"/>
                    <a:pt x="4171199" y="782977"/>
                    <a:pt x="4167484" y="784363"/>
                  </a:cubicBezTo>
                  <a:close/>
                  <a:moveTo>
                    <a:pt x="9772819" y="762278"/>
                  </a:moveTo>
                  <a:cubicBezTo>
                    <a:pt x="9679220" y="778704"/>
                    <a:pt x="9564502" y="798261"/>
                    <a:pt x="9480462" y="839572"/>
                  </a:cubicBezTo>
                  <a:cubicBezTo>
                    <a:pt x="9506847" y="852713"/>
                    <a:pt x="9548914" y="845098"/>
                    <a:pt x="9571454" y="849569"/>
                  </a:cubicBezTo>
                  <a:cubicBezTo>
                    <a:pt x="9591719" y="839679"/>
                    <a:pt x="9622250" y="838561"/>
                    <a:pt x="9641767" y="819153"/>
                  </a:cubicBezTo>
                  <a:cubicBezTo>
                    <a:pt x="9632756" y="820293"/>
                    <a:pt x="9623744" y="821434"/>
                    <a:pt x="9616523" y="815024"/>
                  </a:cubicBezTo>
                  <a:cubicBezTo>
                    <a:pt x="9661255" y="781436"/>
                    <a:pt x="9717542" y="788502"/>
                    <a:pt x="9772819" y="762278"/>
                  </a:cubicBezTo>
                  <a:close/>
                  <a:moveTo>
                    <a:pt x="8152293" y="755461"/>
                  </a:moveTo>
                  <a:cubicBezTo>
                    <a:pt x="8133038" y="762476"/>
                    <a:pt x="8106321" y="753956"/>
                    <a:pt x="8095250" y="771380"/>
                  </a:cubicBezTo>
                  <a:cubicBezTo>
                    <a:pt x="8103470" y="767593"/>
                    <a:pt x="8136204" y="769400"/>
                    <a:pt x="8152293" y="755461"/>
                  </a:cubicBezTo>
                  <a:close/>
                  <a:moveTo>
                    <a:pt x="6874942" y="729007"/>
                  </a:moveTo>
                  <a:cubicBezTo>
                    <a:pt x="7019694" y="751426"/>
                    <a:pt x="7173859" y="750680"/>
                    <a:pt x="7323722" y="762838"/>
                  </a:cubicBezTo>
                  <a:cubicBezTo>
                    <a:pt x="7180263" y="775964"/>
                    <a:pt x="7019351" y="748723"/>
                    <a:pt x="6874942" y="729007"/>
                  </a:cubicBezTo>
                  <a:close/>
                  <a:moveTo>
                    <a:pt x="5622334" y="728262"/>
                  </a:moveTo>
                  <a:lnTo>
                    <a:pt x="5654575" y="740661"/>
                  </a:lnTo>
                  <a:lnTo>
                    <a:pt x="5579982" y="733623"/>
                  </a:lnTo>
                  <a:close/>
                  <a:moveTo>
                    <a:pt x="10085514" y="722694"/>
                  </a:moveTo>
                  <a:cubicBezTo>
                    <a:pt x="10075160" y="720457"/>
                    <a:pt x="10066563" y="721260"/>
                    <a:pt x="10059063" y="723775"/>
                  </a:cubicBezTo>
                  <a:cubicBezTo>
                    <a:pt x="10036564" y="731323"/>
                    <a:pt x="10023935" y="754294"/>
                    <a:pt x="10003323" y="756903"/>
                  </a:cubicBezTo>
                  <a:lnTo>
                    <a:pt x="10082172" y="746921"/>
                  </a:lnTo>
                  <a:cubicBezTo>
                    <a:pt x="10070007" y="748462"/>
                    <a:pt x="10065656" y="739399"/>
                    <a:pt x="10059513" y="737888"/>
                  </a:cubicBezTo>
                  <a:cubicBezTo>
                    <a:pt x="10064458" y="729937"/>
                    <a:pt x="10072778" y="719728"/>
                    <a:pt x="10085514" y="722694"/>
                  </a:cubicBezTo>
                  <a:close/>
                  <a:moveTo>
                    <a:pt x="5508768" y="714428"/>
                  </a:moveTo>
                  <a:cubicBezTo>
                    <a:pt x="5515072" y="715404"/>
                    <a:pt x="5520809" y="718225"/>
                    <a:pt x="5526056" y="723513"/>
                  </a:cubicBezTo>
                  <a:cubicBezTo>
                    <a:pt x="5513606" y="722799"/>
                    <a:pt x="5487033" y="733487"/>
                    <a:pt x="5488075" y="716417"/>
                  </a:cubicBezTo>
                  <a:cubicBezTo>
                    <a:pt x="5495593" y="714322"/>
                    <a:pt x="5502464" y="713452"/>
                    <a:pt x="5508768" y="714428"/>
                  </a:cubicBezTo>
                  <a:close/>
                  <a:moveTo>
                    <a:pt x="5381928" y="706049"/>
                  </a:moveTo>
                  <a:cubicBezTo>
                    <a:pt x="5383697" y="720017"/>
                    <a:pt x="5414171" y="718448"/>
                    <a:pt x="5430399" y="723718"/>
                  </a:cubicBezTo>
                  <a:cubicBezTo>
                    <a:pt x="5411769" y="732028"/>
                    <a:pt x="5383645" y="723228"/>
                    <a:pt x="5361668" y="719601"/>
                  </a:cubicBezTo>
                  <a:cubicBezTo>
                    <a:pt x="5369718" y="718124"/>
                    <a:pt x="5376984" y="713999"/>
                    <a:pt x="5381928" y="706049"/>
                  </a:cubicBezTo>
                  <a:close/>
                  <a:moveTo>
                    <a:pt x="5237500" y="695220"/>
                  </a:moveTo>
                  <a:cubicBezTo>
                    <a:pt x="5271394" y="691744"/>
                    <a:pt x="5311440" y="720580"/>
                    <a:pt x="5325170" y="720558"/>
                  </a:cubicBezTo>
                  <a:lnTo>
                    <a:pt x="5206858" y="711730"/>
                  </a:lnTo>
                  <a:cubicBezTo>
                    <a:pt x="5215587" y="701126"/>
                    <a:pt x="5226202" y="696377"/>
                    <a:pt x="5237500" y="695220"/>
                  </a:cubicBezTo>
                  <a:close/>
                  <a:moveTo>
                    <a:pt x="5109033" y="691153"/>
                  </a:moveTo>
                  <a:lnTo>
                    <a:pt x="5153440" y="702012"/>
                  </a:lnTo>
                  <a:cubicBezTo>
                    <a:pt x="5137778" y="701248"/>
                    <a:pt x="5102479" y="715329"/>
                    <a:pt x="5109033" y="691153"/>
                  </a:cubicBezTo>
                  <a:close/>
                  <a:moveTo>
                    <a:pt x="9915388" y="688680"/>
                  </a:moveTo>
                  <a:cubicBezTo>
                    <a:pt x="9899679" y="688108"/>
                    <a:pt x="9883150" y="688626"/>
                    <a:pt x="9867191" y="690475"/>
                  </a:cubicBezTo>
                  <a:cubicBezTo>
                    <a:pt x="9835270" y="694173"/>
                    <a:pt x="9805625" y="703190"/>
                    <a:pt x="9789370" y="719439"/>
                  </a:cubicBezTo>
                  <a:cubicBezTo>
                    <a:pt x="9818839" y="706324"/>
                    <a:pt x="9846293" y="700789"/>
                    <a:pt x="9874075" y="698302"/>
                  </a:cubicBezTo>
                  <a:lnTo>
                    <a:pt x="9960035" y="695478"/>
                  </a:lnTo>
                  <a:lnTo>
                    <a:pt x="9960358" y="695962"/>
                  </a:lnTo>
                  <a:lnTo>
                    <a:pt x="9963468" y="695847"/>
                  </a:lnTo>
                  <a:lnTo>
                    <a:pt x="9969845" y="696765"/>
                  </a:lnTo>
                  <a:lnTo>
                    <a:pt x="9977842" y="695311"/>
                  </a:lnTo>
                  <a:lnTo>
                    <a:pt x="9980862" y="695199"/>
                  </a:lnTo>
                  <a:cubicBezTo>
                    <a:pt x="9982664" y="694971"/>
                    <a:pt x="9984466" y="694742"/>
                    <a:pt x="9986326" y="694964"/>
                  </a:cubicBezTo>
                  <a:cubicBezTo>
                    <a:pt x="9984523" y="695193"/>
                    <a:pt x="9982664" y="694971"/>
                    <a:pt x="9981256" y="694691"/>
                  </a:cubicBezTo>
                  <a:lnTo>
                    <a:pt x="9977842" y="695311"/>
                  </a:lnTo>
                  <a:lnTo>
                    <a:pt x="9963468" y="695847"/>
                  </a:lnTo>
                  <a:lnTo>
                    <a:pt x="9960751" y="695455"/>
                  </a:lnTo>
                  <a:lnTo>
                    <a:pt x="9960035" y="695478"/>
                  </a:lnTo>
                  <a:lnTo>
                    <a:pt x="9958664" y="693430"/>
                  </a:lnTo>
                  <a:cubicBezTo>
                    <a:pt x="9945986" y="690915"/>
                    <a:pt x="9931097" y="689252"/>
                    <a:pt x="9915388" y="688680"/>
                  </a:cubicBezTo>
                  <a:close/>
                  <a:moveTo>
                    <a:pt x="4538713" y="648444"/>
                  </a:moveTo>
                  <a:lnTo>
                    <a:pt x="4569529" y="649579"/>
                  </a:lnTo>
                  <a:lnTo>
                    <a:pt x="4570099" y="654084"/>
                  </a:lnTo>
                  <a:close/>
                  <a:moveTo>
                    <a:pt x="4718237" y="644531"/>
                  </a:moveTo>
                  <a:cubicBezTo>
                    <a:pt x="4727544" y="646571"/>
                    <a:pt x="4736966" y="651387"/>
                    <a:pt x="4746712" y="660568"/>
                  </a:cubicBezTo>
                  <a:cubicBezTo>
                    <a:pt x="4789800" y="657402"/>
                    <a:pt x="4822043" y="669801"/>
                    <a:pt x="4859737" y="674643"/>
                  </a:cubicBezTo>
                  <a:cubicBezTo>
                    <a:pt x="4781782" y="680849"/>
                    <a:pt x="4699578" y="671570"/>
                    <a:pt x="4631959" y="658155"/>
                  </a:cubicBezTo>
                  <a:cubicBezTo>
                    <a:pt x="4652942" y="657560"/>
                    <a:pt x="4671883" y="648982"/>
                    <a:pt x="4690454" y="645144"/>
                  </a:cubicBezTo>
                  <a:cubicBezTo>
                    <a:pt x="4699739" y="643224"/>
                    <a:pt x="4708930" y="642490"/>
                    <a:pt x="4718237" y="644531"/>
                  </a:cubicBezTo>
                  <a:close/>
                  <a:moveTo>
                    <a:pt x="9624986" y="643197"/>
                  </a:moveTo>
                  <a:lnTo>
                    <a:pt x="9611150" y="656850"/>
                  </a:lnTo>
                  <a:lnTo>
                    <a:pt x="9631755" y="649664"/>
                  </a:lnTo>
                  <a:close/>
                  <a:moveTo>
                    <a:pt x="4372841" y="629156"/>
                  </a:moveTo>
                  <a:lnTo>
                    <a:pt x="4374324" y="640871"/>
                  </a:lnTo>
                  <a:cubicBezTo>
                    <a:pt x="4400993" y="656265"/>
                    <a:pt x="4418007" y="620692"/>
                    <a:pt x="4441579" y="636935"/>
                  </a:cubicBezTo>
                  <a:cubicBezTo>
                    <a:pt x="4410569" y="655968"/>
                    <a:pt x="4363738" y="644042"/>
                    <a:pt x="4332963" y="632373"/>
                  </a:cubicBezTo>
                  <a:cubicBezTo>
                    <a:pt x="4345584" y="634438"/>
                    <a:pt x="4360899" y="628837"/>
                    <a:pt x="4372841" y="629156"/>
                  </a:cubicBezTo>
                  <a:close/>
                  <a:moveTo>
                    <a:pt x="3986068" y="597088"/>
                  </a:moveTo>
                  <a:cubicBezTo>
                    <a:pt x="3994795" y="593695"/>
                    <a:pt x="3999146" y="602758"/>
                    <a:pt x="4008727" y="606122"/>
                  </a:cubicBezTo>
                  <a:lnTo>
                    <a:pt x="3987551" y="608803"/>
                  </a:lnTo>
                  <a:close/>
                  <a:moveTo>
                    <a:pt x="10180363" y="596698"/>
                  </a:moveTo>
                  <a:lnTo>
                    <a:pt x="10190395" y="600005"/>
                  </a:lnTo>
                  <a:lnTo>
                    <a:pt x="10153329" y="600120"/>
                  </a:lnTo>
                  <a:close/>
                  <a:moveTo>
                    <a:pt x="6774574" y="594304"/>
                  </a:moveTo>
                  <a:lnTo>
                    <a:pt x="6784156" y="597669"/>
                  </a:lnTo>
                  <a:lnTo>
                    <a:pt x="6753396" y="596985"/>
                  </a:lnTo>
                  <a:close/>
                  <a:moveTo>
                    <a:pt x="7708880" y="590479"/>
                  </a:moveTo>
                  <a:lnTo>
                    <a:pt x="7715308" y="594243"/>
                  </a:lnTo>
                  <a:lnTo>
                    <a:pt x="7688274" y="597665"/>
                  </a:lnTo>
                  <a:close/>
                  <a:moveTo>
                    <a:pt x="9425980" y="582782"/>
                  </a:moveTo>
                  <a:cubicBezTo>
                    <a:pt x="9242410" y="593659"/>
                    <a:pt x="9067224" y="670771"/>
                    <a:pt x="8887424" y="715048"/>
                  </a:cubicBezTo>
                  <a:cubicBezTo>
                    <a:pt x="9071127" y="679890"/>
                    <a:pt x="9271058" y="650004"/>
                    <a:pt x="9425980" y="582782"/>
                  </a:cubicBezTo>
                  <a:close/>
                  <a:moveTo>
                    <a:pt x="6486012" y="578645"/>
                  </a:moveTo>
                  <a:lnTo>
                    <a:pt x="6575928" y="583743"/>
                  </a:lnTo>
                  <a:cubicBezTo>
                    <a:pt x="6557740" y="588334"/>
                    <a:pt x="6505803" y="590331"/>
                    <a:pt x="6486012" y="578645"/>
                  </a:cubicBezTo>
                  <a:close/>
                  <a:moveTo>
                    <a:pt x="7950635" y="576356"/>
                  </a:moveTo>
                  <a:lnTo>
                    <a:pt x="7883952" y="584798"/>
                  </a:lnTo>
                  <a:lnTo>
                    <a:pt x="7883040" y="577589"/>
                  </a:lnTo>
                  <a:close/>
                  <a:moveTo>
                    <a:pt x="6342293" y="567997"/>
                  </a:moveTo>
                  <a:lnTo>
                    <a:pt x="6352326" y="571305"/>
                  </a:lnTo>
                  <a:lnTo>
                    <a:pt x="6284050" y="570792"/>
                  </a:lnTo>
                  <a:close/>
                  <a:moveTo>
                    <a:pt x="5765393" y="567322"/>
                  </a:moveTo>
                  <a:cubicBezTo>
                    <a:pt x="5779039" y="577497"/>
                    <a:pt x="5801547" y="559999"/>
                    <a:pt x="5809800" y="578181"/>
                  </a:cubicBezTo>
                  <a:cubicBezTo>
                    <a:pt x="5796602" y="567949"/>
                    <a:pt x="5775888" y="577896"/>
                    <a:pt x="5761018" y="579778"/>
                  </a:cubicBezTo>
                  <a:close/>
                  <a:moveTo>
                    <a:pt x="5622082" y="567152"/>
                  </a:moveTo>
                  <a:lnTo>
                    <a:pt x="5617748" y="569074"/>
                  </a:lnTo>
                  <a:cubicBezTo>
                    <a:pt x="5617241" y="568680"/>
                    <a:pt x="5616733" y="568287"/>
                    <a:pt x="5616225" y="567893"/>
                  </a:cubicBezTo>
                  <a:cubicBezTo>
                    <a:pt x="5618028" y="567665"/>
                    <a:pt x="5620281" y="567380"/>
                    <a:pt x="5622082" y="567152"/>
                  </a:cubicBezTo>
                  <a:close/>
                  <a:moveTo>
                    <a:pt x="8028037" y="559463"/>
                  </a:moveTo>
                  <a:cubicBezTo>
                    <a:pt x="8034909" y="558593"/>
                    <a:pt x="8041134" y="558949"/>
                    <a:pt x="8044806" y="564435"/>
                  </a:cubicBezTo>
                  <a:cubicBezTo>
                    <a:pt x="8032924" y="568229"/>
                    <a:pt x="8024540" y="574326"/>
                    <a:pt x="8008876" y="573561"/>
                  </a:cubicBezTo>
                  <a:lnTo>
                    <a:pt x="8007393" y="561847"/>
                  </a:lnTo>
                  <a:cubicBezTo>
                    <a:pt x="8013648" y="562429"/>
                    <a:pt x="8021165" y="560333"/>
                    <a:pt x="8028037" y="559463"/>
                  </a:cubicBezTo>
                  <a:close/>
                  <a:moveTo>
                    <a:pt x="9413377" y="555537"/>
                  </a:moveTo>
                  <a:lnTo>
                    <a:pt x="9385893" y="559016"/>
                  </a:lnTo>
                  <a:lnTo>
                    <a:pt x="9377794" y="567366"/>
                  </a:lnTo>
                  <a:close/>
                  <a:moveTo>
                    <a:pt x="5600033" y="552089"/>
                  </a:moveTo>
                  <a:cubicBezTo>
                    <a:pt x="5598470" y="561442"/>
                    <a:pt x="5610978" y="562606"/>
                    <a:pt x="5616225" y="567893"/>
                  </a:cubicBezTo>
                  <a:cubicBezTo>
                    <a:pt x="5598654" y="570117"/>
                    <a:pt x="5577129" y="566433"/>
                    <a:pt x="5563538" y="556709"/>
                  </a:cubicBezTo>
                  <a:close/>
                  <a:moveTo>
                    <a:pt x="7764148" y="550179"/>
                  </a:moveTo>
                  <a:cubicBezTo>
                    <a:pt x="7770553" y="548796"/>
                    <a:pt x="7777652" y="549728"/>
                    <a:pt x="7784191" y="552563"/>
                  </a:cubicBezTo>
                  <a:cubicBezTo>
                    <a:pt x="7779024" y="562372"/>
                    <a:pt x="7760145" y="557896"/>
                    <a:pt x="7748266" y="561688"/>
                  </a:cubicBezTo>
                  <a:cubicBezTo>
                    <a:pt x="7752030" y="555261"/>
                    <a:pt x="7757743" y="551562"/>
                    <a:pt x="7764148" y="550179"/>
                  </a:cubicBezTo>
                  <a:close/>
                  <a:moveTo>
                    <a:pt x="5386408" y="546171"/>
                  </a:moveTo>
                  <a:lnTo>
                    <a:pt x="5414461" y="547198"/>
                  </a:lnTo>
                  <a:lnTo>
                    <a:pt x="5415374" y="554406"/>
                  </a:lnTo>
                  <a:close/>
                  <a:moveTo>
                    <a:pt x="8147187" y="545067"/>
                  </a:moveTo>
                  <a:cubicBezTo>
                    <a:pt x="8146687" y="548335"/>
                    <a:pt x="8148043" y="551825"/>
                    <a:pt x="8148556" y="555880"/>
                  </a:cubicBezTo>
                  <a:lnTo>
                    <a:pt x="8060693" y="567002"/>
                  </a:lnTo>
                  <a:cubicBezTo>
                    <a:pt x="8084275" y="554404"/>
                    <a:pt x="8118354" y="552378"/>
                    <a:pt x="8147187" y="545067"/>
                  </a:cubicBezTo>
                  <a:close/>
                  <a:moveTo>
                    <a:pt x="8152813" y="538860"/>
                  </a:moveTo>
                  <a:lnTo>
                    <a:pt x="8157380" y="542402"/>
                  </a:lnTo>
                  <a:cubicBezTo>
                    <a:pt x="8154282" y="543252"/>
                    <a:pt x="8150735" y="544159"/>
                    <a:pt x="8147638" y="545008"/>
                  </a:cubicBezTo>
                  <a:cubicBezTo>
                    <a:pt x="8147803" y="542699"/>
                    <a:pt x="8148870" y="540275"/>
                    <a:pt x="8152813" y="538860"/>
                  </a:cubicBezTo>
                  <a:close/>
                  <a:moveTo>
                    <a:pt x="5051267" y="531372"/>
                  </a:moveTo>
                  <a:lnTo>
                    <a:pt x="5079323" y="532398"/>
                  </a:lnTo>
                  <a:lnTo>
                    <a:pt x="5059059" y="542288"/>
                  </a:lnTo>
                  <a:close/>
                  <a:moveTo>
                    <a:pt x="9617035" y="529756"/>
                  </a:moveTo>
                  <a:cubicBezTo>
                    <a:pt x="9596606" y="541955"/>
                    <a:pt x="9529636" y="548144"/>
                    <a:pt x="9525830" y="565106"/>
                  </a:cubicBezTo>
                  <a:cubicBezTo>
                    <a:pt x="9552403" y="554418"/>
                    <a:pt x="9605783" y="538505"/>
                    <a:pt x="9617035" y="529756"/>
                  </a:cubicBezTo>
                  <a:close/>
                  <a:moveTo>
                    <a:pt x="10368538" y="513721"/>
                  </a:moveTo>
                  <a:cubicBezTo>
                    <a:pt x="10373827" y="512551"/>
                    <a:pt x="10379719" y="513436"/>
                    <a:pt x="10386471" y="517960"/>
                  </a:cubicBezTo>
                  <a:cubicBezTo>
                    <a:pt x="10373108" y="510038"/>
                    <a:pt x="10355810" y="543358"/>
                    <a:pt x="10330282" y="536976"/>
                  </a:cubicBezTo>
                  <a:cubicBezTo>
                    <a:pt x="10342241" y="539239"/>
                    <a:pt x="10352674" y="517233"/>
                    <a:pt x="10368538" y="513721"/>
                  </a:cubicBezTo>
                  <a:close/>
                  <a:moveTo>
                    <a:pt x="9664862" y="495318"/>
                  </a:moveTo>
                  <a:lnTo>
                    <a:pt x="9629851" y="511653"/>
                  </a:lnTo>
                  <a:lnTo>
                    <a:pt x="9651026" y="508972"/>
                  </a:lnTo>
                  <a:close/>
                  <a:moveTo>
                    <a:pt x="9990118" y="482528"/>
                  </a:moveTo>
                  <a:lnTo>
                    <a:pt x="9971280" y="503682"/>
                  </a:lnTo>
                  <a:lnTo>
                    <a:pt x="9946950" y="506762"/>
                  </a:lnTo>
                  <a:close/>
                  <a:moveTo>
                    <a:pt x="8595908" y="458964"/>
                  </a:moveTo>
                  <a:cubicBezTo>
                    <a:pt x="8597106" y="468426"/>
                    <a:pt x="8586136" y="479428"/>
                    <a:pt x="8573972" y="480968"/>
                  </a:cubicBezTo>
                  <a:cubicBezTo>
                    <a:pt x="8445077" y="511477"/>
                    <a:pt x="8296388" y="530299"/>
                    <a:pt x="8169792" y="553649"/>
                  </a:cubicBezTo>
                  <a:lnTo>
                    <a:pt x="8156986" y="542909"/>
                  </a:lnTo>
                  <a:cubicBezTo>
                    <a:pt x="8166220" y="539909"/>
                    <a:pt x="8175341" y="536008"/>
                    <a:pt x="8182430" y="530533"/>
                  </a:cubicBezTo>
                  <a:cubicBezTo>
                    <a:pt x="8180582" y="537633"/>
                    <a:pt x="8192582" y="538403"/>
                    <a:pt x="8199802" y="544814"/>
                  </a:cubicBezTo>
                  <a:cubicBezTo>
                    <a:pt x="8301807" y="500772"/>
                    <a:pt x="8438305" y="505008"/>
                    <a:pt x="8551882" y="476439"/>
                  </a:cubicBezTo>
                  <a:cubicBezTo>
                    <a:pt x="8566631" y="469995"/>
                    <a:pt x="8577884" y="461246"/>
                    <a:pt x="8595908" y="458964"/>
                  </a:cubicBezTo>
                  <a:close/>
                  <a:moveTo>
                    <a:pt x="9807254" y="448453"/>
                  </a:moveTo>
                  <a:cubicBezTo>
                    <a:pt x="9768802" y="462934"/>
                    <a:pt x="9713998" y="467582"/>
                    <a:pt x="9716621" y="488308"/>
                  </a:cubicBezTo>
                  <a:close/>
                  <a:moveTo>
                    <a:pt x="8861893" y="415680"/>
                  </a:moveTo>
                  <a:lnTo>
                    <a:pt x="8691557" y="458758"/>
                  </a:lnTo>
                  <a:lnTo>
                    <a:pt x="8690074" y="447044"/>
                  </a:lnTo>
                  <a:cubicBezTo>
                    <a:pt x="8734653" y="452044"/>
                    <a:pt x="8775578" y="428152"/>
                    <a:pt x="8818330" y="418706"/>
                  </a:cubicBezTo>
                  <a:cubicBezTo>
                    <a:pt x="8832583" y="415556"/>
                    <a:pt x="8847035" y="414013"/>
                    <a:pt x="8861893" y="415680"/>
                  </a:cubicBezTo>
                  <a:close/>
                  <a:moveTo>
                    <a:pt x="10007780" y="401552"/>
                  </a:moveTo>
                  <a:cubicBezTo>
                    <a:pt x="9983592" y="405759"/>
                    <a:pt x="9955921" y="406858"/>
                    <a:pt x="9929338" y="410223"/>
                  </a:cubicBezTo>
                  <a:cubicBezTo>
                    <a:pt x="9902754" y="413588"/>
                    <a:pt x="9877258" y="419220"/>
                    <a:pt x="9857421" y="432488"/>
                  </a:cubicBezTo>
                  <a:cubicBezTo>
                    <a:pt x="9901828" y="443347"/>
                    <a:pt x="9919657" y="388903"/>
                    <a:pt x="9960602" y="419427"/>
                  </a:cubicBezTo>
                  <a:cubicBezTo>
                    <a:pt x="9955030" y="422421"/>
                    <a:pt x="9949007" y="425472"/>
                    <a:pt x="9952788" y="430030"/>
                  </a:cubicBezTo>
                  <a:cubicBezTo>
                    <a:pt x="9975065" y="410729"/>
                    <a:pt x="10008220" y="430337"/>
                    <a:pt x="10007780" y="401552"/>
                  </a:cubicBezTo>
                  <a:close/>
                  <a:moveTo>
                    <a:pt x="9147881" y="360365"/>
                  </a:moveTo>
                  <a:cubicBezTo>
                    <a:pt x="9160046" y="358825"/>
                    <a:pt x="9172511" y="359651"/>
                    <a:pt x="9182121" y="363240"/>
                  </a:cubicBezTo>
                  <a:lnTo>
                    <a:pt x="9153415" y="378777"/>
                  </a:lnTo>
                  <a:lnTo>
                    <a:pt x="9151932" y="367062"/>
                  </a:lnTo>
                  <a:lnTo>
                    <a:pt x="9115440" y="371681"/>
                  </a:lnTo>
                  <a:cubicBezTo>
                    <a:pt x="9123853" y="365810"/>
                    <a:pt x="9135719" y="361905"/>
                    <a:pt x="9147881" y="360365"/>
                  </a:cubicBezTo>
                  <a:close/>
                  <a:moveTo>
                    <a:pt x="10400633" y="230699"/>
                  </a:moveTo>
                  <a:cubicBezTo>
                    <a:pt x="10419505" y="229613"/>
                    <a:pt x="10437975" y="229671"/>
                    <a:pt x="10455919" y="231291"/>
                  </a:cubicBezTo>
                  <a:cubicBezTo>
                    <a:pt x="10296549" y="263368"/>
                    <a:pt x="10130221" y="312806"/>
                    <a:pt x="9984025" y="376634"/>
                  </a:cubicBezTo>
                  <a:cubicBezTo>
                    <a:pt x="10071237" y="382075"/>
                    <a:pt x="10143493" y="370638"/>
                    <a:pt x="10226408" y="367467"/>
                  </a:cubicBezTo>
                  <a:cubicBezTo>
                    <a:pt x="10198274" y="387509"/>
                    <a:pt x="10145603" y="387309"/>
                    <a:pt x="10119887" y="404757"/>
                  </a:cubicBezTo>
                  <a:cubicBezTo>
                    <a:pt x="10216262" y="435589"/>
                    <a:pt x="10295049" y="349164"/>
                    <a:pt x="10374909" y="372473"/>
                  </a:cubicBezTo>
                  <a:cubicBezTo>
                    <a:pt x="10263629" y="393885"/>
                    <a:pt x="10119699" y="428585"/>
                    <a:pt x="10001826" y="448543"/>
                  </a:cubicBezTo>
                  <a:lnTo>
                    <a:pt x="9619276" y="594478"/>
                  </a:lnTo>
                  <a:cubicBezTo>
                    <a:pt x="9540049" y="652118"/>
                    <a:pt x="9406681" y="669001"/>
                    <a:pt x="9305269" y="696030"/>
                  </a:cubicBezTo>
                  <a:cubicBezTo>
                    <a:pt x="9239344" y="685148"/>
                    <a:pt x="9210074" y="772170"/>
                    <a:pt x="9176661" y="728790"/>
                  </a:cubicBezTo>
                  <a:cubicBezTo>
                    <a:pt x="9086291" y="723750"/>
                    <a:pt x="8992476" y="785524"/>
                    <a:pt x="8896544" y="783477"/>
                  </a:cubicBezTo>
                  <a:lnTo>
                    <a:pt x="8883278" y="801637"/>
                  </a:lnTo>
                  <a:lnTo>
                    <a:pt x="8872212" y="786557"/>
                  </a:lnTo>
                  <a:cubicBezTo>
                    <a:pt x="8768463" y="795113"/>
                    <a:pt x="8667149" y="848223"/>
                    <a:pt x="8555891" y="848116"/>
                  </a:cubicBezTo>
                  <a:cubicBezTo>
                    <a:pt x="8623050" y="818098"/>
                    <a:pt x="8731967" y="799733"/>
                    <a:pt x="8805894" y="776183"/>
                  </a:cubicBezTo>
                  <a:lnTo>
                    <a:pt x="8804696" y="766721"/>
                  </a:lnTo>
                  <a:cubicBezTo>
                    <a:pt x="8849816" y="732626"/>
                    <a:pt x="8941785" y="753945"/>
                    <a:pt x="8974173" y="716884"/>
                  </a:cubicBezTo>
                  <a:lnTo>
                    <a:pt x="8852134" y="736453"/>
                  </a:lnTo>
                  <a:cubicBezTo>
                    <a:pt x="8854780" y="735660"/>
                    <a:pt x="8856864" y="734023"/>
                    <a:pt x="8858833" y="731485"/>
                  </a:cubicBezTo>
                  <a:cubicBezTo>
                    <a:pt x="8746643" y="745687"/>
                    <a:pt x="8630536" y="779612"/>
                    <a:pt x="8520117" y="807781"/>
                  </a:cubicBezTo>
                  <a:cubicBezTo>
                    <a:pt x="8336413" y="842938"/>
                    <a:pt x="8139974" y="875130"/>
                    <a:pt x="7949682" y="908832"/>
                  </a:cubicBezTo>
                  <a:lnTo>
                    <a:pt x="7914667" y="925167"/>
                  </a:lnTo>
                  <a:cubicBezTo>
                    <a:pt x="7863799" y="888574"/>
                    <a:pt x="7764212" y="930022"/>
                    <a:pt x="7692548" y="924444"/>
                  </a:cubicBezTo>
                  <a:cubicBezTo>
                    <a:pt x="7683822" y="927838"/>
                    <a:pt x="7684734" y="935047"/>
                    <a:pt x="7685590" y="941806"/>
                  </a:cubicBezTo>
                  <a:cubicBezTo>
                    <a:pt x="7737216" y="959076"/>
                    <a:pt x="7764155" y="929571"/>
                    <a:pt x="7813483" y="953999"/>
                  </a:cubicBezTo>
                  <a:cubicBezTo>
                    <a:pt x="8255900" y="941027"/>
                    <a:pt x="8705851" y="886356"/>
                    <a:pt x="9122130" y="764534"/>
                  </a:cubicBezTo>
                  <a:lnTo>
                    <a:pt x="9117185" y="772484"/>
                  </a:lnTo>
                  <a:cubicBezTo>
                    <a:pt x="9429877" y="732901"/>
                    <a:pt x="9597342" y="616482"/>
                    <a:pt x="9905114" y="563330"/>
                  </a:cubicBezTo>
                  <a:cubicBezTo>
                    <a:pt x="9913743" y="533855"/>
                    <a:pt x="9976646" y="520856"/>
                    <a:pt x="10009988" y="516636"/>
                  </a:cubicBezTo>
                  <a:cubicBezTo>
                    <a:pt x="10057925" y="479438"/>
                    <a:pt x="10145673" y="539744"/>
                    <a:pt x="10180953" y="478513"/>
                  </a:cubicBezTo>
                  <a:cubicBezTo>
                    <a:pt x="10234252" y="483669"/>
                    <a:pt x="10250694" y="443591"/>
                    <a:pt x="10303827" y="451056"/>
                  </a:cubicBezTo>
                  <a:cubicBezTo>
                    <a:pt x="10288793" y="455248"/>
                    <a:pt x="10278110" y="468503"/>
                    <a:pt x="10286187" y="481672"/>
                  </a:cubicBezTo>
                  <a:cubicBezTo>
                    <a:pt x="10153127" y="479288"/>
                    <a:pt x="10040251" y="560415"/>
                    <a:pt x="9933825" y="623786"/>
                  </a:cubicBezTo>
                  <a:cubicBezTo>
                    <a:pt x="9929165" y="633990"/>
                    <a:pt x="9941451" y="637012"/>
                    <a:pt x="9951826" y="643023"/>
                  </a:cubicBezTo>
                  <a:cubicBezTo>
                    <a:pt x="9991475" y="638004"/>
                    <a:pt x="10012390" y="611552"/>
                    <a:pt x="10058810" y="613000"/>
                  </a:cubicBezTo>
                  <a:cubicBezTo>
                    <a:pt x="10014786" y="630475"/>
                    <a:pt x="9987849" y="659980"/>
                    <a:pt x="9939529" y="668843"/>
                  </a:cubicBezTo>
                  <a:cubicBezTo>
                    <a:pt x="10035906" y="699675"/>
                    <a:pt x="10133154" y="639755"/>
                    <a:pt x="10226598" y="596796"/>
                  </a:cubicBezTo>
                  <a:lnTo>
                    <a:pt x="10373615" y="590088"/>
                  </a:lnTo>
                  <a:lnTo>
                    <a:pt x="10391267" y="602960"/>
                  </a:lnTo>
                  <a:cubicBezTo>
                    <a:pt x="10269231" y="590026"/>
                    <a:pt x="10196125" y="670695"/>
                    <a:pt x="10097868" y="697325"/>
                  </a:cubicBezTo>
                  <a:cubicBezTo>
                    <a:pt x="10094063" y="714287"/>
                    <a:pt x="10131935" y="724142"/>
                    <a:pt x="10149307" y="738423"/>
                  </a:cubicBezTo>
                  <a:cubicBezTo>
                    <a:pt x="10247564" y="711793"/>
                    <a:pt x="10332813" y="651103"/>
                    <a:pt x="10432212" y="633484"/>
                  </a:cubicBezTo>
                  <a:cubicBezTo>
                    <a:pt x="10352604" y="662789"/>
                    <a:pt x="10283148" y="699964"/>
                    <a:pt x="10206979" y="731122"/>
                  </a:cubicBezTo>
                  <a:cubicBezTo>
                    <a:pt x="10261475" y="745740"/>
                    <a:pt x="10306623" y="690126"/>
                    <a:pt x="10371745" y="691038"/>
                  </a:cubicBezTo>
                  <a:cubicBezTo>
                    <a:pt x="10473346" y="640180"/>
                    <a:pt x="10600228" y="619082"/>
                    <a:pt x="10711091" y="619698"/>
                  </a:cubicBezTo>
                  <a:cubicBezTo>
                    <a:pt x="10496654" y="632652"/>
                    <a:pt x="10361314" y="756907"/>
                    <a:pt x="10154041" y="775820"/>
                  </a:cubicBezTo>
                  <a:cubicBezTo>
                    <a:pt x="10160161" y="798851"/>
                    <a:pt x="10111785" y="807264"/>
                    <a:pt x="10099146" y="830380"/>
                  </a:cubicBezTo>
                  <a:cubicBezTo>
                    <a:pt x="10115663" y="837903"/>
                    <a:pt x="10130167" y="854836"/>
                    <a:pt x="10162654" y="843857"/>
                  </a:cubicBezTo>
                  <a:lnTo>
                    <a:pt x="10163566" y="851066"/>
                  </a:lnTo>
                  <a:cubicBezTo>
                    <a:pt x="10194666" y="854453"/>
                    <a:pt x="10229680" y="838119"/>
                    <a:pt x="10254768" y="815716"/>
                  </a:cubicBezTo>
                  <a:lnTo>
                    <a:pt x="10255339" y="820221"/>
                  </a:lnTo>
                  <a:cubicBezTo>
                    <a:pt x="10290450" y="829968"/>
                    <a:pt x="10313485" y="791345"/>
                    <a:pt x="10345972" y="780365"/>
                  </a:cubicBezTo>
                  <a:cubicBezTo>
                    <a:pt x="10389808" y="786718"/>
                    <a:pt x="10427976" y="769984"/>
                    <a:pt x="10462801" y="777478"/>
                  </a:cubicBezTo>
                  <a:cubicBezTo>
                    <a:pt x="10403171" y="794640"/>
                    <a:pt x="10347341" y="863509"/>
                    <a:pt x="10280184" y="893528"/>
                  </a:cubicBezTo>
                  <a:cubicBezTo>
                    <a:pt x="10370172" y="946226"/>
                    <a:pt x="10434820" y="824053"/>
                    <a:pt x="10531670" y="833309"/>
                  </a:cubicBezTo>
                  <a:cubicBezTo>
                    <a:pt x="10622872" y="797959"/>
                    <a:pt x="10734152" y="776547"/>
                    <a:pt x="10829615" y="800171"/>
                  </a:cubicBezTo>
                  <a:lnTo>
                    <a:pt x="10863967" y="829240"/>
                  </a:lnTo>
                  <a:cubicBezTo>
                    <a:pt x="10843361" y="836427"/>
                    <a:pt x="10831481" y="840220"/>
                    <a:pt x="10803996" y="843699"/>
                  </a:cubicBezTo>
                  <a:lnTo>
                    <a:pt x="10826273" y="824399"/>
                  </a:lnTo>
                  <a:cubicBezTo>
                    <a:pt x="10794625" y="794986"/>
                    <a:pt x="10775941" y="842673"/>
                    <a:pt x="10744840" y="839285"/>
                  </a:cubicBezTo>
                  <a:cubicBezTo>
                    <a:pt x="10638221" y="850493"/>
                    <a:pt x="10558367" y="903176"/>
                    <a:pt x="10470947" y="943083"/>
                  </a:cubicBezTo>
                  <a:lnTo>
                    <a:pt x="10485164" y="957763"/>
                  </a:lnTo>
                  <a:cubicBezTo>
                    <a:pt x="10452581" y="942661"/>
                    <a:pt x="10400920" y="975753"/>
                    <a:pt x="10366477" y="996593"/>
                  </a:cubicBezTo>
                  <a:cubicBezTo>
                    <a:pt x="10354409" y="1024215"/>
                    <a:pt x="10286242" y="1020941"/>
                    <a:pt x="10268943" y="1054261"/>
                  </a:cubicBezTo>
                  <a:cubicBezTo>
                    <a:pt x="10278867" y="1060329"/>
                    <a:pt x="10278337" y="1081455"/>
                    <a:pt x="10251930" y="1089833"/>
                  </a:cubicBezTo>
                  <a:lnTo>
                    <a:pt x="10252786" y="1096592"/>
                  </a:lnTo>
                  <a:cubicBezTo>
                    <a:pt x="10268391" y="1096906"/>
                    <a:pt x="10312130" y="1077177"/>
                    <a:pt x="10327888" y="1104023"/>
                  </a:cubicBezTo>
                  <a:cubicBezTo>
                    <a:pt x="10384837" y="1065684"/>
                    <a:pt x="10453705" y="1121515"/>
                    <a:pt x="10499424" y="1070407"/>
                  </a:cubicBezTo>
                  <a:cubicBezTo>
                    <a:pt x="10543831" y="1081265"/>
                    <a:pt x="10607242" y="1068660"/>
                    <a:pt x="10643264" y="1085617"/>
                  </a:cubicBezTo>
                  <a:cubicBezTo>
                    <a:pt x="10473400" y="1107119"/>
                    <a:pt x="10354786" y="1193549"/>
                    <a:pt x="10221955" y="1265299"/>
                  </a:cubicBezTo>
                  <a:cubicBezTo>
                    <a:pt x="10222868" y="1272509"/>
                    <a:pt x="10220569" y="1279666"/>
                    <a:pt x="10229866" y="1280778"/>
                  </a:cubicBezTo>
                  <a:lnTo>
                    <a:pt x="10434206" y="1188073"/>
                  </a:lnTo>
                  <a:cubicBezTo>
                    <a:pt x="10434018" y="1211902"/>
                    <a:pt x="10289967" y="1242040"/>
                    <a:pt x="10371024" y="1274812"/>
                  </a:cubicBezTo>
                  <a:cubicBezTo>
                    <a:pt x="10286151" y="1287844"/>
                    <a:pt x="10341658" y="1335753"/>
                    <a:pt x="10293379" y="1370247"/>
                  </a:cubicBezTo>
                  <a:cubicBezTo>
                    <a:pt x="10353259" y="1405700"/>
                    <a:pt x="10397945" y="1342819"/>
                    <a:pt x="10451551" y="1328709"/>
                  </a:cubicBezTo>
                  <a:cubicBezTo>
                    <a:pt x="10521875" y="1341780"/>
                    <a:pt x="10592095" y="1361274"/>
                    <a:pt x="10657108" y="1364946"/>
                  </a:cubicBezTo>
                  <a:lnTo>
                    <a:pt x="10658591" y="1376662"/>
                  </a:lnTo>
                  <a:cubicBezTo>
                    <a:pt x="10487438" y="1438613"/>
                    <a:pt x="10358011" y="1562578"/>
                    <a:pt x="10185255" y="1608252"/>
                  </a:cubicBezTo>
                  <a:cubicBezTo>
                    <a:pt x="10183014" y="1615860"/>
                    <a:pt x="10195750" y="1618826"/>
                    <a:pt x="10199474" y="1622932"/>
                  </a:cubicBezTo>
                  <a:cubicBezTo>
                    <a:pt x="10164079" y="1610933"/>
                    <a:pt x="10110855" y="1653377"/>
                    <a:pt x="10068809" y="1639473"/>
                  </a:cubicBezTo>
                  <a:cubicBezTo>
                    <a:pt x="10057556" y="1648222"/>
                    <a:pt x="10033225" y="1651302"/>
                    <a:pt x="10035278" y="1667522"/>
                  </a:cubicBezTo>
                  <a:cubicBezTo>
                    <a:pt x="10126009" y="1653748"/>
                    <a:pt x="10209854" y="1704935"/>
                    <a:pt x="10313321" y="1694127"/>
                  </a:cubicBezTo>
                  <a:lnTo>
                    <a:pt x="10347045" y="1718241"/>
                  </a:lnTo>
                  <a:cubicBezTo>
                    <a:pt x="10296998" y="1738768"/>
                    <a:pt x="10249722" y="1730561"/>
                    <a:pt x="10204597" y="1764656"/>
                  </a:cubicBezTo>
                  <a:cubicBezTo>
                    <a:pt x="10193155" y="1797234"/>
                    <a:pt x="10153768" y="1826025"/>
                    <a:pt x="10114973" y="1837803"/>
                  </a:cubicBezTo>
                  <a:lnTo>
                    <a:pt x="10139515" y="1789376"/>
                  </a:lnTo>
                  <a:cubicBezTo>
                    <a:pt x="10025652" y="1815691"/>
                    <a:pt x="9902019" y="1862471"/>
                    <a:pt x="9809813" y="1940524"/>
                  </a:cubicBezTo>
                  <a:cubicBezTo>
                    <a:pt x="9875014" y="1920367"/>
                    <a:pt x="9948731" y="1942165"/>
                    <a:pt x="9998060" y="1966593"/>
                  </a:cubicBezTo>
                  <a:cubicBezTo>
                    <a:pt x="9942629" y="1966286"/>
                    <a:pt x="9884197" y="1992910"/>
                    <a:pt x="9834436" y="2015689"/>
                  </a:cubicBezTo>
                  <a:cubicBezTo>
                    <a:pt x="9807138" y="1995339"/>
                    <a:pt x="9755016" y="2021165"/>
                    <a:pt x="9710990" y="2038640"/>
                  </a:cubicBezTo>
                  <a:cubicBezTo>
                    <a:pt x="9735703" y="2063894"/>
                    <a:pt x="9802365" y="2076973"/>
                    <a:pt x="9863654" y="2076538"/>
                  </a:cubicBezTo>
                  <a:lnTo>
                    <a:pt x="9877492" y="2062885"/>
                  </a:lnTo>
                  <a:cubicBezTo>
                    <a:pt x="9879887" y="2081808"/>
                    <a:pt x="9940184" y="2095234"/>
                    <a:pt x="9967404" y="2067983"/>
                  </a:cubicBezTo>
                  <a:lnTo>
                    <a:pt x="9953569" y="2081637"/>
                  </a:lnTo>
                  <a:cubicBezTo>
                    <a:pt x="9982251" y="2087619"/>
                    <a:pt x="10017834" y="2075790"/>
                    <a:pt x="10048308" y="2074222"/>
                  </a:cubicBezTo>
                  <a:cubicBezTo>
                    <a:pt x="10041065" y="2089330"/>
                    <a:pt x="10066023" y="2091207"/>
                    <a:pt x="10073021" y="2099476"/>
                  </a:cubicBezTo>
                  <a:cubicBezTo>
                    <a:pt x="10008732" y="2126842"/>
                    <a:pt x="9947089" y="2153414"/>
                    <a:pt x="9875295" y="2172117"/>
                  </a:cubicBezTo>
                  <a:lnTo>
                    <a:pt x="9873603" y="2205750"/>
                  </a:lnTo>
                  <a:lnTo>
                    <a:pt x="9821216" y="2207803"/>
                  </a:lnTo>
                  <a:cubicBezTo>
                    <a:pt x="9823173" y="2197941"/>
                    <a:pt x="9810721" y="2197229"/>
                    <a:pt x="9803501" y="2190819"/>
                  </a:cubicBezTo>
                  <a:cubicBezTo>
                    <a:pt x="9773313" y="2194640"/>
                    <a:pt x="9773409" y="2220721"/>
                    <a:pt x="9756704" y="2237028"/>
                  </a:cubicBezTo>
                  <a:cubicBezTo>
                    <a:pt x="9818542" y="2262619"/>
                    <a:pt x="9867129" y="2208858"/>
                    <a:pt x="9927932" y="2222677"/>
                  </a:cubicBezTo>
                  <a:cubicBezTo>
                    <a:pt x="9890238" y="2217834"/>
                    <a:pt x="9896359" y="2240865"/>
                    <a:pt x="9869786" y="2251554"/>
                  </a:cubicBezTo>
                  <a:cubicBezTo>
                    <a:pt x="9904041" y="2254542"/>
                    <a:pt x="9932381" y="2257822"/>
                    <a:pt x="9968022" y="2246443"/>
                  </a:cubicBezTo>
                  <a:cubicBezTo>
                    <a:pt x="10034894" y="2214172"/>
                    <a:pt x="10114845" y="2187572"/>
                    <a:pt x="10189188" y="2141995"/>
                  </a:cubicBezTo>
                  <a:lnTo>
                    <a:pt x="10191583" y="2160918"/>
                  </a:lnTo>
                  <a:cubicBezTo>
                    <a:pt x="10271631" y="2160399"/>
                    <a:pt x="10314361" y="2107379"/>
                    <a:pt x="10402769" y="2122283"/>
                  </a:cubicBezTo>
                  <a:cubicBezTo>
                    <a:pt x="10389218" y="2138189"/>
                    <a:pt x="10356504" y="2147367"/>
                    <a:pt x="10325973" y="2148485"/>
                  </a:cubicBezTo>
                  <a:cubicBezTo>
                    <a:pt x="10325403" y="2143978"/>
                    <a:pt x="10319203" y="2142017"/>
                    <a:pt x="10315479" y="2137910"/>
                  </a:cubicBezTo>
                  <a:cubicBezTo>
                    <a:pt x="10325477" y="2191579"/>
                    <a:pt x="10241004" y="2135436"/>
                    <a:pt x="10226330" y="2189482"/>
                  </a:cubicBezTo>
                  <a:cubicBezTo>
                    <a:pt x="10183976" y="2194843"/>
                    <a:pt x="10160028" y="2226258"/>
                    <a:pt x="10116002" y="2243733"/>
                  </a:cubicBezTo>
                  <a:cubicBezTo>
                    <a:pt x="10017459" y="2268109"/>
                    <a:pt x="9929872" y="2310327"/>
                    <a:pt x="9846460" y="2356593"/>
                  </a:cubicBezTo>
                  <a:lnTo>
                    <a:pt x="9837009" y="2328950"/>
                  </a:lnTo>
                  <a:cubicBezTo>
                    <a:pt x="9770325" y="2337391"/>
                    <a:pt x="9699727" y="2365555"/>
                    <a:pt x="9667395" y="2403066"/>
                  </a:cubicBezTo>
                  <a:cubicBezTo>
                    <a:pt x="9594666" y="2436078"/>
                    <a:pt x="9499926" y="2443493"/>
                    <a:pt x="9434822" y="2489732"/>
                  </a:cubicBezTo>
                  <a:lnTo>
                    <a:pt x="9445885" y="2504811"/>
                  </a:lnTo>
                  <a:cubicBezTo>
                    <a:pt x="9400954" y="2515077"/>
                    <a:pt x="9363389" y="2558286"/>
                    <a:pt x="9314001" y="2533409"/>
                  </a:cubicBezTo>
                  <a:cubicBezTo>
                    <a:pt x="9305901" y="2541759"/>
                    <a:pt x="9286800" y="2539141"/>
                    <a:pt x="9278987" y="2549743"/>
                  </a:cubicBezTo>
                  <a:cubicBezTo>
                    <a:pt x="9286040" y="2558464"/>
                    <a:pt x="9300448" y="2549316"/>
                    <a:pt x="9309746" y="2550427"/>
                  </a:cubicBezTo>
                  <a:cubicBezTo>
                    <a:pt x="9305656" y="2565137"/>
                    <a:pt x="9266816" y="2551284"/>
                    <a:pt x="9259980" y="2573208"/>
                  </a:cubicBezTo>
                  <a:cubicBezTo>
                    <a:pt x="9310414" y="2581015"/>
                    <a:pt x="9378487" y="2558206"/>
                    <a:pt x="9435586" y="2546400"/>
                  </a:cubicBezTo>
                  <a:cubicBezTo>
                    <a:pt x="9556328" y="2523792"/>
                    <a:pt x="9689029" y="2476321"/>
                    <a:pt x="9817111" y="2464685"/>
                  </a:cubicBezTo>
                  <a:cubicBezTo>
                    <a:pt x="9750237" y="2496956"/>
                    <a:pt x="9664168" y="2500526"/>
                    <a:pt x="9604801" y="2541460"/>
                  </a:cubicBezTo>
                  <a:cubicBezTo>
                    <a:pt x="9612142" y="2552433"/>
                    <a:pt x="9623395" y="2543685"/>
                    <a:pt x="9635903" y="2544848"/>
                  </a:cubicBezTo>
                  <a:cubicBezTo>
                    <a:pt x="9608988" y="2552833"/>
                    <a:pt x="9539754" y="2588149"/>
                    <a:pt x="9590184" y="2595956"/>
                  </a:cubicBezTo>
                  <a:lnTo>
                    <a:pt x="9388583" y="2637958"/>
                  </a:lnTo>
                  <a:lnTo>
                    <a:pt x="9404287" y="2664353"/>
                  </a:lnTo>
                  <a:cubicBezTo>
                    <a:pt x="9296398" y="2652946"/>
                    <a:pt x="9175280" y="2687505"/>
                    <a:pt x="9065958" y="2709434"/>
                  </a:cubicBezTo>
                  <a:lnTo>
                    <a:pt x="8979692" y="2722275"/>
                  </a:lnTo>
                  <a:lnTo>
                    <a:pt x="8991109" y="2716656"/>
                  </a:lnTo>
                  <a:cubicBezTo>
                    <a:pt x="8897130" y="2704748"/>
                    <a:pt x="8793285" y="2763214"/>
                    <a:pt x="8706469" y="2757266"/>
                  </a:cubicBezTo>
                  <a:cubicBezTo>
                    <a:pt x="8642751" y="2789137"/>
                    <a:pt x="8576353" y="2799831"/>
                    <a:pt x="8505778" y="2806476"/>
                  </a:cubicBezTo>
                  <a:lnTo>
                    <a:pt x="8511517" y="2801171"/>
                  </a:lnTo>
                  <a:lnTo>
                    <a:pt x="8054887" y="2875456"/>
                  </a:lnTo>
                  <a:cubicBezTo>
                    <a:pt x="8137649" y="2845752"/>
                    <a:pt x="8243412" y="2827786"/>
                    <a:pt x="8342866" y="2810618"/>
                  </a:cubicBezTo>
                  <a:cubicBezTo>
                    <a:pt x="8362748" y="2772394"/>
                    <a:pt x="8439909" y="2796045"/>
                    <a:pt x="8470001" y="2766142"/>
                  </a:cubicBezTo>
                  <a:cubicBezTo>
                    <a:pt x="8333089" y="2755090"/>
                    <a:pt x="8170038" y="2808691"/>
                    <a:pt x="8025724" y="2815058"/>
                  </a:cubicBezTo>
                  <a:cubicBezTo>
                    <a:pt x="8033538" y="2804455"/>
                    <a:pt x="8028901" y="2793139"/>
                    <a:pt x="8013177" y="2788263"/>
                  </a:cubicBezTo>
                  <a:cubicBezTo>
                    <a:pt x="8010935" y="2795871"/>
                    <a:pt x="8001924" y="2797012"/>
                    <a:pt x="7992912" y="2798153"/>
                  </a:cubicBezTo>
                  <a:lnTo>
                    <a:pt x="7991999" y="2790944"/>
                  </a:lnTo>
                  <a:lnTo>
                    <a:pt x="7964515" y="2794423"/>
                  </a:lnTo>
                  <a:cubicBezTo>
                    <a:pt x="7993506" y="2781139"/>
                    <a:pt x="8018122" y="2780312"/>
                    <a:pt x="8049674" y="2783643"/>
                  </a:cubicBezTo>
                  <a:lnTo>
                    <a:pt x="8654362" y="2685580"/>
                  </a:lnTo>
                  <a:cubicBezTo>
                    <a:pt x="8770105" y="2601802"/>
                    <a:pt x="8953883" y="2614246"/>
                    <a:pt x="9088538" y="2556914"/>
                  </a:cubicBezTo>
                  <a:cubicBezTo>
                    <a:pt x="8976655" y="2551849"/>
                    <a:pt x="8886246" y="2589846"/>
                    <a:pt x="8791162" y="2594558"/>
                  </a:cubicBezTo>
                  <a:cubicBezTo>
                    <a:pt x="8816880" y="2577111"/>
                    <a:pt x="8861570" y="2590223"/>
                    <a:pt x="8882937" y="2563713"/>
                  </a:cubicBezTo>
                  <a:lnTo>
                    <a:pt x="8823211" y="2554794"/>
                  </a:lnTo>
                  <a:cubicBezTo>
                    <a:pt x="8713073" y="2585216"/>
                    <a:pt x="8578398" y="2595398"/>
                    <a:pt x="8492744" y="2649273"/>
                  </a:cubicBezTo>
                  <a:lnTo>
                    <a:pt x="8413895" y="2659254"/>
                  </a:lnTo>
                  <a:cubicBezTo>
                    <a:pt x="8429214" y="2657315"/>
                    <a:pt x="8443172" y="2648223"/>
                    <a:pt x="8454767" y="2642178"/>
                  </a:cubicBezTo>
                  <a:cubicBezTo>
                    <a:pt x="8437964" y="2632402"/>
                    <a:pt x="8414545" y="2642692"/>
                    <a:pt x="8396522" y="2644974"/>
                  </a:cubicBezTo>
                  <a:cubicBezTo>
                    <a:pt x="8442789" y="2619889"/>
                    <a:pt x="8484669" y="2636104"/>
                    <a:pt x="8534716" y="2615577"/>
                  </a:cubicBezTo>
                  <a:cubicBezTo>
                    <a:pt x="8583401" y="2587898"/>
                    <a:pt x="8692129" y="2593362"/>
                    <a:pt x="8723264" y="2546388"/>
                  </a:cubicBezTo>
                  <a:cubicBezTo>
                    <a:pt x="8603851" y="2554180"/>
                    <a:pt x="8457275" y="2589673"/>
                    <a:pt x="8340254" y="2616388"/>
                  </a:cubicBezTo>
                  <a:cubicBezTo>
                    <a:pt x="8333199" y="2607668"/>
                    <a:pt x="8287406" y="2611176"/>
                    <a:pt x="8259921" y="2614655"/>
                  </a:cubicBezTo>
                  <a:lnTo>
                    <a:pt x="8262317" y="2633578"/>
                  </a:lnTo>
                  <a:cubicBezTo>
                    <a:pt x="8229450" y="2616223"/>
                    <a:pt x="8153663" y="2675717"/>
                    <a:pt x="8155601" y="2618704"/>
                  </a:cubicBezTo>
                  <a:cubicBezTo>
                    <a:pt x="7882391" y="2655579"/>
                    <a:pt x="7587499" y="2662237"/>
                    <a:pt x="7306692" y="2685882"/>
                  </a:cubicBezTo>
                  <a:cubicBezTo>
                    <a:pt x="7234986" y="2654673"/>
                    <a:pt x="7155421" y="2709609"/>
                    <a:pt x="7077100" y="2698465"/>
                  </a:cubicBezTo>
                  <a:cubicBezTo>
                    <a:pt x="6917348" y="2702208"/>
                    <a:pt x="6740757" y="2674205"/>
                    <a:pt x="6591311" y="2712350"/>
                  </a:cubicBezTo>
                  <a:lnTo>
                    <a:pt x="6306785" y="2681531"/>
                  </a:lnTo>
                  <a:cubicBezTo>
                    <a:pt x="6348854" y="2673916"/>
                    <a:pt x="6418955" y="2688847"/>
                    <a:pt x="6470320" y="2682345"/>
                  </a:cubicBezTo>
                  <a:cubicBezTo>
                    <a:pt x="6570345" y="2669683"/>
                    <a:pt x="6713536" y="2701456"/>
                    <a:pt x="6813465" y="2662712"/>
                  </a:cubicBezTo>
                  <a:lnTo>
                    <a:pt x="6830267" y="2672488"/>
                  </a:lnTo>
                  <a:cubicBezTo>
                    <a:pt x="6945043" y="2653380"/>
                    <a:pt x="7052331" y="2672760"/>
                    <a:pt x="7160336" y="2647185"/>
                  </a:cubicBezTo>
                  <a:cubicBezTo>
                    <a:pt x="7147600" y="2644219"/>
                    <a:pt x="7151632" y="2629059"/>
                    <a:pt x="7137106" y="2633646"/>
                  </a:cubicBezTo>
                  <a:cubicBezTo>
                    <a:pt x="7120850" y="2649895"/>
                    <a:pt x="7082015" y="2636041"/>
                    <a:pt x="7058255" y="2643627"/>
                  </a:cubicBezTo>
                  <a:cubicBezTo>
                    <a:pt x="7060838" y="2638722"/>
                    <a:pt x="7066353" y="2635277"/>
                    <a:pt x="7062628" y="2631170"/>
                  </a:cubicBezTo>
                  <a:cubicBezTo>
                    <a:pt x="7038204" y="2608169"/>
                    <a:pt x="7017409" y="2639184"/>
                    <a:pt x="6988155" y="2628696"/>
                  </a:cubicBezTo>
                  <a:cubicBezTo>
                    <a:pt x="6564766" y="2596685"/>
                    <a:pt x="6138916" y="2574141"/>
                    <a:pt x="5718055" y="2536776"/>
                  </a:cubicBezTo>
                  <a:cubicBezTo>
                    <a:pt x="5820950" y="2521461"/>
                    <a:pt x="5914567" y="2552185"/>
                    <a:pt x="6008284" y="2540322"/>
                  </a:cubicBezTo>
                  <a:cubicBezTo>
                    <a:pt x="5911434" y="2531065"/>
                    <a:pt x="5811049" y="2493874"/>
                    <a:pt x="5699138" y="2510330"/>
                  </a:cubicBezTo>
                  <a:cubicBezTo>
                    <a:pt x="5695415" y="2506223"/>
                    <a:pt x="5701384" y="2502720"/>
                    <a:pt x="5706954" y="2499727"/>
                  </a:cubicBezTo>
                  <a:cubicBezTo>
                    <a:pt x="5688931" y="2502008"/>
                    <a:pt x="5679655" y="2479377"/>
                    <a:pt x="5659049" y="2486564"/>
                  </a:cubicBezTo>
                  <a:lnTo>
                    <a:pt x="5667489" y="2480918"/>
                  </a:lnTo>
                  <a:lnTo>
                    <a:pt x="5619015" y="2463249"/>
                  </a:lnTo>
                  <a:cubicBezTo>
                    <a:pt x="5029229" y="2433074"/>
                    <a:pt x="4418170" y="2455493"/>
                    <a:pt x="3819071" y="2453050"/>
                  </a:cubicBezTo>
                  <a:lnTo>
                    <a:pt x="3783145" y="2462176"/>
                  </a:lnTo>
                  <a:cubicBezTo>
                    <a:pt x="3785729" y="2457271"/>
                    <a:pt x="3779080" y="2455366"/>
                    <a:pt x="3775805" y="2451202"/>
                  </a:cubicBezTo>
                  <a:cubicBezTo>
                    <a:pt x="4096412" y="2427097"/>
                    <a:pt x="4405720" y="2454780"/>
                    <a:pt x="4701899" y="2407674"/>
                  </a:cubicBezTo>
                  <a:cubicBezTo>
                    <a:pt x="4420965" y="2405240"/>
                    <a:pt x="4166438" y="2394428"/>
                    <a:pt x="3885504" y="2391994"/>
                  </a:cubicBezTo>
                  <a:cubicBezTo>
                    <a:pt x="3995564" y="2382640"/>
                    <a:pt x="4141823" y="2395255"/>
                    <a:pt x="4260038" y="2378001"/>
                  </a:cubicBezTo>
                  <a:cubicBezTo>
                    <a:pt x="4274597" y="2395386"/>
                    <a:pt x="4307028" y="2383955"/>
                    <a:pt x="4321777" y="2377510"/>
                  </a:cubicBezTo>
                  <a:cubicBezTo>
                    <a:pt x="4320864" y="2370302"/>
                    <a:pt x="4320767" y="2344219"/>
                    <a:pt x="4292998" y="2345446"/>
                  </a:cubicBezTo>
                  <a:cubicBezTo>
                    <a:pt x="4244336" y="2351606"/>
                    <a:pt x="4162520" y="2338158"/>
                    <a:pt x="4141155" y="2364668"/>
                  </a:cubicBezTo>
                  <a:cubicBezTo>
                    <a:pt x="4137431" y="2360561"/>
                    <a:pt x="4143397" y="2357060"/>
                    <a:pt x="4145815" y="2354464"/>
                  </a:cubicBezTo>
                  <a:cubicBezTo>
                    <a:pt x="4020909" y="2344182"/>
                    <a:pt x="3888585" y="2343994"/>
                    <a:pt x="3753625" y="2351923"/>
                  </a:cubicBezTo>
                  <a:cubicBezTo>
                    <a:pt x="3715361" y="2342575"/>
                    <a:pt x="3644894" y="2346459"/>
                    <a:pt x="3599729" y="2354923"/>
                  </a:cubicBezTo>
                  <a:lnTo>
                    <a:pt x="3600300" y="2359430"/>
                  </a:lnTo>
                  <a:lnTo>
                    <a:pt x="3584980" y="2361369"/>
                  </a:lnTo>
                  <a:cubicBezTo>
                    <a:pt x="3590553" y="2358374"/>
                    <a:pt x="3598532" y="2345462"/>
                    <a:pt x="3603476" y="2337511"/>
                  </a:cubicBezTo>
                  <a:cubicBezTo>
                    <a:pt x="3299067" y="2344916"/>
                    <a:pt x="3022035" y="2351602"/>
                    <a:pt x="2706066" y="2387023"/>
                  </a:cubicBezTo>
                  <a:cubicBezTo>
                    <a:pt x="2650065" y="2382209"/>
                    <a:pt x="2581994" y="2405017"/>
                    <a:pt x="2534741" y="2375292"/>
                  </a:cubicBezTo>
                  <a:cubicBezTo>
                    <a:pt x="2517631" y="2384782"/>
                    <a:pt x="2484026" y="2365231"/>
                    <a:pt x="2461749" y="2384532"/>
                  </a:cubicBezTo>
                  <a:cubicBezTo>
                    <a:pt x="2270444" y="2384943"/>
                    <a:pt x="2045775" y="2411096"/>
                    <a:pt x="1852516" y="2421368"/>
                  </a:cubicBezTo>
                  <a:lnTo>
                    <a:pt x="1902847" y="2403094"/>
                  </a:lnTo>
                  <a:cubicBezTo>
                    <a:pt x="1735972" y="2426508"/>
                    <a:pt x="1559132" y="2418222"/>
                    <a:pt x="1390749" y="2451439"/>
                  </a:cubicBezTo>
                  <a:lnTo>
                    <a:pt x="1367519" y="2437900"/>
                  </a:lnTo>
                  <a:cubicBezTo>
                    <a:pt x="1221511" y="2477899"/>
                    <a:pt x="1061781" y="2460122"/>
                    <a:pt x="904652" y="2484590"/>
                  </a:cubicBezTo>
                  <a:cubicBezTo>
                    <a:pt x="927215" y="2467543"/>
                    <a:pt x="984130" y="2479565"/>
                    <a:pt x="1005780" y="2455309"/>
                  </a:cubicBezTo>
                  <a:lnTo>
                    <a:pt x="968371" y="2452720"/>
                  </a:lnTo>
                  <a:lnTo>
                    <a:pt x="1002815" y="2431879"/>
                  </a:lnTo>
                  <a:cubicBezTo>
                    <a:pt x="1037429" y="2484721"/>
                    <a:pt x="1080466" y="2412436"/>
                    <a:pt x="1127171" y="2416137"/>
                  </a:cubicBezTo>
                  <a:cubicBezTo>
                    <a:pt x="1519287" y="2371077"/>
                    <a:pt x="1823199" y="2406768"/>
                    <a:pt x="2222820" y="2370372"/>
                  </a:cubicBezTo>
                  <a:cubicBezTo>
                    <a:pt x="2345793" y="2368996"/>
                    <a:pt x="2458435" y="2354737"/>
                    <a:pt x="2577847" y="2346945"/>
                  </a:cubicBezTo>
                  <a:lnTo>
                    <a:pt x="2615256" y="2349535"/>
                  </a:lnTo>
                  <a:lnTo>
                    <a:pt x="2614344" y="2342325"/>
                  </a:lnTo>
                  <a:lnTo>
                    <a:pt x="2626509" y="2340785"/>
                  </a:lnTo>
                  <a:lnTo>
                    <a:pt x="2627422" y="2347995"/>
                  </a:lnTo>
                  <a:lnTo>
                    <a:pt x="2651753" y="2344915"/>
                  </a:lnTo>
                  <a:lnTo>
                    <a:pt x="2643312" y="2350561"/>
                  </a:lnTo>
                  <a:cubicBezTo>
                    <a:pt x="2659828" y="2358084"/>
                    <a:pt x="2683247" y="2347794"/>
                    <a:pt x="2701555" y="2347766"/>
                  </a:cubicBezTo>
                  <a:cubicBezTo>
                    <a:pt x="2706842" y="2342519"/>
                    <a:pt x="2723831" y="2328465"/>
                    <a:pt x="2707885" y="2325449"/>
                  </a:cubicBezTo>
                  <a:cubicBezTo>
                    <a:pt x="2687279" y="2332635"/>
                    <a:pt x="2691180" y="2341755"/>
                    <a:pt x="2663861" y="2342924"/>
                  </a:cubicBezTo>
                  <a:cubicBezTo>
                    <a:pt x="2647247" y="2309320"/>
                    <a:pt x="2605276" y="2343016"/>
                    <a:pt x="2566725" y="2331415"/>
                  </a:cubicBezTo>
                  <a:lnTo>
                    <a:pt x="2170161" y="2341331"/>
                  </a:lnTo>
                  <a:lnTo>
                    <a:pt x="2121118" y="2319156"/>
                  </a:lnTo>
                  <a:lnTo>
                    <a:pt x="2117313" y="2336117"/>
                  </a:lnTo>
                  <a:lnTo>
                    <a:pt x="1851226" y="2353321"/>
                  </a:lnTo>
                  <a:cubicBezTo>
                    <a:pt x="1835524" y="2326925"/>
                    <a:pt x="1815643" y="2365150"/>
                    <a:pt x="1787696" y="2361363"/>
                  </a:cubicBezTo>
                  <a:lnTo>
                    <a:pt x="1553130" y="2363588"/>
                  </a:lnTo>
                  <a:lnTo>
                    <a:pt x="1553205" y="2363541"/>
                  </a:lnTo>
                  <a:lnTo>
                    <a:pt x="1562923" y="2357314"/>
                  </a:lnTo>
                  <a:cubicBezTo>
                    <a:pt x="1565721" y="2354556"/>
                    <a:pt x="1568068" y="2351398"/>
                    <a:pt x="1570008" y="2348634"/>
                  </a:cubicBezTo>
                  <a:cubicBezTo>
                    <a:pt x="1558126" y="2352428"/>
                    <a:pt x="1514290" y="2346074"/>
                    <a:pt x="1514731" y="2374859"/>
                  </a:cubicBezTo>
                  <a:cubicBezTo>
                    <a:pt x="1273543" y="2393488"/>
                    <a:pt x="991794" y="2409926"/>
                    <a:pt x="762016" y="2446339"/>
                  </a:cubicBezTo>
                  <a:cubicBezTo>
                    <a:pt x="791765" y="2413732"/>
                    <a:pt x="847173" y="2435559"/>
                    <a:pt x="890627" y="2413578"/>
                  </a:cubicBezTo>
                  <a:lnTo>
                    <a:pt x="887661" y="2390148"/>
                  </a:lnTo>
                  <a:cubicBezTo>
                    <a:pt x="896673" y="2389007"/>
                    <a:pt x="905969" y="2390120"/>
                    <a:pt x="908268" y="2382961"/>
                  </a:cubicBezTo>
                  <a:cubicBezTo>
                    <a:pt x="882169" y="2372074"/>
                    <a:pt x="868618" y="2387981"/>
                    <a:pt x="843254" y="2379289"/>
                  </a:cubicBezTo>
                  <a:lnTo>
                    <a:pt x="942654" y="2361671"/>
                  </a:lnTo>
                  <a:lnTo>
                    <a:pt x="923531" y="2380572"/>
                  </a:lnTo>
                  <a:cubicBezTo>
                    <a:pt x="966432" y="2401235"/>
                    <a:pt x="1013975" y="2364544"/>
                    <a:pt x="1054767" y="2368537"/>
                  </a:cubicBezTo>
                  <a:cubicBezTo>
                    <a:pt x="1039919" y="2348900"/>
                    <a:pt x="1011500" y="2366689"/>
                    <a:pt x="989302" y="2364921"/>
                  </a:cubicBezTo>
                  <a:cubicBezTo>
                    <a:pt x="1085713" y="2345392"/>
                    <a:pt x="1209784" y="2327397"/>
                    <a:pt x="1317317" y="2323398"/>
                  </a:cubicBezTo>
                  <a:lnTo>
                    <a:pt x="1318229" y="2330608"/>
                  </a:lnTo>
                  <a:cubicBezTo>
                    <a:pt x="1440532" y="2298645"/>
                    <a:pt x="1604900" y="2327736"/>
                    <a:pt x="1718787" y="2279902"/>
                  </a:cubicBezTo>
                  <a:cubicBezTo>
                    <a:pt x="1700786" y="2260664"/>
                    <a:pt x="1668927" y="2276600"/>
                    <a:pt x="1644311" y="2277426"/>
                  </a:cubicBezTo>
                  <a:cubicBezTo>
                    <a:pt x="1661895" y="2246359"/>
                    <a:pt x="1712479" y="2280700"/>
                    <a:pt x="1736369" y="2248835"/>
                  </a:cubicBezTo>
                  <a:cubicBezTo>
                    <a:pt x="1729029" y="2237861"/>
                    <a:pt x="1717776" y="2246611"/>
                    <a:pt x="1705270" y="2245447"/>
                  </a:cubicBezTo>
                  <a:cubicBezTo>
                    <a:pt x="1908641" y="2217414"/>
                    <a:pt x="2158212" y="2192688"/>
                    <a:pt x="2378506" y="2178992"/>
                  </a:cubicBezTo>
                  <a:cubicBezTo>
                    <a:pt x="2398200" y="2164596"/>
                    <a:pt x="2345980" y="2164341"/>
                    <a:pt x="2381397" y="2154821"/>
                  </a:cubicBezTo>
                  <a:cubicBezTo>
                    <a:pt x="2366079" y="2156761"/>
                    <a:pt x="2341650" y="2133758"/>
                    <a:pt x="2332737" y="2160981"/>
                  </a:cubicBezTo>
                  <a:cubicBezTo>
                    <a:pt x="2336802" y="2167791"/>
                    <a:pt x="2345471" y="2163947"/>
                    <a:pt x="2354483" y="2162806"/>
                  </a:cubicBezTo>
                  <a:lnTo>
                    <a:pt x="2355396" y="2170015"/>
                  </a:lnTo>
                  <a:cubicBezTo>
                    <a:pt x="2310802" y="2182985"/>
                    <a:pt x="2344330" y="2154936"/>
                    <a:pt x="2315364" y="2146700"/>
                  </a:cubicBezTo>
                  <a:cubicBezTo>
                    <a:pt x="2358629" y="2148548"/>
                    <a:pt x="2407861" y="2146894"/>
                    <a:pt x="2429226" y="2120384"/>
                  </a:cubicBezTo>
                  <a:cubicBezTo>
                    <a:pt x="2441676" y="2121096"/>
                    <a:pt x="2454470" y="2124513"/>
                    <a:pt x="2466293" y="2120269"/>
                  </a:cubicBezTo>
                  <a:lnTo>
                    <a:pt x="2468689" y="2139194"/>
                  </a:lnTo>
                  <a:cubicBezTo>
                    <a:pt x="2462380" y="2139992"/>
                    <a:pt x="2453083" y="2138880"/>
                    <a:pt x="2448082" y="2146380"/>
                  </a:cubicBezTo>
                  <a:cubicBezTo>
                    <a:pt x="2445475" y="2172803"/>
                    <a:pt x="2477050" y="2154615"/>
                    <a:pt x="2488171" y="2170146"/>
                  </a:cubicBezTo>
                  <a:cubicBezTo>
                    <a:pt x="2635092" y="2137356"/>
                    <a:pt x="2807271" y="2155845"/>
                    <a:pt x="2959399" y="2138877"/>
                  </a:cubicBezTo>
                  <a:lnTo>
                    <a:pt x="2982629" y="2152416"/>
                  </a:lnTo>
                  <a:cubicBezTo>
                    <a:pt x="3097479" y="2144745"/>
                    <a:pt x="3245608" y="2128740"/>
                    <a:pt x="3372526" y="2129611"/>
                  </a:cubicBezTo>
                  <a:cubicBezTo>
                    <a:pt x="3341381" y="2133097"/>
                    <a:pt x="3314209" y="2157137"/>
                    <a:pt x="3277114" y="2138943"/>
                  </a:cubicBezTo>
                  <a:lnTo>
                    <a:pt x="3101512" y="2165750"/>
                  </a:lnTo>
                  <a:lnTo>
                    <a:pt x="3084139" y="2151469"/>
                  </a:lnTo>
                  <a:lnTo>
                    <a:pt x="3064444" y="2165864"/>
                  </a:lnTo>
                  <a:cubicBezTo>
                    <a:pt x="2815542" y="2221178"/>
                    <a:pt x="2557576" y="2208512"/>
                    <a:pt x="2319642" y="2252824"/>
                  </a:cubicBezTo>
                  <a:lnTo>
                    <a:pt x="2975865" y="2221941"/>
                  </a:lnTo>
                  <a:lnTo>
                    <a:pt x="2976492" y="2226898"/>
                  </a:lnTo>
                  <a:cubicBezTo>
                    <a:pt x="3234669" y="2194216"/>
                    <a:pt x="3500911" y="2203544"/>
                    <a:pt x="3754371" y="2180615"/>
                  </a:cubicBezTo>
                  <a:cubicBezTo>
                    <a:pt x="3729316" y="2152657"/>
                    <a:pt x="3792538" y="2163881"/>
                    <a:pt x="3813145" y="2156695"/>
                  </a:cubicBezTo>
                  <a:lnTo>
                    <a:pt x="3799308" y="2170348"/>
                  </a:lnTo>
                  <a:cubicBezTo>
                    <a:pt x="3806363" y="2179069"/>
                    <a:pt x="3817616" y="2170320"/>
                    <a:pt x="3827363" y="2171375"/>
                  </a:cubicBezTo>
                  <a:lnTo>
                    <a:pt x="3834321" y="2154014"/>
                  </a:lnTo>
                  <a:cubicBezTo>
                    <a:pt x="3935259" y="2148561"/>
                    <a:pt x="4029691" y="2160412"/>
                    <a:pt x="4134378" y="2137546"/>
                  </a:cubicBezTo>
                  <a:cubicBezTo>
                    <a:pt x="4098926" y="2125096"/>
                    <a:pt x="4042164" y="2139605"/>
                    <a:pt x="4000119" y="2125701"/>
                  </a:cubicBezTo>
                  <a:cubicBezTo>
                    <a:pt x="4069958" y="2116861"/>
                    <a:pt x="4188554" y="2127941"/>
                    <a:pt x="4270461" y="2091479"/>
                  </a:cubicBezTo>
                  <a:cubicBezTo>
                    <a:pt x="4010420" y="2084111"/>
                    <a:pt x="3741310" y="2077434"/>
                    <a:pt x="3462891" y="2098488"/>
                  </a:cubicBezTo>
                  <a:cubicBezTo>
                    <a:pt x="3401152" y="2098979"/>
                    <a:pt x="3321731" y="2104455"/>
                    <a:pt x="3250981" y="2106085"/>
                  </a:cubicBezTo>
                  <a:lnTo>
                    <a:pt x="3327776" y="2079884"/>
                  </a:lnTo>
                  <a:cubicBezTo>
                    <a:pt x="3314413" y="2071962"/>
                    <a:pt x="3297041" y="2057680"/>
                    <a:pt x="3283941" y="2073530"/>
                  </a:cubicBezTo>
                  <a:cubicBezTo>
                    <a:pt x="3103507" y="2036859"/>
                    <a:pt x="2883121" y="2100464"/>
                    <a:pt x="2715863" y="2095544"/>
                  </a:cubicBezTo>
                  <a:cubicBezTo>
                    <a:pt x="2703600" y="2071002"/>
                    <a:pt x="2661994" y="2085882"/>
                    <a:pt x="2631806" y="2089704"/>
                  </a:cubicBezTo>
                  <a:lnTo>
                    <a:pt x="2644159" y="2064335"/>
                  </a:lnTo>
                  <a:lnTo>
                    <a:pt x="2564739" y="2069811"/>
                  </a:lnTo>
                  <a:lnTo>
                    <a:pt x="2563256" y="2058096"/>
                  </a:lnTo>
                  <a:cubicBezTo>
                    <a:pt x="2643018" y="2055324"/>
                    <a:pt x="2707758" y="2027901"/>
                    <a:pt x="2776307" y="2059509"/>
                  </a:cubicBezTo>
                  <a:lnTo>
                    <a:pt x="2800638" y="2056429"/>
                  </a:lnTo>
                  <a:lnTo>
                    <a:pt x="2778360" y="2075729"/>
                  </a:lnTo>
                  <a:cubicBezTo>
                    <a:pt x="2947501" y="2023188"/>
                    <a:pt x="3194961" y="2054123"/>
                    <a:pt x="3365561" y="2034815"/>
                  </a:cubicBezTo>
                  <a:cubicBezTo>
                    <a:pt x="3464105" y="2010439"/>
                    <a:pt x="3585098" y="2040443"/>
                    <a:pt x="3672400" y="1995973"/>
                  </a:cubicBezTo>
                  <a:lnTo>
                    <a:pt x="3791813" y="1988181"/>
                  </a:lnTo>
                  <a:lnTo>
                    <a:pt x="3793296" y="1999896"/>
                  </a:lnTo>
                  <a:cubicBezTo>
                    <a:pt x="3970380" y="1984804"/>
                    <a:pt x="4145893" y="2007907"/>
                    <a:pt x="4321151" y="1978397"/>
                  </a:cubicBezTo>
                  <a:cubicBezTo>
                    <a:pt x="3712318" y="1946056"/>
                    <a:pt x="3025375" y="2001886"/>
                    <a:pt x="2404262" y="2042515"/>
                  </a:cubicBezTo>
                  <a:cubicBezTo>
                    <a:pt x="2179713" y="2073229"/>
                    <a:pt x="1932406" y="2068828"/>
                    <a:pt x="1699451" y="2127158"/>
                  </a:cubicBezTo>
                  <a:lnTo>
                    <a:pt x="1705879" y="2130922"/>
                  </a:lnTo>
                  <a:cubicBezTo>
                    <a:pt x="1649119" y="2145433"/>
                    <a:pt x="1576980" y="2161431"/>
                    <a:pt x="1523277" y="2149460"/>
                  </a:cubicBezTo>
                  <a:cubicBezTo>
                    <a:pt x="1300840" y="2196845"/>
                    <a:pt x="1048246" y="2197691"/>
                    <a:pt x="835007" y="2220107"/>
                  </a:cubicBezTo>
                  <a:lnTo>
                    <a:pt x="820788" y="2205426"/>
                  </a:lnTo>
                  <a:cubicBezTo>
                    <a:pt x="874394" y="2191316"/>
                    <a:pt x="958068" y="2168820"/>
                    <a:pt x="1004016" y="2191845"/>
                  </a:cubicBezTo>
                  <a:cubicBezTo>
                    <a:pt x="1215014" y="2177037"/>
                    <a:pt x="1386076" y="2164997"/>
                    <a:pt x="1587053" y="2118039"/>
                  </a:cubicBezTo>
                  <a:cubicBezTo>
                    <a:pt x="1434202" y="2103970"/>
                    <a:pt x="1298403" y="2152290"/>
                    <a:pt x="1152322" y="2144688"/>
                  </a:cubicBezTo>
                  <a:cubicBezTo>
                    <a:pt x="1238865" y="2119542"/>
                    <a:pt x="1371760" y="2124235"/>
                    <a:pt x="1447645" y="2090823"/>
                  </a:cubicBezTo>
                  <a:lnTo>
                    <a:pt x="1458710" y="2105903"/>
                  </a:lnTo>
                  <a:lnTo>
                    <a:pt x="1477205" y="2082045"/>
                  </a:lnTo>
                  <a:cubicBezTo>
                    <a:pt x="1660622" y="2044635"/>
                    <a:pt x="1823813" y="2042746"/>
                    <a:pt x="1991448" y="2000010"/>
                  </a:cubicBezTo>
                  <a:cubicBezTo>
                    <a:pt x="1870268" y="1993834"/>
                    <a:pt x="1762712" y="2019351"/>
                    <a:pt x="1634916" y="2033241"/>
                  </a:cubicBezTo>
                  <a:lnTo>
                    <a:pt x="1732889" y="2004358"/>
                  </a:lnTo>
                  <a:lnTo>
                    <a:pt x="1610203" y="2007986"/>
                  </a:lnTo>
                  <a:cubicBezTo>
                    <a:pt x="1623127" y="1987123"/>
                    <a:pt x="1672702" y="1988171"/>
                    <a:pt x="1685460" y="1969618"/>
                  </a:cubicBezTo>
                  <a:cubicBezTo>
                    <a:pt x="1611553" y="1971650"/>
                    <a:pt x="1533332" y="1986588"/>
                    <a:pt x="1463397" y="1969346"/>
                  </a:cubicBezTo>
                  <a:cubicBezTo>
                    <a:pt x="1472219" y="1992034"/>
                    <a:pt x="1414547" y="1999335"/>
                    <a:pt x="1393085" y="1999762"/>
                  </a:cubicBezTo>
                  <a:cubicBezTo>
                    <a:pt x="1400710" y="2012989"/>
                    <a:pt x="1425953" y="2017119"/>
                    <a:pt x="1447295" y="2012128"/>
                  </a:cubicBezTo>
                  <a:cubicBezTo>
                    <a:pt x="1420382" y="2020112"/>
                    <a:pt x="1366775" y="2034224"/>
                    <a:pt x="1336896" y="2018779"/>
                  </a:cubicBezTo>
                  <a:lnTo>
                    <a:pt x="1377195" y="1997196"/>
                  </a:lnTo>
                  <a:cubicBezTo>
                    <a:pt x="1352579" y="1998024"/>
                    <a:pt x="1325854" y="1982180"/>
                    <a:pt x="1303633" y="2001931"/>
                  </a:cubicBezTo>
                  <a:cubicBezTo>
                    <a:pt x="1276337" y="1981581"/>
                    <a:pt x="1197298" y="2015392"/>
                    <a:pt x="1155132" y="1996924"/>
                  </a:cubicBezTo>
                  <a:lnTo>
                    <a:pt x="1174827" y="1982529"/>
                  </a:lnTo>
                  <a:cubicBezTo>
                    <a:pt x="1132210" y="1964118"/>
                    <a:pt x="1096889" y="1999719"/>
                    <a:pt x="1060393" y="2004339"/>
                  </a:cubicBezTo>
                  <a:lnTo>
                    <a:pt x="1095406" y="1988004"/>
                  </a:lnTo>
                  <a:cubicBezTo>
                    <a:pt x="1088066" y="1977031"/>
                    <a:pt x="1076812" y="1985780"/>
                    <a:pt x="1064306" y="1984616"/>
                  </a:cubicBezTo>
                  <a:cubicBezTo>
                    <a:pt x="1068394" y="1969907"/>
                    <a:pt x="1110726" y="1986065"/>
                    <a:pt x="1107760" y="1962635"/>
                  </a:cubicBezTo>
                  <a:cubicBezTo>
                    <a:pt x="968995" y="1987526"/>
                    <a:pt x="830836" y="1966561"/>
                    <a:pt x="687720" y="1982389"/>
                  </a:cubicBezTo>
                  <a:cubicBezTo>
                    <a:pt x="681600" y="1959359"/>
                    <a:pt x="635465" y="1960163"/>
                    <a:pt x="612674" y="1975408"/>
                  </a:cubicBezTo>
                  <a:lnTo>
                    <a:pt x="611191" y="1963694"/>
                  </a:lnTo>
                  <a:lnTo>
                    <a:pt x="871609" y="1923403"/>
                  </a:lnTo>
                  <a:lnTo>
                    <a:pt x="862620" y="1903025"/>
                  </a:lnTo>
                  <a:cubicBezTo>
                    <a:pt x="748946" y="1905513"/>
                    <a:pt x="632214" y="1934481"/>
                    <a:pt x="532552" y="1928327"/>
                  </a:cubicBezTo>
                  <a:cubicBezTo>
                    <a:pt x="558555" y="1913133"/>
                    <a:pt x="647328" y="1909220"/>
                    <a:pt x="692493" y="1900756"/>
                  </a:cubicBezTo>
                  <a:cubicBezTo>
                    <a:pt x="621322" y="1886418"/>
                    <a:pt x="529605" y="1903007"/>
                    <a:pt x="450886" y="1914990"/>
                  </a:cubicBezTo>
                  <a:lnTo>
                    <a:pt x="401115" y="1921203"/>
                  </a:lnTo>
                  <a:lnTo>
                    <a:pt x="419527" y="1914252"/>
                  </a:lnTo>
                  <a:lnTo>
                    <a:pt x="418044" y="1902537"/>
                  </a:lnTo>
                  <a:cubicBezTo>
                    <a:pt x="492542" y="1883493"/>
                    <a:pt x="572127" y="1875708"/>
                    <a:pt x="639913" y="1850646"/>
                  </a:cubicBezTo>
                  <a:cubicBezTo>
                    <a:pt x="810536" y="1809820"/>
                    <a:pt x="999884" y="1819269"/>
                    <a:pt x="1149388" y="1781574"/>
                  </a:cubicBezTo>
                  <a:cubicBezTo>
                    <a:pt x="1060352" y="1761716"/>
                    <a:pt x="950555" y="1794841"/>
                    <a:pt x="849958" y="1802998"/>
                  </a:cubicBezTo>
                  <a:lnTo>
                    <a:pt x="936336" y="1780162"/>
                  </a:lnTo>
                  <a:lnTo>
                    <a:pt x="803618" y="1780481"/>
                  </a:lnTo>
                  <a:cubicBezTo>
                    <a:pt x="880699" y="1756532"/>
                    <a:pt x="988803" y="1757039"/>
                    <a:pt x="1056245" y="1729274"/>
                  </a:cubicBezTo>
                  <a:lnTo>
                    <a:pt x="745101" y="1752182"/>
                  </a:lnTo>
                  <a:cubicBezTo>
                    <a:pt x="749041" y="1750767"/>
                    <a:pt x="750953" y="1747779"/>
                    <a:pt x="753035" y="1746141"/>
                  </a:cubicBezTo>
                  <a:cubicBezTo>
                    <a:pt x="748967" y="1739332"/>
                    <a:pt x="739956" y="1740473"/>
                    <a:pt x="730945" y="1741613"/>
                  </a:cubicBezTo>
                  <a:cubicBezTo>
                    <a:pt x="724175" y="1735146"/>
                    <a:pt x="747769" y="1729870"/>
                    <a:pt x="728891" y="1725392"/>
                  </a:cubicBezTo>
                  <a:cubicBezTo>
                    <a:pt x="659549" y="1691139"/>
                    <a:pt x="570358" y="1717078"/>
                    <a:pt x="490026" y="1715345"/>
                  </a:cubicBezTo>
                  <a:cubicBezTo>
                    <a:pt x="636662" y="1680302"/>
                    <a:pt x="825644" y="1708567"/>
                    <a:pt x="984752" y="1652718"/>
                  </a:cubicBezTo>
                  <a:cubicBezTo>
                    <a:pt x="962377" y="1645937"/>
                    <a:pt x="929663" y="1655113"/>
                    <a:pt x="904704" y="1653238"/>
                  </a:cubicBezTo>
                  <a:lnTo>
                    <a:pt x="1017712" y="1620163"/>
                  </a:lnTo>
                  <a:lnTo>
                    <a:pt x="978535" y="1603606"/>
                  </a:lnTo>
                  <a:lnTo>
                    <a:pt x="694544" y="1627654"/>
                  </a:lnTo>
                  <a:cubicBezTo>
                    <a:pt x="693631" y="1620445"/>
                    <a:pt x="692776" y="1613686"/>
                    <a:pt x="683480" y="1612573"/>
                  </a:cubicBezTo>
                  <a:cubicBezTo>
                    <a:pt x="883225" y="1606515"/>
                    <a:pt x="1064434" y="1526352"/>
                    <a:pt x="1279783" y="1520608"/>
                  </a:cubicBezTo>
                  <a:cubicBezTo>
                    <a:pt x="1268719" y="1505528"/>
                    <a:pt x="1292422" y="1497492"/>
                    <a:pt x="1313884" y="1497064"/>
                  </a:cubicBezTo>
                  <a:cubicBezTo>
                    <a:pt x="1340896" y="1515161"/>
                    <a:pt x="1344985" y="1500452"/>
                    <a:pt x="1382965" y="1507547"/>
                  </a:cubicBezTo>
                  <a:cubicBezTo>
                    <a:pt x="1381197" y="1493579"/>
                    <a:pt x="1390493" y="1494691"/>
                    <a:pt x="1408965" y="1492352"/>
                  </a:cubicBezTo>
                  <a:lnTo>
                    <a:pt x="1403679" y="1497599"/>
                  </a:lnTo>
                  <a:cubicBezTo>
                    <a:pt x="1411019" y="1508573"/>
                    <a:pt x="1428580" y="1499025"/>
                    <a:pt x="1441087" y="1500189"/>
                  </a:cubicBezTo>
                  <a:cubicBezTo>
                    <a:pt x="1449527" y="1494542"/>
                    <a:pt x="1445462" y="1487732"/>
                    <a:pt x="1444549" y="1480523"/>
                  </a:cubicBezTo>
                  <a:lnTo>
                    <a:pt x="1474738" y="1476702"/>
                  </a:lnTo>
                  <a:cubicBezTo>
                    <a:pt x="1472782" y="1486563"/>
                    <a:pt x="1485232" y="1487276"/>
                    <a:pt x="1492452" y="1493687"/>
                  </a:cubicBezTo>
                  <a:lnTo>
                    <a:pt x="1541873" y="1468203"/>
                  </a:lnTo>
                  <a:cubicBezTo>
                    <a:pt x="1930166" y="1392956"/>
                    <a:pt x="2342964" y="1388310"/>
                    <a:pt x="2740457" y="1288094"/>
                  </a:cubicBezTo>
                  <a:lnTo>
                    <a:pt x="2665412" y="1281113"/>
                  </a:lnTo>
                  <a:cubicBezTo>
                    <a:pt x="2802504" y="1268336"/>
                    <a:pt x="2949710" y="1237799"/>
                    <a:pt x="3064485" y="1218692"/>
                  </a:cubicBezTo>
                  <a:lnTo>
                    <a:pt x="3056386" y="1227042"/>
                  </a:lnTo>
                  <a:cubicBezTo>
                    <a:pt x="3211381" y="1207421"/>
                    <a:pt x="3407973" y="1201763"/>
                    <a:pt x="3533471" y="1195031"/>
                  </a:cubicBezTo>
                  <a:lnTo>
                    <a:pt x="3576013" y="1165841"/>
                  </a:lnTo>
                  <a:lnTo>
                    <a:pt x="3559210" y="1156066"/>
                  </a:lnTo>
                  <a:lnTo>
                    <a:pt x="3382467" y="1173861"/>
                  </a:lnTo>
                  <a:cubicBezTo>
                    <a:pt x="3378742" y="1169755"/>
                    <a:pt x="3384709" y="1166253"/>
                    <a:pt x="3389996" y="1161006"/>
                  </a:cubicBezTo>
                  <a:cubicBezTo>
                    <a:pt x="3361028" y="1152771"/>
                    <a:pt x="3337245" y="1181875"/>
                    <a:pt x="3303046" y="1179337"/>
                  </a:cubicBezTo>
                  <a:cubicBezTo>
                    <a:pt x="3298981" y="1172527"/>
                    <a:pt x="3305003" y="1169475"/>
                    <a:pt x="3307421" y="1166881"/>
                  </a:cubicBezTo>
                  <a:cubicBezTo>
                    <a:pt x="3225891" y="1155686"/>
                    <a:pt x="3155009" y="1181597"/>
                    <a:pt x="3078138" y="1160197"/>
                  </a:cubicBezTo>
                  <a:cubicBezTo>
                    <a:pt x="2997618" y="1182293"/>
                    <a:pt x="2897020" y="1190450"/>
                    <a:pt x="2826920" y="1175519"/>
                  </a:cubicBezTo>
                  <a:cubicBezTo>
                    <a:pt x="2817909" y="1176659"/>
                    <a:pt x="2812798" y="1186920"/>
                    <a:pt x="2800347" y="1186207"/>
                  </a:cubicBezTo>
                  <a:cubicBezTo>
                    <a:pt x="2771380" y="1177972"/>
                    <a:pt x="2702455" y="1194021"/>
                    <a:pt x="2680936" y="1193999"/>
                  </a:cubicBezTo>
                  <a:lnTo>
                    <a:pt x="2214345" y="1236583"/>
                  </a:lnTo>
                  <a:lnTo>
                    <a:pt x="2213774" y="1232077"/>
                  </a:lnTo>
                  <a:cubicBezTo>
                    <a:pt x="2155474" y="1234422"/>
                    <a:pt x="2093221" y="1230857"/>
                    <a:pt x="2042426" y="1241866"/>
                  </a:cubicBezTo>
                  <a:cubicBezTo>
                    <a:pt x="2101793" y="1200932"/>
                    <a:pt x="2244721" y="1208933"/>
                    <a:pt x="2309803" y="1184214"/>
                  </a:cubicBezTo>
                  <a:cubicBezTo>
                    <a:pt x="2416610" y="1149177"/>
                    <a:pt x="2561363" y="1171596"/>
                    <a:pt x="2657511" y="1128295"/>
                  </a:cubicBezTo>
                  <a:cubicBezTo>
                    <a:pt x="2650456" y="1119575"/>
                    <a:pt x="2632894" y="1129123"/>
                    <a:pt x="2620445" y="1128410"/>
                  </a:cubicBezTo>
                  <a:cubicBezTo>
                    <a:pt x="2691383" y="1102949"/>
                    <a:pt x="2791410" y="1090287"/>
                    <a:pt x="2861818" y="1085952"/>
                  </a:cubicBezTo>
                  <a:cubicBezTo>
                    <a:pt x="2847981" y="1099606"/>
                    <a:pt x="2800991" y="1093653"/>
                    <a:pt x="2819904" y="1120098"/>
                  </a:cubicBezTo>
                  <a:lnTo>
                    <a:pt x="2659964" y="1147670"/>
                  </a:lnTo>
                  <a:cubicBezTo>
                    <a:pt x="2689844" y="1163114"/>
                    <a:pt x="2736572" y="1145297"/>
                    <a:pt x="2743164" y="1146751"/>
                  </a:cubicBezTo>
                  <a:cubicBezTo>
                    <a:pt x="2734153" y="1147892"/>
                    <a:pt x="2724692" y="1149089"/>
                    <a:pt x="2722900" y="1156641"/>
                  </a:cubicBezTo>
                  <a:cubicBezTo>
                    <a:pt x="2773045" y="1162196"/>
                    <a:pt x="2832201" y="1166610"/>
                    <a:pt x="2882083" y="1148393"/>
                  </a:cubicBezTo>
                  <a:lnTo>
                    <a:pt x="2867522" y="1131009"/>
                  </a:lnTo>
                  <a:cubicBezTo>
                    <a:pt x="3284123" y="1109402"/>
                    <a:pt x="3724249" y="1074745"/>
                    <a:pt x="4163202" y="1081439"/>
                  </a:cubicBezTo>
                  <a:lnTo>
                    <a:pt x="4186774" y="1097681"/>
                  </a:lnTo>
                  <a:cubicBezTo>
                    <a:pt x="4425565" y="1060128"/>
                    <a:pt x="4678518" y="1109137"/>
                    <a:pt x="4920155" y="1090451"/>
                  </a:cubicBezTo>
                  <a:cubicBezTo>
                    <a:pt x="4935001" y="1110088"/>
                    <a:pt x="4958892" y="1078222"/>
                    <a:pt x="4979025" y="1092612"/>
                  </a:cubicBezTo>
                  <a:cubicBezTo>
                    <a:pt x="5021071" y="1106517"/>
                    <a:pt x="5064754" y="1086337"/>
                    <a:pt x="5104866" y="1088585"/>
                  </a:cubicBezTo>
                  <a:cubicBezTo>
                    <a:pt x="5107831" y="1112014"/>
                    <a:pt x="5138493" y="1086616"/>
                    <a:pt x="5149272" y="1099443"/>
                  </a:cubicBezTo>
                  <a:cubicBezTo>
                    <a:pt x="5195351" y="1098188"/>
                    <a:pt x="5269443" y="1072329"/>
                    <a:pt x="5313092" y="1102511"/>
                  </a:cubicBezTo>
                  <a:cubicBezTo>
                    <a:pt x="5353963" y="1085435"/>
                    <a:pt x="5360995" y="1115674"/>
                    <a:pt x="5394908" y="1115959"/>
                  </a:cubicBezTo>
                  <a:cubicBezTo>
                    <a:pt x="5428662" y="1089712"/>
                    <a:pt x="5476929" y="1120226"/>
                    <a:pt x="5504373" y="1091115"/>
                  </a:cubicBezTo>
                  <a:cubicBezTo>
                    <a:pt x="5533350" y="1103012"/>
                    <a:pt x="5566015" y="1097045"/>
                    <a:pt x="5593455" y="1100439"/>
                  </a:cubicBezTo>
                  <a:cubicBezTo>
                    <a:pt x="5581478" y="1078150"/>
                    <a:pt x="5631051" y="1079199"/>
                    <a:pt x="5641106" y="1060988"/>
                  </a:cubicBezTo>
                  <a:lnTo>
                    <a:pt x="5522165" y="1047203"/>
                  </a:lnTo>
                  <a:cubicBezTo>
                    <a:pt x="5576687" y="1040302"/>
                    <a:pt x="5624589" y="1053465"/>
                    <a:pt x="5677602" y="1056368"/>
                  </a:cubicBezTo>
                  <a:cubicBezTo>
                    <a:pt x="5668876" y="1059762"/>
                    <a:pt x="5652644" y="1054491"/>
                    <a:pt x="5647984" y="1064695"/>
                  </a:cubicBezTo>
                  <a:cubicBezTo>
                    <a:pt x="5665358" y="1078977"/>
                    <a:pt x="5686876" y="1078999"/>
                    <a:pt x="5711207" y="1075919"/>
                  </a:cubicBezTo>
                  <a:lnTo>
                    <a:pt x="5721889" y="1062665"/>
                  </a:lnTo>
                  <a:cubicBezTo>
                    <a:pt x="5715370" y="1108811"/>
                    <a:pt x="5808816" y="1065852"/>
                    <a:pt x="5845408" y="1087314"/>
                  </a:cubicBezTo>
                  <a:cubicBezTo>
                    <a:pt x="5901956" y="1118152"/>
                    <a:pt x="5977744" y="1058659"/>
                    <a:pt x="6023160" y="1102809"/>
                  </a:cubicBezTo>
                  <a:lnTo>
                    <a:pt x="6017763" y="1110816"/>
                  </a:lnTo>
                  <a:cubicBezTo>
                    <a:pt x="6054643" y="1134531"/>
                    <a:pt x="6059735" y="1077120"/>
                    <a:pt x="6106078" y="1099637"/>
                  </a:cubicBezTo>
                  <a:lnTo>
                    <a:pt x="6123451" y="1113918"/>
                  </a:lnTo>
                  <a:cubicBezTo>
                    <a:pt x="6156980" y="1085869"/>
                    <a:pt x="6223453" y="1122775"/>
                    <a:pt x="6270063" y="1100395"/>
                  </a:cubicBezTo>
                  <a:cubicBezTo>
                    <a:pt x="6318392" y="1116938"/>
                    <a:pt x="6372601" y="1118430"/>
                    <a:pt x="6428310" y="1116414"/>
                  </a:cubicBezTo>
                  <a:lnTo>
                    <a:pt x="6443292" y="1115663"/>
                  </a:lnTo>
                  <a:lnTo>
                    <a:pt x="6460061" y="1129447"/>
                  </a:lnTo>
                  <a:lnTo>
                    <a:pt x="6590638" y="1134955"/>
                  </a:lnTo>
                  <a:lnTo>
                    <a:pt x="6591132" y="1135566"/>
                  </a:lnTo>
                  <a:lnTo>
                    <a:pt x="6592728" y="1135043"/>
                  </a:lnTo>
                  <a:lnTo>
                    <a:pt x="6762845" y="1142218"/>
                  </a:lnTo>
                  <a:cubicBezTo>
                    <a:pt x="6867889" y="1146146"/>
                    <a:pt x="6973479" y="1151205"/>
                    <a:pt x="7068894" y="1161787"/>
                  </a:cubicBezTo>
                  <a:cubicBezTo>
                    <a:pt x="6911404" y="1136402"/>
                    <a:pt x="6782696" y="1143082"/>
                    <a:pt x="6621177" y="1132857"/>
                  </a:cubicBezTo>
                  <a:cubicBezTo>
                    <a:pt x="6618260" y="1122468"/>
                    <a:pt x="6610438" y="1127578"/>
                    <a:pt x="6602507" y="1131844"/>
                  </a:cubicBezTo>
                  <a:lnTo>
                    <a:pt x="6592728" y="1135043"/>
                  </a:lnTo>
                  <a:lnTo>
                    <a:pt x="6590638" y="1134955"/>
                  </a:lnTo>
                  <a:lnTo>
                    <a:pt x="6583196" y="1125762"/>
                  </a:lnTo>
                  <a:cubicBezTo>
                    <a:pt x="6541070" y="1123885"/>
                    <a:pt x="6506976" y="1130518"/>
                    <a:pt x="6474652" y="1125211"/>
                  </a:cubicBezTo>
                  <a:lnTo>
                    <a:pt x="6444135" y="1115621"/>
                  </a:lnTo>
                  <a:lnTo>
                    <a:pt x="6512454" y="1112200"/>
                  </a:lnTo>
                  <a:cubicBezTo>
                    <a:pt x="6540512" y="1110880"/>
                    <a:pt x="6568399" y="1110125"/>
                    <a:pt x="6595567" y="1111378"/>
                  </a:cubicBezTo>
                  <a:cubicBezTo>
                    <a:pt x="6784287" y="1115871"/>
                    <a:pt x="6988197" y="1142704"/>
                    <a:pt x="7176917" y="1147197"/>
                  </a:cubicBezTo>
                  <a:cubicBezTo>
                    <a:pt x="7256650" y="1144429"/>
                    <a:pt x="7359466" y="1150183"/>
                    <a:pt x="7444459" y="1141712"/>
                  </a:cubicBezTo>
                  <a:lnTo>
                    <a:pt x="7445029" y="1146218"/>
                  </a:lnTo>
                  <a:cubicBezTo>
                    <a:pt x="7342134" y="1161532"/>
                    <a:pt x="7231976" y="1144805"/>
                    <a:pt x="7142475" y="1168038"/>
                  </a:cubicBezTo>
                  <a:cubicBezTo>
                    <a:pt x="7495899" y="1182811"/>
                    <a:pt x="7840244" y="1172639"/>
                    <a:pt x="8205954" y="1135958"/>
                  </a:cubicBezTo>
                  <a:lnTo>
                    <a:pt x="8174279" y="1128065"/>
                  </a:lnTo>
                  <a:cubicBezTo>
                    <a:pt x="8294576" y="1105512"/>
                    <a:pt x="8522716" y="1103184"/>
                    <a:pt x="8675792" y="1043063"/>
                  </a:cubicBezTo>
                  <a:cubicBezTo>
                    <a:pt x="8695296" y="1052497"/>
                    <a:pt x="8751102" y="1005147"/>
                    <a:pt x="8771156" y="1040605"/>
                  </a:cubicBezTo>
                  <a:cubicBezTo>
                    <a:pt x="8778687" y="1027749"/>
                    <a:pt x="8794004" y="1025810"/>
                    <a:pt x="8807079" y="1031480"/>
                  </a:cubicBezTo>
                  <a:cubicBezTo>
                    <a:pt x="8785812" y="1008078"/>
                    <a:pt x="8836073" y="1018196"/>
                    <a:pt x="8849623" y="1002289"/>
                  </a:cubicBezTo>
                  <a:lnTo>
                    <a:pt x="8837076" y="975495"/>
                  </a:lnTo>
                  <a:cubicBezTo>
                    <a:pt x="8855098" y="973213"/>
                    <a:pt x="8874139" y="975381"/>
                    <a:pt x="8881383" y="960272"/>
                  </a:cubicBezTo>
                  <a:cubicBezTo>
                    <a:pt x="8815353" y="952150"/>
                    <a:pt x="8726674" y="982145"/>
                    <a:pt x="8663433" y="992440"/>
                  </a:cubicBezTo>
                  <a:cubicBezTo>
                    <a:pt x="8634178" y="981952"/>
                    <a:pt x="8596842" y="1026963"/>
                    <a:pt x="8575117" y="1003620"/>
                  </a:cubicBezTo>
                  <a:cubicBezTo>
                    <a:pt x="8426244" y="1046270"/>
                    <a:pt x="8205037" y="1052757"/>
                    <a:pt x="8030629" y="1089026"/>
                  </a:cubicBezTo>
                  <a:cubicBezTo>
                    <a:pt x="8029432" y="1079564"/>
                    <a:pt x="8030819" y="1065197"/>
                    <a:pt x="8012631" y="1069788"/>
                  </a:cubicBezTo>
                  <a:cubicBezTo>
                    <a:pt x="7997026" y="1069475"/>
                    <a:pt x="7985146" y="1073267"/>
                    <a:pt x="7977333" y="1083870"/>
                  </a:cubicBezTo>
                  <a:cubicBezTo>
                    <a:pt x="7977897" y="1084714"/>
                    <a:pt x="7978462" y="1085558"/>
                    <a:pt x="7979421" y="1085895"/>
                  </a:cubicBezTo>
                  <a:cubicBezTo>
                    <a:pt x="7959640" y="1081532"/>
                    <a:pt x="7938115" y="1077848"/>
                    <a:pt x="7919658" y="1091171"/>
                  </a:cubicBezTo>
                  <a:lnTo>
                    <a:pt x="7918460" y="1081709"/>
                  </a:lnTo>
                  <a:cubicBezTo>
                    <a:pt x="7834405" y="1075869"/>
                    <a:pt x="7725463" y="1115754"/>
                    <a:pt x="7644582" y="1087996"/>
                  </a:cubicBezTo>
                  <a:lnTo>
                    <a:pt x="7603420" y="1099158"/>
                  </a:lnTo>
                  <a:cubicBezTo>
                    <a:pt x="7584850" y="1075414"/>
                    <a:pt x="7540197" y="1087934"/>
                    <a:pt x="7512022" y="1082345"/>
                  </a:cubicBezTo>
                  <a:cubicBezTo>
                    <a:pt x="7006469" y="1084540"/>
                    <a:pt x="6499620" y="1029677"/>
                    <a:pt x="6017666" y="976239"/>
                  </a:cubicBezTo>
                  <a:lnTo>
                    <a:pt x="6025576" y="991718"/>
                  </a:lnTo>
                  <a:lnTo>
                    <a:pt x="5965851" y="982798"/>
                  </a:lnTo>
                  <a:cubicBezTo>
                    <a:pt x="5953402" y="982085"/>
                    <a:pt x="5990753" y="984224"/>
                    <a:pt x="5995127" y="971767"/>
                  </a:cubicBezTo>
                  <a:cubicBezTo>
                    <a:pt x="5969599" y="965385"/>
                    <a:pt x="5935060" y="960144"/>
                    <a:pt x="5911641" y="970433"/>
                  </a:cubicBezTo>
                  <a:lnTo>
                    <a:pt x="5934302" y="979467"/>
                  </a:lnTo>
                  <a:lnTo>
                    <a:pt x="5890464" y="973113"/>
                  </a:lnTo>
                  <a:cubicBezTo>
                    <a:pt x="5899476" y="971973"/>
                    <a:pt x="5908772" y="973085"/>
                    <a:pt x="5911070" y="965927"/>
                  </a:cubicBezTo>
                  <a:cubicBezTo>
                    <a:pt x="5790364" y="938176"/>
                    <a:pt x="5655535" y="921825"/>
                    <a:pt x="5543247" y="909945"/>
                  </a:cubicBezTo>
                  <a:cubicBezTo>
                    <a:pt x="5547598" y="919007"/>
                    <a:pt x="5477470" y="925596"/>
                    <a:pt x="5454469" y="913858"/>
                  </a:cubicBezTo>
                  <a:cubicBezTo>
                    <a:pt x="5401546" y="861046"/>
                    <a:pt x="5287500" y="911190"/>
                    <a:pt x="5208553" y="895090"/>
                  </a:cubicBezTo>
                  <a:cubicBezTo>
                    <a:pt x="5134340" y="916386"/>
                    <a:pt x="5070187" y="850804"/>
                    <a:pt x="4991434" y="886867"/>
                  </a:cubicBezTo>
                  <a:cubicBezTo>
                    <a:pt x="4888179" y="852328"/>
                    <a:pt x="4762152" y="880184"/>
                    <a:pt x="4649862" y="868304"/>
                  </a:cubicBezTo>
                  <a:cubicBezTo>
                    <a:pt x="4132020" y="845961"/>
                    <a:pt x="3553294" y="830868"/>
                    <a:pt x="3014281" y="887198"/>
                  </a:cubicBezTo>
                  <a:cubicBezTo>
                    <a:pt x="2940091" y="886976"/>
                    <a:pt x="2855749" y="878884"/>
                    <a:pt x="2771042" y="889607"/>
                  </a:cubicBezTo>
                  <a:cubicBezTo>
                    <a:pt x="2574262" y="919095"/>
                    <a:pt x="2334011" y="923413"/>
                    <a:pt x="2135156" y="958200"/>
                  </a:cubicBezTo>
                  <a:cubicBezTo>
                    <a:pt x="2103508" y="928788"/>
                    <a:pt x="2079536" y="981721"/>
                    <a:pt x="2035130" y="970862"/>
                  </a:cubicBezTo>
                  <a:cubicBezTo>
                    <a:pt x="1867495" y="1013599"/>
                    <a:pt x="1708500" y="998018"/>
                    <a:pt x="1531512" y="1039192"/>
                  </a:cubicBezTo>
                  <a:cubicBezTo>
                    <a:pt x="1527160" y="1030130"/>
                    <a:pt x="1520447" y="1024113"/>
                    <a:pt x="1522061" y="1011548"/>
                  </a:cubicBezTo>
                  <a:cubicBezTo>
                    <a:pt x="1422686" y="1007647"/>
                    <a:pt x="1307887" y="1048274"/>
                    <a:pt x="1236851" y="1047652"/>
                  </a:cubicBezTo>
                  <a:cubicBezTo>
                    <a:pt x="1319328" y="1015696"/>
                    <a:pt x="1430761" y="1020816"/>
                    <a:pt x="1520008" y="995327"/>
                  </a:cubicBezTo>
                  <a:lnTo>
                    <a:pt x="1518468" y="983162"/>
                  </a:lnTo>
                  <a:cubicBezTo>
                    <a:pt x="1566029" y="993622"/>
                    <a:pt x="1630375" y="966707"/>
                    <a:pt x="1685003" y="957045"/>
                  </a:cubicBezTo>
                  <a:cubicBezTo>
                    <a:pt x="1747500" y="937231"/>
                    <a:pt x="1794777" y="945437"/>
                    <a:pt x="1841693" y="903791"/>
                  </a:cubicBezTo>
                  <a:cubicBezTo>
                    <a:pt x="1954263" y="879927"/>
                    <a:pt x="2066758" y="860880"/>
                    <a:pt x="2182892" y="846179"/>
                  </a:cubicBezTo>
                  <a:cubicBezTo>
                    <a:pt x="2299026" y="831477"/>
                    <a:pt x="2418801" y="821122"/>
                    <a:pt x="2545933" y="814642"/>
                  </a:cubicBezTo>
                  <a:lnTo>
                    <a:pt x="2519646" y="827584"/>
                  </a:lnTo>
                  <a:lnTo>
                    <a:pt x="2526867" y="833994"/>
                  </a:lnTo>
                  <a:lnTo>
                    <a:pt x="2473568" y="828838"/>
                  </a:lnTo>
                  <a:cubicBezTo>
                    <a:pt x="2339441" y="865044"/>
                    <a:pt x="2195600" y="849834"/>
                    <a:pt x="2060966" y="885647"/>
                  </a:cubicBezTo>
                  <a:cubicBezTo>
                    <a:pt x="2067114" y="890820"/>
                    <a:pt x="2078109" y="898126"/>
                    <a:pt x="2087801" y="898730"/>
                  </a:cubicBezTo>
                  <a:cubicBezTo>
                    <a:pt x="2080597" y="903304"/>
                    <a:pt x="2074409" y="908666"/>
                    <a:pt x="2067314" y="910480"/>
                  </a:cubicBezTo>
                  <a:cubicBezTo>
                    <a:pt x="2162578" y="914444"/>
                    <a:pt x="2227563" y="899808"/>
                    <a:pt x="2325832" y="880501"/>
                  </a:cubicBezTo>
                  <a:lnTo>
                    <a:pt x="2324749" y="871940"/>
                  </a:lnTo>
                  <a:cubicBezTo>
                    <a:pt x="2363486" y="859712"/>
                    <a:pt x="2324275" y="893516"/>
                    <a:pt x="2363299" y="883541"/>
                  </a:cubicBezTo>
                  <a:lnTo>
                    <a:pt x="2367102" y="866579"/>
                  </a:lnTo>
                  <a:cubicBezTo>
                    <a:pt x="2455226" y="879229"/>
                    <a:pt x="2594355" y="835522"/>
                    <a:pt x="2697799" y="846232"/>
                  </a:cubicBezTo>
                  <a:lnTo>
                    <a:pt x="2991369" y="825550"/>
                  </a:lnTo>
                  <a:lnTo>
                    <a:pt x="2989259" y="808879"/>
                  </a:lnTo>
                  <a:lnTo>
                    <a:pt x="3034767" y="803119"/>
                  </a:lnTo>
                  <a:lnTo>
                    <a:pt x="3020931" y="816772"/>
                  </a:lnTo>
                  <a:cubicBezTo>
                    <a:pt x="3044502" y="833016"/>
                    <a:pt x="3052790" y="800837"/>
                    <a:pt x="3071263" y="798499"/>
                  </a:cubicBezTo>
                  <a:lnTo>
                    <a:pt x="3010910" y="784622"/>
                  </a:lnTo>
                  <a:cubicBezTo>
                    <a:pt x="3051758" y="789065"/>
                    <a:pt x="3134696" y="764374"/>
                    <a:pt x="3130419" y="802913"/>
                  </a:cubicBezTo>
                  <a:cubicBezTo>
                    <a:pt x="3140628" y="811234"/>
                    <a:pt x="3153079" y="811947"/>
                    <a:pt x="3168398" y="810008"/>
                  </a:cubicBezTo>
                  <a:lnTo>
                    <a:pt x="3164862" y="782072"/>
                  </a:lnTo>
                  <a:cubicBezTo>
                    <a:pt x="3346584" y="778295"/>
                    <a:pt x="3538196" y="758617"/>
                    <a:pt x="3713246" y="774454"/>
                  </a:cubicBezTo>
                  <a:cubicBezTo>
                    <a:pt x="3987204" y="747099"/>
                    <a:pt x="4253651" y="779750"/>
                    <a:pt x="4527587" y="773913"/>
                  </a:cubicBezTo>
                  <a:lnTo>
                    <a:pt x="4509586" y="754676"/>
                  </a:lnTo>
                  <a:cubicBezTo>
                    <a:pt x="4786145" y="769565"/>
                    <a:pt x="5087211" y="786388"/>
                    <a:pt x="5358541" y="806977"/>
                  </a:cubicBezTo>
                  <a:lnTo>
                    <a:pt x="5146060" y="810069"/>
                  </a:lnTo>
                  <a:cubicBezTo>
                    <a:pt x="5136136" y="804001"/>
                    <a:pt x="5128059" y="790831"/>
                    <a:pt x="5113191" y="792713"/>
                  </a:cubicBezTo>
                  <a:lnTo>
                    <a:pt x="5099354" y="806368"/>
                  </a:lnTo>
                  <a:cubicBezTo>
                    <a:pt x="5083938" y="782225"/>
                    <a:pt x="5062859" y="810988"/>
                    <a:pt x="5041682" y="813669"/>
                  </a:cubicBezTo>
                  <a:cubicBezTo>
                    <a:pt x="5366714" y="846227"/>
                    <a:pt x="5676671" y="857347"/>
                    <a:pt x="6006361" y="879702"/>
                  </a:cubicBezTo>
                  <a:lnTo>
                    <a:pt x="6064037" y="872401"/>
                  </a:lnTo>
                  <a:cubicBezTo>
                    <a:pt x="6061453" y="877307"/>
                    <a:pt x="6068102" y="879212"/>
                    <a:pt x="6071378" y="883375"/>
                  </a:cubicBezTo>
                  <a:cubicBezTo>
                    <a:pt x="6083541" y="881835"/>
                    <a:pt x="6085498" y="871974"/>
                    <a:pt x="6094224" y="868580"/>
                  </a:cubicBezTo>
                  <a:lnTo>
                    <a:pt x="6001342" y="840053"/>
                  </a:lnTo>
                  <a:cubicBezTo>
                    <a:pt x="6082149" y="820210"/>
                    <a:pt x="6157920" y="858229"/>
                    <a:pt x="6246066" y="849359"/>
                  </a:cubicBezTo>
                  <a:cubicBezTo>
                    <a:pt x="6883298" y="885429"/>
                    <a:pt x="7462761" y="957195"/>
                    <a:pt x="8141639" y="859354"/>
                  </a:cubicBezTo>
                  <a:lnTo>
                    <a:pt x="8155761" y="847953"/>
                  </a:lnTo>
                  <a:cubicBezTo>
                    <a:pt x="8259516" y="839397"/>
                    <a:pt x="8388125" y="806636"/>
                    <a:pt x="8475073" y="788304"/>
                  </a:cubicBezTo>
                  <a:lnTo>
                    <a:pt x="8480365" y="783057"/>
                  </a:lnTo>
                  <a:lnTo>
                    <a:pt x="8463559" y="773282"/>
                  </a:lnTo>
                  <a:cubicBezTo>
                    <a:pt x="8378116" y="781809"/>
                    <a:pt x="8266936" y="829302"/>
                    <a:pt x="8167666" y="822641"/>
                  </a:cubicBezTo>
                  <a:cubicBezTo>
                    <a:pt x="8169622" y="812779"/>
                    <a:pt x="8157171" y="812067"/>
                    <a:pt x="8150293" y="808360"/>
                  </a:cubicBezTo>
                  <a:cubicBezTo>
                    <a:pt x="8025671" y="800331"/>
                    <a:pt x="7887457" y="851245"/>
                    <a:pt x="7756693" y="841705"/>
                  </a:cubicBezTo>
                  <a:cubicBezTo>
                    <a:pt x="7720956" y="827001"/>
                    <a:pt x="7684614" y="858153"/>
                    <a:pt x="7644809" y="836640"/>
                  </a:cubicBezTo>
                  <a:cubicBezTo>
                    <a:pt x="7589816" y="865119"/>
                    <a:pt x="7531419" y="841381"/>
                    <a:pt x="7487759" y="840041"/>
                  </a:cubicBezTo>
                  <a:cubicBezTo>
                    <a:pt x="7436131" y="858937"/>
                    <a:pt x="7386579" y="836369"/>
                    <a:pt x="7334466" y="833352"/>
                  </a:cubicBezTo>
                  <a:cubicBezTo>
                    <a:pt x="7583115" y="830259"/>
                    <a:pt x="7846077" y="831762"/>
                    <a:pt x="8081292" y="776809"/>
                  </a:cubicBezTo>
                  <a:cubicBezTo>
                    <a:pt x="8080380" y="769600"/>
                    <a:pt x="8076369" y="763241"/>
                    <a:pt x="8085092" y="759847"/>
                  </a:cubicBezTo>
                  <a:cubicBezTo>
                    <a:pt x="8041547" y="755747"/>
                    <a:pt x="7980619" y="737365"/>
                    <a:pt x="7945420" y="777528"/>
                  </a:cubicBezTo>
                  <a:cubicBezTo>
                    <a:pt x="7898714" y="773828"/>
                    <a:pt x="7808709" y="818639"/>
                    <a:pt x="7774723" y="770753"/>
                  </a:cubicBezTo>
                  <a:cubicBezTo>
                    <a:pt x="7656981" y="766432"/>
                    <a:pt x="7530380" y="789782"/>
                    <a:pt x="7416133" y="787764"/>
                  </a:cubicBezTo>
                  <a:cubicBezTo>
                    <a:pt x="7432291" y="745433"/>
                    <a:pt x="7492400" y="782687"/>
                    <a:pt x="7529428" y="756942"/>
                  </a:cubicBezTo>
                  <a:cubicBezTo>
                    <a:pt x="7440105" y="734831"/>
                    <a:pt x="7337209" y="750144"/>
                    <a:pt x="7246667" y="740090"/>
                  </a:cubicBezTo>
                  <a:cubicBezTo>
                    <a:pt x="7516822" y="729697"/>
                    <a:pt x="7837847" y="755896"/>
                    <a:pt x="8148695" y="723413"/>
                  </a:cubicBezTo>
                  <a:cubicBezTo>
                    <a:pt x="8223384" y="680540"/>
                    <a:pt x="8354144" y="690081"/>
                    <a:pt x="8449414" y="661540"/>
                  </a:cubicBezTo>
                  <a:cubicBezTo>
                    <a:pt x="8894937" y="550207"/>
                    <a:pt x="9339939" y="532330"/>
                    <a:pt x="9734688" y="334493"/>
                  </a:cubicBezTo>
                  <a:lnTo>
                    <a:pt x="9766075" y="340133"/>
                  </a:lnTo>
                  <a:cubicBezTo>
                    <a:pt x="9795693" y="331806"/>
                    <a:pt x="9755198" y="301225"/>
                    <a:pt x="9798407" y="302622"/>
                  </a:cubicBezTo>
                  <a:cubicBezTo>
                    <a:pt x="9830912" y="338792"/>
                    <a:pt x="9913467" y="285767"/>
                    <a:pt x="9986745" y="278780"/>
                  </a:cubicBezTo>
                  <a:cubicBezTo>
                    <a:pt x="10116662" y="301990"/>
                    <a:pt x="10268526" y="238303"/>
                    <a:pt x="10400633" y="230699"/>
                  </a:cubicBezTo>
                  <a:close/>
                  <a:moveTo>
                    <a:pt x="9950928" y="172987"/>
                  </a:moveTo>
                  <a:cubicBezTo>
                    <a:pt x="9944313" y="193052"/>
                    <a:pt x="9910342" y="192316"/>
                    <a:pt x="9886639" y="200352"/>
                  </a:cubicBezTo>
                  <a:cubicBezTo>
                    <a:pt x="9889531" y="176181"/>
                    <a:pt x="9934673" y="189236"/>
                    <a:pt x="9950928" y="172987"/>
                  </a:cubicBezTo>
                  <a:close/>
                  <a:moveTo>
                    <a:pt x="9744183" y="170775"/>
                  </a:moveTo>
                  <a:cubicBezTo>
                    <a:pt x="9725060" y="189677"/>
                    <a:pt x="9682256" y="195095"/>
                    <a:pt x="9649826" y="206525"/>
                  </a:cubicBezTo>
                  <a:cubicBezTo>
                    <a:pt x="9670907" y="177762"/>
                    <a:pt x="9712039" y="184458"/>
                    <a:pt x="9744183" y="170775"/>
                  </a:cubicBezTo>
                  <a:close/>
                  <a:moveTo>
                    <a:pt x="10027723" y="146785"/>
                  </a:moveTo>
                  <a:lnTo>
                    <a:pt x="10001545" y="156966"/>
                  </a:lnTo>
                  <a:lnTo>
                    <a:pt x="10012854" y="148667"/>
                  </a:lnTo>
                  <a:close/>
                  <a:moveTo>
                    <a:pt x="10193250" y="125430"/>
                  </a:moveTo>
                  <a:cubicBezTo>
                    <a:pt x="10201424" y="123938"/>
                    <a:pt x="10210205" y="124600"/>
                    <a:pt x="10220071" y="129303"/>
                  </a:cubicBezTo>
                  <a:cubicBezTo>
                    <a:pt x="10196630" y="161111"/>
                    <a:pt x="10133505" y="175968"/>
                    <a:pt x="10101360" y="189651"/>
                  </a:cubicBezTo>
                  <a:lnTo>
                    <a:pt x="10149702" y="159269"/>
                  </a:lnTo>
                  <a:lnTo>
                    <a:pt x="10123318" y="146128"/>
                  </a:lnTo>
                  <a:cubicBezTo>
                    <a:pt x="10149694" y="153777"/>
                    <a:pt x="10168732" y="129908"/>
                    <a:pt x="10193250" y="125430"/>
                  </a:cubicBezTo>
                  <a:close/>
                  <a:moveTo>
                    <a:pt x="9512895" y="0"/>
                  </a:moveTo>
                  <a:cubicBezTo>
                    <a:pt x="9504916" y="12913"/>
                    <a:pt x="9473530" y="7272"/>
                    <a:pt x="9456705" y="19016"/>
                  </a:cubicBezTo>
                  <a:cubicBezTo>
                    <a:pt x="9456939" y="8228"/>
                    <a:pt x="9466626" y="5170"/>
                    <a:pt x="9478433" y="3962"/>
                  </a:cubicBezTo>
                  <a:cubicBezTo>
                    <a:pt x="9490240" y="2753"/>
                    <a:pt x="9504169" y="3394"/>
                    <a:pt x="9512895" y="0"/>
                  </a:cubicBezTo>
                  <a:close/>
                </a:path>
              </a:pathLst>
            </a:custGeom>
            <a:blipFill>
              <a:blip r:embed="rId3"/>
              <a:srcRect/>
              <a:stretch>
                <a:fillRect t="-42065" l="-4348" b="-15733" r="-1568"/>
              </a:stretch>
            </a:blipFill>
            <a:ln>
              <a:noFill/>
            </a:ln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>
            <p:ph type="title"/>
          </p:nvPr>
        </p:nvSpPr>
        <p:spPr>
          <a:xfrm>
            <a:off x="1812926" y="1089025"/>
            <a:ext cx="8553449" cy="1590675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60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16200000">
            <a:off x="10343077" y="-99756"/>
            <a:ext cx="1565838" cy="2132008"/>
          </a:xfrm>
          <a:custGeom>
            <a:avLst/>
            <a:gdLst/>
            <a:ahLst/>
            <a:cxnLst/>
            <a:rect r="r" b="b" t="t" l="l"/>
            <a:pathLst>
              <a:path w="1565838" h="2132008" stroke="true" fill="norm" extrusionOk="true">
                <a:moveTo>
                  <a:pt x="111173" y="1213633"/>
                </a:moveTo>
                <a:cubicBezTo>
                  <a:pt x="110365" y="1212824"/>
                  <a:pt x="109557" y="1211814"/>
                  <a:pt x="108545" y="1211004"/>
                </a:cubicBezTo>
                <a:cubicBezTo>
                  <a:pt x="104501" y="1214240"/>
                  <a:pt x="100659" y="1217475"/>
                  <a:pt x="94998" y="1222125"/>
                </a:cubicBezTo>
                <a:cubicBezTo>
                  <a:pt x="94998" y="1215655"/>
                  <a:pt x="94998" y="1210398"/>
                  <a:pt x="94998" y="1201096"/>
                </a:cubicBezTo>
                <a:cubicBezTo>
                  <a:pt x="86302" y="1207770"/>
                  <a:pt x="80439" y="1212016"/>
                  <a:pt x="74575" y="1216464"/>
                </a:cubicBezTo>
                <a:cubicBezTo>
                  <a:pt x="75991" y="1216666"/>
                  <a:pt x="77607" y="1216868"/>
                  <a:pt x="79023" y="1217273"/>
                </a:cubicBezTo>
                <a:cubicBezTo>
                  <a:pt x="78417" y="1226575"/>
                  <a:pt x="77811" y="1235876"/>
                  <a:pt x="77203" y="1245178"/>
                </a:cubicBezTo>
                <a:cubicBezTo>
                  <a:pt x="80237" y="1249828"/>
                  <a:pt x="83876" y="1255691"/>
                  <a:pt x="86100" y="1259331"/>
                </a:cubicBezTo>
                <a:cubicBezTo>
                  <a:pt x="94390" y="1244166"/>
                  <a:pt x="102681" y="1229001"/>
                  <a:pt x="111173" y="1213633"/>
                </a:cubicBezTo>
                <a:close/>
                <a:moveTo>
                  <a:pt x="175273" y="870693"/>
                </a:moveTo>
                <a:cubicBezTo>
                  <a:pt x="167792" y="874535"/>
                  <a:pt x="162130" y="876355"/>
                  <a:pt x="158085" y="879995"/>
                </a:cubicBezTo>
                <a:cubicBezTo>
                  <a:pt x="153031" y="884646"/>
                  <a:pt x="147773" y="890308"/>
                  <a:pt x="145145" y="896576"/>
                </a:cubicBezTo>
                <a:cubicBezTo>
                  <a:pt x="140695" y="907091"/>
                  <a:pt x="138269" y="918212"/>
                  <a:pt x="134428" y="931152"/>
                </a:cubicBezTo>
                <a:cubicBezTo>
                  <a:pt x="137056" y="932568"/>
                  <a:pt x="143931" y="938635"/>
                  <a:pt x="150401" y="938432"/>
                </a:cubicBezTo>
                <a:cubicBezTo>
                  <a:pt x="158490" y="938028"/>
                  <a:pt x="175273" y="955822"/>
                  <a:pt x="174666" y="933782"/>
                </a:cubicBezTo>
                <a:cubicBezTo>
                  <a:pt x="169814" y="927310"/>
                  <a:pt x="164152" y="923064"/>
                  <a:pt x="164758" y="919627"/>
                </a:cubicBezTo>
                <a:cubicBezTo>
                  <a:pt x="167184" y="903653"/>
                  <a:pt x="171431" y="887881"/>
                  <a:pt x="175273" y="870693"/>
                </a:cubicBezTo>
                <a:close/>
                <a:moveTo>
                  <a:pt x="186597" y="1210600"/>
                </a:moveTo>
                <a:cubicBezTo>
                  <a:pt x="184575" y="1210398"/>
                  <a:pt x="182349" y="1210196"/>
                  <a:pt x="180327" y="1209994"/>
                </a:cubicBezTo>
                <a:cubicBezTo>
                  <a:pt x="175071" y="1216868"/>
                  <a:pt x="169814" y="1223743"/>
                  <a:pt x="164556" y="1230618"/>
                </a:cubicBezTo>
                <a:cubicBezTo>
                  <a:pt x="165162" y="1232438"/>
                  <a:pt x="165972" y="1234056"/>
                  <a:pt x="166578" y="1235876"/>
                </a:cubicBezTo>
                <a:cubicBezTo>
                  <a:pt x="172442" y="1234460"/>
                  <a:pt x="181339" y="1234864"/>
                  <a:pt x="183563" y="1231225"/>
                </a:cubicBezTo>
                <a:cubicBezTo>
                  <a:pt x="187001" y="1225967"/>
                  <a:pt x="185787" y="1217677"/>
                  <a:pt x="186597" y="1210600"/>
                </a:cubicBezTo>
                <a:close/>
                <a:moveTo>
                  <a:pt x="367773" y="1097972"/>
                </a:moveTo>
                <a:cubicBezTo>
                  <a:pt x="367570" y="1094534"/>
                  <a:pt x="364941" y="1089681"/>
                  <a:pt x="362313" y="1088873"/>
                </a:cubicBezTo>
                <a:cubicBezTo>
                  <a:pt x="359683" y="1088064"/>
                  <a:pt x="354427" y="1090693"/>
                  <a:pt x="352607" y="1093321"/>
                </a:cubicBezTo>
                <a:cubicBezTo>
                  <a:pt x="345732" y="1103634"/>
                  <a:pt x="349776" y="1113542"/>
                  <a:pt x="364739" y="1122641"/>
                </a:cubicBezTo>
                <a:cubicBezTo>
                  <a:pt x="364739" y="1117383"/>
                  <a:pt x="364335" y="1113542"/>
                  <a:pt x="364941" y="1109902"/>
                </a:cubicBezTo>
                <a:cubicBezTo>
                  <a:pt x="365549" y="1105858"/>
                  <a:pt x="368177" y="1101814"/>
                  <a:pt x="367773" y="1097972"/>
                </a:cubicBezTo>
                <a:close/>
                <a:moveTo>
                  <a:pt x="381926" y="677790"/>
                </a:moveTo>
                <a:cubicBezTo>
                  <a:pt x="376669" y="675364"/>
                  <a:pt x="371210" y="672937"/>
                  <a:pt x="365345" y="670309"/>
                </a:cubicBezTo>
                <a:cubicBezTo>
                  <a:pt x="367368" y="666265"/>
                  <a:pt x="369187" y="662221"/>
                  <a:pt x="371816" y="656761"/>
                </a:cubicBezTo>
                <a:cubicBezTo>
                  <a:pt x="360695" y="662625"/>
                  <a:pt x="352405" y="667073"/>
                  <a:pt x="342900" y="672129"/>
                </a:cubicBezTo>
                <a:cubicBezTo>
                  <a:pt x="357864" y="676173"/>
                  <a:pt x="368783" y="679004"/>
                  <a:pt x="379702" y="681834"/>
                </a:cubicBezTo>
                <a:cubicBezTo>
                  <a:pt x="380512" y="680418"/>
                  <a:pt x="381118" y="679206"/>
                  <a:pt x="381926" y="677790"/>
                </a:cubicBezTo>
                <a:close/>
                <a:moveTo>
                  <a:pt x="386375" y="635731"/>
                </a:moveTo>
                <a:cubicBezTo>
                  <a:pt x="385162" y="631283"/>
                  <a:pt x="379702" y="627845"/>
                  <a:pt x="376062" y="624004"/>
                </a:cubicBezTo>
                <a:cubicBezTo>
                  <a:pt x="374445" y="625015"/>
                  <a:pt x="372827" y="625824"/>
                  <a:pt x="371412" y="626835"/>
                </a:cubicBezTo>
                <a:cubicBezTo>
                  <a:pt x="372625" y="633507"/>
                  <a:pt x="373636" y="640180"/>
                  <a:pt x="374647" y="647054"/>
                </a:cubicBezTo>
                <a:cubicBezTo>
                  <a:pt x="376872" y="647662"/>
                  <a:pt x="379096" y="648066"/>
                  <a:pt x="381118" y="648672"/>
                </a:cubicBezTo>
                <a:cubicBezTo>
                  <a:pt x="383140" y="644426"/>
                  <a:pt x="387184" y="639371"/>
                  <a:pt x="386375" y="635731"/>
                </a:cubicBezTo>
                <a:close/>
                <a:moveTo>
                  <a:pt x="409022" y="1149534"/>
                </a:moveTo>
                <a:cubicBezTo>
                  <a:pt x="405382" y="1138412"/>
                  <a:pt x="402956" y="1130526"/>
                  <a:pt x="399317" y="1119203"/>
                </a:cubicBezTo>
                <a:cubicBezTo>
                  <a:pt x="386982" y="1139828"/>
                  <a:pt x="387790" y="1142660"/>
                  <a:pt x="409022" y="1149534"/>
                </a:cubicBezTo>
                <a:close/>
                <a:moveTo>
                  <a:pt x="433489" y="1721572"/>
                </a:moveTo>
                <a:cubicBezTo>
                  <a:pt x="431871" y="1715101"/>
                  <a:pt x="430455" y="1708631"/>
                  <a:pt x="428838" y="1702160"/>
                </a:cubicBezTo>
                <a:cubicBezTo>
                  <a:pt x="422974" y="1703575"/>
                  <a:pt x="417920" y="1704991"/>
                  <a:pt x="411246" y="1706609"/>
                </a:cubicBezTo>
                <a:cubicBezTo>
                  <a:pt x="418526" y="1713079"/>
                  <a:pt x="424390" y="1718134"/>
                  <a:pt x="430051" y="1723392"/>
                </a:cubicBezTo>
                <a:cubicBezTo>
                  <a:pt x="431265" y="1722784"/>
                  <a:pt x="432275" y="1722178"/>
                  <a:pt x="433489" y="1721572"/>
                </a:cubicBezTo>
                <a:close/>
                <a:moveTo>
                  <a:pt x="472717" y="836521"/>
                </a:moveTo>
                <a:cubicBezTo>
                  <a:pt x="471503" y="834297"/>
                  <a:pt x="470291" y="831870"/>
                  <a:pt x="468875" y="829646"/>
                </a:cubicBezTo>
                <a:cubicBezTo>
                  <a:pt x="458158" y="833690"/>
                  <a:pt x="447238" y="837735"/>
                  <a:pt x="435309" y="842183"/>
                </a:cubicBezTo>
                <a:cubicBezTo>
                  <a:pt x="439555" y="849664"/>
                  <a:pt x="443195" y="856134"/>
                  <a:pt x="448250" y="864830"/>
                </a:cubicBezTo>
                <a:cubicBezTo>
                  <a:pt x="456944" y="854720"/>
                  <a:pt x="464831" y="845621"/>
                  <a:pt x="472717" y="836521"/>
                </a:cubicBezTo>
                <a:close/>
                <a:moveTo>
                  <a:pt x="481614" y="1638465"/>
                </a:moveTo>
                <a:cubicBezTo>
                  <a:pt x="471907" y="1634826"/>
                  <a:pt x="463213" y="1631388"/>
                  <a:pt x="452900" y="1627344"/>
                </a:cubicBezTo>
                <a:cubicBezTo>
                  <a:pt x="462000" y="1646756"/>
                  <a:pt x="462000" y="1646756"/>
                  <a:pt x="481614" y="1638465"/>
                </a:cubicBezTo>
                <a:close/>
                <a:moveTo>
                  <a:pt x="485860" y="1260545"/>
                </a:moveTo>
                <a:cubicBezTo>
                  <a:pt x="481816" y="1275508"/>
                  <a:pt x="478378" y="1287842"/>
                  <a:pt x="474941" y="1300986"/>
                </a:cubicBezTo>
                <a:cubicBezTo>
                  <a:pt x="476357" y="1301996"/>
                  <a:pt x="480805" y="1305030"/>
                  <a:pt x="485860" y="1308264"/>
                </a:cubicBezTo>
                <a:cubicBezTo>
                  <a:pt x="485860" y="1293301"/>
                  <a:pt x="485860" y="1278136"/>
                  <a:pt x="485860" y="1260545"/>
                </a:cubicBezTo>
                <a:close/>
                <a:moveTo>
                  <a:pt x="498801" y="1706811"/>
                </a:moveTo>
                <a:cubicBezTo>
                  <a:pt x="495162" y="1700340"/>
                  <a:pt x="491522" y="1694072"/>
                  <a:pt x="485658" y="1683759"/>
                </a:cubicBezTo>
                <a:cubicBezTo>
                  <a:pt x="483636" y="1686590"/>
                  <a:pt x="477974" y="1692858"/>
                  <a:pt x="478581" y="1693466"/>
                </a:cubicBezTo>
                <a:cubicBezTo>
                  <a:pt x="484242" y="1699330"/>
                  <a:pt x="490916" y="1704182"/>
                  <a:pt x="497183" y="1709439"/>
                </a:cubicBezTo>
                <a:cubicBezTo>
                  <a:pt x="497790" y="1708631"/>
                  <a:pt x="498397" y="1707619"/>
                  <a:pt x="498801" y="1706811"/>
                </a:cubicBezTo>
                <a:close/>
                <a:moveTo>
                  <a:pt x="515988" y="461027"/>
                </a:moveTo>
                <a:cubicBezTo>
                  <a:pt x="514977" y="459813"/>
                  <a:pt x="513967" y="458803"/>
                  <a:pt x="512955" y="457589"/>
                </a:cubicBezTo>
                <a:cubicBezTo>
                  <a:pt x="507091" y="458601"/>
                  <a:pt x="501227" y="459611"/>
                  <a:pt x="493342" y="461027"/>
                </a:cubicBezTo>
                <a:cubicBezTo>
                  <a:pt x="496375" y="467093"/>
                  <a:pt x="498801" y="472148"/>
                  <a:pt x="502441" y="479630"/>
                </a:cubicBezTo>
                <a:cubicBezTo>
                  <a:pt x="508103" y="471946"/>
                  <a:pt x="512147" y="466486"/>
                  <a:pt x="515988" y="461027"/>
                </a:cubicBezTo>
                <a:close/>
                <a:moveTo>
                  <a:pt x="551576" y="1000104"/>
                </a:moveTo>
                <a:cubicBezTo>
                  <a:pt x="526908" y="1005564"/>
                  <a:pt x="536209" y="1022954"/>
                  <a:pt x="532367" y="1034884"/>
                </a:cubicBezTo>
                <a:cubicBezTo>
                  <a:pt x="533580" y="1035490"/>
                  <a:pt x="534793" y="1035896"/>
                  <a:pt x="536007" y="1036502"/>
                </a:cubicBezTo>
                <a:cubicBezTo>
                  <a:pt x="540859" y="1025380"/>
                  <a:pt x="545713" y="1014057"/>
                  <a:pt x="551576" y="1000104"/>
                </a:cubicBezTo>
                <a:close/>
                <a:moveTo>
                  <a:pt x="564114" y="482662"/>
                </a:moveTo>
                <a:cubicBezTo>
                  <a:pt x="562698" y="481450"/>
                  <a:pt x="561484" y="480236"/>
                  <a:pt x="560070" y="479226"/>
                </a:cubicBezTo>
                <a:cubicBezTo>
                  <a:pt x="550768" y="488122"/>
                  <a:pt x="541467" y="497019"/>
                  <a:pt x="532165" y="506118"/>
                </a:cubicBezTo>
                <a:cubicBezTo>
                  <a:pt x="533985" y="507938"/>
                  <a:pt x="535603" y="509556"/>
                  <a:pt x="537422" y="511376"/>
                </a:cubicBezTo>
                <a:cubicBezTo>
                  <a:pt x="546319" y="501872"/>
                  <a:pt x="555216" y="492165"/>
                  <a:pt x="564114" y="482662"/>
                </a:cubicBezTo>
                <a:close/>
                <a:moveTo>
                  <a:pt x="614639" y="927058"/>
                </a:moveTo>
                <a:cubicBezTo>
                  <a:pt x="616282" y="923671"/>
                  <a:pt x="613957" y="919628"/>
                  <a:pt x="608801" y="912753"/>
                </a:cubicBezTo>
                <a:cubicBezTo>
                  <a:pt x="604959" y="920638"/>
                  <a:pt x="601319" y="927716"/>
                  <a:pt x="596668" y="937421"/>
                </a:cubicBezTo>
                <a:cubicBezTo>
                  <a:pt x="607385" y="933175"/>
                  <a:pt x="612996" y="930445"/>
                  <a:pt x="614639" y="927058"/>
                </a:cubicBezTo>
                <a:close/>
                <a:moveTo>
                  <a:pt x="628818" y="576081"/>
                </a:moveTo>
                <a:cubicBezTo>
                  <a:pt x="617697" y="581136"/>
                  <a:pt x="604352" y="564555"/>
                  <a:pt x="591208" y="580732"/>
                </a:cubicBezTo>
                <a:cubicBezTo>
                  <a:pt x="597882" y="581946"/>
                  <a:pt x="602330" y="582754"/>
                  <a:pt x="607789" y="583562"/>
                </a:cubicBezTo>
                <a:cubicBezTo>
                  <a:pt x="608599" y="590033"/>
                  <a:pt x="609407" y="595493"/>
                  <a:pt x="610013" y="600751"/>
                </a:cubicBezTo>
                <a:cubicBezTo>
                  <a:pt x="611429" y="600953"/>
                  <a:pt x="612643" y="601155"/>
                  <a:pt x="614059" y="601357"/>
                </a:cubicBezTo>
                <a:cubicBezTo>
                  <a:pt x="618709" y="593269"/>
                  <a:pt x="623562" y="585180"/>
                  <a:pt x="628818" y="576081"/>
                </a:cubicBezTo>
                <a:close/>
                <a:moveTo>
                  <a:pt x="639334" y="882421"/>
                </a:moveTo>
                <a:cubicBezTo>
                  <a:pt x="638727" y="879591"/>
                  <a:pt x="637110" y="876355"/>
                  <a:pt x="637110" y="872917"/>
                </a:cubicBezTo>
                <a:cubicBezTo>
                  <a:pt x="637312" y="859168"/>
                  <a:pt x="633066" y="853304"/>
                  <a:pt x="618709" y="860382"/>
                </a:cubicBezTo>
                <a:cubicBezTo>
                  <a:pt x="615069" y="862202"/>
                  <a:pt x="609205" y="859370"/>
                  <a:pt x="601117" y="858360"/>
                </a:cubicBezTo>
                <a:cubicBezTo>
                  <a:pt x="596668" y="867458"/>
                  <a:pt x="591006" y="878985"/>
                  <a:pt x="585345" y="890308"/>
                </a:cubicBezTo>
                <a:cubicBezTo>
                  <a:pt x="586356" y="891520"/>
                  <a:pt x="587367" y="892734"/>
                  <a:pt x="588378" y="893948"/>
                </a:cubicBezTo>
                <a:cubicBezTo>
                  <a:pt x="595252" y="891924"/>
                  <a:pt x="602128" y="890106"/>
                  <a:pt x="608194" y="888286"/>
                </a:cubicBezTo>
                <a:cubicBezTo>
                  <a:pt x="610419" y="893138"/>
                  <a:pt x="612845" y="897992"/>
                  <a:pt x="614867" y="902440"/>
                </a:cubicBezTo>
                <a:cubicBezTo>
                  <a:pt x="624572" y="894352"/>
                  <a:pt x="632054" y="888286"/>
                  <a:pt x="639334" y="882421"/>
                </a:cubicBezTo>
                <a:close/>
                <a:moveTo>
                  <a:pt x="672698" y="572239"/>
                </a:moveTo>
                <a:cubicBezTo>
                  <a:pt x="671484" y="565769"/>
                  <a:pt x="670474" y="560511"/>
                  <a:pt x="669260" y="554243"/>
                </a:cubicBezTo>
                <a:cubicBezTo>
                  <a:pt x="662385" y="563545"/>
                  <a:pt x="655712" y="572644"/>
                  <a:pt x="649241" y="581540"/>
                </a:cubicBezTo>
                <a:cubicBezTo>
                  <a:pt x="650051" y="582552"/>
                  <a:pt x="650657" y="583360"/>
                  <a:pt x="651467" y="584372"/>
                </a:cubicBezTo>
                <a:cubicBezTo>
                  <a:pt x="658745" y="580328"/>
                  <a:pt x="665822" y="576284"/>
                  <a:pt x="672698" y="572239"/>
                </a:cubicBezTo>
                <a:close/>
                <a:moveTo>
                  <a:pt x="718597" y="632295"/>
                </a:moveTo>
                <a:cubicBezTo>
                  <a:pt x="697770" y="622184"/>
                  <a:pt x="690491" y="627239"/>
                  <a:pt x="690491" y="646044"/>
                </a:cubicBezTo>
                <a:cubicBezTo>
                  <a:pt x="698782" y="642000"/>
                  <a:pt x="706668" y="638158"/>
                  <a:pt x="718597" y="632295"/>
                </a:cubicBezTo>
                <a:close/>
                <a:moveTo>
                  <a:pt x="718801" y="268124"/>
                </a:moveTo>
                <a:cubicBezTo>
                  <a:pt x="710914" y="264888"/>
                  <a:pt x="703028" y="261652"/>
                  <a:pt x="692311" y="257204"/>
                </a:cubicBezTo>
                <a:cubicBezTo>
                  <a:pt x="681797" y="266910"/>
                  <a:pt x="668856" y="279042"/>
                  <a:pt x="653893" y="292792"/>
                </a:cubicBezTo>
                <a:cubicBezTo>
                  <a:pt x="652477" y="292185"/>
                  <a:pt x="648029" y="289961"/>
                  <a:pt x="643377" y="287535"/>
                </a:cubicBezTo>
                <a:cubicBezTo>
                  <a:pt x="645601" y="283087"/>
                  <a:pt x="647219" y="279851"/>
                  <a:pt x="648837" y="276616"/>
                </a:cubicBezTo>
                <a:cubicBezTo>
                  <a:pt x="647219" y="275605"/>
                  <a:pt x="645805" y="274392"/>
                  <a:pt x="644187" y="273380"/>
                </a:cubicBezTo>
                <a:cubicBezTo>
                  <a:pt x="638727" y="282277"/>
                  <a:pt x="627606" y="292388"/>
                  <a:pt x="629022" y="300072"/>
                </a:cubicBezTo>
                <a:cubicBezTo>
                  <a:pt x="630842" y="309576"/>
                  <a:pt x="626190" y="312002"/>
                  <a:pt x="622348" y="316855"/>
                </a:cubicBezTo>
                <a:cubicBezTo>
                  <a:pt x="619720" y="320291"/>
                  <a:pt x="616687" y="323325"/>
                  <a:pt x="614059" y="326359"/>
                </a:cubicBezTo>
                <a:cubicBezTo>
                  <a:pt x="627808" y="317259"/>
                  <a:pt x="634278" y="323931"/>
                  <a:pt x="637110" y="332020"/>
                </a:cubicBezTo>
                <a:cubicBezTo>
                  <a:pt x="649647" y="327167"/>
                  <a:pt x="661374" y="322517"/>
                  <a:pt x="673102" y="318067"/>
                </a:cubicBezTo>
                <a:cubicBezTo>
                  <a:pt x="673506" y="319483"/>
                  <a:pt x="673911" y="320697"/>
                  <a:pt x="674315" y="322111"/>
                </a:cubicBezTo>
                <a:cubicBezTo>
                  <a:pt x="675933" y="313821"/>
                  <a:pt x="677753" y="305734"/>
                  <a:pt x="679168" y="298656"/>
                </a:cubicBezTo>
                <a:cubicBezTo>
                  <a:pt x="686043" y="300476"/>
                  <a:pt x="691503" y="301892"/>
                  <a:pt x="699792" y="303914"/>
                </a:cubicBezTo>
                <a:cubicBezTo>
                  <a:pt x="694333" y="297443"/>
                  <a:pt x="691301" y="294005"/>
                  <a:pt x="686043" y="287939"/>
                </a:cubicBezTo>
                <a:cubicBezTo>
                  <a:pt x="696760" y="288951"/>
                  <a:pt x="702018" y="289355"/>
                  <a:pt x="707477" y="289961"/>
                </a:cubicBezTo>
                <a:cubicBezTo>
                  <a:pt x="707882" y="288343"/>
                  <a:pt x="708286" y="286523"/>
                  <a:pt x="708690" y="284907"/>
                </a:cubicBezTo>
                <a:cubicBezTo>
                  <a:pt x="700602" y="281671"/>
                  <a:pt x="692311" y="278436"/>
                  <a:pt x="680583" y="273785"/>
                </a:cubicBezTo>
                <a:cubicBezTo>
                  <a:pt x="694738" y="273785"/>
                  <a:pt x="706466" y="273785"/>
                  <a:pt x="718193" y="273785"/>
                </a:cubicBezTo>
                <a:cubicBezTo>
                  <a:pt x="718395" y="271966"/>
                  <a:pt x="718597" y="269944"/>
                  <a:pt x="718801" y="268124"/>
                </a:cubicBezTo>
                <a:close/>
                <a:moveTo>
                  <a:pt x="740840" y="762312"/>
                </a:moveTo>
                <a:cubicBezTo>
                  <a:pt x="740638" y="758874"/>
                  <a:pt x="740436" y="754628"/>
                  <a:pt x="740234" y="750382"/>
                </a:cubicBezTo>
                <a:cubicBezTo>
                  <a:pt x="740032" y="744720"/>
                  <a:pt x="741852" y="736835"/>
                  <a:pt x="739020" y="734003"/>
                </a:cubicBezTo>
                <a:cubicBezTo>
                  <a:pt x="734168" y="729555"/>
                  <a:pt x="726485" y="726724"/>
                  <a:pt x="719609" y="725915"/>
                </a:cubicBezTo>
                <a:cubicBezTo>
                  <a:pt x="710308" y="724904"/>
                  <a:pt x="700804" y="726522"/>
                  <a:pt x="689885" y="727128"/>
                </a:cubicBezTo>
                <a:cubicBezTo>
                  <a:pt x="687257" y="734205"/>
                  <a:pt x="683819" y="743507"/>
                  <a:pt x="679370" y="754830"/>
                </a:cubicBezTo>
                <a:cubicBezTo>
                  <a:pt x="687257" y="754426"/>
                  <a:pt x="693727" y="754022"/>
                  <a:pt x="700400" y="753820"/>
                </a:cubicBezTo>
                <a:cubicBezTo>
                  <a:pt x="700602" y="764738"/>
                  <a:pt x="703028" y="771209"/>
                  <a:pt x="714351" y="763525"/>
                </a:cubicBezTo>
                <a:cubicBezTo>
                  <a:pt x="715969" y="771815"/>
                  <a:pt x="717385" y="779904"/>
                  <a:pt x="719205" y="789610"/>
                </a:cubicBezTo>
                <a:cubicBezTo>
                  <a:pt x="727899" y="778893"/>
                  <a:pt x="734370" y="770603"/>
                  <a:pt x="740840" y="762312"/>
                </a:cubicBezTo>
                <a:close/>
                <a:moveTo>
                  <a:pt x="758433" y="527957"/>
                </a:moveTo>
                <a:cubicBezTo>
                  <a:pt x="736190" y="533213"/>
                  <a:pt x="736190" y="533213"/>
                  <a:pt x="733157" y="555861"/>
                </a:cubicBezTo>
                <a:cubicBezTo>
                  <a:pt x="750344" y="553839"/>
                  <a:pt x="755601" y="541100"/>
                  <a:pt x="758433" y="527957"/>
                </a:cubicBezTo>
                <a:close/>
                <a:moveTo>
                  <a:pt x="765712" y="712570"/>
                </a:moveTo>
                <a:cubicBezTo>
                  <a:pt x="762477" y="708323"/>
                  <a:pt x="759241" y="702055"/>
                  <a:pt x="753983" y="698011"/>
                </a:cubicBezTo>
                <a:cubicBezTo>
                  <a:pt x="751557" y="695989"/>
                  <a:pt x="745289" y="697809"/>
                  <a:pt x="741246" y="699223"/>
                </a:cubicBezTo>
                <a:cubicBezTo>
                  <a:pt x="739628" y="699831"/>
                  <a:pt x="738212" y="705897"/>
                  <a:pt x="739020" y="706503"/>
                </a:cubicBezTo>
                <a:cubicBezTo>
                  <a:pt x="742054" y="708930"/>
                  <a:pt x="745896" y="710749"/>
                  <a:pt x="749737" y="711558"/>
                </a:cubicBezTo>
                <a:cubicBezTo>
                  <a:pt x="754187" y="712367"/>
                  <a:pt x="759039" y="712165"/>
                  <a:pt x="765712" y="712570"/>
                </a:cubicBezTo>
                <a:close/>
                <a:moveTo>
                  <a:pt x="776428" y="601559"/>
                </a:moveTo>
                <a:cubicBezTo>
                  <a:pt x="765105" y="601155"/>
                  <a:pt x="757017" y="600751"/>
                  <a:pt x="750344" y="600547"/>
                </a:cubicBezTo>
                <a:cubicBezTo>
                  <a:pt x="749131" y="604592"/>
                  <a:pt x="747716" y="609242"/>
                  <a:pt x="746502" y="613692"/>
                </a:cubicBezTo>
                <a:cubicBezTo>
                  <a:pt x="743065" y="610456"/>
                  <a:pt x="739426" y="607221"/>
                  <a:pt x="735988" y="603783"/>
                </a:cubicBezTo>
                <a:cubicBezTo>
                  <a:pt x="731134" y="598931"/>
                  <a:pt x="726485" y="594481"/>
                  <a:pt x="721025" y="602975"/>
                </a:cubicBezTo>
                <a:cubicBezTo>
                  <a:pt x="718395" y="607018"/>
                  <a:pt x="716373" y="611264"/>
                  <a:pt x="711723" y="619556"/>
                </a:cubicBezTo>
                <a:cubicBezTo>
                  <a:pt x="720621" y="620162"/>
                  <a:pt x="727091" y="619758"/>
                  <a:pt x="733157" y="621376"/>
                </a:cubicBezTo>
                <a:cubicBezTo>
                  <a:pt x="739628" y="622993"/>
                  <a:pt x="745694" y="626632"/>
                  <a:pt x="753175" y="629665"/>
                </a:cubicBezTo>
                <a:cubicBezTo>
                  <a:pt x="759443" y="621982"/>
                  <a:pt x="767127" y="612882"/>
                  <a:pt x="776428" y="601559"/>
                </a:cubicBezTo>
                <a:close/>
                <a:moveTo>
                  <a:pt x="791323" y="271845"/>
                </a:moveTo>
                <a:cubicBezTo>
                  <a:pt x="792694" y="268705"/>
                  <a:pt x="792201" y="264282"/>
                  <a:pt x="788359" y="257609"/>
                </a:cubicBezTo>
                <a:cubicBezTo>
                  <a:pt x="775216" y="264281"/>
                  <a:pt x="762073" y="270146"/>
                  <a:pt x="749940" y="277425"/>
                </a:cubicBezTo>
                <a:cubicBezTo>
                  <a:pt x="739628" y="283693"/>
                  <a:pt x="738818" y="293803"/>
                  <a:pt x="745289" y="299262"/>
                </a:cubicBezTo>
                <a:cubicBezTo>
                  <a:pt x="753983" y="296432"/>
                  <a:pt x="761263" y="294005"/>
                  <a:pt x="768745" y="291579"/>
                </a:cubicBezTo>
                <a:cubicBezTo>
                  <a:pt x="766319" y="279143"/>
                  <a:pt x="787209" y="281266"/>
                  <a:pt x="791323" y="271845"/>
                </a:cubicBezTo>
                <a:close/>
                <a:moveTo>
                  <a:pt x="793819" y="540088"/>
                </a:moveTo>
                <a:cubicBezTo>
                  <a:pt x="780473" y="533821"/>
                  <a:pt x="774204" y="540898"/>
                  <a:pt x="767127" y="549996"/>
                </a:cubicBezTo>
                <a:cubicBezTo>
                  <a:pt x="781282" y="558691"/>
                  <a:pt x="787347" y="551210"/>
                  <a:pt x="793819" y="540088"/>
                </a:cubicBezTo>
                <a:close/>
                <a:moveTo>
                  <a:pt x="798873" y="637147"/>
                </a:moveTo>
                <a:cubicBezTo>
                  <a:pt x="783506" y="637147"/>
                  <a:pt x="773396" y="637147"/>
                  <a:pt x="763285" y="637147"/>
                </a:cubicBezTo>
                <a:cubicBezTo>
                  <a:pt x="764297" y="646852"/>
                  <a:pt x="782293" y="662827"/>
                  <a:pt x="789369" y="658176"/>
                </a:cubicBezTo>
                <a:cubicBezTo>
                  <a:pt x="794425" y="655144"/>
                  <a:pt x="795437" y="645640"/>
                  <a:pt x="798873" y="637147"/>
                </a:cubicBezTo>
                <a:close/>
                <a:moveTo>
                  <a:pt x="800087" y="576688"/>
                </a:moveTo>
                <a:cubicBezTo>
                  <a:pt x="788965" y="577698"/>
                  <a:pt x="778451" y="570217"/>
                  <a:pt x="771374" y="586192"/>
                </a:cubicBezTo>
                <a:cubicBezTo>
                  <a:pt x="781282" y="579922"/>
                  <a:pt x="786337" y="582350"/>
                  <a:pt x="787145" y="595089"/>
                </a:cubicBezTo>
                <a:cubicBezTo>
                  <a:pt x="792807" y="587000"/>
                  <a:pt x="795639" y="582956"/>
                  <a:pt x="800087" y="576688"/>
                </a:cubicBezTo>
                <a:close/>
                <a:moveTo>
                  <a:pt x="858119" y="311193"/>
                </a:moveTo>
                <a:cubicBezTo>
                  <a:pt x="857715" y="310182"/>
                  <a:pt x="857311" y="308968"/>
                  <a:pt x="856906" y="307958"/>
                </a:cubicBezTo>
                <a:cubicBezTo>
                  <a:pt x="847200" y="312002"/>
                  <a:pt x="837494" y="315843"/>
                  <a:pt x="825969" y="320697"/>
                </a:cubicBezTo>
                <a:cubicBezTo>
                  <a:pt x="824755" y="315237"/>
                  <a:pt x="823341" y="308160"/>
                  <a:pt x="821723" y="301082"/>
                </a:cubicBezTo>
                <a:cubicBezTo>
                  <a:pt x="813230" y="316450"/>
                  <a:pt x="819701" y="325751"/>
                  <a:pt x="832844" y="331009"/>
                </a:cubicBezTo>
                <a:cubicBezTo>
                  <a:pt x="841538" y="324135"/>
                  <a:pt x="849830" y="317663"/>
                  <a:pt x="858119" y="311193"/>
                </a:cubicBezTo>
                <a:close/>
                <a:moveTo>
                  <a:pt x="880160" y="370844"/>
                </a:moveTo>
                <a:cubicBezTo>
                  <a:pt x="878138" y="369024"/>
                  <a:pt x="876116" y="366192"/>
                  <a:pt x="873892" y="365788"/>
                </a:cubicBezTo>
                <a:cubicBezTo>
                  <a:pt x="856704" y="361946"/>
                  <a:pt x="846998" y="374888"/>
                  <a:pt x="846998" y="400770"/>
                </a:cubicBezTo>
                <a:cubicBezTo>
                  <a:pt x="848414" y="401578"/>
                  <a:pt x="849628" y="402185"/>
                  <a:pt x="851042" y="402994"/>
                </a:cubicBezTo>
                <a:cubicBezTo>
                  <a:pt x="854480" y="397534"/>
                  <a:pt x="859333" y="392479"/>
                  <a:pt x="860951" y="386615"/>
                </a:cubicBezTo>
                <a:cubicBezTo>
                  <a:pt x="862973" y="379538"/>
                  <a:pt x="862973" y="372460"/>
                  <a:pt x="873689" y="375898"/>
                </a:cubicBezTo>
                <a:cubicBezTo>
                  <a:pt x="875105" y="376302"/>
                  <a:pt x="877936" y="372664"/>
                  <a:pt x="880160" y="370844"/>
                </a:cubicBezTo>
                <a:close/>
                <a:moveTo>
                  <a:pt x="888855" y="452736"/>
                </a:moveTo>
                <a:cubicBezTo>
                  <a:pt x="880160" y="446266"/>
                  <a:pt x="872476" y="440806"/>
                  <a:pt x="862973" y="433729"/>
                </a:cubicBezTo>
                <a:cubicBezTo>
                  <a:pt x="861557" y="434740"/>
                  <a:pt x="856704" y="438582"/>
                  <a:pt x="848616" y="444850"/>
                </a:cubicBezTo>
                <a:cubicBezTo>
                  <a:pt x="860546" y="447884"/>
                  <a:pt x="868230" y="449906"/>
                  <a:pt x="876116" y="452130"/>
                </a:cubicBezTo>
                <a:cubicBezTo>
                  <a:pt x="871667" y="455971"/>
                  <a:pt x="867421" y="459813"/>
                  <a:pt x="863175" y="463655"/>
                </a:cubicBezTo>
                <a:cubicBezTo>
                  <a:pt x="864185" y="464869"/>
                  <a:pt x="864995" y="466284"/>
                  <a:pt x="866005" y="467497"/>
                </a:cubicBezTo>
                <a:cubicBezTo>
                  <a:pt x="873689" y="462645"/>
                  <a:pt x="881374" y="457589"/>
                  <a:pt x="888855" y="452736"/>
                </a:cubicBezTo>
                <a:close/>
                <a:moveTo>
                  <a:pt x="953762" y="353251"/>
                </a:moveTo>
                <a:cubicBezTo>
                  <a:pt x="941428" y="350016"/>
                  <a:pt x="929903" y="344152"/>
                  <a:pt x="918782" y="344556"/>
                </a:cubicBezTo>
                <a:cubicBezTo>
                  <a:pt x="907255" y="345163"/>
                  <a:pt x="895932" y="351835"/>
                  <a:pt x="883800" y="356285"/>
                </a:cubicBezTo>
                <a:cubicBezTo>
                  <a:pt x="888855" y="359519"/>
                  <a:pt x="892899" y="362351"/>
                  <a:pt x="893909" y="362957"/>
                </a:cubicBezTo>
                <a:cubicBezTo>
                  <a:pt x="909075" y="357903"/>
                  <a:pt x="921612" y="353655"/>
                  <a:pt x="933947" y="349409"/>
                </a:cubicBezTo>
                <a:cubicBezTo>
                  <a:pt x="935159" y="351431"/>
                  <a:pt x="936373" y="353453"/>
                  <a:pt x="937789" y="355475"/>
                </a:cubicBezTo>
                <a:cubicBezTo>
                  <a:pt x="931925" y="361744"/>
                  <a:pt x="926263" y="368012"/>
                  <a:pt x="920398" y="374280"/>
                </a:cubicBezTo>
                <a:cubicBezTo>
                  <a:pt x="921208" y="375292"/>
                  <a:pt x="922016" y="376302"/>
                  <a:pt x="922624" y="377314"/>
                </a:cubicBezTo>
                <a:cubicBezTo>
                  <a:pt x="932935" y="369226"/>
                  <a:pt x="943046" y="361542"/>
                  <a:pt x="953762" y="353251"/>
                </a:cubicBezTo>
                <a:close/>
                <a:moveTo>
                  <a:pt x="953964" y="465677"/>
                </a:moveTo>
                <a:cubicBezTo>
                  <a:pt x="946079" y="461633"/>
                  <a:pt x="938395" y="457387"/>
                  <a:pt x="929094" y="452534"/>
                </a:cubicBezTo>
                <a:cubicBezTo>
                  <a:pt x="928285" y="456578"/>
                  <a:pt x="927678" y="460217"/>
                  <a:pt x="926869" y="464465"/>
                </a:cubicBezTo>
                <a:cubicBezTo>
                  <a:pt x="922422" y="464465"/>
                  <a:pt x="917568" y="464465"/>
                  <a:pt x="912715" y="464465"/>
                </a:cubicBezTo>
                <a:cubicBezTo>
                  <a:pt x="923432" y="474776"/>
                  <a:pt x="943451" y="473968"/>
                  <a:pt x="953964" y="465677"/>
                </a:cubicBezTo>
                <a:close/>
                <a:moveTo>
                  <a:pt x="991778" y="435751"/>
                </a:moveTo>
                <a:cubicBezTo>
                  <a:pt x="990564" y="434336"/>
                  <a:pt x="989350" y="432920"/>
                  <a:pt x="988340" y="431505"/>
                </a:cubicBezTo>
                <a:cubicBezTo>
                  <a:pt x="979645" y="438986"/>
                  <a:pt x="970747" y="446468"/>
                  <a:pt x="962053" y="453949"/>
                </a:cubicBezTo>
                <a:cubicBezTo>
                  <a:pt x="963064" y="455163"/>
                  <a:pt x="964075" y="456375"/>
                  <a:pt x="965086" y="457387"/>
                </a:cubicBezTo>
                <a:cubicBezTo>
                  <a:pt x="971355" y="457791"/>
                  <a:pt x="977623" y="457993"/>
                  <a:pt x="982880" y="458195"/>
                </a:cubicBezTo>
                <a:cubicBezTo>
                  <a:pt x="985914" y="450108"/>
                  <a:pt x="988946" y="443030"/>
                  <a:pt x="991778" y="435751"/>
                </a:cubicBezTo>
                <a:close/>
                <a:moveTo>
                  <a:pt x="993396" y="184815"/>
                </a:moveTo>
                <a:cubicBezTo>
                  <a:pt x="960234" y="184613"/>
                  <a:pt x="951336" y="207462"/>
                  <a:pt x="939609" y="226469"/>
                </a:cubicBezTo>
                <a:cubicBezTo>
                  <a:pt x="938193" y="228896"/>
                  <a:pt x="938597" y="233344"/>
                  <a:pt x="939609" y="236174"/>
                </a:cubicBezTo>
                <a:cubicBezTo>
                  <a:pt x="940215" y="237590"/>
                  <a:pt x="944057" y="238602"/>
                  <a:pt x="946483" y="238400"/>
                </a:cubicBezTo>
                <a:cubicBezTo>
                  <a:pt x="947898" y="238197"/>
                  <a:pt x="949920" y="235366"/>
                  <a:pt x="949920" y="233748"/>
                </a:cubicBezTo>
                <a:cubicBezTo>
                  <a:pt x="950730" y="219189"/>
                  <a:pt x="950528" y="219189"/>
                  <a:pt x="967108" y="216157"/>
                </a:cubicBezTo>
                <a:cubicBezTo>
                  <a:pt x="967108" y="219391"/>
                  <a:pt x="967108" y="222627"/>
                  <a:pt x="967108" y="227682"/>
                </a:cubicBezTo>
                <a:cubicBezTo>
                  <a:pt x="977421" y="221211"/>
                  <a:pt x="987328" y="217167"/>
                  <a:pt x="979443" y="206855"/>
                </a:cubicBezTo>
                <a:cubicBezTo>
                  <a:pt x="984498" y="198970"/>
                  <a:pt x="988542" y="192701"/>
                  <a:pt x="993396" y="184815"/>
                </a:cubicBezTo>
                <a:close/>
                <a:moveTo>
                  <a:pt x="1016042" y="147811"/>
                </a:moveTo>
                <a:cubicBezTo>
                  <a:pt x="1014020" y="142959"/>
                  <a:pt x="1010583" y="138712"/>
                  <a:pt x="1008155" y="134062"/>
                </a:cubicBezTo>
                <a:cubicBezTo>
                  <a:pt x="1003101" y="124356"/>
                  <a:pt x="997641" y="122940"/>
                  <a:pt x="989958" y="131838"/>
                </a:cubicBezTo>
                <a:cubicBezTo>
                  <a:pt x="984902" y="137499"/>
                  <a:pt x="979241" y="142756"/>
                  <a:pt x="973579" y="147811"/>
                </a:cubicBezTo>
                <a:cubicBezTo>
                  <a:pt x="972973" y="148417"/>
                  <a:pt x="970951" y="147609"/>
                  <a:pt x="969333" y="147407"/>
                </a:cubicBezTo>
                <a:cubicBezTo>
                  <a:pt x="971557" y="143363"/>
                  <a:pt x="973579" y="139925"/>
                  <a:pt x="976612" y="134668"/>
                </a:cubicBezTo>
                <a:cubicBezTo>
                  <a:pt x="965288" y="136084"/>
                  <a:pt x="955987" y="137296"/>
                  <a:pt x="945068" y="138712"/>
                </a:cubicBezTo>
                <a:cubicBezTo>
                  <a:pt x="937991" y="144373"/>
                  <a:pt x="929094" y="151855"/>
                  <a:pt x="918376" y="160550"/>
                </a:cubicBezTo>
                <a:cubicBezTo>
                  <a:pt x="924848" y="162774"/>
                  <a:pt x="929094" y="164392"/>
                  <a:pt x="933947" y="166010"/>
                </a:cubicBezTo>
                <a:cubicBezTo>
                  <a:pt x="929700" y="168840"/>
                  <a:pt x="925858" y="171672"/>
                  <a:pt x="921814" y="174300"/>
                </a:cubicBezTo>
                <a:cubicBezTo>
                  <a:pt x="922016" y="175513"/>
                  <a:pt x="922422" y="176525"/>
                  <a:pt x="922624" y="177737"/>
                </a:cubicBezTo>
                <a:cubicBezTo>
                  <a:pt x="935969" y="178749"/>
                  <a:pt x="949314" y="179557"/>
                  <a:pt x="963469" y="180569"/>
                </a:cubicBezTo>
                <a:cubicBezTo>
                  <a:pt x="963671" y="173491"/>
                  <a:pt x="963671" y="169448"/>
                  <a:pt x="963671" y="163786"/>
                </a:cubicBezTo>
                <a:cubicBezTo>
                  <a:pt x="972567" y="164190"/>
                  <a:pt x="981060" y="166010"/>
                  <a:pt x="988744" y="164392"/>
                </a:cubicBezTo>
                <a:cubicBezTo>
                  <a:pt x="996630" y="162774"/>
                  <a:pt x="1003909" y="157922"/>
                  <a:pt x="1011189" y="153877"/>
                </a:cubicBezTo>
                <a:cubicBezTo>
                  <a:pt x="1013413" y="152665"/>
                  <a:pt x="1016648" y="149025"/>
                  <a:pt x="1016042" y="147811"/>
                </a:cubicBezTo>
                <a:close/>
                <a:moveTo>
                  <a:pt x="1026228" y="180821"/>
                </a:moveTo>
                <a:cubicBezTo>
                  <a:pt x="1026203" y="176423"/>
                  <a:pt x="1023726" y="171368"/>
                  <a:pt x="1021704" y="166414"/>
                </a:cubicBezTo>
                <a:cubicBezTo>
                  <a:pt x="1013009" y="167830"/>
                  <a:pt x="1004719" y="169246"/>
                  <a:pt x="993800" y="171065"/>
                </a:cubicBezTo>
                <a:cubicBezTo>
                  <a:pt x="1000270" y="180973"/>
                  <a:pt x="999057" y="196340"/>
                  <a:pt x="1016042" y="191285"/>
                </a:cubicBezTo>
                <a:cubicBezTo>
                  <a:pt x="1023827" y="188960"/>
                  <a:pt x="1026253" y="185219"/>
                  <a:pt x="1026228" y="180821"/>
                </a:cubicBezTo>
                <a:close/>
                <a:moveTo>
                  <a:pt x="1033229" y="303914"/>
                </a:moveTo>
                <a:cubicBezTo>
                  <a:pt x="1032218" y="302094"/>
                  <a:pt x="1031005" y="300476"/>
                  <a:pt x="1029994" y="298656"/>
                </a:cubicBezTo>
                <a:cubicBezTo>
                  <a:pt x="1009571" y="311193"/>
                  <a:pt x="988946" y="323931"/>
                  <a:pt x="966703" y="337682"/>
                </a:cubicBezTo>
                <a:cubicBezTo>
                  <a:pt x="971961" y="340714"/>
                  <a:pt x="974793" y="342332"/>
                  <a:pt x="978634" y="344556"/>
                </a:cubicBezTo>
                <a:cubicBezTo>
                  <a:pt x="970747" y="351431"/>
                  <a:pt x="963671" y="357699"/>
                  <a:pt x="956594" y="363968"/>
                </a:cubicBezTo>
                <a:cubicBezTo>
                  <a:pt x="957402" y="365586"/>
                  <a:pt x="958010" y="367001"/>
                  <a:pt x="958818" y="368618"/>
                </a:cubicBezTo>
                <a:cubicBezTo>
                  <a:pt x="963064" y="367001"/>
                  <a:pt x="968321" y="366394"/>
                  <a:pt x="971557" y="363564"/>
                </a:cubicBezTo>
                <a:cubicBezTo>
                  <a:pt x="981667" y="354465"/>
                  <a:pt x="991372" y="345366"/>
                  <a:pt x="1006741" y="349207"/>
                </a:cubicBezTo>
                <a:cubicBezTo>
                  <a:pt x="1005931" y="353251"/>
                  <a:pt x="1005325" y="356487"/>
                  <a:pt x="1004719" y="359722"/>
                </a:cubicBezTo>
                <a:cubicBezTo>
                  <a:pt x="1007549" y="358105"/>
                  <a:pt x="1010583" y="356689"/>
                  <a:pt x="1013413" y="355071"/>
                </a:cubicBezTo>
                <a:cubicBezTo>
                  <a:pt x="1017457" y="352847"/>
                  <a:pt x="1021502" y="350421"/>
                  <a:pt x="1025546" y="348196"/>
                </a:cubicBezTo>
                <a:cubicBezTo>
                  <a:pt x="1025546" y="347185"/>
                  <a:pt x="1025748" y="346376"/>
                  <a:pt x="1025748" y="345366"/>
                </a:cubicBezTo>
                <a:cubicBezTo>
                  <a:pt x="1019884" y="345366"/>
                  <a:pt x="1014222" y="345366"/>
                  <a:pt x="1005931" y="345366"/>
                </a:cubicBezTo>
                <a:cubicBezTo>
                  <a:pt x="1011795" y="338288"/>
                  <a:pt x="1016446" y="332626"/>
                  <a:pt x="1022512" y="325549"/>
                </a:cubicBezTo>
                <a:cubicBezTo>
                  <a:pt x="1008155" y="331009"/>
                  <a:pt x="996630" y="335660"/>
                  <a:pt x="985306" y="340108"/>
                </a:cubicBezTo>
                <a:cubicBezTo>
                  <a:pt x="984498" y="338288"/>
                  <a:pt x="983486" y="336468"/>
                  <a:pt x="982678" y="334648"/>
                </a:cubicBezTo>
                <a:cubicBezTo>
                  <a:pt x="999461" y="324337"/>
                  <a:pt x="1016446" y="314024"/>
                  <a:pt x="1033229" y="303914"/>
                </a:cubicBezTo>
                <a:close/>
                <a:moveTo>
                  <a:pt x="1034847" y="138106"/>
                </a:moveTo>
                <a:cubicBezTo>
                  <a:pt x="1034240" y="132242"/>
                  <a:pt x="1033836" y="126176"/>
                  <a:pt x="1033229" y="120311"/>
                </a:cubicBezTo>
                <a:cubicBezTo>
                  <a:pt x="1029388" y="121727"/>
                  <a:pt x="1022108" y="123546"/>
                  <a:pt x="1022108" y="124558"/>
                </a:cubicBezTo>
                <a:cubicBezTo>
                  <a:pt x="1022916" y="129612"/>
                  <a:pt x="1025344" y="134668"/>
                  <a:pt x="1026960" y="139723"/>
                </a:cubicBezTo>
                <a:cubicBezTo>
                  <a:pt x="1029590" y="139116"/>
                  <a:pt x="1032218" y="138712"/>
                  <a:pt x="1034847" y="138106"/>
                </a:cubicBezTo>
                <a:close/>
                <a:moveTo>
                  <a:pt x="1204498" y="283491"/>
                </a:moveTo>
                <a:cubicBezTo>
                  <a:pt x="1200655" y="281469"/>
                  <a:pt x="1198229" y="283289"/>
                  <a:pt x="1195802" y="284501"/>
                </a:cubicBezTo>
                <a:cubicBezTo>
                  <a:pt x="1187309" y="288545"/>
                  <a:pt x="1176188" y="290365"/>
                  <a:pt x="1171134" y="297038"/>
                </a:cubicBezTo>
                <a:cubicBezTo>
                  <a:pt x="1165067" y="304924"/>
                  <a:pt x="1154351" y="294208"/>
                  <a:pt x="1149699" y="306138"/>
                </a:cubicBezTo>
                <a:cubicBezTo>
                  <a:pt x="1147475" y="312204"/>
                  <a:pt x="1136556" y="315237"/>
                  <a:pt x="1129478" y="319685"/>
                </a:cubicBezTo>
                <a:cubicBezTo>
                  <a:pt x="1127659" y="318877"/>
                  <a:pt x="1124424" y="316855"/>
                  <a:pt x="1124222" y="317259"/>
                </a:cubicBezTo>
                <a:cubicBezTo>
                  <a:pt x="1116133" y="328785"/>
                  <a:pt x="1110471" y="322111"/>
                  <a:pt x="1103394" y="314630"/>
                </a:cubicBezTo>
                <a:cubicBezTo>
                  <a:pt x="1109461" y="309980"/>
                  <a:pt x="1114515" y="306138"/>
                  <a:pt x="1119773" y="302094"/>
                </a:cubicBezTo>
                <a:cubicBezTo>
                  <a:pt x="1114921" y="301690"/>
                  <a:pt x="1110471" y="302902"/>
                  <a:pt x="1106225" y="304116"/>
                </a:cubicBezTo>
                <a:cubicBezTo>
                  <a:pt x="1091666" y="308362"/>
                  <a:pt x="1080545" y="314630"/>
                  <a:pt x="1077309" y="332020"/>
                </a:cubicBezTo>
                <a:cubicBezTo>
                  <a:pt x="1075693" y="341120"/>
                  <a:pt x="1074681" y="357295"/>
                  <a:pt x="1055674" y="351633"/>
                </a:cubicBezTo>
                <a:cubicBezTo>
                  <a:pt x="1051630" y="350421"/>
                  <a:pt x="1045563" y="356285"/>
                  <a:pt x="1040509" y="359317"/>
                </a:cubicBezTo>
                <a:cubicBezTo>
                  <a:pt x="1034038" y="362957"/>
                  <a:pt x="1028174" y="367608"/>
                  <a:pt x="1021502" y="370640"/>
                </a:cubicBezTo>
                <a:cubicBezTo>
                  <a:pt x="1009369" y="376506"/>
                  <a:pt x="1002899" y="385807"/>
                  <a:pt x="999259" y="399758"/>
                </a:cubicBezTo>
                <a:cubicBezTo>
                  <a:pt x="1007145" y="397332"/>
                  <a:pt x="1012605" y="395917"/>
                  <a:pt x="1017862" y="393895"/>
                </a:cubicBezTo>
                <a:cubicBezTo>
                  <a:pt x="1023928" y="391469"/>
                  <a:pt x="1030196" y="389041"/>
                  <a:pt x="1035454" y="385604"/>
                </a:cubicBezTo>
                <a:cubicBezTo>
                  <a:pt x="1049203" y="376506"/>
                  <a:pt x="1062550" y="366597"/>
                  <a:pt x="1076299" y="357699"/>
                </a:cubicBezTo>
                <a:cubicBezTo>
                  <a:pt x="1095104" y="345366"/>
                  <a:pt x="1119167" y="341524"/>
                  <a:pt x="1130288" y="319281"/>
                </a:cubicBezTo>
                <a:cubicBezTo>
                  <a:pt x="1133522" y="320495"/>
                  <a:pt x="1137568" y="323325"/>
                  <a:pt x="1139994" y="322315"/>
                </a:cubicBezTo>
                <a:cubicBezTo>
                  <a:pt x="1157990" y="316045"/>
                  <a:pt x="1175582" y="309171"/>
                  <a:pt x="1193173" y="302498"/>
                </a:cubicBezTo>
                <a:cubicBezTo>
                  <a:pt x="1194589" y="301892"/>
                  <a:pt x="1195600" y="301082"/>
                  <a:pt x="1196408" y="300476"/>
                </a:cubicBezTo>
                <a:cubicBezTo>
                  <a:pt x="1194185" y="296230"/>
                  <a:pt x="1192365" y="292590"/>
                  <a:pt x="1190343" y="288343"/>
                </a:cubicBezTo>
                <a:cubicBezTo>
                  <a:pt x="1196206" y="286321"/>
                  <a:pt x="1200453" y="284907"/>
                  <a:pt x="1204498" y="283491"/>
                </a:cubicBezTo>
                <a:close/>
                <a:moveTo>
                  <a:pt x="1261317" y="255587"/>
                </a:moveTo>
                <a:cubicBezTo>
                  <a:pt x="1254037" y="248307"/>
                  <a:pt x="1236244" y="247093"/>
                  <a:pt x="1230177" y="254980"/>
                </a:cubicBezTo>
                <a:cubicBezTo>
                  <a:pt x="1226133" y="260237"/>
                  <a:pt x="1223909" y="266910"/>
                  <a:pt x="1220875" y="272774"/>
                </a:cubicBezTo>
                <a:cubicBezTo>
                  <a:pt x="1218045" y="278031"/>
                  <a:pt x="1214809" y="283289"/>
                  <a:pt x="1211776" y="288545"/>
                </a:cubicBezTo>
                <a:cubicBezTo>
                  <a:pt x="1213596" y="289759"/>
                  <a:pt x="1215416" y="290973"/>
                  <a:pt x="1217033" y="292388"/>
                </a:cubicBezTo>
                <a:cubicBezTo>
                  <a:pt x="1230784" y="287535"/>
                  <a:pt x="1244332" y="282479"/>
                  <a:pt x="1256261" y="278233"/>
                </a:cubicBezTo>
                <a:cubicBezTo>
                  <a:pt x="1258081" y="270348"/>
                  <a:pt x="1259497" y="263270"/>
                  <a:pt x="1261317" y="255587"/>
                </a:cubicBezTo>
                <a:close/>
                <a:moveTo>
                  <a:pt x="1316316" y="281064"/>
                </a:moveTo>
                <a:cubicBezTo>
                  <a:pt x="1312676" y="279447"/>
                  <a:pt x="1310654" y="277829"/>
                  <a:pt x="1308834" y="278233"/>
                </a:cubicBezTo>
                <a:cubicBezTo>
                  <a:pt x="1274864" y="284299"/>
                  <a:pt x="1240288" y="288141"/>
                  <a:pt x="1210361" y="308160"/>
                </a:cubicBezTo>
                <a:cubicBezTo>
                  <a:pt x="1202272" y="313417"/>
                  <a:pt x="1192567" y="316045"/>
                  <a:pt x="1183669" y="320089"/>
                </a:cubicBezTo>
                <a:cubicBezTo>
                  <a:pt x="1171942" y="325954"/>
                  <a:pt x="1160820" y="334446"/>
                  <a:pt x="1148487" y="337074"/>
                </a:cubicBezTo>
                <a:cubicBezTo>
                  <a:pt x="1120177" y="343142"/>
                  <a:pt x="1098744" y="359925"/>
                  <a:pt x="1078321" y="378325"/>
                </a:cubicBezTo>
                <a:cubicBezTo>
                  <a:pt x="1071244" y="384593"/>
                  <a:pt x="1067200" y="393289"/>
                  <a:pt x="1055472" y="392075"/>
                </a:cubicBezTo>
                <a:cubicBezTo>
                  <a:pt x="1053045" y="391873"/>
                  <a:pt x="1050013" y="397737"/>
                  <a:pt x="1047181" y="400972"/>
                </a:cubicBezTo>
                <a:cubicBezTo>
                  <a:pt x="1047586" y="402994"/>
                  <a:pt x="1047788" y="405016"/>
                  <a:pt x="1048193" y="407038"/>
                </a:cubicBezTo>
                <a:cubicBezTo>
                  <a:pt x="1065582" y="387423"/>
                  <a:pt x="1068817" y="410072"/>
                  <a:pt x="1077917" y="409262"/>
                </a:cubicBezTo>
                <a:cubicBezTo>
                  <a:pt x="1085399" y="406836"/>
                  <a:pt x="1092880" y="404612"/>
                  <a:pt x="1102384" y="401578"/>
                </a:cubicBezTo>
                <a:cubicBezTo>
                  <a:pt x="1103192" y="396928"/>
                  <a:pt x="1104203" y="389041"/>
                  <a:pt x="1105417" y="381358"/>
                </a:cubicBezTo>
                <a:cubicBezTo>
                  <a:pt x="1109663" y="379942"/>
                  <a:pt x="1115729" y="379942"/>
                  <a:pt x="1118561" y="376910"/>
                </a:cubicBezTo>
                <a:cubicBezTo>
                  <a:pt x="1128468" y="366799"/>
                  <a:pt x="1134534" y="369630"/>
                  <a:pt x="1140196" y="384795"/>
                </a:cubicBezTo>
                <a:cubicBezTo>
                  <a:pt x="1143835" y="375696"/>
                  <a:pt x="1146261" y="369630"/>
                  <a:pt x="1148283" y="364575"/>
                </a:cubicBezTo>
                <a:cubicBezTo>
                  <a:pt x="1142825" y="361542"/>
                  <a:pt x="1138174" y="359115"/>
                  <a:pt x="1133522" y="356689"/>
                </a:cubicBezTo>
                <a:cubicBezTo>
                  <a:pt x="1133522" y="355071"/>
                  <a:pt x="1133522" y="353453"/>
                  <a:pt x="1133522" y="351633"/>
                </a:cubicBezTo>
                <a:cubicBezTo>
                  <a:pt x="1148891" y="345568"/>
                  <a:pt x="1164258" y="339704"/>
                  <a:pt x="1179626" y="333638"/>
                </a:cubicBezTo>
                <a:cubicBezTo>
                  <a:pt x="1180839" y="335052"/>
                  <a:pt x="1182052" y="336468"/>
                  <a:pt x="1183265" y="338086"/>
                </a:cubicBezTo>
                <a:cubicBezTo>
                  <a:pt x="1183669" y="332020"/>
                  <a:pt x="1183669" y="326156"/>
                  <a:pt x="1183669" y="320089"/>
                </a:cubicBezTo>
                <a:cubicBezTo>
                  <a:pt x="1185489" y="324337"/>
                  <a:pt x="1186501" y="329189"/>
                  <a:pt x="1189129" y="332828"/>
                </a:cubicBezTo>
                <a:cubicBezTo>
                  <a:pt x="1191354" y="335862"/>
                  <a:pt x="1195802" y="339098"/>
                  <a:pt x="1198836" y="338692"/>
                </a:cubicBezTo>
                <a:cubicBezTo>
                  <a:pt x="1202678" y="338288"/>
                  <a:pt x="1208541" y="335052"/>
                  <a:pt x="1209350" y="331818"/>
                </a:cubicBezTo>
                <a:cubicBezTo>
                  <a:pt x="1212788" y="317663"/>
                  <a:pt x="1225931" y="320089"/>
                  <a:pt x="1234828" y="317259"/>
                </a:cubicBezTo>
                <a:cubicBezTo>
                  <a:pt x="1240894" y="315439"/>
                  <a:pt x="1248780" y="319483"/>
                  <a:pt x="1254037" y="320697"/>
                </a:cubicBezTo>
                <a:cubicBezTo>
                  <a:pt x="1264956" y="288951"/>
                  <a:pt x="1294073" y="292185"/>
                  <a:pt x="1316316" y="281064"/>
                </a:cubicBezTo>
                <a:close/>
                <a:moveTo>
                  <a:pt x="1565838" y="264484"/>
                </a:moveTo>
                <a:cubicBezTo>
                  <a:pt x="1551885" y="274998"/>
                  <a:pt x="1540157" y="284299"/>
                  <a:pt x="1520544" y="283289"/>
                </a:cubicBezTo>
                <a:cubicBezTo>
                  <a:pt x="1495470" y="281873"/>
                  <a:pt x="1469791" y="289153"/>
                  <a:pt x="1444515" y="292792"/>
                </a:cubicBezTo>
                <a:cubicBezTo>
                  <a:pt x="1442897" y="292995"/>
                  <a:pt x="1441077" y="293399"/>
                  <a:pt x="1440067" y="294410"/>
                </a:cubicBezTo>
                <a:cubicBezTo>
                  <a:pt x="1422676" y="314428"/>
                  <a:pt x="1404883" y="299464"/>
                  <a:pt x="1391132" y="296027"/>
                </a:cubicBezTo>
                <a:cubicBezTo>
                  <a:pt x="1379606" y="305328"/>
                  <a:pt x="1370103" y="313215"/>
                  <a:pt x="1360599" y="320899"/>
                </a:cubicBezTo>
                <a:cubicBezTo>
                  <a:pt x="1357971" y="316450"/>
                  <a:pt x="1355342" y="311800"/>
                  <a:pt x="1352714" y="307352"/>
                </a:cubicBezTo>
                <a:cubicBezTo>
                  <a:pt x="1345434" y="314630"/>
                  <a:pt x="1363835" y="331009"/>
                  <a:pt x="1344422" y="333840"/>
                </a:cubicBezTo>
                <a:cubicBezTo>
                  <a:pt x="1338357" y="334850"/>
                  <a:pt x="1331685" y="331413"/>
                  <a:pt x="1325213" y="330200"/>
                </a:cubicBezTo>
                <a:cubicBezTo>
                  <a:pt x="1325011" y="328582"/>
                  <a:pt x="1324809" y="326763"/>
                  <a:pt x="1324607" y="325145"/>
                </a:cubicBezTo>
                <a:cubicBezTo>
                  <a:pt x="1315912" y="332222"/>
                  <a:pt x="1307217" y="339502"/>
                  <a:pt x="1294681" y="350016"/>
                </a:cubicBezTo>
                <a:cubicBezTo>
                  <a:pt x="1280324" y="349207"/>
                  <a:pt x="1261923" y="353453"/>
                  <a:pt x="1250398" y="373270"/>
                </a:cubicBezTo>
                <a:cubicBezTo>
                  <a:pt x="1249387" y="375090"/>
                  <a:pt x="1247567" y="376506"/>
                  <a:pt x="1245950" y="377920"/>
                </a:cubicBezTo>
                <a:cubicBezTo>
                  <a:pt x="1229773" y="394501"/>
                  <a:pt x="1226942" y="394299"/>
                  <a:pt x="1214001" y="378730"/>
                </a:cubicBezTo>
                <a:cubicBezTo>
                  <a:pt x="1196005" y="386211"/>
                  <a:pt x="1178817" y="393289"/>
                  <a:pt x="1161225" y="400567"/>
                </a:cubicBezTo>
                <a:cubicBezTo>
                  <a:pt x="1158597" y="418563"/>
                  <a:pt x="1146261" y="425035"/>
                  <a:pt x="1125839" y="418563"/>
                </a:cubicBezTo>
                <a:cubicBezTo>
                  <a:pt x="1124828" y="418159"/>
                  <a:pt x="1123615" y="417350"/>
                  <a:pt x="1122806" y="417755"/>
                </a:cubicBezTo>
                <a:cubicBezTo>
                  <a:pt x="1109259" y="424629"/>
                  <a:pt x="1095710" y="431303"/>
                  <a:pt x="1082567" y="438986"/>
                </a:cubicBezTo>
                <a:cubicBezTo>
                  <a:pt x="1076703" y="442424"/>
                  <a:pt x="1072053" y="448086"/>
                  <a:pt x="1064166" y="454961"/>
                </a:cubicBezTo>
                <a:cubicBezTo>
                  <a:pt x="1073671" y="457387"/>
                  <a:pt x="1079737" y="459005"/>
                  <a:pt x="1087825" y="461229"/>
                </a:cubicBezTo>
                <a:cubicBezTo>
                  <a:pt x="1078927" y="466082"/>
                  <a:pt x="1071446" y="470126"/>
                  <a:pt x="1062954" y="474776"/>
                </a:cubicBezTo>
                <a:cubicBezTo>
                  <a:pt x="1067604" y="479022"/>
                  <a:pt x="1072861" y="483674"/>
                  <a:pt x="1081355" y="491155"/>
                </a:cubicBezTo>
                <a:cubicBezTo>
                  <a:pt x="1074075" y="492571"/>
                  <a:pt x="1068817" y="495199"/>
                  <a:pt x="1064166" y="494391"/>
                </a:cubicBezTo>
                <a:cubicBezTo>
                  <a:pt x="1044755" y="491155"/>
                  <a:pt x="1037273" y="497221"/>
                  <a:pt x="1038285" y="519060"/>
                </a:cubicBezTo>
                <a:cubicBezTo>
                  <a:pt x="1014222" y="518250"/>
                  <a:pt x="1005729" y="539886"/>
                  <a:pt x="990362" y="552626"/>
                </a:cubicBezTo>
                <a:cubicBezTo>
                  <a:pt x="981667" y="559703"/>
                  <a:pt x="970545" y="564151"/>
                  <a:pt x="960638" y="569813"/>
                </a:cubicBezTo>
                <a:cubicBezTo>
                  <a:pt x="952348" y="555861"/>
                  <a:pt x="958212" y="542312"/>
                  <a:pt x="972771" y="536449"/>
                </a:cubicBezTo>
                <a:cubicBezTo>
                  <a:pt x="988340" y="530181"/>
                  <a:pt x="1003707" y="522699"/>
                  <a:pt x="1018064" y="514206"/>
                </a:cubicBezTo>
                <a:cubicBezTo>
                  <a:pt x="1021906" y="511982"/>
                  <a:pt x="1024130" y="503287"/>
                  <a:pt x="1023118" y="498435"/>
                </a:cubicBezTo>
                <a:cubicBezTo>
                  <a:pt x="1022512" y="495603"/>
                  <a:pt x="1013817" y="493379"/>
                  <a:pt x="1008763" y="493177"/>
                </a:cubicBezTo>
                <a:lnTo>
                  <a:pt x="988680" y="495787"/>
                </a:lnTo>
                <a:lnTo>
                  <a:pt x="988717" y="495680"/>
                </a:lnTo>
                <a:lnTo>
                  <a:pt x="1001887" y="486302"/>
                </a:lnTo>
                <a:cubicBezTo>
                  <a:pt x="995822" y="481248"/>
                  <a:pt x="990766" y="477000"/>
                  <a:pt x="985509" y="472552"/>
                </a:cubicBezTo>
                <a:cubicBezTo>
                  <a:pt x="981262" y="480034"/>
                  <a:pt x="977219" y="487717"/>
                  <a:pt x="972771" y="495603"/>
                </a:cubicBezTo>
                <a:cubicBezTo>
                  <a:pt x="980049" y="495603"/>
                  <a:pt x="984296" y="495603"/>
                  <a:pt x="988744" y="495603"/>
                </a:cubicBezTo>
                <a:lnTo>
                  <a:pt x="988717" y="495680"/>
                </a:lnTo>
                <a:lnTo>
                  <a:pt x="988542" y="495805"/>
                </a:lnTo>
                <a:lnTo>
                  <a:pt x="988680" y="495787"/>
                </a:lnTo>
                <a:lnTo>
                  <a:pt x="984296" y="508342"/>
                </a:lnTo>
                <a:cubicBezTo>
                  <a:pt x="971759" y="519262"/>
                  <a:pt x="961649" y="535033"/>
                  <a:pt x="940821" y="532203"/>
                </a:cubicBezTo>
                <a:cubicBezTo>
                  <a:pt x="943451" y="534225"/>
                  <a:pt x="946281" y="536247"/>
                  <a:pt x="953964" y="541908"/>
                </a:cubicBezTo>
                <a:cubicBezTo>
                  <a:pt x="947898" y="545548"/>
                  <a:pt x="943248" y="549390"/>
                  <a:pt x="937991" y="551412"/>
                </a:cubicBezTo>
                <a:cubicBezTo>
                  <a:pt x="928285" y="554850"/>
                  <a:pt x="923432" y="559298"/>
                  <a:pt x="920602" y="570824"/>
                </a:cubicBezTo>
                <a:cubicBezTo>
                  <a:pt x="918984" y="577698"/>
                  <a:pt x="904425" y="585382"/>
                  <a:pt x="895325" y="585788"/>
                </a:cubicBezTo>
                <a:cubicBezTo>
                  <a:pt x="885822" y="586192"/>
                  <a:pt x="885013" y="575879"/>
                  <a:pt x="886024" y="565971"/>
                </a:cubicBezTo>
                <a:cubicBezTo>
                  <a:pt x="886630" y="559703"/>
                  <a:pt x="881170" y="552626"/>
                  <a:pt x="878946" y="547772"/>
                </a:cubicBezTo>
                <a:cubicBezTo>
                  <a:pt x="870252" y="549592"/>
                  <a:pt x="862771" y="551210"/>
                  <a:pt x="850436" y="553839"/>
                </a:cubicBezTo>
                <a:cubicBezTo>
                  <a:pt x="856300" y="545750"/>
                  <a:pt x="859131" y="541908"/>
                  <a:pt x="862569" y="537056"/>
                </a:cubicBezTo>
                <a:cubicBezTo>
                  <a:pt x="860141" y="532607"/>
                  <a:pt x="857513" y="527551"/>
                  <a:pt x="853671" y="520677"/>
                </a:cubicBezTo>
                <a:cubicBezTo>
                  <a:pt x="871667" y="505916"/>
                  <a:pt x="889866" y="490953"/>
                  <a:pt x="908065" y="475990"/>
                </a:cubicBezTo>
                <a:cubicBezTo>
                  <a:pt x="907660" y="474776"/>
                  <a:pt x="907053" y="473564"/>
                  <a:pt x="906649" y="472350"/>
                </a:cubicBezTo>
                <a:cubicBezTo>
                  <a:pt x="903009" y="472350"/>
                  <a:pt x="896539" y="471136"/>
                  <a:pt x="895932" y="472552"/>
                </a:cubicBezTo>
                <a:cubicBezTo>
                  <a:pt x="888855" y="489335"/>
                  <a:pt x="872880" y="491761"/>
                  <a:pt x="858726" y="497625"/>
                </a:cubicBezTo>
                <a:cubicBezTo>
                  <a:pt x="855491" y="498839"/>
                  <a:pt x="850234" y="502074"/>
                  <a:pt x="850436" y="503692"/>
                </a:cubicBezTo>
                <a:cubicBezTo>
                  <a:pt x="853671" y="525529"/>
                  <a:pt x="833249" y="532001"/>
                  <a:pt x="823341" y="545346"/>
                </a:cubicBezTo>
                <a:cubicBezTo>
                  <a:pt x="824351" y="546356"/>
                  <a:pt x="825161" y="547368"/>
                  <a:pt x="826171" y="548380"/>
                </a:cubicBezTo>
                <a:cubicBezTo>
                  <a:pt x="834866" y="541504"/>
                  <a:pt x="843358" y="534831"/>
                  <a:pt x="853469" y="526945"/>
                </a:cubicBezTo>
                <a:cubicBezTo>
                  <a:pt x="854480" y="531799"/>
                  <a:pt x="855491" y="534225"/>
                  <a:pt x="855087" y="534427"/>
                </a:cubicBezTo>
                <a:cubicBezTo>
                  <a:pt x="832844" y="546356"/>
                  <a:pt x="849628" y="562533"/>
                  <a:pt x="851650" y="576284"/>
                </a:cubicBezTo>
                <a:cubicBezTo>
                  <a:pt x="852256" y="579922"/>
                  <a:pt x="863983" y="581946"/>
                  <a:pt x="870454" y="584776"/>
                </a:cubicBezTo>
                <a:cubicBezTo>
                  <a:pt x="875712" y="587202"/>
                  <a:pt x="881778" y="589022"/>
                  <a:pt x="885418" y="593067"/>
                </a:cubicBezTo>
                <a:cubicBezTo>
                  <a:pt x="886630" y="594481"/>
                  <a:pt x="882586" y="602165"/>
                  <a:pt x="879756" y="605805"/>
                </a:cubicBezTo>
                <a:cubicBezTo>
                  <a:pt x="871061" y="616522"/>
                  <a:pt x="875307" y="624004"/>
                  <a:pt x="885013" y="630069"/>
                </a:cubicBezTo>
                <a:cubicBezTo>
                  <a:pt x="884002" y="631889"/>
                  <a:pt x="883598" y="633507"/>
                  <a:pt x="883194" y="633507"/>
                </a:cubicBezTo>
                <a:cubicBezTo>
                  <a:pt x="849425" y="636743"/>
                  <a:pt x="842146" y="669499"/>
                  <a:pt x="822935" y="688710"/>
                </a:cubicBezTo>
                <a:cubicBezTo>
                  <a:pt x="815859" y="695786"/>
                  <a:pt x="812016" y="705897"/>
                  <a:pt x="805546" y="713580"/>
                </a:cubicBezTo>
                <a:cubicBezTo>
                  <a:pt x="802918" y="716816"/>
                  <a:pt x="797459" y="717422"/>
                  <a:pt x="792605" y="719444"/>
                </a:cubicBezTo>
                <a:cubicBezTo>
                  <a:pt x="792807" y="720658"/>
                  <a:pt x="794425" y="723690"/>
                  <a:pt x="793415" y="725308"/>
                </a:cubicBezTo>
                <a:cubicBezTo>
                  <a:pt x="780270" y="746338"/>
                  <a:pt x="768138" y="768175"/>
                  <a:pt x="752973" y="787790"/>
                </a:cubicBezTo>
                <a:cubicBezTo>
                  <a:pt x="745896" y="797091"/>
                  <a:pt x="732954" y="801742"/>
                  <a:pt x="724260" y="807605"/>
                </a:cubicBezTo>
                <a:cubicBezTo>
                  <a:pt x="724665" y="811852"/>
                  <a:pt x="726687" y="817716"/>
                  <a:pt x="725675" y="822974"/>
                </a:cubicBezTo>
                <a:cubicBezTo>
                  <a:pt x="723249" y="836723"/>
                  <a:pt x="720013" y="850473"/>
                  <a:pt x="715969" y="864021"/>
                </a:cubicBezTo>
                <a:cubicBezTo>
                  <a:pt x="714554" y="868672"/>
                  <a:pt x="709499" y="872109"/>
                  <a:pt x="707274" y="876759"/>
                </a:cubicBezTo>
                <a:cubicBezTo>
                  <a:pt x="699792" y="893340"/>
                  <a:pt x="693120" y="910123"/>
                  <a:pt x="678965" y="922862"/>
                </a:cubicBezTo>
                <a:cubicBezTo>
                  <a:pt x="677955" y="923874"/>
                  <a:pt x="679775" y="927514"/>
                  <a:pt x="679573" y="929940"/>
                </a:cubicBezTo>
                <a:cubicBezTo>
                  <a:pt x="678763" y="938028"/>
                  <a:pt x="680381" y="947733"/>
                  <a:pt x="676337" y="953598"/>
                </a:cubicBezTo>
                <a:cubicBezTo>
                  <a:pt x="657937" y="979479"/>
                  <a:pt x="650253" y="1009609"/>
                  <a:pt x="640142" y="1038726"/>
                </a:cubicBezTo>
                <a:cubicBezTo>
                  <a:pt x="638120" y="1044185"/>
                  <a:pt x="635290" y="1049645"/>
                  <a:pt x="632256" y="1054498"/>
                </a:cubicBezTo>
                <a:cubicBezTo>
                  <a:pt x="623359" y="1069056"/>
                  <a:pt x="623157" y="1080987"/>
                  <a:pt x="633470" y="1096960"/>
                </a:cubicBezTo>
                <a:cubicBezTo>
                  <a:pt x="630234" y="1099184"/>
                  <a:pt x="626796" y="1101410"/>
                  <a:pt x="623562" y="1103634"/>
                </a:cubicBezTo>
                <a:cubicBezTo>
                  <a:pt x="611429" y="1111318"/>
                  <a:pt x="610215" y="1119607"/>
                  <a:pt x="619315" y="1130122"/>
                </a:cubicBezTo>
                <a:cubicBezTo>
                  <a:pt x="620933" y="1131942"/>
                  <a:pt x="622753" y="1134774"/>
                  <a:pt x="622348" y="1136594"/>
                </a:cubicBezTo>
                <a:cubicBezTo>
                  <a:pt x="619517" y="1149939"/>
                  <a:pt x="615879" y="1163082"/>
                  <a:pt x="613047" y="1176428"/>
                </a:cubicBezTo>
                <a:cubicBezTo>
                  <a:pt x="607587" y="1200490"/>
                  <a:pt x="593636" y="1221923"/>
                  <a:pt x="592220" y="1247806"/>
                </a:cubicBezTo>
                <a:cubicBezTo>
                  <a:pt x="591410" y="1263577"/>
                  <a:pt x="583525" y="1278946"/>
                  <a:pt x="579885" y="1290673"/>
                </a:cubicBezTo>
                <a:cubicBezTo>
                  <a:pt x="581301" y="1302401"/>
                  <a:pt x="582312" y="1311500"/>
                  <a:pt x="583323" y="1320802"/>
                </a:cubicBezTo>
                <a:cubicBezTo>
                  <a:pt x="583525" y="1321813"/>
                  <a:pt x="582514" y="1323228"/>
                  <a:pt x="583121" y="1324037"/>
                </a:cubicBezTo>
                <a:cubicBezTo>
                  <a:pt x="595252" y="1346280"/>
                  <a:pt x="578469" y="1370140"/>
                  <a:pt x="585345" y="1390765"/>
                </a:cubicBezTo>
                <a:cubicBezTo>
                  <a:pt x="596062" y="1424331"/>
                  <a:pt x="589186" y="1458099"/>
                  <a:pt x="590400" y="1491260"/>
                </a:cubicBezTo>
                <a:cubicBezTo>
                  <a:pt x="591208" y="1513908"/>
                  <a:pt x="602937" y="1532915"/>
                  <a:pt x="601724" y="1554752"/>
                </a:cubicBezTo>
                <a:cubicBezTo>
                  <a:pt x="601522" y="1559606"/>
                  <a:pt x="601724" y="1564459"/>
                  <a:pt x="601319" y="1569109"/>
                </a:cubicBezTo>
                <a:cubicBezTo>
                  <a:pt x="600510" y="1578613"/>
                  <a:pt x="600712" y="1585892"/>
                  <a:pt x="609407" y="1594182"/>
                </a:cubicBezTo>
                <a:cubicBezTo>
                  <a:pt x="616081" y="1600451"/>
                  <a:pt x="617495" y="1614605"/>
                  <a:pt x="617495" y="1625322"/>
                </a:cubicBezTo>
                <a:cubicBezTo>
                  <a:pt x="617495" y="1640487"/>
                  <a:pt x="615069" y="1655248"/>
                  <a:pt x="631246" y="1664550"/>
                </a:cubicBezTo>
                <a:cubicBezTo>
                  <a:pt x="633268" y="1665763"/>
                  <a:pt x="632864" y="1670414"/>
                  <a:pt x="634076" y="1673245"/>
                </a:cubicBezTo>
                <a:cubicBezTo>
                  <a:pt x="636503" y="1679311"/>
                  <a:pt x="639334" y="1685377"/>
                  <a:pt x="641760" y="1691444"/>
                </a:cubicBezTo>
                <a:cubicBezTo>
                  <a:pt x="645399" y="1699936"/>
                  <a:pt x="652477" y="1708833"/>
                  <a:pt x="651871" y="1717123"/>
                </a:cubicBezTo>
                <a:cubicBezTo>
                  <a:pt x="650455" y="1745635"/>
                  <a:pt x="663800" y="1769090"/>
                  <a:pt x="674720" y="1793152"/>
                </a:cubicBezTo>
                <a:cubicBezTo>
                  <a:pt x="678763" y="1801848"/>
                  <a:pt x="687863" y="1808115"/>
                  <a:pt x="692716" y="1816609"/>
                </a:cubicBezTo>
                <a:cubicBezTo>
                  <a:pt x="695546" y="1821663"/>
                  <a:pt x="694333" y="1828942"/>
                  <a:pt x="695142" y="1835008"/>
                </a:cubicBezTo>
                <a:cubicBezTo>
                  <a:pt x="695749" y="1838244"/>
                  <a:pt x="696356" y="1842288"/>
                  <a:pt x="698378" y="1844108"/>
                </a:cubicBezTo>
                <a:cubicBezTo>
                  <a:pt x="707882" y="1852196"/>
                  <a:pt x="713543" y="1861092"/>
                  <a:pt x="704848" y="1873630"/>
                </a:cubicBezTo>
                <a:cubicBezTo>
                  <a:pt x="733156" y="1884751"/>
                  <a:pt x="743065" y="1910229"/>
                  <a:pt x="757623" y="1931864"/>
                </a:cubicBezTo>
                <a:cubicBezTo>
                  <a:pt x="779260" y="1964015"/>
                  <a:pt x="799076" y="1997581"/>
                  <a:pt x="822531" y="2028519"/>
                </a:cubicBezTo>
                <a:cubicBezTo>
                  <a:pt x="832641" y="2041662"/>
                  <a:pt x="837899" y="2060063"/>
                  <a:pt x="857311" y="2066533"/>
                </a:cubicBezTo>
                <a:cubicBezTo>
                  <a:pt x="864591" y="2068960"/>
                  <a:pt x="869241" y="2079474"/>
                  <a:pt x="875104" y="2085945"/>
                </a:cubicBezTo>
                <a:cubicBezTo>
                  <a:pt x="885822" y="2097875"/>
                  <a:pt x="898864" y="2106468"/>
                  <a:pt x="912285" y="2114481"/>
                </a:cubicBezTo>
                <a:lnTo>
                  <a:pt x="939895" y="2132008"/>
                </a:lnTo>
                <a:lnTo>
                  <a:pt x="313870" y="2132008"/>
                </a:lnTo>
                <a:lnTo>
                  <a:pt x="311357" y="2122746"/>
                </a:lnTo>
                <a:cubicBezTo>
                  <a:pt x="286687" y="2113040"/>
                  <a:pt x="286687" y="2082710"/>
                  <a:pt x="270714" y="2063095"/>
                </a:cubicBezTo>
                <a:cubicBezTo>
                  <a:pt x="267276" y="2059051"/>
                  <a:pt x="262828" y="2055615"/>
                  <a:pt x="260603" y="2050963"/>
                </a:cubicBezTo>
                <a:cubicBezTo>
                  <a:pt x="247460" y="2023059"/>
                  <a:pt x="233104" y="1995357"/>
                  <a:pt x="222589" y="1966442"/>
                </a:cubicBezTo>
                <a:cubicBezTo>
                  <a:pt x="215309" y="1946423"/>
                  <a:pt x="206817" y="1928629"/>
                  <a:pt x="189427" y="1915283"/>
                </a:cubicBezTo>
                <a:cubicBezTo>
                  <a:pt x="180935" y="1920339"/>
                  <a:pt x="178305" y="1926203"/>
                  <a:pt x="185181" y="1934696"/>
                </a:cubicBezTo>
                <a:cubicBezTo>
                  <a:pt x="186799" y="1936718"/>
                  <a:pt x="189023" y="1939750"/>
                  <a:pt x="188417" y="1941570"/>
                </a:cubicBezTo>
                <a:cubicBezTo>
                  <a:pt x="181541" y="1960982"/>
                  <a:pt x="193269" y="1964622"/>
                  <a:pt x="211063" y="1964824"/>
                </a:cubicBezTo>
                <a:cubicBezTo>
                  <a:pt x="210052" y="1982011"/>
                  <a:pt x="209243" y="1998188"/>
                  <a:pt x="208232" y="2015375"/>
                </a:cubicBezTo>
                <a:cubicBezTo>
                  <a:pt x="212681" y="2016993"/>
                  <a:pt x="220163" y="2019823"/>
                  <a:pt x="228857" y="2023059"/>
                </a:cubicBezTo>
                <a:cubicBezTo>
                  <a:pt x="227846" y="2027103"/>
                  <a:pt x="225622" y="2033169"/>
                  <a:pt x="226228" y="2033574"/>
                </a:cubicBezTo>
                <a:cubicBezTo>
                  <a:pt x="249887" y="2046110"/>
                  <a:pt x="234924" y="2084327"/>
                  <a:pt x="265658" y="2091203"/>
                </a:cubicBezTo>
                <a:cubicBezTo>
                  <a:pt x="257773" y="2107176"/>
                  <a:pt x="223600" y="2122342"/>
                  <a:pt x="207019" y="2117894"/>
                </a:cubicBezTo>
                <a:cubicBezTo>
                  <a:pt x="215713" y="2109602"/>
                  <a:pt x="224611" y="2101312"/>
                  <a:pt x="233306" y="2093023"/>
                </a:cubicBezTo>
                <a:cubicBezTo>
                  <a:pt x="223600" y="2085945"/>
                  <a:pt x="223600" y="2085945"/>
                  <a:pt x="196706" y="2091203"/>
                </a:cubicBezTo>
                <a:cubicBezTo>
                  <a:pt x="191449" y="2083114"/>
                  <a:pt x="186192" y="2075026"/>
                  <a:pt x="181137" y="2067342"/>
                </a:cubicBezTo>
                <a:cubicBezTo>
                  <a:pt x="194886" y="2058445"/>
                  <a:pt x="207626" y="2050357"/>
                  <a:pt x="220769" y="2041864"/>
                </a:cubicBezTo>
                <a:cubicBezTo>
                  <a:pt x="202570" y="2033574"/>
                  <a:pt x="185585" y="2025890"/>
                  <a:pt x="169004" y="2018409"/>
                </a:cubicBezTo>
                <a:cubicBezTo>
                  <a:pt x="167386" y="2004052"/>
                  <a:pt x="165770" y="1987875"/>
                  <a:pt x="164152" y="1971902"/>
                </a:cubicBezTo>
                <a:cubicBezTo>
                  <a:pt x="163748" y="1968262"/>
                  <a:pt x="162130" y="1963813"/>
                  <a:pt x="163342" y="1960982"/>
                </a:cubicBezTo>
                <a:cubicBezTo>
                  <a:pt x="171229" y="1945008"/>
                  <a:pt x="158288" y="1943593"/>
                  <a:pt x="148987" y="1940156"/>
                </a:cubicBezTo>
                <a:cubicBezTo>
                  <a:pt x="142111" y="1937728"/>
                  <a:pt x="134428" y="1936920"/>
                  <a:pt x="127350" y="1935100"/>
                </a:cubicBezTo>
                <a:cubicBezTo>
                  <a:pt x="119262" y="1933280"/>
                  <a:pt x="115825" y="1930247"/>
                  <a:pt x="121890" y="1921755"/>
                </a:cubicBezTo>
                <a:cubicBezTo>
                  <a:pt x="123508" y="1919531"/>
                  <a:pt x="120677" y="1912655"/>
                  <a:pt x="118049" y="1909420"/>
                </a:cubicBezTo>
                <a:cubicBezTo>
                  <a:pt x="113601" y="1904162"/>
                  <a:pt x="107939" y="1899916"/>
                  <a:pt x="102479" y="1895872"/>
                </a:cubicBezTo>
                <a:cubicBezTo>
                  <a:pt x="93784" y="1889604"/>
                  <a:pt x="89336" y="1880707"/>
                  <a:pt x="93784" y="1871810"/>
                </a:cubicBezTo>
                <a:cubicBezTo>
                  <a:pt x="96616" y="1866148"/>
                  <a:pt x="105512" y="1863520"/>
                  <a:pt x="113601" y="1858464"/>
                </a:cubicBezTo>
                <a:cubicBezTo>
                  <a:pt x="112993" y="1850175"/>
                  <a:pt x="108949" y="1843905"/>
                  <a:pt x="96412" y="1843299"/>
                </a:cubicBezTo>
                <a:cubicBezTo>
                  <a:pt x="90750" y="1843097"/>
                  <a:pt x="85292" y="1837638"/>
                  <a:pt x="79630" y="1834604"/>
                </a:cubicBezTo>
                <a:cubicBezTo>
                  <a:pt x="79427" y="1832380"/>
                  <a:pt x="79225" y="1830358"/>
                  <a:pt x="79023" y="1828134"/>
                </a:cubicBezTo>
                <a:cubicBezTo>
                  <a:pt x="87112" y="1825100"/>
                  <a:pt x="95604" y="1822876"/>
                  <a:pt x="102883" y="1818630"/>
                </a:cubicBezTo>
                <a:cubicBezTo>
                  <a:pt x="109557" y="1814789"/>
                  <a:pt x="129776" y="1820045"/>
                  <a:pt x="117038" y="1800432"/>
                </a:cubicBezTo>
                <a:lnTo>
                  <a:pt x="117240" y="1800028"/>
                </a:lnTo>
                <a:cubicBezTo>
                  <a:pt x="139483" y="1790321"/>
                  <a:pt x="153031" y="1798612"/>
                  <a:pt x="157479" y="1823280"/>
                </a:cubicBezTo>
                <a:cubicBezTo>
                  <a:pt x="158894" y="1831166"/>
                  <a:pt x="162534" y="1838648"/>
                  <a:pt x="165972" y="1848557"/>
                </a:cubicBezTo>
                <a:cubicBezTo>
                  <a:pt x="163950" y="1849769"/>
                  <a:pt x="158288" y="1851589"/>
                  <a:pt x="154850" y="1855431"/>
                </a:cubicBezTo>
                <a:cubicBezTo>
                  <a:pt x="151211" y="1859476"/>
                  <a:pt x="149391" y="1865340"/>
                  <a:pt x="145347" y="1873024"/>
                </a:cubicBezTo>
                <a:cubicBezTo>
                  <a:pt x="177901" y="1864934"/>
                  <a:pt x="172442" y="1894254"/>
                  <a:pt x="184777" y="1908207"/>
                </a:cubicBezTo>
                <a:cubicBezTo>
                  <a:pt x="185181" y="1904770"/>
                  <a:pt x="186597" y="1901332"/>
                  <a:pt x="185989" y="1898298"/>
                </a:cubicBezTo>
                <a:cubicBezTo>
                  <a:pt x="182147" y="1876865"/>
                  <a:pt x="178305" y="1855431"/>
                  <a:pt x="173453" y="1834402"/>
                </a:cubicBezTo>
                <a:cubicBezTo>
                  <a:pt x="168802" y="1814789"/>
                  <a:pt x="162736" y="1795578"/>
                  <a:pt x="157479" y="1776167"/>
                </a:cubicBezTo>
                <a:cubicBezTo>
                  <a:pt x="145953" y="1733098"/>
                  <a:pt x="134630" y="1689826"/>
                  <a:pt x="122902" y="1645139"/>
                </a:cubicBezTo>
                <a:cubicBezTo>
                  <a:pt x="127956" y="1644127"/>
                  <a:pt x="132608" y="1643319"/>
                  <a:pt x="137865" y="1642509"/>
                </a:cubicBezTo>
                <a:cubicBezTo>
                  <a:pt x="137460" y="1635635"/>
                  <a:pt x="136854" y="1628962"/>
                  <a:pt x="136450" y="1622086"/>
                </a:cubicBezTo>
                <a:cubicBezTo>
                  <a:pt x="135438" y="1622896"/>
                  <a:pt x="134226" y="1623906"/>
                  <a:pt x="133214" y="1624716"/>
                </a:cubicBezTo>
                <a:cubicBezTo>
                  <a:pt x="125732" y="1616223"/>
                  <a:pt x="118251" y="1607529"/>
                  <a:pt x="110163" y="1598429"/>
                </a:cubicBezTo>
                <a:cubicBezTo>
                  <a:pt x="119464" y="1596002"/>
                  <a:pt x="125328" y="1594385"/>
                  <a:pt x="131394" y="1592768"/>
                </a:cubicBezTo>
                <a:cubicBezTo>
                  <a:pt x="129170" y="1586904"/>
                  <a:pt x="126946" y="1581242"/>
                  <a:pt x="124924" y="1575377"/>
                </a:cubicBezTo>
                <a:cubicBezTo>
                  <a:pt x="123306" y="1570727"/>
                  <a:pt x="122093" y="1566076"/>
                  <a:pt x="120677" y="1561426"/>
                </a:cubicBezTo>
                <a:cubicBezTo>
                  <a:pt x="119060" y="1556572"/>
                  <a:pt x="117240" y="1551518"/>
                  <a:pt x="116633" y="1550102"/>
                </a:cubicBezTo>
                <a:cubicBezTo>
                  <a:pt x="117442" y="1540396"/>
                  <a:pt x="121082" y="1531903"/>
                  <a:pt x="118251" y="1527051"/>
                </a:cubicBezTo>
                <a:cubicBezTo>
                  <a:pt x="113399" y="1518558"/>
                  <a:pt x="104299" y="1513502"/>
                  <a:pt x="95200" y="1521186"/>
                </a:cubicBezTo>
                <a:cubicBezTo>
                  <a:pt x="94188" y="1500561"/>
                  <a:pt x="93178" y="1479936"/>
                  <a:pt x="92166" y="1457897"/>
                </a:cubicBezTo>
                <a:cubicBezTo>
                  <a:pt x="95200" y="1456077"/>
                  <a:pt x="100862" y="1453044"/>
                  <a:pt x="106523" y="1449808"/>
                </a:cubicBezTo>
                <a:cubicBezTo>
                  <a:pt x="106119" y="1448798"/>
                  <a:pt x="105917" y="1447584"/>
                  <a:pt x="105512" y="1446572"/>
                </a:cubicBezTo>
                <a:cubicBezTo>
                  <a:pt x="100457" y="1446572"/>
                  <a:pt x="95604" y="1446572"/>
                  <a:pt x="90548" y="1446572"/>
                </a:cubicBezTo>
                <a:cubicBezTo>
                  <a:pt x="104097" y="1440305"/>
                  <a:pt x="112589" y="1433633"/>
                  <a:pt x="98840" y="1419276"/>
                </a:cubicBezTo>
                <a:cubicBezTo>
                  <a:pt x="103086" y="1416646"/>
                  <a:pt x="106725" y="1414624"/>
                  <a:pt x="110163" y="1412602"/>
                </a:cubicBezTo>
                <a:cubicBezTo>
                  <a:pt x="109151" y="1407143"/>
                  <a:pt x="108343" y="1401885"/>
                  <a:pt x="107534" y="1396831"/>
                </a:cubicBezTo>
                <a:cubicBezTo>
                  <a:pt x="86302" y="1392180"/>
                  <a:pt x="84483" y="1388338"/>
                  <a:pt x="87314" y="1367309"/>
                </a:cubicBezTo>
                <a:cubicBezTo>
                  <a:pt x="88324" y="1358816"/>
                  <a:pt x="84887" y="1349920"/>
                  <a:pt x="82663" y="1336776"/>
                </a:cubicBezTo>
                <a:cubicBezTo>
                  <a:pt x="77203" y="1342640"/>
                  <a:pt x="74777" y="1344258"/>
                  <a:pt x="74777" y="1345470"/>
                </a:cubicBezTo>
                <a:cubicBezTo>
                  <a:pt x="76193" y="1359423"/>
                  <a:pt x="68104" y="1373982"/>
                  <a:pt x="77405" y="1387934"/>
                </a:cubicBezTo>
                <a:cubicBezTo>
                  <a:pt x="79630" y="1391371"/>
                  <a:pt x="80641" y="1398247"/>
                  <a:pt x="78619" y="1401077"/>
                </a:cubicBezTo>
                <a:cubicBezTo>
                  <a:pt x="67497" y="1416646"/>
                  <a:pt x="75181" y="1425746"/>
                  <a:pt x="86302" y="1432015"/>
                </a:cubicBezTo>
                <a:cubicBezTo>
                  <a:pt x="85089" y="1437878"/>
                  <a:pt x="84281" y="1441922"/>
                  <a:pt x="83269" y="1445966"/>
                </a:cubicBezTo>
                <a:cubicBezTo>
                  <a:pt x="80843" y="1454864"/>
                  <a:pt x="77405" y="1463761"/>
                  <a:pt x="75991" y="1472860"/>
                </a:cubicBezTo>
                <a:cubicBezTo>
                  <a:pt x="75181" y="1478724"/>
                  <a:pt x="76193" y="1485396"/>
                  <a:pt x="78013" y="1491058"/>
                </a:cubicBezTo>
                <a:cubicBezTo>
                  <a:pt x="80439" y="1498337"/>
                  <a:pt x="84685" y="1505011"/>
                  <a:pt x="88324" y="1512087"/>
                </a:cubicBezTo>
                <a:cubicBezTo>
                  <a:pt x="70935" y="1526646"/>
                  <a:pt x="49703" y="1501371"/>
                  <a:pt x="35145" y="1521186"/>
                </a:cubicBezTo>
                <a:cubicBezTo>
                  <a:pt x="26854" y="1510065"/>
                  <a:pt x="17552" y="1499753"/>
                  <a:pt x="11487" y="1487824"/>
                </a:cubicBezTo>
                <a:cubicBezTo>
                  <a:pt x="9061" y="1483172"/>
                  <a:pt x="13913" y="1474679"/>
                  <a:pt x="15530" y="1468007"/>
                </a:cubicBezTo>
                <a:cubicBezTo>
                  <a:pt x="17958" y="1467199"/>
                  <a:pt x="20384" y="1466591"/>
                  <a:pt x="22810" y="1465783"/>
                </a:cubicBezTo>
                <a:cubicBezTo>
                  <a:pt x="18160" y="1461132"/>
                  <a:pt x="14115" y="1455874"/>
                  <a:pt x="8858" y="1452234"/>
                </a:cubicBezTo>
                <a:cubicBezTo>
                  <a:pt x="1781" y="1447382"/>
                  <a:pt x="-241" y="1436261"/>
                  <a:pt x="5825" y="1430195"/>
                </a:cubicBezTo>
                <a:cubicBezTo>
                  <a:pt x="19170" y="1416850"/>
                  <a:pt x="34133" y="1418872"/>
                  <a:pt x="42627" y="1435249"/>
                </a:cubicBezTo>
                <a:cubicBezTo>
                  <a:pt x="46671" y="1442934"/>
                  <a:pt x="50310" y="1443136"/>
                  <a:pt x="59612" y="1436867"/>
                </a:cubicBezTo>
                <a:cubicBezTo>
                  <a:pt x="56982" y="1412804"/>
                  <a:pt x="43031" y="1403301"/>
                  <a:pt x="16744" y="1408558"/>
                </a:cubicBezTo>
                <a:cubicBezTo>
                  <a:pt x="25844" y="1394607"/>
                  <a:pt x="48895" y="1398247"/>
                  <a:pt x="43031" y="1378632"/>
                </a:cubicBezTo>
                <a:cubicBezTo>
                  <a:pt x="41009" y="1371757"/>
                  <a:pt x="34538" y="1366297"/>
                  <a:pt x="29483" y="1359221"/>
                </a:cubicBezTo>
                <a:cubicBezTo>
                  <a:pt x="26248" y="1369937"/>
                  <a:pt x="24428" y="1376610"/>
                  <a:pt x="22406" y="1383284"/>
                </a:cubicBezTo>
                <a:cubicBezTo>
                  <a:pt x="20586" y="1383080"/>
                  <a:pt x="18968" y="1382676"/>
                  <a:pt x="17148" y="1382474"/>
                </a:cubicBezTo>
                <a:cubicBezTo>
                  <a:pt x="15530" y="1365893"/>
                  <a:pt x="-4083" y="1357199"/>
                  <a:pt x="769" y="1338394"/>
                </a:cubicBezTo>
                <a:cubicBezTo>
                  <a:pt x="1781" y="1334147"/>
                  <a:pt x="1781" y="1329699"/>
                  <a:pt x="1983" y="1325250"/>
                </a:cubicBezTo>
                <a:cubicBezTo>
                  <a:pt x="2185" y="1316354"/>
                  <a:pt x="1983" y="1307658"/>
                  <a:pt x="1983" y="1296537"/>
                </a:cubicBezTo>
                <a:cubicBezTo>
                  <a:pt x="11891" y="1293099"/>
                  <a:pt x="23416" y="1289055"/>
                  <a:pt x="35145" y="1285012"/>
                </a:cubicBezTo>
                <a:cubicBezTo>
                  <a:pt x="12700" y="1282383"/>
                  <a:pt x="3601" y="1265600"/>
                  <a:pt x="4005" y="1247604"/>
                </a:cubicBezTo>
                <a:cubicBezTo>
                  <a:pt x="4207" y="1233247"/>
                  <a:pt x="14318" y="1219093"/>
                  <a:pt x="20182" y="1203928"/>
                </a:cubicBezTo>
                <a:cubicBezTo>
                  <a:pt x="19776" y="1203522"/>
                  <a:pt x="16542" y="1199681"/>
                  <a:pt x="13306" y="1196041"/>
                </a:cubicBezTo>
                <a:cubicBezTo>
                  <a:pt x="17754" y="1193817"/>
                  <a:pt x="23416" y="1192401"/>
                  <a:pt x="26450" y="1188965"/>
                </a:cubicBezTo>
                <a:cubicBezTo>
                  <a:pt x="32111" y="1182493"/>
                  <a:pt x="36559" y="1174810"/>
                  <a:pt x="40807" y="1167328"/>
                </a:cubicBezTo>
                <a:cubicBezTo>
                  <a:pt x="42829" y="1163890"/>
                  <a:pt x="42829" y="1159240"/>
                  <a:pt x="44244" y="1152567"/>
                </a:cubicBezTo>
                <a:cubicBezTo>
                  <a:pt x="38177" y="1154589"/>
                  <a:pt x="33527" y="1156813"/>
                  <a:pt x="28674" y="1157623"/>
                </a:cubicBezTo>
                <a:cubicBezTo>
                  <a:pt x="25642" y="1158229"/>
                  <a:pt x="22204" y="1157217"/>
                  <a:pt x="18766" y="1156813"/>
                </a:cubicBezTo>
                <a:cubicBezTo>
                  <a:pt x="20586" y="1153579"/>
                  <a:pt x="21800" y="1148725"/>
                  <a:pt x="24630" y="1147512"/>
                </a:cubicBezTo>
                <a:cubicBezTo>
                  <a:pt x="36357" y="1142255"/>
                  <a:pt x="48490" y="1138210"/>
                  <a:pt x="62240" y="1133156"/>
                </a:cubicBezTo>
                <a:cubicBezTo>
                  <a:pt x="58196" y="1156813"/>
                  <a:pt x="75991" y="1144884"/>
                  <a:pt x="85292" y="1147917"/>
                </a:cubicBezTo>
                <a:cubicBezTo>
                  <a:pt x="83067" y="1158027"/>
                  <a:pt x="81045" y="1167530"/>
                  <a:pt x="79023" y="1177034"/>
                </a:cubicBezTo>
                <a:cubicBezTo>
                  <a:pt x="83674" y="1178854"/>
                  <a:pt x="88931" y="1180876"/>
                  <a:pt x="97626" y="1184111"/>
                </a:cubicBezTo>
                <a:cubicBezTo>
                  <a:pt x="99244" y="1176428"/>
                  <a:pt x="100457" y="1169148"/>
                  <a:pt x="102277" y="1162071"/>
                </a:cubicBezTo>
                <a:cubicBezTo>
                  <a:pt x="105310" y="1150141"/>
                  <a:pt x="109557" y="1138210"/>
                  <a:pt x="111983" y="1126078"/>
                </a:cubicBezTo>
                <a:cubicBezTo>
                  <a:pt x="114813" y="1112329"/>
                  <a:pt x="117038" y="1098174"/>
                  <a:pt x="118049" y="1084221"/>
                </a:cubicBezTo>
                <a:cubicBezTo>
                  <a:pt x="118858" y="1073303"/>
                  <a:pt x="116027" y="1062990"/>
                  <a:pt x="132002" y="1059351"/>
                </a:cubicBezTo>
                <a:cubicBezTo>
                  <a:pt x="138269" y="1057935"/>
                  <a:pt x="142515" y="1047016"/>
                  <a:pt x="148177" y="1039737"/>
                </a:cubicBezTo>
                <a:cubicBezTo>
                  <a:pt x="143122" y="1035692"/>
                  <a:pt x="139483" y="1032862"/>
                  <a:pt x="133821" y="1028414"/>
                </a:cubicBezTo>
                <a:cubicBezTo>
                  <a:pt x="140089" y="1025582"/>
                  <a:pt x="144941" y="1023358"/>
                  <a:pt x="150603" y="1020729"/>
                </a:cubicBezTo>
                <a:cubicBezTo>
                  <a:pt x="147975" y="1016887"/>
                  <a:pt x="145145" y="1012641"/>
                  <a:pt x="141909" y="1007586"/>
                </a:cubicBezTo>
                <a:cubicBezTo>
                  <a:pt x="152828" y="997880"/>
                  <a:pt x="161928" y="988781"/>
                  <a:pt x="158490" y="970381"/>
                </a:cubicBezTo>
                <a:cubicBezTo>
                  <a:pt x="154648" y="949553"/>
                  <a:pt x="148987" y="943285"/>
                  <a:pt x="130384" y="952587"/>
                </a:cubicBezTo>
                <a:cubicBezTo>
                  <a:pt x="125934" y="954811"/>
                  <a:pt x="122700" y="959260"/>
                  <a:pt x="118251" y="961282"/>
                </a:cubicBezTo>
                <a:cubicBezTo>
                  <a:pt x="114005" y="963102"/>
                  <a:pt x="108949" y="963102"/>
                  <a:pt x="106321" y="961282"/>
                </a:cubicBezTo>
                <a:cubicBezTo>
                  <a:pt x="97626" y="955417"/>
                  <a:pt x="88931" y="949553"/>
                  <a:pt x="77203" y="941667"/>
                </a:cubicBezTo>
                <a:cubicBezTo>
                  <a:pt x="88931" y="930748"/>
                  <a:pt x="102075" y="918818"/>
                  <a:pt x="115015" y="906888"/>
                </a:cubicBezTo>
                <a:cubicBezTo>
                  <a:pt x="114005" y="905271"/>
                  <a:pt x="113195" y="903653"/>
                  <a:pt x="112185" y="902036"/>
                </a:cubicBezTo>
                <a:cubicBezTo>
                  <a:pt x="104501" y="905271"/>
                  <a:pt x="96818" y="908709"/>
                  <a:pt x="86505" y="912955"/>
                </a:cubicBezTo>
                <a:cubicBezTo>
                  <a:pt x="80641" y="904057"/>
                  <a:pt x="81449" y="890712"/>
                  <a:pt x="88526" y="880601"/>
                </a:cubicBezTo>
                <a:cubicBezTo>
                  <a:pt x="92570" y="874939"/>
                  <a:pt x="92976" y="855124"/>
                  <a:pt x="109961" y="867054"/>
                </a:cubicBezTo>
                <a:cubicBezTo>
                  <a:pt x="114409" y="853304"/>
                  <a:pt x="128564" y="864021"/>
                  <a:pt x="133618" y="858360"/>
                </a:cubicBezTo>
                <a:cubicBezTo>
                  <a:pt x="140089" y="851282"/>
                  <a:pt x="142111" y="840161"/>
                  <a:pt x="145751" y="831668"/>
                </a:cubicBezTo>
                <a:cubicBezTo>
                  <a:pt x="138471" y="821962"/>
                  <a:pt x="122497" y="820142"/>
                  <a:pt x="126946" y="803157"/>
                </a:cubicBezTo>
                <a:cubicBezTo>
                  <a:pt x="137258" y="806999"/>
                  <a:pt x="146965" y="810639"/>
                  <a:pt x="156468" y="814076"/>
                </a:cubicBezTo>
                <a:cubicBezTo>
                  <a:pt x="157479" y="813065"/>
                  <a:pt x="158288" y="812055"/>
                  <a:pt x="159298" y="810841"/>
                </a:cubicBezTo>
                <a:cubicBezTo>
                  <a:pt x="152221" y="799518"/>
                  <a:pt x="144941" y="787992"/>
                  <a:pt x="137663" y="776467"/>
                </a:cubicBezTo>
                <a:cubicBezTo>
                  <a:pt x="142111" y="772827"/>
                  <a:pt x="145751" y="769793"/>
                  <a:pt x="148581" y="767569"/>
                </a:cubicBezTo>
                <a:cubicBezTo>
                  <a:pt x="160916" y="771613"/>
                  <a:pt x="173251" y="775455"/>
                  <a:pt x="189831" y="780915"/>
                </a:cubicBezTo>
                <a:cubicBezTo>
                  <a:pt x="180531" y="786778"/>
                  <a:pt x="174666" y="790418"/>
                  <a:pt x="169004" y="794058"/>
                </a:cubicBezTo>
                <a:cubicBezTo>
                  <a:pt x="174666" y="804371"/>
                  <a:pt x="169206" y="839959"/>
                  <a:pt x="159096" y="851484"/>
                </a:cubicBezTo>
                <a:cubicBezTo>
                  <a:pt x="164152" y="855932"/>
                  <a:pt x="169206" y="860382"/>
                  <a:pt x="174666" y="865032"/>
                </a:cubicBezTo>
                <a:cubicBezTo>
                  <a:pt x="178913" y="862808"/>
                  <a:pt x="183765" y="860180"/>
                  <a:pt x="189225" y="857348"/>
                </a:cubicBezTo>
                <a:cubicBezTo>
                  <a:pt x="195696" y="796484"/>
                  <a:pt x="234518" y="747146"/>
                  <a:pt x="252515" y="686080"/>
                </a:cubicBezTo>
                <a:lnTo>
                  <a:pt x="260687" y="693369"/>
                </a:lnTo>
                <a:lnTo>
                  <a:pt x="260603" y="693562"/>
                </a:lnTo>
                <a:cubicBezTo>
                  <a:pt x="262828" y="695584"/>
                  <a:pt x="265254" y="697404"/>
                  <a:pt x="267478" y="699426"/>
                </a:cubicBezTo>
                <a:lnTo>
                  <a:pt x="260687" y="693369"/>
                </a:lnTo>
                <a:lnTo>
                  <a:pt x="270005" y="672098"/>
                </a:lnTo>
                <a:lnTo>
                  <a:pt x="271320" y="679004"/>
                </a:lnTo>
                <a:cubicBezTo>
                  <a:pt x="275364" y="679610"/>
                  <a:pt x="279813" y="680216"/>
                  <a:pt x="284261" y="680823"/>
                </a:cubicBezTo>
                <a:cubicBezTo>
                  <a:pt x="279813" y="676981"/>
                  <a:pt x="275566" y="672937"/>
                  <a:pt x="271320" y="669095"/>
                </a:cubicBezTo>
                <a:lnTo>
                  <a:pt x="270005" y="672098"/>
                </a:lnTo>
                <a:lnTo>
                  <a:pt x="268894" y="666265"/>
                </a:lnTo>
                <a:cubicBezTo>
                  <a:pt x="271522" y="659592"/>
                  <a:pt x="272332" y="655346"/>
                  <a:pt x="274556" y="652110"/>
                </a:cubicBezTo>
                <a:cubicBezTo>
                  <a:pt x="277184" y="648268"/>
                  <a:pt x="280824" y="645235"/>
                  <a:pt x="284261" y="642202"/>
                </a:cubicBezTo>
                <a:cubicBezTo>
                  <a:pt x="288305" y="638563"/>
                  <a:pt x="294371" y="636137"/>
                  <a:pt x="296394" y="631687"/>
                </a:cubicBezTo>
                <a:cubicBezTo>
                  <a:pt x="301246" y="620970"/>
                  <a:pt x="304280" y="609445"/>
                  <a:pt x="308728" y="596909"/>
                </a:cubicBezTo>
                <a:cubicBezTo>
                  <a:pt x="315401" y="601559"/>
                  <a:pt x="318030" y="603379"/>
                  <a:pt x="321265" y="605603"/>
                </a:cubicBezTo>
                <a:cubicBezTo>
                  <a:pt x="322883" y="598121"/>
                  <a:pt x="324095" y="591853"/>
                  <a:pt x="325107" y="586798"/>
                </a:cubicBezTo>
                <a:cubicBezTo>
                  <a:pt x="321669" y="584574"/>
                  <a:pt x="318232" y="582350"/>
                  <a:pt x="314996" y="580328"/>
                </a:cubicBezTo>
                <a:cubicBezTo>
                  <a:pt x="324095" y="571431"/>
                  <a:pt x="333397" y="562533"/>
                  <a:pt x="340878" y="555254"/>
                </a:cubicBezTo>
                <a:cubicBezTo>
                  <a:pt x="342496" y="548986"/>
                  <a:pt x="342294" y="541302"/>
                  <a:pt x="346136" y="537460"/>
                </a:cubicBezTo>
                <a:cubicBezTo>
                  <a:pt x="361503" y="521688"/>
                  <a:pt x="368581" y="500255"/>
                  <a:pt x="388195" y="486504"/>
                </a:cubicBezTo>
                <a:cubicBezTo>
                  <a:pt x="402753" y="476192"/>
                  <a:pt x="409022" y="454758"/>
                  <a:pt x="420952" y="439592"/>
                </a:cubicBezTo>
                <a:cubicBezTo>
                  <a:pt x="433085" y="424023"/>
                  <a:pt x="447238" y="409666"/>
                  <a:pt x="460786" y="395310"/>
                </a:cubicBezTo>
                <a:cubicBezTo>
                  <a:pt x="472111" y="383380"/>
                  <a:pt x="484040" y="372056"/>
                  <a:pt x="496577" y="359519"/>
                </a:cubicBezTo>
                <a:cubicBezTo>
                  <a:pt x="488488" y="341726"/>
                  <a:pt x="507495" y="349207"/>
                  <a:pt x="514977" y="345770"/>
                </a:cubicBezTo>
                <a:cubicBezTo>
                  <a:pt x="523672" y="341726"/>
                  <a:pt x="533176" y="339098"/>
                  <a:pt x="542679" y="335862"/>
                </a:cubicBezTo>
                <a:cubicBezTo>
                  <a:pt x="536815" y="332626"/>
                  <a:pt x="530952" y="329391"/>
                  <a:pt x="523268" y="325347"/>
                </a:cubicBezTo>
                <a:cubicBezTo>
                  <a:pt x="537219" y="312406"/>
                  <a:pt x="548948" y="300880"/>
                  <a:pt x="561686" y="290163"/>
                </a:cubicBezTo>
                <a:cubicBezTo>
                  <a:pt x="564922" y="287535"/>
                  <a:pt x="570381" y="287737"/>
                  <a:pt x="574831" y="286321"/>
                </a:cubicBezTo>
                <a:cubicBezTo>
                  <a:pt x="577863" y="285513"/>
                  <a:pt x="582109" y="285513"/>
                  <a:pt x="583323" y="283491"/>
                </a:cubicBezTo>
                <a:cubicBezTo>
                  <a:pt x="593636" y="266708"/>
                  <a:pt x="612441" y="266304"/>
                  <a:pt x="623562" y="262259"/>
                </a:cubicBezTo>
                <a:cubicBezTo>
                  <a:pt x="637514" y="235568"/>
                  <a:pt x="662385" y="225862"/>
                  <a:pt x="678561" y="206451"/>
                </a:cubicBezTo>
                <a:cubicBezTo>
                  <a:pt x="674720" y="207260"/>
                  <a:pt x="671282" y="208068"/>
                  <a:pt x="668046" y="208675"/>
                </a:cubicBezTo>
                <a:cubicBezTo>
                  <a:pt x="667440" y="207462"/>
                  <a:pt x="666834" y="206451"/>
                  <a:pt x="666226" y="205238"/>
                </a:cubicBezTo>
                <a:cubicBezTo>
                  <a:pt x="670676" y="203216"/>
                  <a:pt x="674922" y="200182"/>
                  <a:pt x="679370" y="199576"/>
                </a:cubicBezTo>
                <a:cubicBezTo>
                  <a:pt x="693929" y="197554"/>
                  <a:pt x="705454" y="192296"/>
                  <a:pt x="711925" y="177535"/>
                </a:cubicBezTo>
                <a:cubicBezTo>
                  <a:pt x="714351" y="172278"/>
                  <a:pt x="720215" y="165606"/>
                  <a:pt x="725473" y="164998"/>
                </a:cubicBezTo>
                <a:cubicBezTo>
                  <a:pt x="750142" y="161358"/>
                  <a:pt x="764094" y="140330"/>
                  <a:pt x="784921" y="130624"/>
                </a:cubicBezTo>
                <a:cubicBezTo>
                  <a:pt x="790583" y="127996"/>
                  <a:pt x="796043" y="124760"/>
                  <a:pt x="801502" y="121322"/>
                </a:cubicBezTo>
                <a:cubicBezTo>
                  <a:pt x="804940" y="119098"/>
                  <a:pt x="808378" y="116671"/>
                  <a:pt x="811410" y="113841"/>
                </a:cubicBezTo>
                <a:cubicBezTo>
                  <a:pt x="815454" y="109999"/>
                  <a:pt x="818083" y="103731"/>
                  <a:pt x="822733" y="101911"/>
                </a:cubicBezTo>
                <a:cubicBezTo>
                  <a:pt x="867219" y="82903"/>
                  <a:pt x="913524" y="67940"/>
                  <a:pt x="954976" y="41653"/>
                </a:cubicBezTo>
                <a:cubicBezTo>
                  <a:pt x="965086" y="35183"/>
                  <a:pt x="977825" y="32757"/>
                  <a:pt x="989350" y="28712"/>
                </a:cubicBezTo>
                <a:cubicBezTo>
                  <a:pt x="1014425" y="19614"/>
                  <a:pt x="1039699" y="10717"/>
                  <a:pt x="1069222" y="0"/>
                </a:cubicBezTo>
                <a:cubicBezTo>
                  <a:pt x="1063560" y="7077"/>
                  <a:pt x="1060730" y="13749"/>
                  <a:pt x="1058100" y="13547"/>
                </a:cubicBezTo>
                <a:cubicBezTo>
                  <a:pt x="1040105" y="13143"/>
                  <a:pt x="1032420" y="28106"/>
                  <a:pt x="1020894" y="37003"/>
                </a:cubicBezTo>
                <a:cubicBezTo>
                  <a:pt x="1018468" y="38823"/>
                  <a:pt x="1015435" y="40441"/>
                  <a:pt x="1012402" y="41249"/>
                </a:cubicBezTo>
                <a:cubicBezTo>
                  <a:pt x="995012" y="45091"/>
                  <a:pt x="995012" y="44889"/>
                  <a:pt x="1005123" y="60660"/>
                </a:cubicBezTo>
                <a:cubicBezTo>
                  <a:pt x="1006741" y="63290"/>
                  <a:pt x="1007751" y="66323"/>
                  <a:pt x="1009773" y="70973"/>
                </a:cubicBezTo>
                <a:cubicBezTo>
                  <a:pt x="992788" y="68749"/>
                  <a:pt x="977421" y="65514"/>
                  <a:pt x="962255" y="65110"/>
                </a:cubicBezTo>
                <a:cubicBezTo>
                  <a:pt x="954370" y="64908"/>
                  <a:pt x="946079" y="68951"/>
                  <a:pt x="938193" y="71580"/>
                </a:cubicBezTo>
                <a:cubicBezTo>
                  <a:pt x="927678" y="75017"/>
                  <a:pt x="917366" y="80073"/>
                  <a:pt x="906649" y="82297"/>
                </a:cubicBezTo>
                <a:cubicBezTo>
                  <a:pt x="893303" y="85128"/>
                  <a:pt x="888855" y="92204"/>
                  <a:pt x="892090" y="105753"/>
                </a:cubicBezTo>
                <a:cubicBezTo>
                  <a:pt x="893101" y="109595"/>
                  <a:pt x="889462" y="117077"/>
                  <a:pt x="886024" y="119098"/>
                </a:cubicBezTo>
                <a:cubicBezTo>
                  <a:pt x="866411" y="130624"/>
                  <a:pt x="845988" y="140936"/>
                  <a:pt x="823947" y="152665"/>
                </a:cubicBezTo>
                <a:cubicBezTo>
                  <a:pt x="824553" y="147811"/>
                  <a:pt x="824958" y="144575"/>
                  <a:pt x="825767" y="138106"/>
                </a:cubicBezTo>
                <a:cubicBezTo>
                  <a:pt x="821925" y="141745"/>
                  <a:pt x="818690" y="143363"/>
                  <a:pt x="818690" y="144779"/>
                </a:cubicBezTo>
                <a:cubicBezTo>
                  <a:pt x="821318" y="172076"/>
                  <a:pt x="793617" y="173289"/>
                  <a:pt x="781282" y="187645"/>
                </a:cubicBezTo>
                <a:cubicBezTo>
                  <a:pt x="771576" y="199172"/>
                  <a:pt x="757421" y="206855"/>
                  <a:pt x="745289" y="215955"/>
                </a:cubicBezTo>
                <a:cubicBezTo>
                  <a:pt x="741246" y="218987"/>
                  <a:pt x="736594" y="221616"/>
                  <a:pt x="732348" y="224447"/>
                </a:cubicBezTo>
                <a:cubicBezTo>
                  <a:pt x="732752" y="232332"/>
                  <a:pt x="733359" y="240624"/>
                  <a:pt x="733966" y="250935"/>
                </a:cubicBezTo>
                <a:cubicBezTo>
                  <a:pt x="737200" y="250531"/>
                  <a:pt x="744278" y="250733"/>
                  <a:pt x="744480" y="249723"/>
                </a:cubicBezTo>
                <a:cubicBezTo>
                  <a:pt x="745491" y="243050"/>
                  <a:pt x="745087" y="235972"/>
                  <a:pt x="745087" y="226671"/>
                </a:cubicBezTo>
                <a:cubicBezTo>
                  <a:pt x="751961" y="217775"/>
                  <a:pt x="773800" y="231120"/>
                  <a:pt x="779664" y="209888"/>
                </a:cubicBezTo>
                <a:cubicBezTo>
                  <a:pt x="798267" y="226064"/>
                  <a:pt x="798267" y="195532"/>
                  <a:pt x="813836" y="194925"/>
                </a:cubicBezTo>
                <a:cubicBezTo>
                  <a:pt x="825161" y="194318"/>
                  <a:pt x="837090" y="183803"/>
                  <a:pt x="846796" y="175311"/>
                </a:cubicBezTo>
                <a:cubicBezTo>
                  <a:pt x="857513" y="165808"/>
                  <a:pt x="865803" y="153675"/>
                  <a:pt x="875712" y="142149"/>
                </a:cubicBezTo>
                <a:cubicBezTo>
                  <a:pt x="888046" y="144171"/>
                  <a:pt x="901189" y="146193"/>
                  <a:pt x="912512" y="148013"/>
                </a:cubicBezTo>
                <a:cubicBezTo>
                  <a:pt x="923432" y="139723"/>
                  <a:pt x="933745" y="130624"/>
                  <a:pt x="945270" y="123546"/>
                </a:cubicBezTo>
                <a:cubicBezTo>
                  <a:pt x="956796" y="116469"/>
                  <a:pt x="964075" y="101102"/>
                  <a:pt x="981262" y="103933"/>
                </a:cubicBezTo>
                <a:cubicBezTo>
                  <a:pt x="982274" y="104135"/>
                  <a:pt x="984498" y="96046"/>
                  <a:pt x="986318" y="91598"/>
                </a:cubicBezTo>
                <a:cubicBezTo>
                  <a:pt x="1009975" y="91800"/>
                  <a:pt x="1009975" y="91800"/>
                  <a:pt x="1006133" y="111617"/>
                </a:cubicBezTo>
                <a:cubicBezTo>
                  <a:pt x="1007953" y="108987"/>
                  <a:pt x="1011795" y="105955"/>
                  <a:pt x="1011391" y="103528"/>
                </a:cubicBezTo>
                <a:cubicBezTo>
                  <a:pt x="1009369" y="89980"/>
                  <a:pt x="1017053" y="86543"/>
                  <a:pt x="1028174" y="82701"/>
                </a:cubicBezTo>
                <a:cubicBezTo>
                  <a:pt x="1043541" y="77241"/>
                  <a:pt x="1057292" y="67738"/>
                  <a:pt x="1072457" y="61672"/>
                </a:cubicBezTo>
                <a:cubicBezTo>
                  <a:pt x="1089038" y="55202"/>
                  <a:pt x="1106630" y="50753"/>
                  <a:pt x="1125030" y="47315"/>
                </a:cubicBezTo>
                <a:cubicBezTo>
                  <a:pt x="1113505" y="61268"/>
                  <a:pt x="1090048" y="61470"/>
                  <a:pt x="1088229" y="85330"/>
                </a:cubicBezTo>
                <a:cubicBezTo>
                  <a:pt x="1088027" y="85330"/>
                  <a:pt x="1090858" y="86543"/>
                  <a:pt x="1091464" y="86745"/>
                </a:cubicBezTo>
                <a:cubicBezTo>
                  <a:pt x="1089846" y="96654"/>
                  <a:pt x="1088027" y="106359"/>
                  <a:pt x="1086207" y="117683"/>
                </a:cubicBezTo>
                <a:cubicBezTo>
                  <a:pt x="1095912" y="115661"/>
                  <a:pt x="1104001" y="114043"/>
                  <a:pt x="1111887" y="112425"/>
                </a:cubicBezTo>
                <a:cubicBezTo>
                  <a:pt x="1112291" y="113639"/>
                  <a:pt x="1112899" y="114851"/>
                  <a:pt x="1113303" y="116267"/>
                </a:cubicBezTo>
                <a:cubicBezTo>
                  <a:pt x="1099350" y="126176"/>
                  <a:pt x="1085399" y="136286"/>
                  <a:pt x="1070233" y="147205"/>
                </a:cubicBezTo>
                <a:cubicBezTo>
                  <a:pt x="1059314" y="134466"/>
                  <a:pt x="1047991" y="148013"/>
                  <a:pt x="1036262" y="151653"/>
                </a:cubicBezTo>
                <a:cubicBezTo>
                  <a:pt x="1034645" y="152057"/>
                  <a:pt x="1034240" y="158124"/>
                  <a:pt x="1034240" y="161358"/>
                </a:cubicBezTo>
                <a:cubicBezTo>
                  <a:pt x="1034443" y="164594"/>
                  <a:pt x="1035858" y="167830"/>
                  <a:pt x="1037071" y="171672"/>
                </a:cubicBezTo>
                <a:cubicBezTo>
                  <a:pt x="1058504" y="167020"/>
                  <a:pt x="1082365" y="161966"/>
                  <a:pt x="1106225" y="156910"/>
                </a:cubicBezTo>
                <a:cubicBezTo>
                  <a:pt x="1107034" y="158124"/>
                  <a:pt x="1107843" y="159337"/>
                  <a:pt x="1108449" y="160550"/>
                </a:cubicBezTo>
                <a:cubicBezTo>
                  <a:pt x="1103597" y="164594"/>
                  <a:pt x="1099350" y="169852"/>
                  <a:pt x="1093890" y="172480"/>
                </a:cubicBezTo>
                <a:cubicBezTo>
                  <a:pt x="1065784" y="186433"/>
                  <a:pt x="1037273" y="198564"/>
                  <a:pt x="1009975" y="212921"/>
                </a:cubicBezTo>
                <a:cubicBezTo>
                  <a:pt x="981465" y="227884"/>
                  <a:pt x="953964" y="245072"/>
                  <a:pt x="925656" y="261450"/>
                </a:cubicBezTo>
                <a:cubicBezTo>
                  <a:pt x="940619" y="273988"/>
                  <a:pt x="950528" y="260439"/>
                  <a:pt x="960031" y="255991"/>
                </a:cubicBezTo>
                <a:cubicBezTo>
                  <a:pt x="988138" y="242848"/>
                  <a:pt x="1014829" y="226671"/>
                  <a:pt x="1042531" y="212315"/>
                </a:cubicBezTo>
                <a:cubicBezTo>
                  <a:pt x="1058100" y="204024"/>
                  <a:pt x="1074277" y="196542"/>
                  <a:pt x="1090251" y="189061"/>
                </a:cubicBezTo>
                <a:cubicBezTo>
                  <a:pt x="1095306" y="186635"/>
                  <a:pt x="1100968" y="185825"/>
                  <a:pt x="1106428" y="184209"/>
                </a:cubicBezTo>
                <a:cubicBezTo>
                  <a:pt x="1107034" y="185825"/>
                  <a:pt x="1107641" y="187443"/>
                  <a:pt x="1108449" y="189061"/>
                </a:cubicBezTo>
                <a:cubicBezTo>
                  <a:pt x="1099754" y="192498"/>
                  <a:pt x="1091060" y="196138"/>
                  <a:pt x="1081759" y="199778"/>
                </a:cubicBezTo>
                <a:cubicBezTo>
                  <a:pt x="1093486" y="206451"/>
                  <a:pt x="1103597" y="206046"/>
                  <a:pt x="1113505" y="196542"/>
                </a:cubicBezTo>
                <a:cubicBezTo>
                  <a:pt x="1116537" y="193510"/>
                  <a:pt x="1123211" y="191083"/>
                  <a:pt x="1126648" y="192296"/>
                </a:cubicBezTo>
                <a:cubicBezTo>
                  <a:pt x="1149093" y="199980"/>
                  <a:pt x="1155361" y="178749"/>
                  <a:pt x="1168706" y="169650"/>
                </a:cubicBezTo>
                <a:cubicBezTo>
                  <a:pt x="1158395" y="172076"/>
                  <a:pt x="1148081" y="174300"/>
                  <a:pt x="1137770" y="176727"/>
                </a:cubicBezTo>
                <a:cubicBezTo>
                  <a:pt x="1137366" y="174705"/>
                  <a:pt x="1136960" y="172885"/>
                  <a:pt x="1136354" y="170862"/>
                </a:cubicBezTo>
                <a:cubicBezTo>
                  <a:pt x="1221279" y="134668"/>
                  <a:pt x="1309240" y="110403"/>
                  <a:pt x="1401041" y="100496"/>
                </a:cubicBezTo>
                <a:cubicBezTo>
                  <a:pt x="1401647" y="102518"/>
                  <a:pt x="1402051" y="104539"/>
                  <a:pt x="1402659" y="106561"/>
                </a:cubicBezTo>
                <a:cubicBezTo>
                  <a:pt x="1375563" y="112627"/>
                  <a:pt x="1348468" y="118694"/>
                  <a:pt x="1319148" y="125366"/>
                </a:cubicBezTo>
                <a:cubicBezTo>
                  <a:pt x="1335121" y="140734"/>
                  <a:pt x="1348468" y="125770"/>
                  <a:pt x="1362015" y="126782"/>
                </a:cubicBezTo>
                <a:cubicBezTo>
                  <a:pt x="1374956" y="127792"/>
                  <a:pt x="1388100" y="125366"/>
                  <a:pt x="1401849" y="127388"/>
                </a:cubicBezTo>
                <a:cubicBezTo>
                  <a:pt x="1374147" y="146597"/>
                  <a:pt x="1346242" y="163786"/>
                  <a:pt x="1312070" y="166616"/>
                </a:cubicBezTo>
                <a:cubicBezTo>
                  <a:pt x="1312474" y="168032"/>
                  <a:pt x="1312676" y="169650"/>
                  <a:pt x="1313082" y="171065"/>
                </a:cubicBezTo>
                <a:cubicBezTo>
                  <a:pt x="1320158" y="169650"/>
                  <a:pt x="1327235" y="167628"/>
                  <a:pt x="1334515" y="167020"/>
                </a:cubicBezTo>
                <a:cubicBezTo>
                  <a:pt x="1341592" y="166616"/>
                  <a:pt x="1348872" y="167830"/>
                  <a:pt x="1356151" y="168032"/>
                </a:cubicBezTo>
                <a:cubicBezTo>
                  <a:pt x="1363228" y="168234"/>
                  <a:pt x="1370305" y="168032"/>
                  <a:pt x="1377786" y="170054"/>
                </a:cubicBezTo>
                <a:cubicBezTo>
                  <a:pt x="1363228" y="174907"/>
                  <a:pt x="1346040" y="173693"/>
                  <a:pt x="1340783" y="186433"/>
                </a:cubicBezTo>
                <a:cubicBezTo>
                  <a:pt x="1323595" y="189263"/>
                  <a:pt x="1309240" y="191488"/>
                  <a:pt x="1294479" y="193914"/>
                </a:cubicBezTo>
                <a:cubicBezTo>
                  <a:pt x="1300342" y="210697"/>
                  <a:pt x="1286795" y="208271"/>
                  <a:pt x="1278908" y="211505"/>
                </a:cubicBezTo>
                <a:cubicBezTo>
                  <a:pt x="1277290" y="209888"/>
                  <a:pt x="1275674" y="208473"/>
                  <a:pt x="1274258" y="206855"/>
                </a:cubicBezTo>
                <a:cubicBezTo>
                  <a:pt x="1279110" y="204226"/>
                  <a:pt x="1283762" y="201598"/>
                  <a:pt x="1288817" y="198766"/>
                </a:cubicBezTo>
                <a:cubicBezTo>
                  <a:pt x="1283560" y="195936"/>
                  <a:pt x="1279718" y="193712"/>
                  <a:pt x="1275876" y="191488"/>
                </a:cubicBezTo>
                <a:cubicBezTo>
                  <a:pt x="1284975" y="184815"/>
                  <a:pt x="1294277" y="178344"/>
                  <a:pt x="1306206" y="169650"/>
                </a:cubicBezTo>
                <a:cubicBezTo>
                  <a:pt x="1293467" y="168436"/>
                  <a:pt x="1280930" y="167224"/>
                  <a:pt x="1264350" y="165808"/>
                </a:cubicBezTo>
                <a:cubicBezTo>
                  <a:pt x="1257273" y="172278"/>
                  <a:pt x="1247567" y="179961"/>
                  <a:pt x="1229773" y="172682"/>
                </a:cubicBezTo>
                <a:cubicBezTo>
                  <a:pt x="1223303" y="170054"/>
                  <a:pt x="1210968" y="181175"/>
                  <a:pt x="1207732" y="162572"/>
                </a:cubicBezTo>
                <a:cubicBezTo>
                  <a:pt x="1222695" y="159539"/>
                  <a:pt x="1234828" y="143767"/>
                  <a:pt x="1252621" y="157113"/>
                </a:cubicBezTo>
                <a:cubicBezTo>
                  <a:pt x="1255857" y="159539"/>
                  <a:pt x="1263541" y="155697"/>
                  <a:pt x="1269203" y="154282"/>
                </a:cubicBezTo>
                <a:cubicBezTo>
                  <a:pt x="1269405" y="154282"/>
                  <a:pt x="1269405" y="147609"/>
                  <a:pt x="1267787" y="146395"/>
                </a:cubicBezTo>
                <a:cubicBezTo>
                  <a:pt x="1263541" y="143161"/>
                  <a:pt x="1257273" y="138308"/>
                  <a:pt x="1253431" y="139521"/>
                </a:cubicBezTo>
                <a:cubicBezTo>
                  <a:pt x="1227751" y="147407"/>
                  <a:pt x="1202272" y="156910"/>
                  <a:pt x="1178210" y="165404"/>
                </a:cubicBezTo>
                <a:cubicBezTo>
                  <a:pt x="1185895" y="169246"/>
                  <a:pt x="1195196" y="173693"/>
                  <a:pt x="1207934" y="179759"/>
                </a:cubicBezTo>
                <a:cubicBezTo>
                  <a:pt x="1174976" y="189668"/>
                  <a:pt x="1153339" y="215347"/>
                  <a:pt x="1118763" y="222425"/>
                </a:cubicBezTo>
                <a:cubicBezTo>
                  <a:pt x="1121391" y="213933"/>
                  <a:pt x="1122806" y="209079"/>
                  <a:pt x="1125030" y="201598"/>
                </a:cubicBezTo>
                <a:cubicBezTo>
                  <a:pt x="1113909" y="205642"/>
                  <a:pt x="1104203" y="209281"/>
                  <a:pt x="1092071" y="213933"/>
                </a:cubicBezTo>
                <a:cubicBezTo>
                  <a:pt x="1098138" y="216157"/>
                  <a:pt x="1101777" y="217571"/>
                  <a:pt x="1105417" y="218987"/>
                </a:cubicBezTo>
                <a:cubicBezTo>
                  <a:pt x="1105012" y="221009"/>
                  <a:pt x="1104608" y="222829"/>
                  <a:pt x="1104405" y="224851"/>
                </a:cubicBezTo>
                <a:cubicBezTo>
                  <a:pt x="1096520" y="223436"/>
                  <a:pt x="1088836" y="222021"/>
                  <a:pt x="1084589" y="221211"/>
                </a:cubicBezTo>
                <a:cubicBezTo>
                  <a:pt x="1083175" y="226671"/>
                  <a:pt x="1083175" y="234152"/>
                  <a:pt x="1079535" y="238602"/>
                </a:cubicBezTo>
                <a:cubicBezTo>
                  <a:pt x="1067402" y="254373"/>
                  <a:pt x="1049203" y="260844"/>
                  <a:pt x="1031005" y="265898"/>
                </a:cubicBezTo>
                <a:cubicBezTo>
                  <a:pt x="1021097" y="268730"/>
                  <a:pt x="1012605" y="270550"/>
                  <a:pt x="1007953" y="282479"/>
                </a:cubicBezTo>
                <a:cubicBezTo>
                  <a:pt x="1005527" y="288749"/>
                  <a:pt x="994810" y="292185"/>
                  <a:pt x="987734" y="296634"/>
                </a:cubicBezTo>
                <a:cubicBezTo>
                  <a:pt x="973579" y="305734"/>
                  <a:pt x="959222" y="314428"/>
                  <a:pt x="945270" y="323931"/>
                </a:cubicBezTo>
                <a:cubicBezTo>
                  <a:pt x="942641" y="325751"/>
                  <a:pt x="941428" y="329998"/>
                  <a:pt x="939407" y="333030"/>
                </a:cubicBezTo>
                <a:cubicBezTo>
                  <a:pt x="940417" y="333840"/>
                  <a:pt x="941428" y="334850"/>
                  <a:pt x="942439" y="335660"/>
                </a:cubicBezTo>
                <a:cubicBezTo>
                  <a:pt x="969333" y="319281"/>
                  <a:pt x="995822" y="302296"/>
                  <a:pt x="1023322" y="286727"/>
                </a:cubicBezTo>
                <a:cubicBezTo>
                  <a:pt x="1030600" y="282479"/>
                  <a:pt x="1040307" y="282479"/>
                  <a:pt x="1049001" y="284097"/>
                </a:cubicBezTo>
                <a:cubicBezTo>
                  <a:pt x="1044957" y="288749"/>
                  <a:pt x="1041115" y="293197"/>
                  <a:pt x="1037071" y="297847"/>
                </a:cubicBezTo>
                <a:cubicBezTo>
                  <a:pt x="1043541" y="296027"/>
                  <a:pt x="1050417" y="295219"/>
                  <a:pt x="1056280" y="292185"/>
                </a:cubicBezTo>
                <a:cubicBezTo>
                  <a:pt x="1064370" y="288141"/>
                  <a:pt x="1071446" y="282075"/>
                  <a:pt x="1079333" y="277829"/>
                </a:cubicBezTo>
                <a:cubicBezTo>
                  <a:pt x="1082163" y="276212"/>
                  <a:pt x="1086207" y="277020"/>
                  <a:pt x="1089846" y="276818"/>
                </a:cubicBezTo>
                <a:cubicBezTo>
                  <a:pt x="1090251" y="278233"/>
                  <a:pt x="1090656" y="279649"/>
                  <a:pt x="1091060" y="281064"/>
                </a:cubicBezTo>
                <a:cubicBezTo>
                  <a:pt x="1082163" y="285917"/>
                  <a:pt x="1073266" y="290973"/>
                  <a:pt x="1064166" y="295825"/>
                </a:cubicBezTo>
                <a:cubicBezTo>
                  <a:pt x="1064774" y="297240"/>
                  <a:pt x="1065380" y="298858"/>
                  <a:pt x="1066188" y="300274"/>
                </a:cubicBezTo>
                <a:cubicBezTo>
                  <a:pt x="1079737" y="295623"/>
                  <a:pt x="1093284" y="290771"/>
                  <a:pt x="1107034" y="286119"/>
                </a:cubicBezTo>
                <a:cubicBezTo>
                  <a:pt x="1107439" y="286929"/>
                  <a:pt x="1108045" y="287737"/>
                  <a:pt x="1108449" y="288343"/>
                </a:cubicBezTo>
                <a:cubicBezTo>
                  <a:pt x="1106023" y="291175"/>
                  <a:pt x="1103597" y="293803"/>
                  <a:pt x="1101170" y="296634"/>
                </a:cubicBezTo>
                <a:cubicBezTo>
                  <a:pt x="1101574" y="297240"/>
                  <a:pt x="1102182" y="297847"/>
                  <a:pt x="1102586" y="298454"/>
                </a:cubicBezTo>
                <a:cubicBezTo>
                  <a:pt x="1105821" y="296027"/>
                  <a:pt x="1109461" y="294208"/>
                  <a:pt x="1112291" y="291377"/>
                </a:cubicBezTo>
                <a:cubicBezTo>
                  <a:pt x="1117953" y="285917"/>
                  <a:pt x="1122199" y="277829"/>
                  <a:pt x="1129074" y="274796"/>
                </a:cubicBezTo>
                <a:cubicBezTo>
                  <a:pt x="1141005" y="269538"/>
                  <a:pt x="1154755" y="268326"/>
                  <a:pt x="1166886" y="263270"/>
                </a:cubicBezTo>
                <a:cubicBezTo>
                  <a:pt x="1175380" y="259833"/>
                  <a:pt x="1182255" y="252553"/>
                  <a:pt x="1190141" y="246689"/>
                </a:cubicBezTo>
                <a:cubicBezTo>
                  <a:pt x="1192365" y="250935"/>
                  <a:pt x="1194185" y="254171"/>
                  <a:pt x="1195802" y="257609"/>
                </a:cubicBezTo>
                <a:cubicBezTo>
                  <a:pt x="1197016" y="254575"/>
                  <a:pt x="1197824" y="250935"/>
                  <a:pt x="1199644" y="248307"/>
                </a:cubicBezTo>
                <a:cubicBezTo>
                  <a:pt x="1201666" y="245476"/>
                  <a:pt x="1204294" y="241634"/>
                  <a:pt x="1207328" y="240826"/>
                </a:cubicBezTo>
                <a:cubicBezTo>
                  <a:pt x="1222493" y="236984"/>
                  <a:pt x="1237860" y="234152"/>
                  <a:pt x="1252823" y="230310"/>
                </a:cubicBezTo>
                <a:cubicBezTo>
                  <a:pt x="1256665" y="229300"/>
                  <a:pt x="1259497" y="224245"/>
                  <a:pt x="1263339" y="223234"/>
                </a:cubicBezTo>
                <a:cubicBezTo>
                  <a:pt x="1281538" y="218381"/>
                  <a:pt x="1299938" y="214135"/>
                  <a:pt x="1318338" y="209484"/>
                </a:cubicBezTo>
                <a:cubicBezTo>
                  <a:pt x="1320967" y="208877"/>
                  <a:pt x="1323393" y="206451"/>
                  <a:pt x="1326023" y="205844"/>
                </a:cubicBezTo>
                <a:cubicBezTo>
                  <a:pt x="1330269" y="204631"/>
                  <a:pt x="1337548" y="202002"/>
                  <a:pt x="1338963" y="203620"/>
                </a:cubicBezTo>
                <a:cubicBezTo>
                  <a:pt x="1352512" y="220403"/>
                  <a:pt x="1356555" y="204226"/>
                  <a:pt x="1362823" y="197352"/>
                </a:cubicBezTo>
                <a:cubicBezTo>
                  <a:pt x="1368283" y="199172"/>
                  <a:pt x="1373339" y="200788"/>
                  <a:pt x="1378394" y="202406"/>
                </a:cubicBezTo>
                <a:cubicBezTo>
                  <a:pt x="1378798" y="201396"/>
                  <a:pt x="1379202" y="200384"/>
                  <a:pt x="1379404" y="199172"/>
                </a:cubicBezTo>
                <a:cubicBezTo>
                  <a:pt x="1377584" y="197554"/>
                  <a:pt x="1375765" y="195936"/>
                  <a:pt x="1373339" y="194116"/>
                </a:cubicBezTo>
                <a:cubicBezTo>
                  <a:pt x="1376372" y="193712"/>
                  <a:pt x="1380820" y="192296"/>
                  <a:pt x="1381426" y="193307"/>
                </a:cubicBezTo>
                <a:cubicBezTo>
                  <a:pt x="1392143" y="209281"/>
                  <a:pt x="1405691" y="198160"/>
                  <a:pt x="1418026" y="197756"/>
                </a:cubicBezTo>
                <a:cubicBezTo>
                  <a:pt x="1422272" y="197554"/>
                  <a:pt x="1426518" y="197150"/>
                  <a:pt x="1430765" y="196542"/>
                </a:cubicBezTo>
                <a:cubicBezTo>
                  <a:pt x="1446132" y="194722"/>
                  <a:pt x="1450378" y="200992"/>
                  <a:pt x="1444515" y="214539"/>
                </a:cubicBezTo>
                <a:cubicBezTo>
                  <a:pt x="1425710" y="217167"/>
                  <a:pt x="1406905" y="222627"/>
                  <a:pt x="1388302" y="221616"/>
                </a:cubicBezTo>
                <a:cubicBezTo>
                  <a:pt x="1369295" y="220605"/>
                  <a:pt x="1354331" y="242241"/>
                  <a:pt x="1333707" y="230108"/>
                </a:cubicBezTo>
                <a:cubicBezTo>
                  <a:pt x="1325213" y="240016"/>
                  <a:pt x="1316114" y="250935"/>
                  <a:pt x="1307015" y="261652"/>
                </a:cubicBezTo>
                <a:cubicBezTo>
                  <a:pt x="1317126" y="260844"/>
                  <a:pt x="1329865" y="260035"/>
                  <a:pt x="1342603" y="259024"/>
                </a:cubicBezTo>
                <a:cubicBezTo>
                  <a:pt x="1343210" y="260035"/>
                  <a:pt x="1343614" y="260844"/>
                  <a:pt x="1344220" y="261855"/>
                </a:cubicBezTo>
                <a:cubicBezTo>
                  <a:pt x="1336739" y="265898"/>
                  <a:pt x="1329257" y="269944"/>
                  <a:pt x="1319350" y="275200"/>
                </a:cubicBezTo>
                <a:cubicBezTo>
                  <a:pt x="1328853" y="280862"/>
                  <a:pt x="1336537" y="286523"/>
                  <a:pt x="1345030" y="289961"/>
                </a:cubicBezTo>
                <a:cubicBezTo>
                  <a:pt x="1348670" y="291377"/>
                  <a:pt x="1357566" y="289355"/>
                  <a:pt x="1357971" y="287333"/>
                </a:cubicBezTo>
                <a:cubicBezTo>
                  <a:pt x="1360801" y="275807"/>
                  <a:pt x="1369699" y="278840"/>
                  <a:pt x="1376978" y="277829"/>
                </a:cubicBezTo>
                <a:cubicBezTo>
                  <a:pt x="1415194" y="272774"/>
                  <a:pt x="1453412" y="266304"/>
                  <a:pt x="1491830" y="262866"/>
                </a:cubicBezTo>
                <a:cubicBezTo>
                  <a:pt x="1516297" y="260642"/>
                  <a:pt x="1541169" y="262462"/>
                  <a:pt x="1565838" y="264484"/>
                </a:cubicBezTo>
                <a:close/>
              </a:path>
            </a:pathLst>
          </a:custGeom>
          <a:gradFill>
            <a:gsLst>
              <a:gs pos="0">
                <a:srgbClr val="6DBA90"/>
              </a:gs>
              <a:gs pos="90000">
                <a:srgbClr val="6DBA90">
                  <a:lumMod val="60000"/>
                  <a:lumOff val="40000"/>
                </a:srgbClr>
              </a:gs>
            </a:gsLst>
            <a:lin ang="13500000"/>
          </a:gradFill>
          <a:ln>
            <a:noFill/>
          </a:ln>
          <a:effectLst>
            <a:outerShdw algn="ctr" blurRad="127000" dist="127000" rotWithShape="false">
              <a:schemeClr val="accent1">
                <a:alpha val="15000"/>
              </a:schemeClr>
            </a:outerShdw>
          </a:effectLst>
        </p:spPr>
        <p:txBody>
          <a:bodyPr vert="horz" anchor="ctr" wrap="square" tIns="45720" lIns="91440" bIns="1105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4" id="4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5" id="5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7" id="7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18000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482726" y="2113810"/>
            <a:ext cx="9213849" cy="830997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false" i="false" sz="4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AI智能生成PPT演示文稿</a:t>
            </a:r>
          </a:p>
        </p:txBody>
      </p:sp>
      <p:sp>
        <p:nvSpPr>
          <p:cNvPr name="AutoShape 3" id="3"/>
          <p:cNvSpPr/>
          <p:nvPr>
            <p:ph type="subTitle" sz="quarter" idx="1"/>
          </p:nvPr>
        </p:nvSpPr>
        <p:spPr>
          <a:xfrm>
            <a:off x="1482726" y="3022541"/>
            <a:ext cx="9213849" cy="47174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anchor="t" wrap="square" tIns="45720" lIns="91440" bIns="45720" rIns="91440">
            <a:normAutofit/>
          </a:bodyPr>
          <a:p>
            <a:pPr algn="ctr" indent="0" marL="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2F2F2F"/>
                </a:solidFill>
                <a:latin typeface="Arial"/>
                <a:ea typeface="Arial"/>
              </a:rPr>
              <a:t>—— </a:t>
            </a:r>
            <a:r>
              <a:rPr lang="zh-CN" b="fals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汇报人</a:t>
            </a:r>
            <a:r>
              <a:rPr lang="en-US" b="false" i="false" sz="2000" baseline="0" u="none">
                <a:solidFill>
                  <a:srgbClr val="2F2F2F"/>
                </a:solidFill>
                <a:latin typeface="Arial"/>
                <a:ea typeface="Arial"/>
              </a:rPr>
              <a:t>——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0404" y="2289090"/>
            <a:ext cx="3785835" cy="1089415"/>
          </a:xfrm>
          <a:prstGeom prst="rect">
            <a:avLst/>
          </a:prstGeom>
        </p:spPr>
        <p:txBody>
          <a:bodyPr vert="horz" anchor="b" wrap="none" tIns="45720" lIns="91440" bIns="45720" rIns="91440">
            <a:normAutofit/>
          </a:bodyPr>
          <a:p>
            <a:pPr algn="ctr" marL="0"/>
            <a:r>
              <a:rPr lang="en-US" b="true" i="false" sz="72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3" id="3"/>
          <p:cNvSpPr/>
          <p:nvPr/>
        </p:nvSpPr>
        <p:spPr>
          <a:xfrm>
            <a:off x="1912136" y="4269855"/>
            <a:ext cx="948724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rnd">
            <a:noFill/>
            <a:prstDash val="solid"/>
          </a:ln>
          <a:effectLst>
            <a:outerShdw algn="ctr" blurRad="254000" dist="127000" rotWithShape="false">
              <a:schemeClr val="accent1">
                <a:alpha val="32000"/>
              </a:scheme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-12700" y="900982"/>
            <a:ext cx="5039760" cy="5814394"/>
          </a:xfrm>
          <a:custGeom>
            <a:avLst/>
            <a:gdLst/>
            <a:ahLst/>
            <a:cxnLst/>
            <a:rect r="r" b="b" t="t" l="l"/>
            <a:pathLst>
              <a:path w="5039760" h="5814394" stroke="true" fill="norm" extrusionOk="true">
                <a:moveTo>
                  <a:pt x="2101766" y="0"/>
                </a:moveTo>
                <a:cubicBezTo>
                  <a:pt x="3724375" y="0"/>
                  <a:pt x="5039760" y="1301596"/>
                  <a:pt x="5039760" y="2907197"/>
                </a:cubicBezTo>
                <a:cubicBezTo>
                  <a:pt x="5039760" y="4512798"/>
                  <a:pt x="3724375" y="5814394"/>
                  <a:pt x="2101766" y="5814394"/>
                </a:cubicBezTo>
                <a:cubicBezTo>
                  <a:pt x="1290462" y="5814394"/>
                  <a:pt x="555963" y="5488995"/>
                  <a:pt x="24291" y="4962896"/>
                </a:cubicBezTo>
                <a:lnTo>
                  <a:pt x="0" y="4936450"/>
                </a:lnTo>
                <a:lnTo>
                  <a:pt x="0" y="877945"/>
                </a:lnTo>
                <a:lnTo>
                  <a:pt x="24291" y="851498"/>
                </a:lnTo>
                <a:cubicBezTo>
                  <a:pt x="555963" y="325399"/>
                  <a:pt x="1290462" y="0"/>
                  <a:pt x="2101766" y="0"/>
                </a:cubicBezTo>
                <a:close/>
              </a:path>
            </a:pathLst>
          </a:custGeom>
          <a:gradFill>
            <a:gsLst>
              <a:gs pos="0">
                <a:srgbClr val="6DBA90">
                  <a:alpha val="50000"/>
                </a:srgbClr>
              </a:gs>
              <a:gs pos="100000">
                <a:srgbClr val="6DBA90">
                  <a:alpha val="0"/>
                  <a:lumMod val="60000"/>
                  <a:lumOff val="40000"/>
                </a:srgbClr>
              </a:gs>
            </a:gsLst>
            <a:lin ang="2700000"/>
          </a:gradFill>
          <a:ln>
            <a:noFill/>
          </a:ln>
          <a:effectLst>
            <a:outerShdw algn="ctr" blurRad="127000" dir="5400000" dist="50800" rotWithShape="false">
              <a:srgbClr val="F0F0F0">
                <a:alpha val="15000"/>
                <a:lumMod val="75000"/>
              </a:srgbClr>
            </a:outerShdw>
          </a:effectLst>
        </p:spPr>
        <p:txBody>
          <a:bodyPr vert="horz" anchor="ctr" tIns="45720" lIns="91440" bIns="45720" rIns="432000">
            <a:normAutofit/>
          </a:bodyPr>
          <a:p>
            <a:pPr algn="ctr" marL="0">
              <a:lnSpc>
                <a:spcPct val="120000"/>
              </a:lnSpc>
            </a:pPr>
            <a:r>
              <a:rPr lang="zh-CN" b="true" i="false" sz="4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672339" y="1178546"/>
            <a:ext cx="4846561" cy="4612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anchor="ctr" rtlCol="false" vert="horz" tIns="45720" lIns="180000" bIns="45720" rIns="91440">
            <a:no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zh-CN" b="fals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引言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5785124" y="1156167"/>
            <a:ext cx="612668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2400" baseline="0" u="none">
                <a:solidFill>
                  <a:srgbClr val="2F2F2F"/>
                </a:solidFill>
                <a:latin typeface="Arial"/>
                <a:ea typeface="Arial"/>
              </a:rPr>
              <a:t>01.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672339" y="2080635"/>
            <a:ext cx="4846561" cy="461239"/>
          </a:xfrm>
          <a:prstGeom prst="roundRect">
            <a:avLst>
              <a:gd name="adj" fmla="val 0"/>
            </a:avLst>
          </a:prstGeom>
          <a:solidFill>
            <a:srgbClr val="778495">
              <a:alpha val="15000"/>
            </a:srgbClr>
          </a:solidFill>
          <a:ln>
            <a:noFill/>
          </a:ln>
        </p:spPr>
        <p:txBody>
          <a:bodyPr anchor="ctr" rtlCol="false" vert="horz" tIns="45720" lIns="180000" bIns="45720" rIns="91440">
            <a:no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2F2F2F"/>
                </a:solidFill>
                <a:latin typeface="Arial"/>
                <a:ea typeface="Arial"/>
              </a:rPr>
              <a:t>技术原理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5785124" y="2058258"/>
            <a:ext cx="612668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2400" baseline="0" u="none">
                <a:solidFill>
                  <a:srgbClr val="2F2F2F"/>
                </a:solidFill>
                <a:latin typeface="Arial"/>
                <a:ea typeface="Arial"/>
              </a:rPr>
              <a:t>02.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6672339" y="2982726"/>
            <a:ext cx="4846561" cy="4612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anchor="ctr" rtlCol="false" vert="horz" tIns="45720" lIns="180000" bIns="45720" rIns="91440">
            <a:no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FFFFFF"/>
                </a:solidFill>
                <a:latin typeface="Arial"/>
                <a:ea typeface="Arial"/>
              </a:rPr>
              <a:t>功能特点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5785124" y="2960349"/>
            <a:ext cx="612668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2400" baseline="0" u="none">
                <a:solidFill>
                  <a:srgbClr val="2F2F2F"/>
                </a:solidFill>
                <a:latin typeface="Arial"/>
                <a:ea typeface="Arial"/>
              </a:rPr>
              <a:t>03.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672339" y="3884817"/>
            <a:ext cx="4846561" cy="461239"/>
          </a:xfrm>
          <a:prstGeom prst="roundRect">
            <a:avLst>
              <a:gd name="adj" fmla="val 0"/>
            </a:avLst>
          </a:prstGeom>
          <a:solidFill>
            <a:srgbClr val="778495">
              <a:alpha val="15000"/>
            </a:srgbClr>
          </a:solidFill>
          <a:ln>
            <a:noFill/>
          </a:ln>
        </p:spPr>
        <p:txBody>
          <a:bodyPr anchor="ctr" rtlCol="false" vert="horz" tIns="45720" lIns="180000" bIns="45720" rIns="91440">
            <a:no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2F2F2F"/>
                </a:solidFill>
                <a:latin typeface="Arial"/>
                <a:ea typeface="Arial"/>
              </a:rPr>
              <a:t>应用场景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5785124" y="3862440"/>
            <a:ext cx="612668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2400" baseline="0" u="none">
                <a:solidFill>
                  <a:srgbClr val="2F2F2F"/>
                </a:solidFill>
                <a:latin typeface="Arial"/>
                <a:ea typeface="Arial"/>
              </a:rPr>
              <a:t>04.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>
            <a:off x="10356176" y="5928783"/>
            <a:ext cx="1835824" cy="929217"/>
          </a:xfrm>
          <a:custGeom>
            <a:avLst/>
            <a:gdLst/>
            <a:ahLst/>
            <a:cxnLst/>
            <a:rect r="r" b="b" t="t" l="l"/>
            <a:pathLst>
              <a:path w="1835824" h="929217" stroke="true" fill="norm" extrusionOk="true">
                <a:moveTo>
                  <a:pt x="917912" y="0"/>
                </a:moveTo>
                <a:cubicBezTo>
                  <a:pt x="1424861" y="0"/>
                  <a:pt x="1835824" y="410963"/>
                  <a:pt x="1835824" y="917912"/>
                </a:cubicBezTo>
                <a:lnTo>
                  <a:pt x="1835253" y="929217"/>
                </a:lnTo>
                <a:lnTo>
                  <a:pt x="1372240" y="929217"/>
                </a:lnTo>
                <a:lnTo>
                  <a:pt x="1373380" y="917912"/>
                </a:lnTo>
                <a:cubicBezTo>
                  <a:pt x="1373380" y="666364"/>
                  <a:pt x="1169460" y="462444"/>
                  <a:pt x="917912" y="462444"/>
                </a:cubicBezTo>
                <a:cubicBezTo>
                  <a:pt x="666364" y="462444"/>
                  <a:pt x="462444" y="666364"/>
                  <a:pt x="462444" y="917912"/>
                </a:cubicBezTo>
                <a:lnTo>
                  <a:pt x="463584" y="929217"/>
                </a:lnTo>
                <a:lnTo>
                  <a:pt x="571" y="929217"/>
                </a:lnTo>
                <a:lnTo>
                  <a:pt x="0" y="917912"/>
                </a:lnTo>
                <a:cubicBezTo>
                  <a:pt x="0" y="410963"/>
                  <a:pt x="410963" y="0"/>
                  <a:pt x="917912" y="0"/>
                </a:cubicBezTo>
                <a:close/>
              </a:path>
            </a:pathLst>
          </a:custGeom>
          <a:gradFill>
            <a:gsLst>
              <a:gs pos="1000">
                <a:srgbClr val="B7CA33">
                  <a:alpha val="10000"/>
                </a:srgbClr>
              </a:gs>
              <a:gs pos="100000">
                <a:srgbClr val="6DBA90">
                  <a:alpha val="20000"/>
                </a:srgbClr>
              </a:gs>
            </a:gsLst>
            <a:lin ang="4200000"/>
          </a:gra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6669883" y="4786908"/>
            <a:ext cx="4846561" cy="4612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anchor="ctr" rtlCol="false" vert="horz" tIns="45720" lIns="180000" bIns="45720" rIns="91440">
            <a:no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FFFFFF"/>
                </a:solidFill>
                <a:latin typeface="Arial"/>
                <a:ea typeface="Arial"/>
              </a:rPr>
              <a:t>挑战与未来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5785124" y="4764530"/>
            <a:ext cx="612668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2400" baseline="0" u="none">
                <a:solidFill>
                  <a:srgbClr val="2F2F2F"/>
                </a:solidFill>
                <a:latin typeface="Arial"/>
                <a:ea typeface="Arial"/>
              </a:rPr>
              <a:t>05.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669883" y="5689001"/>
            <a:ext cx="4846561" cy="461239"/>
          </a:xfrm>
          <a:prstGeom prst="roundRect">
            <a:avLst>
              <a:gd name="adj" fmla="val 0"/>
            </a:avLst>
          </a:prstGeom>
          <a:solidFill>
            <a:srgbClr val="778495">
              <a:alpha val="15000"/>
            </a:srgbClr>
          </a:solidFill>
          <a:ln>
            <a:noFill/>
          </a:ln>
        </p:spPr>
        <p:txBody>
          <a:bodyPr anchor="ctr" rtlCol="false" vert="horz" tIns="45720" lIns="180000" bIns="45720" rIns="91440">
            <a:no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2F2F2F"/>
                </a:solidFill>
                <a:latin typeface="Arial"/>
                <a:ea typeface="Arial"/>
              </a:rPr>
              <a:t>结论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5785124" y="5666623"/>
            <a:ext cx="612668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2400" baseline="0" u="none">
                <a:solidFill>
                  <a:srgbClr val="2F2F2F"/>
                </a:solidFill>
                <a:latin typeface="Arial"/>
                <a:ea typeface="Arial"/>
              </a:rPr>
              <a:t>06.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519311" y="1856444"/>
            <a:ext cx="7153377" cy="830997"/>
          </a:xfrm>
          <a:prstGeom prst="rect">
            <a:avLst/>
          </a:prstGeo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01.</a:t>
            </a:r>
          </a:p>
        </p:txBody>
      </p:sp>
      <p:sp>
        <p:nvSpPr>
          <p:cNvPr name="AutoShape 3" id="3"/>
          <p:cNvSpPr/>
          <p:nvPr>
            <p:ph type="body" sz="quarter" idx="1"/>
          </p:nvPr>
        </p:nvSpPr>
        <p:spPr>
          <a:xfrm>
            <a:off x="2504255" y="2754291"/>
            <a:ext cx="7153377" cy="632353"/>
          </a:xfrm>
          <a:prstGeom prst="rect">
            <a:avLst/>
          </a:prstGeom>
        </p:spPr>
        <p:txBody>
          <a:bodyPr vert="horz" anchor="t" tIns="45720" lIns="91440" bIns="45720" rIns="91440">
            <a:sp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zh-CN" b="true" i="false" sz="32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引言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背景介绍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399" y="1598155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AI技术发展概述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2082531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近年来，人工智能技术飞速发展，深度学习、自然语言处理和计算机视觉等领域取得了显著突破，为各行各业带来了革命性变化。</a:t>
            </a:r>
          </a:p>
        </p:txBody>
      </p:sp>
      <p:cxnSp>
        <p:nvCxnSpPr>
          <p:cNvPr name="Connector 5" id="5"/>
          <p:cNvCxnSpPr/>
          <p:nvPr/>
        </p:nvCxnSpPr>
        <p:spPr>
          <a:xfrm flipH="true">
            <a:off x="4297853" y="1798357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name="AutoShape 6" id="6"/>
          <p:cNvSpPr/>
          <p:nvPr/>
        </p:nvSpPr>
        <p:spPr>
          <a:xfrm>
            <a:off x="8391722" y="3022025"/>
            <a:ext cx="3127177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PPT生成的需求分析</a:t>
            </a:r>
          </a:p>
        </p:txBody>
      </p:sp>
      <p:sp>
        <p:nvSpPr>
          <p:cNvPr name="AutoShape 7" id="7"/>
          <p:cNvSpPr/>
          <p:nvPr/>
        </p:nvSpPr>
        <p:spPr>
          <a:xfrm>
            <a:off x="8391723" y="3506401"/>
            <a:ext cx="3127177" cy="17939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随着信息时代的到来，PPT已成为沟通和展示的重要工具，但传统制作方式耗时耗力，亟需智能化解决方案来提升效率。</a:t>
            </a:r>
          </a:p>
        </p:txBody>
      </p:sp>
      <p:cxnSp>
        <p:nvCxnSpPr>
          <p:cNvPr name="Connector 8" id="8"/>
          <p:cNvCxnSpPr/>
          <p:nvPr/>
        </p:nvCxnSpPr>
        <p:spPr>
          <a:xfrm>
            <a:off x="6790677" y="3204020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name="Freeform 9" id="9"/>
          <p:cNvSpPr/>
          <p:nvPr/>
        </p:nvSpPr>
        <p:spPr>
          <a:xfrm>
            <a:off x="4297853" y="5008091"/>
            <a:ext cx="3917577" cy="1300634"/>
          </a:xfrm>
          <a:custGeom>
            <a:avLst/>
            <a:gdLst/>
            <a:ahLst/>
            <a:cxnLst/>
            <a:rect r="r" b="b" t="t" l="l"/>
            <a:pathLst>
              <a:path w="3917577" h="1300634" stroke="true" fill="norm" extrusionOk="true">
                <a:moveTo>
                  <a:pt x="828926" y="0"/>
                </a:moveTo>
                <a:lnTo>
                  <a:pt x="3105726" y="0"/>
                </a:lnTo>
                <a:lnTo>
                  <a:pt x="3178250" y="138207"/>
                </a:lnTo>
                <a:cubicBezTo>
                  <a:pt x="3376266" y="503376"/>
                  <a:pt x="3619401" y="892116"/>
                  <a:pt x="3917577" y="1300634"/>
                </a:cubicBezTo>
                <a:lnTo>
                  <a:pt x="34675" y="1300634"/>
                </a:lnTo>
                <a:lnTo>
                  <a:pt x="0" y="1300634"/>
                </a:lnTo>
                <a:lnTo>
                  <a:pt x="0" y="1299061"/>
                </a:lnTo>
                <a:lnTo>
                  <a:pt x="3876" y="1294271"/>
                </a:lnTo>
                <a:cubicBezTo>
                  <a:pt x="47982" y="1239414"/>
                  <a:pt x="368888" y="833652"/>
                  <a:pt x="709309" y="224137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</a:p>
        </p:txBody>
      </p:sp>
      <p:grpSp>
        <p:nvGrpSpPr>
          <p:cNvPr name="Group 10" id="10"/>
          <p:cNvGrpSpPr/>
          <p:nvPr/>
        </p:nvGrpSpPr>
        <p:grpSpPr>
          <a:xfrm>
            <a:off x="5511704" y="1102841"/>
            <a:ext cx="1480320" cy="1301750"/>
            <a:chOff x="5586768" y="1651000"/>
            <a:chExt cx="1480320" cy="1301750"/>
          </a:xfrm>
        </p:grpSpPr>
        <p:sp>
          <p:nvSpPr>
            <p:cNvPr name="Freeform 11" id="11"/>
            <p:cNvSpPr/>
            <p:nvPr/>
          </p:nvSpPr>
          <p:spPr>
            <a:xfrm>
              <a:off x="5586768" y="1651000"/>
              <a:ext cx="1480320" cy="1301750"/>
            </a:xfrm>
            <a:custGeom>
              <a:avLst/>
              <a:gdLst/>
              <a:ahLst/>
              <a:cxnLst/>
              <a:rect r="r" b="b" t="t" l="l"/>
              <a:pathLst>
                <a:path w="1480320" h="1301750" stroke="true" fill="norm" extrusionOk="true">
                  <a:moveTo>
                    <a:pt x="742815" y="0"/>
                  </a:moveTo>
                  <a:lnTo>
                    <a:pt x="744874" y="0"/>
                  </a:lnTo>
                  <a:lnTo>
                    <a:pt x="1480320" y="786943"/>
                  </a:lnTo>
                  <a:lnTo>
                    <a:pt x="1141531" y="786943"/>
                  </a:lnTo>
                  <a:cubicBezTo>
                    <a:pt x="1141531" y="786943"/>
                    <a:pt x="1107729" y="963157"/>
                    <a:pt x="1119490" y="1285240"/>
                  </a:cubicBezTo>
                  <a:lnTo>
                    <a:pt x="1120522" y="1301750"/>
                  </a:lnTo>
                  <a:lnTo>
                    <a:pt x="359642" y="1301750"/>
                  </a:lnTo>
                  <a:lnTo>
                    <a:pt x="361413" y="1227292"/>
                  </a:lnTo>
                  <a:cubicBezTo>
                    <a:pt x="361217" y="1090654"/>
                    <a:pt x="353988" y="953480"/>
                    <a:pt x="338790" y="816305"/>
                  </a:cubicBezTo>
                  <a:lnTo>
                    <a:pt x="0" y="81630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2" id="12"/>
            <p:cNvSpPr/>
            <p:nvPr/>
          </p:nvSpPr>
          <p:spPr>
            <a:xfrm>
              <a:off x="6053847" y="2196708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>
            <a:off x="5658226" y="2404591"/>
            <a:ext cx="1208676" cy="1301750"/>
            <a:chOff x="5733290" y="2952750"/>
            <a:chExt cx="1208676" cy="1301750"/>
          </a:xfrm>
        </p:grpSpPr>
        <p:sp>
          <p:nvSpPr>
            <p:cNvPr name="Freeform 14" id="14"/>
            <p:cNvSpPr/>
            <p:nvPr/>
          </p:nvSpPr>
          <p:spPr>
            <a:xfrm>
              <a:off x="5733290" y="2952750"/>
              <a:ext cx="1208676" cy="1301750"/>
            </a:xfrm>
            <a:custGeom>
              <a:avLst/>
              <a:gdLst/>
              <a:ahLst/>
              <a:cxnLst/>
              <a:rect r="r" b="b" t="t" l="l"/>
              <a:pathLst>
                <a:path w="1208676" h="1301750" stroke="true" fill="norm" extrusionOk="true">
                  <a:moveTo>
                    <a:pt x="213120" y="0"/>
                  </a:moveTo>
                  <a:lnTo>
                    <a:pt x="974000" y="0"/>
                  </a:lnTo>
                  <a:lnTo>
                    <a:pt x="986126" y="194001"/>
                  </a:lnTo>
                  <a:cubicBezTo>
                    <a:pt x="1006021" y="421530"/>
                    <a:pt x="1048033" y="699388"/>
                    <a:pt x="1129304" y="1021019"/>
                  </a:cubicBezTo>
                  <a:lnTo>
                    <a:pt x="1208676" y="1301750"/>
                  </a:lnTo>
                  <a:lnTo>
                    <a:pt x="0" y="1301750"/>
                  </a:lnTo>
                  <a:lnTo>
                    <a:pt x="52059" y="1126354"/>
                  </a:lnTo>
                  <a:cubicBezTo>
                    <a:pt x="135984" y="804851"/>
                    <a:pt x="193519" y="469953"/>
                    <a:pt x="210027" y="13003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5" id="15"/>
            <p:cNvSpPr/>
            <p:nvPr/>
          </p:nvSpPr>
          <p:spPr>
            <a:xfrm>
              <a:off x="6053847" y="3439476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5126779" y="3706341"/>
            <a:ext cx="2276800" cy="1301750"/>
            <a:chOff x="5201843" y="4254500"/>
            <a:chExt cx="2276800" cy="1301750"/>
          </a:xfrm>
        </p:grpSpPr>
        <p:sp>
          <p:nvSpPr>
            <p:cNvPr name="Freeform 17" id="17"/>
            <p:cNvSpPr/>
            <p:nvPr/>
          </p:nvSpPr>
          <p:spPr>
            <a:xfrm>
              <a:off x="5201843" y="4254500"/>
              <a:ext cx="2276800" cy="1301750"/>
            </a:xfrm>
            <a:custGeom>
              <a:avLst/>
              <a:gdLst/>
              <a:ahLst/>
              <a:cxnLst/>
              <a:rect r="r" b="b" t="t" l="l"/>
              <a:pathLst>
                <a:path w="2276800" h="1301750" stroke="true" fill="norm" extrusionOk="true">
                  <a:moveTo>
                    <a:pt x="531447" y="0"/>
                  </a:moveTo>
                  <a:lnTo>
                    <a:pt x="1740123" y="0"/>
                  </a:lnTo>
                  <a:lnTo>
                    <a:pt x="1755743" y="55248"/>
                  </a:lnTo>
                  <a:cubicBezTo>
                    <a:pt x="1865092" y="405333"/>
                    <a:pt x="2019413" y="797007"/>
                    <a:pt x="2235850" y="1223714"/>
                  </a:cubicBezTo>
                  <a:lnTo>
                    <a:pt x="2276800" y="1301750"/>
                  </a:lnTo>
                  <a:lnTo>
                    <a:pt x="0" y="1301750"/>
                  </a:lnTo>
                  <a:lnTo>
                    <a:pt x="37949" y="1230641"/>
                  </a:lnTo>
                  <a:cubicBezTo>
                    <a:pt x="195027" y="921999"/>
                    <a:pt x="347831" y="574776"/>
                    <a:pt x="471065" y="203441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8" id="18"/>
            <p:cNvSpPr/>
            <p:nvPr/>
          </p:nvSpPr>
          <p:spPr>
            <a:xfrm>
              <a:off x="6053847" y="4682243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660399" y="4096606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智能生成PPT的优势</a:t>
            </a:r>
          </a:p>
        </p:txBody>
      </p:sp>
      <p:sp>
        <p:nvSpPr>
          <p:cNvPr name="AutoShape 20" id="20"/>
          <p:cNvSpPr/>
          <p:nvPr/>
        </p:nvSpPr>
        <p:spPr>
          <a:xfrm>
            <a:off x="660400" y="4580982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智能生成PPT能够大幅缩短制作时间，降低人力成本，同时通过AI优化设计，提升演示文稿的专业性和吸引力。</a:t>
            </a:r>
          </a:p>
        </p:txBody>
      </p:sp>
      <p:cxnSp>
        <p:nvCxnSpPr>
          <p:cNvPr name="Connector 21" id="21"/>
          <p:cNvCxnSpPr/>
          <p:nvPr/>
        </p:nvCxnSpPr>
        <p:spPr>
          <a:xfrm flipH="true">
            <a:off x="4297853" y="4296808"/>
            <a:ext cx="1121223" cy="0"/>
          </a:xfrm>
          <a:prstGeom prst="line">
            <a:avLst/>
          </a:prstGeom>
          <a:ln w="19050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4190923" y="1566070"/>
            <a:ext cx="3859335" cy="2486030"/>
          </a:xfrm>
          <a:custGeom>
            <a:avLst/>
            <a:gdLst/>
            <a:ahLst/>
            <a:cxnLst/>
            <a:rect r="r" b="b" t="t" l="l"/>
            <a:pathLst>
              <a:path w="1239" h="799" stroke="true" fill="norm" extrusionOk="true">
                <a:moveTo>
                  <a:pt x="1207" y="799"/>
                </a:moveTo>
                <a:cubicBezTo>
                  <a:pt x="43" y="799"/>
                  <a:pt x="43" y="799"/>
                  <a:pt x="43" y="799"/>
                </a:cubicBezTo>
                <a:cubicBezTo>
                  <a:pt x="19" y="799"/>
                  <a:pt x="0" y="780"/>
                  <a:pt x="0" y="757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19"/>
                  <a:pt x="19" y="0"/>
                  <a:pt x="43" y="0"/>
                </a:cubicBezTo>
                <a:cubicBezTo>
                  <a:pt x="1196" y="0"/>
                  <a:pt x="1196" y="0"/>
                  <a:pt x="1196" y="0"/>
                </a:cubicBezTo>
                <a:cubicBezTo>
                  <a:pt x="1220" y="0"/>
                  <a:pt x="1239" y="19"/>
                  <a:pt x="1239" y="42"/>
                </a:cubicBezTo>
                <a:cubicBezTo>
                  <a:pt x="1239" y="767"/>
                  <a:pt x="1239" y="767"/>
                  <a:pt x="1239" y="767"/>
                </a:cubicBezTo>
                <a:cubicBezTo>
                  <a:pt x="1239" y="785"/>
                  <a:pt x="1224" y="799"/>
                  <a:pt x="1207" y="799"/>
                </a:cubicBezTo>
              </a:path>
            </a:pathLst>
          </a:custGeom>
          <a:solidFill>
            <a:srgbClr val="B3D3F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4190923" y="1566070"/>
            <a:ext cx="3859335" cy="2486030"/>
          </a:xfrm>
          <a:custGeom>
            <a:avLst/>
            <a:gdLst/>
            <a:ahLst/>
            <a:cxnLst/>
            <a:rect r="r" b="b" t="t" l="l"/>
            <a:pathLst>
              <a:path w="1239" h="799" stroke="true" fill="norm" extrusionOk="true">
                <a:moveTo>
                  <a:pt x="762" y="785"/>
                </a:moveTo>
                <a:cubicBezTo>
                  <a:pt x="379" y="785"/>
                  <a:pt x="379" y="785"/>
                  <a:pt x="379" y="785"/>
                </a:cubicBezTo>
                <a:cubicBezTo>
                  <a:pt x="379" y="790"/>
                  <a:pt x="380" y="794"/>
                  <a:pt x="380" y="799"/>
                </a:cubicBezTo>
                <a:cubicBezTo>
                  <a:pt x="760" y="799"/>
                  <a:pt x="760" y="799"/>
                  <a:pt x="760" y="799"/>
                </a:cubicBezTo>
                <a:cubicBezTo>
                  <a:pt x="761" y="797"/>
                  <a:pt x="762" y="796"/>
                  <a:pt x="762" y="794"/>
                </a:cubicBezTo>
                <a:cubicBezTo>
                  <a:pt x="762" y="785"/>
                  <a:pt x="762" y="785"/>
                  <a:pt x="762" y="785"/>
                </a:cubicBezTo>
                <a:moveTo>
                  <a:pt x="1196" y="0"/>
                </a:moveTo>
                <a:cubicBezTo>
                  <a:pt x="43" y="0"/>
                  <a:pt x="43" y="0"/>
                  <a:pt x="43" y="0"/>
                </a:cubicBezTo>
                <a:cubicBezTo>
                  <a:pt x="20" y="0"/>
                  <a:pt x="0" y="19"/>
                  <a:pt x="0" y="43"/>
                </a:cubicBezTo>
                <a:cubicBezTo>
                  <a:pt x="0" y="756"/>
                  <a:pt x="0" y="756"/>
                  <a:pt x="0" y="756"/>
                </a:cubicBezTo>
                <a:cubicBezTo>
                  <a:pt x="0" y="780"/>
                  <a:pt x="20" y="799"/>
                  <a:pt x="43" y="799"/>
                </a:cubicBezTo>
                <a:cubicBezTo>
                  <a:pt x="85" y="799"/>
                  <a:pt x="85" y="799"/>
                  <a:pt x="85" y="799"/>
                </a:cubicBezTo>
                <a:cubicBezTo>
                  <a:pt x="85" y="785"/>
                  <a:pt x="85" y="785"/>
                  <a:pt x="85" y="785"/>
                </a:cubicBezTo>
                <a:cubicBezTo>
                  <a:pt x="46" y="785"/>
                  <a:pt x="46" y="785"/>
                  <a:pt x="46" y="785"/>
                </a:cubicBezTo>
                <a:cubicBezTo>
                  <a:pt x="28" y="785"/>
                  <a:pt x="13" y="770"/>
                  <a:pt x="13" y="752"/>
                </a:cubicBezTo>
                <a:cubicBezTo>
                  <a:pt x="13" y="47"/>
                  <a:pt x="13" y="47"/>
                  <a:pt x="13" y="47"/>
                </a:cubicBezTo>
                <a:cubicBezTo>
                  <a:pt x="13" y="29"/>
                  <a:pt x="28" y="14"/>
                  <a:pt x="46" y="14"/>
                </a:cubicBezTo>
                <a:cubicBezTo>
                  <a:pt x="1191" y="14"/>
                  <a:pt x="1191" y="14"/>
                  <a:pt x="1191" y="14"/>
                </a:cubicBezTo>
                <a:cubicBezTo>
                  <a:pt x="1209" y="14"/>
                  <a:pt x="1224" y="29"/>
                  <a:pt x="1224" y="47"/>
                </a:cubicBezTo>
                <a:cubicBezTo>
                  <a:pt x="1224" y="752"/>
                  <a:pt x="1224" y="752"/>
                  <a:pt x="1224" y="752"/>
                </a:cubicBezTo>
                <a:cubicBezTo>
                  <a:pt x="1224" y="770"/>
                  <a:pt x="1209" y="785"/>
                  <a:pt x="1191" y="785"/>
                </a:cubicBezTo>
                <a:cubicBezTo>
                  <a:pt x="1128" y="785"/>
                  <a:pt x="1128" y="785"/>
                  <a:pt x="1128" y="785"/>
                </a:cubicBezTo>
                <a:cubicBezTo>
                  <a:pt x="1127" y="790"/>
                  <a:pt x="1126" y="794"/>
                  <a:pt x="1124" y="799"/>
                </a:cubicBezTo>
                <a:cubicBezTo>
                  <a:pt x="1196" y="799"/>
                  <a:pt x="1196" y="799"/>
                  <a:pt x="1196" y="799"/>
                </a:cubicBezTo>
                <a:cubicBezTo>
                  <a:pt x="1219" y="799"/>
                  <a:pt x="1239" y="780"/>
                  <a:pt x="1239" y="756"/>
                </a:cubicBezTo>
                <a:cubicBezTo>
                  <a:pt x="1239" y="43"/>
                  <a:pt x="1239" y="43"/>
                  <a:pt x="1239" y="43"/>
                </a:cubicBezTo>
                <a:cubicBezTo>
                  <a:pt x="1239" y="19"/>
                  <a:pt x="1219" y="0"/>
                  <a:pt x="1196" y="0"/>
                </a:cubicBezTo>
              </a:path>
            </a:pathLst>
          </a:cu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4231358" y="1609501"/>
            <a:ext cx="3772475" cy="2399168"/>
          </a:xfrm>
          <a:custGeom>
            <a:avLst/>
            <a:gdLst/>
            <a:ahLst/>
            <a:cxnLst/>
            <a:rect r="r" b="b" t="t" l="l"/>
            <a:pathLst>
              <a:path w="1211" h="771" stroke="true" fill="norm" extrusionOk="true">
                <a:moveTo>
                  <a:pt x="0" y="738"/>
                </a:moveTo>
                <a:cubicBezTo>
                  <a:pt x="0" y="33"/>
                  <a:pt x="0" y="33"/>
                  <a:pt x="0" y="33"/>
                </a:cubicBezTo>
                <a:cubicBezTo>
                  <a:pt x="0" y="15"/>
                  <a:pt x="15" y="0"/>
                  <a:pt x="33" y="0"/>
                </a:cubicBezTo>
                <a:cubicBezTo>
                  <a:pt x="1178" y="0"/>
                  <a:pt x="1178" y="0"/>
                  <a:pt x="1178" y="0"/>
                </a:cubicBezTo>
                <a:cubicBezTo>
                  <a:pt x="1196" y="0"/>
                  <a:pt x="1211" y="15"/>
                  <a:pt x="1211" y="33"/>
                </a:cubicBezTo>
                <a:cubicBezTo>
                  <a:pt x="1211" y="738"/>
                  <a:pt x="1211" y="738"/>
                  <a:pt x="1211" y="738"/>
                </a:cubicBezTo>
                <a:cubicBezTo>
                  <a:pt x="1211" y="756"/>
                  <a:pt x="1196" y="771"/>
                  <a:pt x="1178" y="771"/>
                </a:cubicBezTo>
                <a:cubicBezTo>
                  <a:pt x="33" y="771"/>
                  <a:pt x="33" y="771"/>
                  <a:pt x="33" y="771"/>
                </a:cubicBezTo>
                <a:cubicBezTo>
                  <a:pt x="15" y="771"/>
                  <a:pt x="0" y="756"/>
                  <a:pt x="0" y="738"/>
                </a:cubicBezTo>
              </a:path>
            </a:pathLst>
          </a:custGeom>
          <a:solidFill>
            <a:srgbClr val="B3D3F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6290569" y="1944965"/>
            <a:ext cx="1040837" cy="1039340"/>
          </a:xfrm>
          <a:custGeom>
            <a:avLst/>
            <a:gdLst/>
            <a:ahLst/>
            <a:cxnLst/>
            <a:rect r="r" b="b" t="t" l="l"/>
            <a:pathLst>
              <a:path w="334" h="334" stroke="true" fill="norm" extrusionOk="true">
                <a:moveTo>
                  <a:pt x="334" y="167"/>
                </a:moveTo>
                <a:cubicBezTo>
                  <a:pt x="334" y="167"/>
                  <a:pt x="334" y="167"/>
                  <a:pt x="334" y="167"/>
                </a:cubicBezTo>
                <a:cubicBezTo>
                  <a:pt x="334" y="167"/>
                  <a:pt x="334" y="167"/>
                  <a:pt x="334" y="167"/>
                </a:cubicBezTo>
                <a:moveTo>
                  <a:pt x="312" y="84"/>
                </a:moveTo>
                <a:cubicBezTo>
                  <a:pt x="305" y="88"/>
                  <a:pt x="305" y="88"/>
                  <a:pt x="305" y="88"/>
                </a:cubicBezTo>
                <a:cubicBezTo>
                  <a:pt x="318" y="111"/>
                  <a:pt x="326" y="138"/>
                  <a:pt x="326" y="167"/>
                </a:cubicBezTo>
                <a:cubicBezTo>
                  <a:pt x="330" y="167"/>
                  <a:pt x="330" y="167"/>
                  <a:pt x="330" y="167"/>
                </a:cubicBezTo>
                <a:cubicBezTo>
                  <a:pt x="334" y="167"/>
                  <a:pt x="334" y="167"/>
                  <a:pt x="334" y="167"/>
                </a:cubicBezTo>
                <a:cubicBezTo>
                  <a:pt x="334" y="167"/>
                  <a:pt x="334" y="167"/>
                  <a:pt x="334" y="167"/>
                </a:cubicBezTo>
                <a:cubicBezTo>
                  <a:pt x="334" y="137"/>
                  <a:pt x="326" y="108"/>
                  <a:pt x="312" y="84"/>
                </a:cubicBezTo>
                <a:moveTo>
                  <a:pt x="167" y="0"/>
                </a:moveTo>
                <a:cubicBezTo>
                  <a:pt x="75" y="0"/>
                  <a:pt x="0" y="74"/>
                  <a:pt x="0" y="167"/>
                </a:cubicBezTo>
                <a:cubicBezTo>
                  <a:pt x="0" y="259"/>
                  <a:pt x="75" y="334"/>
                  <a:pt x="167" y="334"/>
                </a:cubicBezTo>
                <a:cubicBezTo>
                  <a:pt x="259" y="334"/>
                  <a:pt x="334" y="259"/>
                  <a:pt x="334" y="167"/>
                </a:cubicBezTo>
                <a:cubicBezTo>
                  <a:pt x="330" y="167"/>
                  <a:pt x="330" y="167"/>
                  <a:pt x="330" y="167"/>
                </a:cubicBezTo>
                <a:cubicBezTo>
                  <a:pt x="326" y="167"/>
                  <a:pt x="326" y="167"/>
                  <a:pt x="326" y="167"/>
                </a:cubicBezTo>
                <a:cubicBezTo>
                  <a:pt x="326" y="211"/>
                  <a:pt x="308" y="250"/>
                  <a:pt x="279" y="279"/>
                </a:cubicBezTo>
                <a:cubicBezTo>
                  <a:pt x="251" y="308"/>
                  <a:pt x="211" y="326"/>
                  <a:pt x="167" y="326"/>
                </a:cubicBezTo>
                <a:cubicBezTo>
                  <a:pt x="123" y="326"/>
                  <a:pt x="83" y="308"/>
                  <a:pt x="55" y="279"/>
                </a:cubicBezTo>
                <a:cubicBezTo>
                  <a:pt x="26" y="250"/>
                  <a:pt x="8" y="211"/>
                  <a:pt x="8" y="167"/>
                </a:cubicBezTo>
                <a:cubicBezTo>
                  <a:pt x="8" y="123"/>
                  <a:pt x="26" y="83"/>
                  <a:pt x="55" y="54"/>
                </a:cubicBezTo>
                <a:cubicBezTo>
                  <a:pt x="83" y="25"/>
                  <a:pt x="123" y="8"/>
                  <a:pt x="167" y="8"/>
                </a:cubicBezTo>
                <a:cubicBezTo>
                  <a:pt x="167" y="8"/>
                  <a:pt x="167" y="8"/>
                  <a:pt x="167" y="8"/>
                </a:cubicBezTo>
                <a:cubicBezTo>
                  <a:pt x="167" y="0"/>
                  <a:pt x="167" y="0"/>
                  <a:pt x="167" y="0"/>
                </a:cubicBezTo>
                <a:cubicBezTo>
                  <a:pt x="167" y="0"/>
                  <a:pt x="167" y="0"/>
                  <a:pt x="167" y="0"/>
                </a:cubicBezTo>
              </a:path>
            </a:pathLst>
          </a:cu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6810239" y="1874578"/>
            <a:ext cx="473244" cy="590058"/>
          </a:xfrm>
          <a:custGeom>
            <a:avLst/>
            <a:gdLst/>
            <a:ahLst/>
            <a:cxnLst/>
            <a:rect r="r" b="b" t="t" l="l"/>
            <a:pathLst>
              <a:path w="316" h="394" stroke="true" fill="norm" extrusionOk="true">
                <a:moveTo>
                  <a:pt x="0" y="0"/>
                </a:moveTo>
                <a:lnTo>
                  <a:pt x="0" y="394"/>
                </a:lnTo>
                <a:lnTo>
                  <a:pt x="316" y="214"/>
                </a:lnTo>
                <a:lnTo>
                  <a:pt x="262" y="56"/>
                </a:lnTo>
                <a:lnTo>
                  <a:pt x="0" y="0"/>
                </a:lnTo>
                <a:close/>
              </a:path>
            </a:pathLst>
          </a:custGeom>
          <a:solidFill>
            <a:srgbClr val="B3D3F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>
            <a:off x="6810239" y="1874578"/>
            <a:ext cx="473244" cy="590058"/>
          </a:xfrm>
          <a:custGeom>
            <a:avLst/>
            <a:gdLst/>
            <a:ahLst/>
            <a:cxnLst/>
            <a:rect r="r" b="b" t="t" l="l"/>
            <a:pathLst>
              <a:path w="316" h="394" stroke="true" fill="norm" extrusionOk="true">
                <a:moveTo>
                  <a:pt x="0" y="0"/>
                </a:moveTo>
                <a:lnTo>
                  <a:pt x="0" y="394"/>
                </a:lnTo>
                <a:lnTo>
                  <a:pt x="316" y="214"/>
                </a:lnTo>
                <a:lnTo>
                  <a:pt x="262" y="5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" id="8"/>
          <p:cNvSpPr/>
          <p:nvPr/>
        </p:nvSpPr>
        <p:spPr>
          <a:xfrm>
            <a:off x="6858162" y="1864095"/>
            <a:ext cx="441795" cy="507690"/>
          </a:xfrm>
          <a:custGeom>
            <a:avLst/>
            <a:gdLst/>
            <a:ahLst/>
            <a:cxnLst/>
            <a:rect r="r" b="b" t="t" l="l"/>
            <a:pathLst>
              <a:path w="142" h="163" stroke="true" fill="norm" extrusionOk="true">
                <a:moveTo>
                  <a:pt x="142" y="82"/>
                </a:moveTo>
                <a:cubicBezTo>
                  <a:pt x="114" y="33"/>
                  <a:pt x="61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42" y="82"/>
                  <a:pt x="142" y="82"/>
                  <a:pt x="142" y="82"/>
                </a:cubicBezTo>
              </a:path>
            </a:pathLst>
          </a:custGeom>
          <a:solidFill>
            <a:srgbClr val="B3D3F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>
            <a:off x="6858162" y="1864095"/>
            <a:ext cx="441795" cy="507690"/>
          </a:xfrm>
          <a:custGeom>
            <a:avLst/>
            <a:gdLst/>
            <a:ahLst/>
            <a:cxnLst/>
            <a:rect r="r" b="b" t="t" l="l"/>
            <a:pathLst>
              <a:path w="142" h="163" stroke="true" fill="norm" extrusionOk="true">
                <a:moveTo>
                  <a:pt x="0" y="0"/>
                </a:moveTo>
                <a:cubicBezTo>
                  <a:pt x="0" y="163"/>
                  <a:pt x="0" y="163"/>
                  <a:pt x="0" y="163"/>
                </a:cubicBezTo>
                <a:cubicBezTo>
                  <a:pt x="142" y="82"/>
                  <a:pt x="142" y="82"/>
                  <a:pt x="142" y="82"/>
                </a:cubicBezTo>
                <a:cubicBezTo>
                  <a:pt x="114" y="33"/>
                  <a:pt x="61" y="0"/>
                  <a:pt x="0" y="0"/>
                </a:cubicBezTo>
              </a:path>
            </a:pathLst>
          </a:cu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6437334" y="3027736"/>
            <a:ext cx="49421" cy="127297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6437334" y="3027736"/>
            <a:ext cx="49421" cy="127297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6530186" y="3084645"/>
            <a:ext cx="239618" cy="70388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6530186" y="3084645"/>
            <a:ext cx="239618" cy="70388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7046861" y="3027736"/>
            <a:ext cx="125799" cy="127297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7046861" y="3027736"/>
            <a:ext cx="125799" cy="127297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7219086" y="3084645"/>
            <a:ext cx="239618" cy="70388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7219086" y="3084645"/>
            <a:ext cx="239618" cy="70388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8" id="18"/>
          <p:cNvSpPr/>
          <p:nvPr/>
        </p:nvSpPr>
        <p:spPr>
          <a:xfrm>
            <a:off x="5381521" y="2576956"/>
            <a:ext cx="58407" cy="149761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5381521" y="2576956"/>
            <a:ext cx="58407" cy="149761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0" id="20"/>
          <p:cNvSpPr/>
          <p:nvPr/>
        </p:nvSpPr>
        <p:spPr>
          <a:xfrm>
            <a:off x="5514808" y="2449659"/>
            <a:ext cx="59904" cy="277058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5514808" y="2449659"/>
            <a:ext cx="59904" cy="277058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>
            <a:off x="5645100" y="2478114"/>
            <a:ext cx="59904" cy="248603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3" id="23"/>
          <p:cNvSpPr/>
          <p:nvPr/>
        </p:nvSpPr>
        <p:spPr>
          <a:xfrm>
            <a:off x="5645100" y="2478114"/>
            <a:ext cx="59904" cy="248603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4" id="24"/>
          <p:cNvSpPr/>
          <p:nvPr/>
        </p:nvSpPr>
        <p:spPr>
          <a:xfrm>
            <a:off x="5779885" y="2337339"/>
            <a:ext cx="58407" cy="389378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5" id="25"/>
          <p:cNvSpPr/>
          <p:nvPr/>
        </p:nvSpPr>
        <p:spPr>
          <a:xfrm>
            <a:off x="5779885" y="2337339"/>
            <a:ext cx="58407" cy="389378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6" id="26"/>
          <p:cNvSpPr/>
          <p:nvPr/>
        </p:nvSpPr>
        <p:spPr>
          <a:xfrm>
            <a:off x="5402487" y="2244487"/>
            <a:ext cx="408848" cy="254593"/>
          </a:xfrm>
          <a:custGeom>
            <a:avLst/>
            <a:gdLst/>
            <a:ahLst/>
            <a:cxnLst/>
            <a:rect r="r" b="b" t="t" l="l"/>
            <a:pathLst>
              <a:path w="273" h="170" stroke="true" fill="norm" extrusionOk="true">
                <a:moveTo>
                  <a:pt x="271" y="0"/>
                </a:moveTo>
                <a:lnTo>
                  <a:pt x="177" y="102"/>
                </a:lnTo>
                <a:lnTo>
                  <a:pt x="92" y="83"/>
                </a:lnTo>
                <a:lnTo>
                  <a:pt x="0" y="166"/>
                </a:lnTo>
                <a:lnTo>
                  <a:pt x="4" y="170"/>
                </a:lnTo>
                <a:lnTo>
                  <a:pt x="94" y="89"/>
                </a:lnTo>
                <a:lnTo>
                  <a:pt x="179" y="108"/>
                </a:lnTo>
                <a:lnTo>
                  <a:pt x="273" y="2"/>
                </a:lnTo>
                <a:lnTo>
                  <a:pt x="271" y="0"/>
                </a:lnTo>
                <a:close/>
              </a:path>
            </a:pathLst>
          </a:cu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7" id="27"/>
          <p:cNvSpPr/>
          <p:nvPr/>
        </p:nvSpPr>
        <p:spPr>
          <a:xfrm>
            <a:off x="5402487" y="2244487"/>
            <a:ext cx="408848" cy="254593"/>
          </a:xfrm>
          <a:custGeom>
            <a:avLst/>
            <a:gdLst/>
            <a:ahLst/>
            <a:cxnLst/>
            <a:rect r="r" b="b" t="t" l="l"/>
            <a:pathLst>
              <a:path w="273" h="170" stroke="true" fill="norm" extrusionOk="true">
                <a:moveTo>
                  <a:pt x="271" y="0"/>
                </a:moveTo>
                <a:lnTo>
                  <a:pt x="177" y="102"/>
                </a:lnTo>
                <a:lnTo>
                  <a:pt x="92" y="83"/>
                </a:lnTo>
                <a:lnTo>
                  <a:pt x="0" y="166"/>
                </a:lnTo>
                <a:lnTo>
                  <a:pt x="4" y="170"/>
                </a:lnTo>
                <a:lnTo>
                  <a:pt x="94" y="89"/>
                </a:lnTo>
                <a:lnTo>
                  <a:pt x="179" y="108"/>
                </a:lnTo>
                <a:lnTo>
                  <a:pt x="273" y="2"/>
                </a:lnTo>
                <a:lnTo>
                  <a:pt x="271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8" id="28"/>
          <p:cNvSpPr/>
          <p:nvPr/>
        </p:nvSpPr>
        <p:spPr>
          <a:xfrm>
            <a:off x="5134415" y="1829649"/>
            <a:ext cx="1040837" cy="37441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9" id="29"/>
          <p:cNvSpPr/>
          <p:nvPr/>
        </p:nvSpPr>
        <p:spPr>
          <a:xfrm>
            <a:off x="5134415" y="1829649"/>
            <a:ext cx="1040837" cy="37441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0" id="30"/>
          <p:cNvSpPr/>
          <p:nvPr/>
        </p:nvSpPr>
        <p:spPr>
          <a:xfrm>
            <a:off x="5134415" y="1898539"/>
            <a:ext cx="888082" cy="37441"/>
          </a:xfrm>
          <a:prstGeom prst="rect">
            <a:avLst/>
          </a:prstGeom>
          <a:solidFill>
            <a:srgbClr val="7EAFE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1" id="31"/>
          <p:cNvSpPr/>
          <p:nvPr/>
        </p:nvSpPr>
        <p:spPr>
          <a:xfrm>
            <a:off x="5134415" y="1898539"/>
            <a:ext cx="888082" cy="37441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2" id="32"/>
          <p:cNvSpPr/>
          <p:nvPr/>
        </p:nvSpPr>
        <p:spPr>
          <a:xfrm>
            <a:off x="7645904" y="1693367"/>
            <a:ext cx="211163" cy="211163"/>
          </a:xfrm>
          <a:custGeom>
            <a:avLst/>
            <a:gdLst/>
            <a:ahLst/>
            <a:cxnLst/>
            <a:rect r="r" b="b" t="t" l="l"/>
            <a:pathLst>
              <a:path w="141" h="141" stroke="true" fill="norm" extrusionOk="true">
                <a:moveTo>
                  <a:pt x="141" y="133"/>
                </a:moveTo>
                <a:lnTo>
                  <a:pt x="8" y="141"/>
                </a:lnTo>
                <a:lnTo>
                  <a:pt x="0" y="8"/>
                </a:lnTo>
                <a:lnTo>
                  <a:pt x="133" y="0"/>
                </a:lnTo>
                <a:lnTo>
                  <a:pt x="141" y="1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3" id="33"/>
          <p:cNvSpPr/>
          <p:nvPr/>
        </p:nvSpPr>
        <p:spPr>
          <a:xfrm>
            <a:off x="7645904" y="1693367"/>
            <a:ext cx="211163" cy="211163"/>
          </a:xfrm>
          <a:custGeom>
            <a:avLst/>
            <a:gdLst/>
            <a:ahLst/>
            <a:cxnLst/>
            <a:rect r="r" b="b" t="t" l="l"/>
            <a:pathLst>
              <a:path w="141" h="141" stroke="true" fill="norm" extrusionOk="true">
                <a:moveTo>
                  <a:pt x="141" y="133"/>
                </a:moveTo>
                <a:lnTo>
                  <a:pt x="8" y="141"/>
                </a:lnTo>
                <a:lnTo>
                  <a:pt x="0" y="8"/>
                </a:lnTo>
                <a:lnTo>
                  <a:pt x="133" y="0"/>
                </a:lnTo>
                <a:lnTo>
                  <a:pt x="141" y="133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4" id="34"/>
          <p:cNvSpPr/>
          <p:nvPr/>
        </p:nvSpPr>
        <p:spPr>
          <a:xfrm>
            <a:off x="7692330" y="1684381"/>
            <a:ext cx="106331" cy="17972"/>
          </a:xfrm>
          <a:custGeom>
            <a:avLst/>
            <a:gdLst/>
            <a:ahLst/>
            <a:cxnLst/>
            <a:rect r="r" b="b" t="t" l="l"/>
            <a:pathLst>
              <a:path w="71" h="12" stroke="true" fill="norm" extrusionOk="true">
                <a:moveTo>
                  <a:pt x="71" y="0"/>
                </a:moveTo>
                <a:lnTo>
                  <a:pt x="0" y="4"/>
                </a:lnTo>
                <a:lnTo>
                  <a:pt x="8" y="10"/>
                </a:lnTo>
                <a:lnTo>
                  <a:pt x="0" y="12"/>
                </a:lnTo>
                <a:lnTo>
                  <a:pt x="4" y="12"/>
                </a:lnTo>
                <a:lnTo>
                  <a:pt x="69" y="8"/>
                </a:lnTo>
                <a:lnTo>
                  <a:pt x="71" y="6"/>
                </a:lnTo>
                <a:lnTo>
                  <a:pt x="71" y="6"/>
                </a:lnTo>
                <a:lnTo>
                  <a:pt x="62" y="6"/>
                </a:lnTo>
                <a:lnTo>
                  <a:pt x="71" y="0"/>
                </a:lnTo>
                <a:lnTo>
                  <a:pt x="71" y="0"/>
                </a:lnTo>
                <a:close/>
              </a:path>
            </a:pathLst>
          </a:custGeom>
          <a:solidFill>
            <a:srgbClr val="8FBEF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5" id="35"/>
          <p:cNvSpPr/>
          <p:nvPr/>
        </p:nvSpPr>
        <p:spPr>
          <a:xfrm>
            <a:off x="7692330" y="1684381"/>
            <a:ext cx="106331" cy="17972"/>
          </a:xfrm>
          <a:custGeom>
            <a:avLst/>
            <a:gdLst/>
            <a:ahLst/>
            <a:cxnLst/>
            <a:rect r="r" b="b" t="t" l="l"/>
            <a:pathLst>
              <a:path w="71" h="12" stroke="true" fill="norm" extrusionOk="true">
                <a:moveTo>
                  <a:pt x="71" y="0"/>
                </a:moveTo>
                <a:lnTo>
                  <a:pt x="0" y="4"/>
                </a:lnTo>
                <a:lnTo>
                  <a:pt x="8" y="10"/>
                </a:lnTo>
                <a:lnTo>
                  <a:pt x="0" y="12"/>
                </a:lnTo>
                <a:lnTo>
                  <a:pt x="4" y="12"/>
                </a:lnTo>
                <a:lnTo>
                  <a:pt x="69" y="8"/>
                </a:lnTo>
                <a:lnTo>
                  <a:pt x="71" y="6"/>
                </a:lnTo>
                <a:lnTo>
                  <a:pt x="71" y="6"/>
                </a:lnTo>
                <a:lnTo>
                  <a:pt x="62" y="6"/>
                </a:lnTo>
                <a:lnTo>
                  <a:pt x="71" y="0"/>
                </a:lnTo>
                <a:lnTo>
                  <a:pt x="71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6" id="36"/>
          <p:cNvSpPr/>
          <p:nvPr/>
        </p:nvSpPr>
        <p:spPr>
          <a:xfrm>
            <a:off x="7695325" y="1696362"/>
            <a:ext cx="103336" cy="25460"/>
          </a:xfrm>
          <a:custGeom>
            <a:avLst/>
            <a:gdLst/>
            <a:ahLst/>
            <a:cxnLst/>
            <a:rect r="r" b="b" t="t" l="l"/>
            <a:pathLst>
              <a:path w="69" h="17" stroke="true" fill="norm" extrusionOk="true">
                <a:moveTo>
                  <a:pt x="67" y="0"/>
                </a:moveTo>
                <a:lnTo>
                  <a:pt x="2" y="4"/>
                </a:lnTo>
                <a:lnTo>
                  <a:pt x="6" y="6"/>
                </a:lnTo>
                <a:lnTo>
                  <a:pt x="0" y="13"/>
                </a:lnTo>
                <a:lnTo>
                  <a:pt x="6" y="15"/>
                </a:lnTo>
                <a:lnTo>
                  <a:pt x="0" y="17"/>
                </a:lnTo>
                <a:lnTo>
                  <a:pt x="69" y="13"/>
                </a:lnTo>
                <a:lnTo>
                  <a:pt x="69" y="13"/>
                </a:lnTo>
                <a:lnTo>
                  <a:pt x="62" y="11"/>
                </a:lnTo>
                <a:lnTo>
                  <a:pt x="69" y="8"/>
                </a:lnTo>
                <a:lnTo>
                  <a:pt x="69" y="8"/>
                </a:lnTo>
                <a:lnTo>
                  <a:pt x="62" y="2"/>
                </a:lnTo>
                <a:lnTo>
                  <a:pt x="67" y="0"/>
                </a:lnTo>
                <a:close/>
              </a:path>
            </a:pathLst>
          </a:custGeom>
          <a:solidFill>
            <a:srgbClr val="CCE1F9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7" id="37"/>
          <p:cNvSpPr/>
          <p:nvPr/>
        </p:nvSpPr>
        <p:spPr>
          <a:xfrm>
            <a:off x="7695325" y="1696362"/>
            <a:ext cx="103336" cy="25460"/>
          </a:xfrm>
          <a:custGeom>
            <a:avLst/>
            <a:gdLst/>
            <a:ahLst/>
            <a:cxnLst/>
            <a:rect r="r" b="b" t="t" l="l"/>
            <a:pathLst>
              <a:path w="69" h="17" stroke="true" fill="norm" extrusionOk="true">
                <a:moveTo>
                  <a:pt x="67" y="0"/>
                </a:moveTo>
                <a:lnTo>
                  <a:pt x="2" y="4"/>
                </a:lnTo>
                <a:lnTo>
                  <a:pt x="6" y="6"/>
                </a:lnTo>
                <a:lnTo>
                  <a:pt x="0" y="13"/>
                </a:lnTo>
                <a:lnTo>
                  <a:pt x="6" y="15"/>
                </a:lnTo>
                <a:lnTo>
                  <a:pt x="0" y="17"/>
                </a:lnTo>
                <a:lnTo>
                  <a:pt x="69" y="13"/>
                </a:lnTo>
                <a:lnTo>
                  <a:pt x="69" y="13"/>
                </a:lnTo>
                <a:lnTo>
                  <a:pt x="62" y="11"/>
                </a:lnTo>
                <a:lnTo>
                  <a:pt x="69" y="8"/>
                </a:lnTo>
                <a:lnTo>
                  <a:pt x="69" y="8"/>
                </a:lnTo>
                <a:lnTo>
                  <a:pt x="62" y="2"/>
                </a:lnTo>
                <a:lnTo>
                  <a:pt x="67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8" id="38"/>
          <p:cNvSpPr/>
          <p:nvPr/>
        </p:nvSpPr>
        <p:spPr>
          <a:xfrm>
            <a:off x="7340392" y="1687376"/>
            <a:ext cx="214159" cy="214159"/>
          </a:xfrm>
          <a:custGeom>
            <a:avLst/>
            <a:gdLst/>
            <a:ahLst/>
            <a:cxnLst/>
            <a:rect r="r" b="b" t="t" l="l"/>
            <a:pathLst>
              <a:path w="143" h="143" stroke="true" fill="norm" extrusionOk="true">
                <a:moveTo>
                  <a:pt x="131" y="143"/>
                </a:moveTo>
                <a:lnTo>
                  <a:pt x="0" y="133"/>
                </a:lnTo>
                <a:lnTo>
                  <a:pt x="10" y="0"/>
                </a:lnTo>
                <a:lnTo>
                  <a:pt x="143" y="10"/>
                </a:lnTo>
                <a:lnTo>
                  <a:pt x="131" y="1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9" id="39"/>
          <p:cNvSpPr/>
          <p:nvPr/>
        </p:nvSpPr>
        <p:spPr>
          <a:xfrm>
            <a:off x="7340392" y="1687376"/>
            <a:ext cx="214159" cy="214159"/>
          </a:xfrm>
          <a:custGeom>
            <a:avLst/>
            <a:gdLst/>
            <a:ahLst/>
            <a:cxnLst/>
            <a:rect r="r" b="b" t="t" l="l"/>
            <a:pathLst>
              <a:path w="143" h="143" stroke="true" fill="norm" extrusionOk="true">
                <a:moveTo>
                  <a:pt x="131" y="143"/>
                </a:moveTo>
                <a:lnTo>
                  <a:pt x="0" y="133"/>
                </a:lnTo>
                <a:lnTo>
                  <a:pt x="10" y="0"/>
                </a:lnTo>
                <a:lnTo>
                  <a:pt x="143" y="10"/>
                </a:lnTo>
                <a:lnTo>
                  <a:pt x="131" y="143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0" id="40"/>
          <p:cNvSpPr/>
          <p:nvPr/>
        </p:nvSpPr>
        <p:spPr>
          <a:xfrm>
            <a:off x="7403291" y="1678391"/>
            <a:ext cx="104832" cy="20966"/>
          </a:xfrm>
          <a:custGeom>
            <a:avLst/>
            <a:gdLst/>
            <a:ahLst/>
            <a:cxnLst/>
            <a:rect r="r" b="b" t="t" l="l"/>
            <a:pathLst>
              <a:path w="70" h="14" stroke="true" fill="norm" extrusionOk="true">
                <a:moveTo>
                  <a:pt x="2" y="0"/>
                </a:moveTo>
                <a:lnTo>
                  <a:pt x="8" y="6"/>
                </a:lnTo>
                <a:lnTo>
                  <a:pt x="0" y="8"/>
                </a:lnTo>
                <a:lnTo>
                  <a:pt x="4" y="8"/>
                </a:lnTo>
                <a:lnTo>
                  <a:pt x="68" y="14"/>
                </a:lnTo>
                <a:lnTo>
                  <a:pt x="70" y="14"/>
                </a:lnTo>
                <a:lnTo>
                  <a:pt x="70" y="14"/>
                </a:lnTo>
                <a:lnTo>
                  <a:pt x="64" y="12"/>
                </a:lnTo>
                <a:lnTo>
                  <a:pt x="70" y="6"/>
                </a:lnTo>
                <a:lnTo>
                  <a:pt x="70" y="6"/>
                </a:lnTo>
                <a:lnTo>
                  <a:pt x="2" y="0"/>
                </a:lnTo>
                <a:close/>
              </a:path>
            </a:pathLst>
          </a:custGeom>
          <a:solidFill>
            <a:srgbClr val="8FBEF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1" id="41"/>
          <p:cNvSpPr/>
          <p:nvPr/>
        </p:nvSpPr>
        <p:spPr>
          <a:xfrm>
            <a:off x="7403291" y="1678391"/>
            <a:ext cx="104832" cy="20966"/>
          </a:xfrm>
          <a:custGeom>
            <a:avLst/>
            <a:gdLst/>
            <a:ahLst/>
            <a:cxnLst/>
            <a:rect r="r" b="b" t="t" l="l"/>
            <a:pathLst>
              <a:path w="70" h="14" stroke="true" fill="norm" extrusionOk="true">
                <a:moveTo>
                  <a:pt x="2" y="0"/>
                </a:moveTo>
                <a:lnTo>
                  <a:pt x="8" y="6"/>
                </a:lnTo>
                <a:lnTo>
                  <a:pt x="0" y="8"/>
                </a:lnTo>
                <a:lnTo>
                  <a:pt x="4" y="8"/>
                </a:lnTo>
                <a:lnTo>
                  <a:pt x="68" y="14"/>
                </a:lnTo>
                <a:lnTo>
                  <a:pt x="70" y="14"/>
                </a:lnTo>
                <a:lnTo>
                  <a:pt x="70" y="14"/>
                </a:lnTo>
                <a:lnTo>
                  <a:pt x="64" y="12"/>
                </a:lnTo>
                <a:lnTo>
                  <a:pt x="70" y="6"/>
                </a:lnTo>
                <a:lnTo>
                  <a:pt x="70" y="6"/>
                </a:lnTo>
                <a:lnTo>
                  <a:pt x="2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2" id="42"/>
          <p:cNvSpPr/>
          <p:nvPr/>
        </p:nvSpPr>
        <p:spPr>
          <a:xfrm>
            <a:off x="7403291" y="1690372"/>
            <a:ext cx="104832" cy="28455"/>
          </a:xfrm>
          <a:custGeom>
            <a:avLst/>
            <a:gdLst/>
            <a:ahLst/>
            <a:cxnLst/>
            <a:rect r="r" b="b" t="t" l="l"/>
            <a:pathLst>
              <a:path w="70" h="19" stroke="true" fill="norm" extrusionOk="true">
                <a:moveTo>
                  <a:pt x="4" y="0"/>
                </a:moveTo>
                <a:lnTo>
                  <a:pt x="8" y="2"/>
                </a:lnTo>
                <a:lnTo>
                  <a:pt x="0" y="8"/>
                </a:lnTo>
                <a:lnTo>
                  <a:pt x="8" y="10"/>
                </a:lnTo>
                <a:lnTo>
                  <a:pt x="0" y="12"/>
                </a:lnTo>
                <a:lnTo>
                  <a:pt x="68" y="19"/>
                </a:lnTo>
                <a:lnTo>
                  <a:pt x="68" y="19"/>
                </a:lnTo>
                <a:lnTo>
                  <a:pt x="62" y="17"/>
                </a:lnTo>
                <a:lnTo>
                  <a:pt x="70" y="15"/>
                </a:lnTo>
                <a:lnTo>
                  <a:pt x="70" y="15"/>
                </a:lnTo>
                <a:lnTo>
                  <a:pt x="64" y="8"/>
                </a:lnTo>
                <a:lnTo>
                  <a:pt x="68" y="6"/>
                </a:lnTo>
                <a:lnTo>
                  <a:pt x="4" y="0"/>
                </a:lnTo>
                <a:close/>
              </a:path>
            </a:pathLst>
          </a:custGeom>
          <a:solidFill>
            <a:srgbClr val="CCE1F9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3" id="43"/>
          <p:cNvSpPr/>
          <p:nvPr/>
        </p:nvSpPr>
        <p:spPr>
          <a:xfrm>
            <a:off x="7403291" y="1690372"/>
            <a:ext cx="104832" cy="28455"/>
          </a:xfrm>
          <a:custGeom>
            <a:avLst/>
            <a:gdLst/>
            <a:ahLst/>
            <a:cxnLst/>
            <a:rect r="r" b="b" t="t" l="l"/>
            <a:pathLst>
              <a:path w="70" h="19" stroke="true" fill="norm" extrusionOk="true">
                <a:moveTo>
                  <a:pt x="4" y="0"/>
                </a:moveTo>
                <a:lnTo>
                  <a:pt x="8" y="2"/>
                </a:lnTo>
                <a:lnTo>
                  <a:pt x="0" y="8"/>
                </a:lnTo>
                <a:lnTo>
                  <a:pt x="8" y="10"/>
                </a:lnTo>
                <a:lnTo>
                  <a:pt x="0" y="12"/>
                </a:lnTo>
                <a:lnTo>
                  <a:pt x="68" y="19"/>
                </a:lnTo>
                <a:lnTo>
                  <a:pt x="68" y="19"/>
                </a:lnTo>
                <a:lnTo>
                  <a:pt x="62" y="17"/>
                </a:lnTo>
                <a:lnTo>
                  <a:pt x="70" y="15"/>
                </a:lnTo>
                <a:lnTo>
                  <a:pt x="70" y="15"/>
                </a:lnTo>
                <a:lnTo>
                  <a:pt x="64" y="8"/>
                </a:lnTo>
                <a:lnTo>
                  <a:pt x="68" y="6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4" id="44"/>
          <p:cNvSpPr/>
          <p:nvPr/>
        </p:nvSpPr>
        <p:spPr>
          <a:xfrm>
            <a:off x="4626727" y="4667617"/>
            <a:ext cx="314497" cy="220149"/>
          </a:xfrm>
          <a:custGeom>
            <a:avLst/>
            <a:gdLst/>
            <a:ahLst/>
            <a:cxnLst/>
            <a:rect r="r" b="b" t="t" l="l"/>
            <a:pathLst>
              <a:path w="101" h="71" stroke="true" fill="norm" extrusionOk="true">
                <a:moveTo>
                  <a:pt x="70" y="71"/>
                </a:moveTo>
                <a:cubicBezTo>
                  <a:pt x="16" y="71"/>
                  <a:pt x="16" y="71"/>
                  <a:pt x="16" y="71"/>
                </a:cubicBezTo>
                <a:cubicBezTo>
                  <a:pt x="0" y="71"/>
                  <a:pt x="5" y="60"/>
                  <a:pt x="6" y="49"/>
                </a:cubicBezTo>
                <a:cubicBezTo>
                  <a:pt x="6" y="49"/>
                  <a:pt x="6" y="49"/>
                  <a:pt x="6" y="49"/>
                </a:cubicBezTo>
                <a:cubicBezTo>
                  <a:pt x="6" y="49"/>
                  <a:pt x="6" y="48"/>
                  <a:pt x="6" y="47"/>
                </a:cubicBezTo>
                <a:cubicBezTo>
                  <a:pt x="6" y="36"/>
                  <a:pt x="7" y="0"/>
                  <a:pt x="7" y="0"/>
                </a:cubicBezTo>
                <a:cubicBezTo>
                  <a:pt x="46" y="3"/>
                  <a:pt x="46" y="3"/>
                  <a:pt x="46" y="3"/>
                </a:cubicBezTo>
                <a:cubicBezTo>
                  <a:pt x="46" y="3"/>
                  <a:pt x="36" y="36"/>
                  <a:pt x="46" y="43"/>
                </a:cubicBezTo>
                <a:cubicBezTo>
                  <a:pt x="50" y="46"/>
                  <a:pt x="56" y="48"/>
                  <a:pt x="63" y="49"/>
                </a:cubicBezTo>
                <a:cubicBezTo>
                  <a:pt x="63" y="50"/>
                  <a:pt x="63" y="50"/>
                  <a:pt x="63" y="50"/>
                </a:cubicBezTo>
                <a:cubicBezTo>
                  <a:pt x="71" y="52"/>
                  <a:pt x="81" y="53"/>
                  <a:pt x="88" y="58"/>
                </a:cubicBezTo>
                <a:cubicBezTo>
                  <a:pt x="101" y="65"/>
                  <a:pt x="89" y="71"/>
                  <a:pt x="70" y="71"/>
                </a:cubicBez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5" id="45"/>
          <p:cNvSpPr/>
          <p:nvPr/>
        </p:nvSpPr>
        <p:spPr>
          <a:xfrm>
            <a:off x="4626727" y="4800904"/>
            <a:ext cx="305512" cy="86862"/>
          </a:xfrm>
          <a:custGeom>
            <a:avLst/>
            <a:gdLst/>
            <a:ahLst/>
            <a:cxnLst/>
            <a:rect r="r" b="b" t="t" l="l"/>
            <a:pathLst>
              <a:path w="98" h="28" stroke="true" fill="norm" extrusionOk="true">
                <a:moveTo>
                  <a:pt x="98" y="28"/>
                </a:moveTo>
                <a:cubicBezTo>
                  <a:pt x="98" y="28"/>
                  <a:pt x="30" y="28"/>
                  <a:pt x="14" y="28"/>
                </a:cubicBezTo>
                <a:cubicBezTo>
                  <a:pt x="8" y="28"/>
                  <a:pt x="5" y="28"/>
                  <a:pt x="0" y="28"/>
                </a:cubicBezTo>
                <a:cubicBezTo>
                  <a:pt x="0" y="28"/>
                  <a:pt x="0" y="27"/>
                  <a:pt x="0" y="26"/>
                </a:cubicBezTo>
                <a:cubicBezTo>
                  <a:pt x="0" y="18"/>
                  <a:pt x="2" y="1"/>
                  <a:pt x="6" y="2"/>
                </a:cubicBezTo>
                <a:cubicBezTo>
                  <a:pt x="29" y="8"/>
                  <a:pt x="35" y="5"/>
                  <a:pt x="46" y="0"/>
                </a:cubicBezTo>
                <a:cubicBezTo>
                  <a:pt x="51" y="4"/>
                  <a:pt x="62" y="6"/>
                  <a:pt x="68" y="8"/>
                </a:cubicBezTo>
                <a:cubicBezTo>
                  <a:pt x="92" y="9"/>
                  <a:pt x="96" y="21"/>
                  <a:pt x="97" y="26"/>
                </a:cubicBezTo>
                <a:cubicBezTo>
                  <a:pt x="98" y="28"/>
                  <a:pt x="98" y="28"/>
                  <a:pt x="98" y="2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6" id="46"/>
          <p:cNvSpPr/>
          <p:nvPr/>
        </p:nvSpPr>
        <p:spPr>
          <a:xfrm>
            <a:off x="4773492" y="4803899"/>
            <a:ext cx="22465" cy="25460"/>
          </a:xfrm>
          <a:custGeom>
            <a:avLst/>
            <a:gdLst/>
            <a:ahLst/>
            <a:cxnLst/>
            <a:rect r="r" b="b" t="t" l="l"/>
            <a:pathLst>
              <a:path w="7" h="8" stroke="true" fill="norm" extrusionOk="true">
                <a:moveTo>
                  <a:pt x="5" y="0"/>
                </a:moveTo>
                <a:cubicBezTo>
                  <a:pt x="5" y="1"/>
                  <a:pt x="2" y="2"/>
                  <a:pt x="1" y="6"/>
                </a:cubicBezTo>
                <a:cubicBezTo>
                  <a:pt x="0" y="7"/>
                  <a:pt x="1" y="8"/>
                  <a:pt x="2" y="8"/>
                </a:cubicBezTo>
                <a:cubicBezTo>
                  <a:pt x="2" y="8"/>
                  <a:pt x="3" y="8"/>
                  <a:pt x="3" y="7"/>
                </a:cubicBezTo>
                <a:cubicBezTo>
                  <a:pt x="4" y="6"/>
                  <a:pt x="4" y="4"/>
                  <a:pt x="5" y="4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7" y="3"/>
                  <a:pt x="7" y="2"/>
                  <a:pt x="7" y="1"/>
                </a:cubicBezTo>
                <a:cubicBezTo>
                  <a:pt x="7" y="0"/>
                  <a:pt x="6" y="0"/>
                  <a:pt x="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7" id="47"/>
          <p:cNvSpPr/>
          <p:nvPr/>
        </p:nvSpPr>
        <p:spPr>
          <a:xfrm>
            <a:off x="4798951" y="4814383"/>
            <a:ext cx="20966" cy="23961"/>
          </a:xfrm>
          <a:custGeom>
            <a:avLst/>
            <a:gdLst/>
            <a:ahLst/>
            <a:cxnLst/>
            <a:rect r="r" b="b" t="t" l="l"/>
            <a:pathLst>
              <a:path w="7" h="8" stroke="true" fill="norm" extrusionOk="true">
                <a:moveTo>
                  <a:pt x="5" y="0"/>
                </a:moveTo>
                <a:cubicBezTo>
                  <a:pt x="5" y="0"/>
                  <a:pt x="1" y="2"/>
                  <a:pt x="0" y="6"/>
                </a:cubicBezTo>
                <a:cubicBezTo>
                  <a:pt x="0" y="6"/>
                  <a:pt x="1" y="7"/>
                  <a:pt x="1" y="7"/>
                </a:cubicBezTo>
                <a:cubicBezTo>
                  <a:pt x="2" y="8"/>
                  <a:pt x="3" y="7"/>
                  <a:pt x="3" y="6"/>
                </a:cubicBezTo>
                <a:cubicBezTo>
                  <a:pt x="3" y="5"/>
                  <a:pt x="4" y="4"/>
                  <a:pt x="5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7" y="2"/>
                  <a:pt x="7" y="1"/>
                  <a:pt x="7" y="1"/>
                </a:cubicBezTo>
                <a:cubicBezTo>
                  <a:pt x="6" y="0"/>
                  <a:pt x="5" y="0"/>
                  <a:pt x="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8" id="48"/>
          <p:cNvSpPr/>
          <p:nvPr/>
        </p:nvSpPr>
        <p:spPr>
          <a:xfrm>
            <a:off x="4822913" y="4820373"/>
            <a:ext cx="22465" cy="23961"/>
          </a:xfrm>
          <a:custGeom>
            <a:avLst/>
            <a:gdLst/>
            <a:ahLst/>
            <a:cxnLst/>
            <a:rect r="r" b="b" t="t" l="l"/>
            <a:pathLst>
              <a:path w="7" h="8" stroke="true" fill="norm" extrusionOk="true">
                <a:moveTo>
                  <a:pt x="4" y="0"/>
                </a:moveTo>
                <a:cubicBezTo>
                  <a:pt x="4" y="0"/>
                  <a:pt x="1" y="2"/>
                  <a:pt x="1" y="7"/>
                </a:cubicBezTo>
                <a:cubicBezTo>
                  <a:pt x="0" y="7"/>
                  <a:pt x="1" y="8"/>
                  <a:pt x="2" y="8"/>
                </a:cubicBezTo>
                <a:cubicBezTo>
                  <a:pt x="2" y="8"/>
                  <a:pt x="3" y="8"/>
                  <a:pt x="3" y="7"/>
                </a:cubicBezTo>
                <a:cubicBezTo>
                  <a:pt x="3" y="5"/>
                  <a:pt x="4" y="4"/>
                  <a:pt x="5" y="4"/>
                </a:cubicBezTo>
                <a:cubicBezTo>
                  <a:pt x="5" y="3"/>
                  <a:pt x="5" y="3"/>
                  <a:pt x="5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2"/>
                  <a:pt x="6" y="2"/>
                  <a:pt x="6" y="2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2"/>
                  <a:pt x="6" y="2"/>
                  <a:pt x="6" y="2"/>
                </a:cubicBezTo>
                <a:cubicBezTo>
                  <a:pt x="6" y="3"/>
                  <a:pt x="6" y="3"/>
                  <a:pt x="6" y="3"/>
                </a:cubicBezTo>
                <a:cubicBezTo>
                  <a:pt x="6" y="2"/>
                  <a:pt x="7" y="1"/>
                  <a:pt x="6" y="1"/>
                </a:cubicBezTo>
                <a:cubicBezTo>
                  <a:pt x="6" y="0"/>
                  <a:pt x="5" y="0"/>
                  <a:pt x="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9" id="49"/>
          <p:cNvSpPr/>
          <p:nvPr/>
        </p:nvSpPr>
        <p:spPr>
          <a:xfrm>
            <a:off x="5234756" y="4676603"/>
            <a:ext cx="323483" cy="211163"/>
          </a:xfrm>
          <a:custGeom>
            <a:avLst/>
            <a:gdLst/>
            <a:ahLst/>
            <a:cxnLst/>
            <a:rect r="r" b="b" t="t" l="l"/>
            <a:pathLst>
              <a:path w="104" h="68" stroke="true" fill="norm" extrusionOk="true">
                <a:moveTo>
                  <a:pt x="73" y="68"/>
                </a:moveTo>
                <a:cubicBezTo>
                  <a:pt x="19" y="68"/>
                  <a:pt x="19" y="68"/>
                  <a:pt x="19" y="68"/>
                </a:cubicBezTo>
                <a:cubicBezTo>
                  <a:pt x="4" y="68"/>
                  <a:pt x="9" y="57"/>
                  <a:pt x="9" y="46"/>
                </a:cubicBezTo>
                <a:cubicBezTo>
                  <a:pt x="9" y="46"/>
                  <a:pt x="9" y="46"/>
                  <a:pt x="9" y="46"/>
                </a:cubicBezTo>
                <a:cubicBezTo>
                  <a:pt x="9" y="46"/>
                  <a:pt x="9" y="45"/>
                  <a:pt x="9" y="44"/>
                </a:cubicBezTo>
                <a:cubicBezTo>
                  <a:pt x="14" y="33"/>
                  <a:pt x="0" y="1"/>
                  <a:pt x="0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0" y="33"/>
                  <a:pt x="49" y="40"/>
                </a:cubicBezTo>
                <a:cubicBezTo>
                  <a:pt x="54" y="43"/>
                  <a:pt x="60" y="45"/>
                  <a:pt x="66" y="46"/>
                </a:cubicBezTo>
                <a:cubicBezTo>
                  <a:pt x="66" y="47"/>
                  <a:pt x="66" y="47"/>
                  <a:pt x="66" y="47"/>
                </a:cubicBezTo>
                <a:cubicBezTo>
                  <a:pt x="75" y="49"/>
                  <a:pt x="85" y="50"/>
                  <a:pt x="92" y="55"/>
                </a:cubicBezTo>
                <a:cubicBezTo>
                  <a:pt x="104" y="62"/>
                  <a:pt x="92" y="68"/>
                  <a:pt x="73" y="68"/>
                </a:cubicBez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0" id="50"/>
          <p:cNvSpPr/>
          <p:nvPr/>
        </p:nvSpPr>
        <p:spPr>
          <a:xfrm>
            <a:off x="5246737" y="4800904"/>
            <a:ext cx="302517" cy="86862"/>
          </a:xfrm>
          <a:custGeom>
            <a:avLst/>
            <a:gdLst/>
            <a:ahLst/>
            <a:cxnLst/>
            <a:rect r="r" b="b" t="t" l="l"/>
            <a:pathLst>
              <a:path w="97" h="28" stroke="true" fill="norm" extrusionOk="true">
                <a:moveTo>
                  <a:pt x="97" y="28"/>
                </a:moveTo>
                <a:cubicBezTo>
                  <a:pt x="97" y="28"/>
                  <a:pt x="30" y="28"/>
                  <a:pt x="13" y="28"/>
                </a:cubicBezTo>
                <a:cubicBezTo>
                  <a:pt x="7" y="28"/>
                  <a:pt x="4" y="28"/>
                  <a:pt x="0" y="28"/>
                </a:cubicBezTo>
                <a:cubicBezTo>
                  <a:pt x="0" y="28"/>
                  <a:pt x="0" y="27"/>
                  <a:pt x="0" y="26"/>
                </a:cubicBezTo>
                <a:cubicBezTo>
                  <a:pt x="0" y="18"/>
                  <a:pt x="1" y="1"/>
                  <a:pt x="5" y="2"/>
                </a:cubicBezTo>
                <a:cubicBezTo>
                  <a:pt x="29" y="8"/>
                  <a:pt x="35" y="5"/>
                  <a:pt x="45" y="0"/>
                </a:cubicBezTo>
                <a:cubicBezTo>
                  <a:pt x="51" y="4"/>
                  <a:pt x="61" y="6"/>
                  <a:pt x="68" y="8"/>
                </a:cubicBezTo>
                <a:cubicBezTo>
                  <a:pt x="91" y="9"/>
                  <a:pt x="96" y="21"/>
                  <a:pt x="97" y="26"/>
                </a:cubicBezTo>
                <a:cubicBezTo>
                  <a:pt x="97" y="28"/>
                  <a:pt x="97" y="28"/>
                  <a:pt x="97" y="2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1" id="51"/>
          <p:cNvSpPr/>
          <p:nvPr/>
        </p:nvSpPr>
        <p:spPr>
          <a:xfrm>
            <a:off x="5393502" y="4803899"/>
            <a:ext cx="22465" cy="25460"/>
          </a:xfrm>
          <a:custGeom>
            <a:avLst/>
            <a:gdLst/>
            <a:ahLst/>
            <a:cxnLst/>
            <a:rect r="r" b="b" t="t" l="l"/>
            <a:pathLst>
              <a:path w="7" h="8" stroke="true" fill="norm" extrusionOk="true">
                <a:moveTo>
                  <a:pt x="5" y="0"/>
                </a:moveTo>
                <a:cubicBezTo>
                  <a:pt x="5" y="1"/>
                  <a:pt x="1" y="2"/>
                  <a:pt x="0" y="6"/>
                </a:cubicBezTo>
                <a:cubicBezTo>
                  <a:pt x="0" y="7"/>
                  <a:pt x="0" y="8"/>
                  <a:pt x="1" y="8"/>
                </a:cubicBezTo>
                <a:cubicBezTo>
                  <a:pt x="2" y="8"/>
                  <a:pt x="3" y="8"/>
                  <a:pt x="3" y="7"/>
                </a:cubicBezTo>
                <a:cubicBezTo>
                  <a:pt x="3" y="6"/>
                  <a:pt x="4" y="4"/>
                  <a:pt x="5" y="4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7" y="3"/>
                  <a:pt x="7" y="2"/>
                  <a:pt x="7" y="1"/>
                </a:cubicBezTo>
                <a:cubicBezTo>
                  <a:pt x="6" y="0"/>
                  <a:pt x="5" y="0"/>
                  <a:pt x="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2" id="52"/>
          <p:cNvSpPr/>
          <p:nvPr/>
        </p:nvSpPr>
        <p:spPr>
          <a:xfrm>
            <a:off x="5418961" y="4814383"/>
            <a:ext cx="20966" cy="23961"/>
          </a:xfrm>
          <a:custGeom>
            <a:avLst/>
            <a:gdLst/>
            <a:ahLst/>
            <a:cxnLst/>
            <a:rect r="r" b="b" t="t" l="l"/>
            <a:pathLst>
              <a:path w="7" h="8" stroke="true" fill="norm" extrusionOk="true">
                <a:moveTo>
                  <a:pt x="4" y="0"/>
                </a:moveTo>
                <a:cubicBezTo>
                  <a:pt x="4" y="0"/>
                  <a:pt x="1" y="2"/>
                  <a:pt x="0" y="6"/>
                </a:cubicBezTo>
                <a:cubicBezTo>
                  <a:pt x="0" y="6"/>
                  <a:pt x="0" y="7"/>
                  <a:pt x="1" y="7"/>
                </a:cubicBezTo>
                <a:cubicBezTo>
                  <a:pt x="2" y="8"/>
                  <a:pt x="2" y="7"/>
                  <a:pt x="3" y="6"/>
                </a:cubicBezTo>
                <a:cubicBezTo>
                  <a:pt x="3" y="5"/>
                  <a:pt x="4" y="4"/>
                  <a:pt x="4" y="3"/>
                </a:cubicBezTo>
                <a:cubicBezTo>
                  <a:pt x="5" y="3"/>
                  <a:pt x="5" y="3"/>
                  <a:pt x="5" y="3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7" y="1"/>
                  <a:pt x="6" y="1"/>
                </a:cubicBezTo>
                <a:cubicBezTo>
                  <a:pt x="6" y="0"/>
                  <a:pt x="5" y="0"/>
                  <a:pt x="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3" id="53"/>
          <p:cNvSpPr/>
          <p:nvPr/>
        </p:nvSpPr>
        <p:spPr>
          <a:xfrm>
            <a:off x="5442923" y="4820373"/>
            <a:ext cx="19469" cy="23961"/>
          </a:xfrm>
          <a:custGeom>
            <a:avLst/>
            <a:gdLst/>
            <a:ahLst/>
            <a:cxnLst/>
            <a:rect r="r" b="b" t="t" l="l"/>
            <a:pathLst>
              <a:path w="6" h="8" stroke="true" fill="norm" extrusionOk="true">
                <a:moveTo>
                  <a:pt x="4" y="0"/>
                </a:moveTo>
                <a:cubicBezTo>
                  <a:pt x="4" y="0"/>
                  <a:pt x="1" y="2"/>
                  <a:pt x="0" y="7"/>
                </a:cubicBezTo>
                <a:cubicBezTo>
                  <a:pt x="0" y="7"/>
                  <a:pt x="1" y="8"/>
                  <a:pt x="1" y="8"/>
                </a:cubicBezTo>
                <a:cubicBezTo>
                  <a:pt x="2" y="8"/>
                  <a:pt x="3" y="8"/>
                  <a:pt x="3" y="7"/>
                </a:cubicBezTo>
                <a:cubicBezTo>
                  <a:pt x="3" y="5"/>
                  <a:pt x="4" y="4"/>
                  <a:pt x="4" y="4"/>
                </a:cubicBezTo>
                <a:cubicBezTo>
                  <a:pt x="5" y="3"/>
                  <a:pt x="5" y="3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2"/>
                  <a:pt x="5" y="2"/>
                  <a:pt x="5" y="2"/>
                </a:cubicBezTo>
                <a:cubicBezTo>
                  <a:pt x="5" y="3"/>
                  <a:pt x="5" y="3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2"/>
                  <a:pt x="5" y="2"/>
                  <a:pt x="5" y="2"/>
                </a:cubicBezTo>
                <a:cubicBezTo>
                  <a:pt x="5" y="3"/>
                  <a:pt x="5" y="3"/>
                  <a:pt x="5" y="3"/>
                </a:cubicBezTo>
                <a:cubicBezTo>
                  <a:pt x="6" y="2"/>
                  <a:pt x="6" y="1"/>
                  <a:pt x="6" y="1"/>
                </a:cubicBezTo>
                <a:cubicBezTo>
                  <a:pt x="5" y="0"/>
                  <a:pt x="4" y="0"/>
                  <a:pt x="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4" id="54"/>
          <p:cNvSpPr/>
          <p:nvPr/>
        </p:nvSpPr>
        <p:spPr>
          <a:xfrm>
            <a:off x="5592684" y="2100716"/>
            <a:ext cx="161742" cy="199182"/>
          </a:xfrm>
          <a:custGeom>
            <a:avLst/>
            <a:gdLst/>
            <a:ahLst/>
            <a:cxnLst/>
            <a:rect r="r" b="b" t="t" l="l"/>
            <a:pathLst>
              <a:path w="52" h="64" stroke="true" fill="norm" extrusionOk="true">
                <a:moveTo>
                  <a:pt x="44" y="10"/>
                </a:moveTo>
                <a:cubicBezTo>
                  <a:pt x="40" y="16"/>
                  <a:pt x="39" y="17"/>
                  <a:pt x="36" y="19"/>
                </a:cubicBezTo>
                <a:cubicBezTo>
                  <a:pt x="33" y="22"/>
                  <a:pt x="24" y="26"/>
                  <a:pt x="23" y="26"/>
                </a:cubicBezTo>
                <a:cubicBezTo>
                  <a:pt x="23" y="25"/>
                  <a:pt x="21" y="17"/>
                  <a:pt x="24" y="13"/>
                </a:cubicBezTo>
                <a:cubicBezTo>
                  <a:pt x="27" y="8"/>
                  <a:pt x="29" y="2"/>
                  <a:pt x="25" y="4"/>
                </a:cubicBezTo>
                <a:cubicBezTo>
                  <a:pt x="21" y="6"/>
                  <a:pt x="2" y="21"/>
                  <a:pt x="0" y="45"/>
                </a:cubicBezTo>
                <a:cubicBezTo>
                  <a:pt x="6" y="50"/>
                  <a:pt x="11" y="59"/>
                  <a:pt x="17" y="64"/>
                </a:cubicBezTo>
                <a:cubicBezTo>
                  <a:pt x="17" y="64"/>
                  <a:pt x="23" y="56"/>
                  <a:pt x="28" y="54"/>
                </a:cubicBezTo>
                <a:cubicBezTo>
                  <a:pt x="36" y="50"/>
                  <a:pt x="39" y="44"/>
                  <a:pt x="40" y="37"/>
                </a:cubicBezTo>
                <a:cubicBezTo>
                  <a:pt x="41" y="32"/>
                  <a:pt x="50" y="12"/>
                  <a:pt x="51" y="6"/>
                </a:cubicBezTo>
                <a:cubicBezTo>
                  <a:pt x="52" y="0"/>
                  <a:pt x="47" y="5"/>
                  <a:pt x="44" y="10"/>
                </a:cubicBez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5" id="55"/>
          <p:cNvSpPr/>
          <p:nvPr/>
        </p:nvSpPr>
        <p:spPr>
          <a:xfrm>
            <a:off x="5690029" y="2144146"/>
            <a:ext cx="52417" cy="59904"/>
          </a:xfrm>
          <a:custGeom>
            <a:avLst/>
            <a:gdLst/>
            <a:ahLst/>
            <a:cxnLst/>
            <a:rect r="r" b="b" t="t" l="l"/>
            <a:pathLst>
              <a:path w="17" h="19" stroke="true" fill="norm" extrusionOk="true">
                <a:moveTo>
                  <a:pt x="17" y="0"/>
                </a:moveTo>
                <a:cubicBezTo>
                  <a:pt x="15" y="4"/>
                  <a:pt x="13" y="8"/>
                  <a:pt x="11" y="11"/>
                </a:cubicBezTo>
                <a:cubicBezTo>
                  <a:pt x="10" y="13"/>
                  <a:pt x="8" y="15"/>
                  <a:pt x="6" y="16"/>
                </a:cubicBezTo>
                <a:cubicBezTo>
                  <a:pt x="4" y="17"/>
                  <a:pt x="2" y="18"/>
                  <a:pt x="0" y="19"/>
                </a:cubicBezTo>
                <a:cubicBezTo>
                  <a:pt x="6" y="16"/>
                  <a:pt x="6" y="16"/>
                  <a:pt x="6" y="16"/>
                </a:cubicBezTo>
                <a:cubicBezTo>
                  <a:pt x="7" y="14"/>
                  <a:pt x="9" y="13"/>
                  <a:pt x="10" y="11"/>
                </a:cubicBezTo>
                <a:cubicBezTo>
                  <a:pt x="13" y="7"/>
                  <a:pt x="15" y="4"/>
                  <a:pt x="17" y="0"/>
                </a:cubicBezTo>
                <a:close/>
              </a:path>
            </a:pathLst>
          </a:custGeom>
          <a:solidFill>
            <a:srgbClr val="C4806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6" id="56"/>
          <p:cNvSpPr/>
          <p:nvPr/>
        </p:nvSpPr>
        <p:spPr>
          <a:xfrm>
            <a:off x="5693024" y="2190573"/>
            <a:ext cx="34446" cy="37441"/>
          </a:xfrm>
          <a:custGeom>
            <a:avLst/>
            <a:gdLst/>
            <a:ahLst/>
            <a:cxnLst/>
            <a:rect r="r" b="b" t="t" l="l"/>
            <a:pathLst>
              <a:path w="11" h="12" stroke="true" fill="norm" extrusionOk="true">
                <a:moveTo>
                  <a:pt x="11" y="0"/>
                </a:moveTo>
                <a:cubicBezTo>
                  <a:pt x="11" y="1"/>
                  <a:pt x="10" y="2"/>
                  <a:pt x="9" y="3"/>
                </a:cubicBezTo>
                <a:cubicBezTo>
                  <a:pt x="8" y="4"/>
                  <a:pt x="8" y="6"/>
                  <a:pt x="7" y="7"/>
                </a:cubicBezTo>
                <a:cubicBezTo>
                  <a:pt x="5" y="9"/>
                  <a:pt x="2" y="10"/>
                  <a:pt x="0" y="12"/>
                </a:cubicBezTo>
                <a:cubicBezTo>
                  <a:pt x="2" y="10"/>
                  <a:pt x="4" y="8"/>
                  <a:pt x="6" y="6"/>
                </a:cubicBezTo>
                <a:cubicBezTo>
                  <a:pt x="7" y="5"/>
                  <a:pt x="8" y="4"/>
                  <a:pt x="9" y="3"/>
                </a:cubicBezTo>
                <a:cubicBezTo>
                  <a:pt x="9" y="2"/>
                  <a:pt x="10" y="1"/>
                  <a:pt x="11" y="0"/>
                </a:cubicBezTo>
                <a:close/>
              </a:path>
            </a:pathLst>
          </a:custGeom>
          <a:solidFill>
            <a:srgbClr val="C4806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7" id="57"/>
          <p:cNvSpPr/>
          <p:nvPr/>
        </p:nvSpPr>
        <p:spPr>
          <a:xfrm>
            <a:off x="4580301" y="2842033"/>
            <a:ext cx="218651" cy="315996"/>
          </a:xfrm>
          <a:custGeom>
            <a:avLst/>
            <a:gdLst/>
            <a:ahLst/>
            <a:cxnLst/>
            <a:rect r="r" b="b" t="t" l="l"/>
            <a:pathLst>
              <a:path w="70" h="102" stroke="true" fill="norm" extrusionOk="true">
                <a:moveTo>
                  <a:pt x="0" y="3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2"/>
                  <a:pt x="34" y="82"/>
                  <a:pt x="33" y="87"/>
                </a:cubicBezTo>
                <a:cubicBezTo>
                  <a:pt x="32" y="93"/>
                  <a:pt x="37" y="102"/>
                  <a:pt x="37" y="102"/>
                </a:cubicBezTo>
                <a:cubicBezTo>
                  <a:pt x="70" y="51"/>
                  <a:pt x="70" y="51"/>
                  <a:pt x="70" y="51"/>
                </a:cubicBezTo>
                <a:cubicBezTo>
                  <a:pt x="40" y="0"/>
                  <a:pt x="40" y="0"/>
                  <a:pt x="40" y="0"/>
                </a:cubicBezTo>
                <a:lnTo>
                  <a:pt x="0" y="3"/>
                </a:ln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8" id="58"/>
          <p:cNvSpPr/>
          <p:nvPr/>
        </p:nvSpPr>
        <p:spPr>
          <a:xfrm>
            <a:off x="4689627" y="3003774"/>
            <a:ext cx="688899" cy="1762685"/>
          </a:xfrm>
          <a:custGeom>
            <a:avLst/>
            <a:gdLst/>
            <a:ahLst/>
            <a:cxnLst/>
            <a:rect r="r" b="b" t="t" l="l"/>
            <a:pathLst>
              <a:path w="221" h="567" stroke="true" fill="norm" extrusionOk="true">
                <a:moveTo>
                  <a:pt x="141" y="0"/>
                </a:moveTo>
                <a:cubicBezTo>
                  <a:pt x="141" y="0"/>
                  <a:pt x="213" y="242"/>
                  <a:pt x="217" y="264"/>
                </a:cubicBezTo>
                <a:cubicBezTo>
                  <a:pt x="221" y="287"/>
                  <a:pt x="220" y="537"/>
                  <a:pt x="220" y="564"/>
                </a:cubicBezTo>
                <a:cubicBezTo>
                  <a:pt x="206" y="567"/>
                  <a:pt x="188" y="567"/>
                  <a:pt x="182" y="567"/>
                </a:cubicBezTo>
                <a:cubicBezTo>
                  <a:pt x="157" y="477"/>
                  <a:pt x="134" y="417"/>
                  <a:pt x="141" y="307"/>
                </a:cubicBezTo>
                <a:cubicBezTo>
                  <a:pt x="141" y="276"/>
                  <a:pt x="127" y="244"/>
                  <a:pt x="102" y="199"/>
                </a:cubicBezTo>
                <a:cubicBezTo>
                  <a:pt x="78" y="155"/>
                  <a:pt x="70" y="148"/>
                  <a:pt x="70" y="148"/>
                </a:cubicBezTo>
                <a:cubicBezTo>
                  <a:pt x="70" y="148"/>
                  <a:pt x="0" y="96"/>
                  <a:pt x="38" y="38"/>
                </a:cubicBezTo>
                <a:cubicBezTo>
                  <a:pt x="141" y="0"/>
                  <a:pt x="141" y="0"/>
                  <a:pt x="141" y="0"/>
                </a:cubicBezTo>
              </a:path>
            </a:pathLst>
          </a:custGeom>
          <a:solidFill>
            <a:srgbClr val="006BE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9" id="59"/>
          <p:cNvSpPr/>
          <p:nvPr/>
        </p:nvSpPr>
        <p:spPr>
          <a:xfrm>
            <a:off x="4640205" y="2975320"/>
            <a:ext cx="482230" cy="1795633"/>
          </a:xfrm>
          <a:custGeom>
            <a:avLst/>
            <a:gdLst/>
            <a:ahLst/>
            <a:cxnLst/>
            <a:rect r="r" b="b" t="t" l="l"/>
            <a:pathLst>
              <a:path w="155" h="577" stroke="true" fill="norm" extrusionOk="true">
                <a:moveTo>
                  <a:pt x="49" y="9"/>
                </a:moveTo>
                <a:cubicBezTo>
                  <a:pt x="49" y="9"/>
                  <a:pt x="7" y="43"/>
                  <a:pt x="8" y="83"/>
                </a:cubicBezTo>
                <a:cubicBezTo>
                  <a:pt x="10" y="107"/>
                  <a:pt x="24" y="141"/>
                  <a:pt x="24" y="141"/>
                </a:cubicBezTo>
                <a:cubicBezTo>
                  <a:pt x="24" y="141"/>
                  <a:pt x="37" y="262"/>
                  <a:pt x="33" y="280"/>
                </a:cubicBezTo>
                <a:cubicBezTo>
                  <a:pt x="30" y="299"/>
                  <a:pt x="0" y="333"/>
                  <a:pt x="0" y="452"/>
                </a:cubicBezTo>
                <a:cubicBezTo>
                  <a:pt x="0" y="489"/>
                  <a:pt x="3" y="572"/>
                  <a:pt x="2" y="575"/>
                </a:cubicBezTo>
                <a:cubicBezTo>
                  <a:pt x="13" y="577"/>
                  <a:pt x="38" y="575"/>
                  <a:pt x="38" y="575"/>
                </a:cubicBezTo>
                <a:cubicBezTo>
                  <a:pt x="38" y="575"/>
                  <a:pt x="100" y="327"/>
                  <a:pt x="107" y="292"/>
                </a:cubicBezTo>
                <a:cubicBezTo>
                  <a:pt x="114" y="258"/>
                  <a:pt x="125" y="163"/>
                  <a:pt x="125" y="163"/>
                </a:cubicBezTo>
                <a:cubicBezTo>
                  <a:pt x="155" y="0"/>
                  <a:pt x="155" y="0"/>
                  <a:pt x="155" y="0"/>
                </a:cubicBezTo>
                <a:cubicBezTo>
                  <a:pt x="49" y="9"/>
                  <a:pt x="49" y="9"/>
                  <a:pt x="49" y="9"/>
                </a:cubicBezTo>
              </a:path>
            </a:pathLst>
          </a:custGeom>
          <a:solidFill>
            <a:srgbClr val="006BE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0" id="60"/>
          <p:cNvSpPr/>
          <p:nvPr/>
        </p:nvSpPr>
        <p:spPr>
          <a:xfrm>
            <a:off x="4767502" y="3122086"/>
            <a:ext cx="245607" cy="509187"/>
          </a:xfrm>
          <a:custGeom>
            <a:avLst/>
            <a:gdLst/>
            <a:ahLst/>
            <a:cxnLst/>
            <a:rect r="r" b="b" t="t" l="l"/>
            <a:pathLst>
              <a:path w="79" h="164" stroke="true" fill="norm" extrusionOk="true">
                <a:moveTo>
                  <a:pt x="79" y="164"/>
                </a:moveTo>
                <a:cubicBezTo>
                  <a:pt x="74" y="155"/>
                  <a:pt x="68" y="146"/>
                  <a:pt x="63" y="137"/>
                </a:cubicBezTo>
                <a:cubicBezTo>
                  <a:pt x="60" y="132"/>
                  <a:pt x="57" y="128"/>
                  <a:pt x="54" y="123"/>
                </a:cubicBezTo>
                <a:cubicBezTo>
                  <a:pt x="51" y="119"/>
                  <a:pt x="48" y="114"/>
                  <a:pt x="45" y="111"/>
                </a:cubicBezTo>
                <a:cubicBezTo>
                  <a:pt x="45" y="111"/>
                  <a:pt x="45" y="111"/>
                  <a:pt x="45" y="111"/>
                </a:cubicBezTo>
                <a:cubicBezTo>
                  <a:pt x="36" y="104"/>
                  <a:pt x="29" y="97"/>
                  <a:pt x="22" y="88"/>
                </a:cubicBezTo>
                <a:cubicBezTo>
                  <a:pt x="15" y="80"/>
                  <a:pt x="9" y="71"/>
                  <a:pt x="6" y="61"/>
                </a:cubicBezTo>
                <a:cubicBezTo>
                  <a:pt x="2" y="51"/>
                  <a:pt x="0" y="40"/>
                  <a:pt x="2" y="29"/>
                </a:cubicBezTo>
                <a:cubicBezTo>
                  <a:pt x="2" y="26"/>
                  <a:pt x="2" y="24"/>
                  <a:pt x="3" y="21"/>
                </a:cubicBezTo>
                <a:cubicBezTo>
                  <a:pt x="4" y="19"/>
                  <a:pt x="4" y="16"/>
                  <a:pt x="6" y="14"/>
                </a:cubicBezTo>
                <a:cubicBezTo>
                  <a:pt x="8" y="9"/>
                  <a:pt x="10" y="4"/>
                  <a:pt x="13" y="0"/>
                </a:cubicBezTo>
                <a:cubicBezTo>
                  <a:pt x="8" y="9"/>
                  <a:pt x="4" y="19"/>
                  <a:pt x="3" y="29"/>
                </a:cubicBezTo>
                <a:cubicBezTo>
                  <a:pt x="2" y="40"/>
                  <a:pt x="4" y="50"/>
                  <a:pt x="8" y="60"/>
                </a:cubicBezTo>
                <a:cubicBezTo>
                  <a:pt x="11" y="70"/>
                  <a:pt x="17" y="79"/>
                  <a:pt x="24" y="87"/>
                </a:cubicBezTo>
                <a:cubicBezTo>
                  <a:pt x="30" y="95"/>
                  <a:pt x="38" y="103"/>
                  <a:pt x="46" y="109"/>
                </a:cubicBezTo>
                <a:cubicBezTo>
                  <a:pt x="46" y="109"/>
                  <a:pt x="46" y="109"/>
                  <a:pt x="46" y="109"/>
                </a:cubicBezTo>
                <a:cubicBezTo>
                  <a:pt x="46" y="109"/>
                  <a:pt x="46" y="109"/>
                  <a:pt x="46" y="109"/>
                </a:cubicBezTo>
                <a:cubicBezTo>
                  <a:pt x="50" y="113"/>
                  <a:pt x="53" y="118"/>
                  <a:pt x="55" y="122"/>
                </a:cubicBezTo>
                <a:cubicBezTo>
                  <a:pt x="58" y="127"/>
                  <a:pt x="61" y="131"/>
                  <a:pt x="64" y="136"/>
                </a:cubicBezTo>
                <a:cubicBezTo>
                  <a:pt x="69" y="145"/>
                  <a:pt x="74" y="155"/>
                  <a:pt x="79" y="164"/>
                </a:cubicBezTo>
                <a:close/>
              </a:path>
            </a:pathLst>
          </a:custGeom>
          <a:solidFill>
            <a:srgbClr val="00101E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1" id="61"/>
          <p:cNvSpPr/>
          <p:nvPr/>
        </p:nvSpPr>
        <p:spPr>
          <a:xfrm>
            <a:off x="4724071" y="2349319"/>
            <a:ext cx="435804" cy="681412"/>
          </a:xfrm>
          <a:custGeom>
            <a:avLst/>
            <a:gdLst/>
            <a:ahLst/>
            <a:cxnLst/>
            <a:rect r="r" b="b" t="t" l="l"/>
            <a:pathLst>
              <a:path w="140" h="219" stroke="true" fill="norm" extrusionOk="true">
                <a:moveTo>
                  <a:pt x="130" y="210"/>
                </a:moveTo>
                <a:cubicBezTo>
                  <a:pt x="121" y="219"/>
                  <a:pt x="111" y="215"/>
                  <a:pt x="96" y="216"/>
                </a:cubicBezTo>
                <a:cubicBezTo>
                  <a:pt x="80" y="218"/>
                  <a:pt x="51" y="216"/>
                  <a:pt x="34" y="216"/>
                </a:cubicBezTo>
                <a:cubicBezTo>
                  <a:pt x="17" y="216"/>
                  <a:pt x="11" y="213"/>
                  <a:pt x="20" y="203"/>
                </a:cubicBezTo>
                <a:cubicBezTo>
                  <a:pt x="28" y="193"/>
                  <a:pt x="10" y="153"/>
                  <a:pt x="10" y="153"/>
                </a:cubicBezTo>
                <a:cubicBezTo>
                  <a:pt x="0" y="45"/>
                  <a:pt x="0" y="45"/>
                  <a:pt x="0" y="45"/>
                </a:cubicBezTo>
                <a:cubicBezTo>
                  <a:pt x="24" y="0"/>
                  <a:pt x="24" y="0"/>
                  <a:pt x="24" y="0"/>
                </a:cubicBezTo>
                <a:cubicBezTo>
                  <a:pt x="72" y="4"/>
                  <a:pt x="72" y="4"/>
                  <a:pt x="72" y="4"/>
                </a:cubicBezTo>
                <a:cubicBezTo>
                  <a:pt x="87" y="4"/>
                  <a:pt x="87" y="4"/>
                  <a:pt x="87" y="4"/>
                </a:cubicBezTo>
                <a:cubicBezTo>
                  <a:pt x="130" y="94"/>
                  <a:pt x="130" y="94"/>
                  <a:pt x="130" y="94"/>
                </a:cubicBezTo>
                <a:cubicBezTo>
                  <a:pt x="130" y="94"/>
                  <a:pt x="130" y="95"/>
                  <a:pt x="129" y="98"/>
                </a:cubicBezTo>
                <a:cubicBezTo>
                  <a:pt x="128" y="104"/>
                  <a:pt x="123" y="115"/>
                  <a:pt x="113" y="123"/>
                </a:cubicBezTo>
                <a:cubicBezTo>
                  <a:pt x="113" y="123"/>
                  <a:pt x="113" y="123"/>
                  <a:pt x="113" y="123"/>
                </a:cubicBezTo>
                <a:cubicBezTo>
                  <a:pt x="121" y="170"/>
                  <a:pt x="124" y="188"/>
                  <a:pt x="127" y="191"/>
                </a:cubicBezTo>
                <a:cubicBezTo>
                  <a:pt x="130" y="194"/>
                  <a:pt x="140" y="202"/>
                  <a:pt x="130" y="210"/>
                </a:cubicBezTo>
                <a:close/>
              </a:path>
            </a:pathLst>
          </a:custGeom>
          <a:solidFill>
            <a:srgbClr val="FD7304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2" id="62"/>
          <p:cNvSpPr/>
          <p:nvPr/>
        </p:nvSpPr>
        <p:spPr>
          <a:xfrm>
            <a:off x="4842383" y="2178592"/>
            <a:ext cx="152756" cy="227637"/>
          </a:xfrm>
          <a:custGeom>
            <a:avLst/>
            <a:gdLst/>
            <a:ahLst/>
            <a:cxnLst/>
            <a:rect r="r" b="b" t="t" l="l"/>
            <a:pathLst>
              <a:path w="49" h="73" stroke="true" fill="norm" extrusionOk="true">
                <a:moveTo>
                  <a:pt x="33" y="14"/>
                </a:moveTo>
                <a:cubicBezTo>
                  <a:pt x="33" y="14"/>
                  <a:pt x="35" y="54"/>
                  <a:pt x="49" y="59"/>
                </a:cubicBezTo>
                <a:cubicBezTo>
                  <a:pt x="44" y="69"/>
                  <a:pt x="29" y="73"/>
                  <a:pt x="4" y="62"/>
                </a:cubicBezTo>
                <a:cubicBezTo>
                  <a:pt x="0" y="31"/>
                  <a:pt x="1" y="0"/>
                  <a:pt x="1" y="0"/>
                </a:cubicBezTo>
                <a:cubicBezTo>
                  <a:pt x="27" y="2"/>
                  <a:pt x="27" y="2"/>
                  <a:pt x="27" y="2"/>
                </a:cubicBezTo>
                <a:lnTo>
                  <a:pt x="33" y="14"/>
                </a:ln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3" id="63"/>
          <p:cNvSpPr/>
          <p:nvPr/>
        </p:nvSpPr>
        <p:spPr>
          <a:xfrm>
            <a:off x="5113449" y="2241491"/>
            <a:ext cx="542134" cy="395368"/>
          </a:xfrm>
          <a:custGeom>
            <a:avLst/>
            <a:gdLst/>
            <a:ahLst/>
            <a:cxnLst/>
            <a:rect r="r" b="b" t="t" l="l"/>
            <a:pathLst>
              <a:path w="174" h="127" stroke="true" fill="norm" extrusionOk="true">
                <a:moveTo>
                  <a:pt x="154" y="0"/>
                </a:moveTo>
                <a:cubicBezTo>
                  <a:pt x="154" y="1"/>
                  <a:pt x="90" y="56"/>
                  <a:pt x="70" y="72"/>
                </a:cubicBezTo>
                <a:cubicBezTo>
                  <a:pt x="58" y="72"/>
                  <a:pt x="8" y="57"/>
                  <a:pt x="8" y="57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18"/>
                  <a:pt x="64" y="127"/>
                  <a:pt x="83" y="121"/>
                </a:cubicBezTo>
                <a:cubicBezTo>
                  <a:pt x="102" y="115"/>
                  <a:pt x="154" y="44"/>
                  <a:pt x="174" y="14"/>
                </a:cubicBezTo>
                <a:cubicBezTo>
                  <a:pt x="166" y="9"/>
                  <a:pt x="161" y="5"/>
                  <a:pt x="154" y="0"/>
                </a:cubicBez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4" id="64"/>
          <p:cNvSpPr/>
          <p:nvPr/>
        </p:nvSpPr>
        <p:spPr>
          <a:xfrm>
            <a:off x="4948712" y="2362797"/>
            <a:ext cx="214159" cy="295030"/>
          </a:xfrm>
          <a:custGeom>
            <a:avLst/>
            <a:gdLst/>
            <a:ahLst/>
            <a:cxnLst/>
            <a:rect r="r" b="b" t="t" l="l"/>
            <a:pathLst>
              <a:path w="69" h="95" stroke="true" fill="norm" extrusionOk="true">
                <a:moveTo>
                  <a:pt x="15" y="0"/>
                </a:moveTo>
                <a:cubicBezTo>
                  <a:pt x="15" y="0"/>
                  <a:pt x="51" y="11"/>
                  <a:pt x="69" y="14"/>
                </a:cubicBezTo>
                <a:cubicBezTo>
                  <a:pt x="69" y="33"/>
                  <a:pt x="66" y="89"/>
                  <a:pt x="64" y="95"/>
                </a:cubicBezTo>
                <a:cubicBezTo>
                  <a:pt x="50" y="93"/>
                  <a:pt x="21" y="87"/>
                  <a:pt x="0" y="73"/>
                </a:cubicBezTo>
              </a:path>
            </a:pathLst>
          </a:custGeom>
          <a:solidFill>
            <a:srgbClr val="FD7304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5" id="65"/>
          <p:cNvSpPr/>
          <p:nvPr/>
        </p:nvSpPr>
        <p:spPr>
          <a:xfrm>
            <a:off x="4948712" y="2588937"/>
            <a:ext cx="199182" cy="68890"/>
          </a:xfrm>
          <a:custGeom>
            <a:avLst/>
            <a:gdLst/>
            <a:ahLst/>
            <a:cxnLst/>
            <a:rect r="r" b="b" t="t" l="l"/>
            <a:pathLst>
              <a:path w="64" h="22" stroke="true" fill="norm" extrusionOk="true">
                <a:moveTo>
                  <a:pt x="64" y="22"/>
                </a:moveTo>
                <a:cubicBezTo>
                  <a:pt x="59" y="22"/>
                  <a:pt x="53" y="21"/>
                  <a:pt x="47" y="20"/>
                </a:cubicBezTo>
                <a:cubicBezTo>
                  <a:pt x="42" y="19"/>
                  <a:pt x="36" y="17"/>
                  <a:pt x="31" y="15"/>
                </a:cubicBezTo>
                <a:cubicBezTo>
                  <a:pt x="25" y="14"/>
                  <a:pt x="20" y="12"/>
                  <a:pt x="15" y="9"/>
                </a:cubicBezTo>
                <a:cubicBezTo>
                  <a:pt x="9" y="7"/>
                  <a:pt x="4" y="4"/>
                  <a:pt x="0" y="0"/>
                </a:cubicBezTo>
                <a:cubicBezTo>
                  <a:pt x="10" y="6"/>
                  <a:pt x="20" y="10"/>
                  <a:pt x="31" y="14"/>
                </a:cubicBezTo>
                <a:cubicBezTo>
                  <a:pt x="42" y="17"/>
                  <a:pt x="53" y="20"/>
                  <a:pt x="64" y="22"/>
                </a:cubicBezTo>
                <a:close/>
              </a:path>
            </a:pathLst>
          </a:custGeom>
          <a:solidFill>
            <a:srgbClr val="DB58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6" id="66"/>
          <p:cNvSpPr/>
          <p:nvPr/>
        </p:nvSpPr>
        <p:spPr>
          <a:xfrm>
            <a:off x="4903784" y="2207047"/>
            <a:ext cx="44928" cy="34446"/>
          </a:xfrm>
          <a:custGeom>
            <a:avLst/>
            <a:gdLst/>
            <a:ahLst/>
            <a:cxnLst/>
            <a:rect r="r" b="b" t="t" l="l"/>
            <a:pathLst>
              <a:path w="14" h="11" stroke="true" fill="norm" extrusionOk="true">
                <a:moveTo>
                  <a:pt x="13" y="5"/>
                </a:moveTo>
                <a:cubicBezTo>
                  <a:pt x="13" y="5"/>
                  <a:pt x="4" y="3"/>
                  <a:pt x="0" y="0"/>
                </a:cubicBezTo>
                <a:cubicBezTo>
                  <a:pt x="4" y="8"/>
                  <a:pt x="14" y="11"/>
                  <a:pt x="14" y="11"/>
                </a:cubicBezTo>
                <a:lnTo>
                  <a:pt x="13" y="5"/>
                </a:lnTo>
                <a:close/>
              </a:path>
            </a:pathLst>
          </a:custGeom>
          <a:solidFill>
            <a:srgbClr val="C4806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7" id="67"/>
          <p:cNvSpPr/>
          <p:nvPr/>
        </p:nvSpPr>
        <p:spPr>
          <a:xfrm>
            <a:off x="4104061" y="1855109"/>
            <a:ext cx="885087" cy="1057311"/>
          </a:xfrm>
          <a:custGeom>
            <a:avLst/>
            <a:gdLst/>
            <a:ahLst/>
            <a:cxnLst/>
            <a:rect r="r" b="b" t="t" l="l"/>
            <a:pathLst>
              <a:path w="284" h="340" stroke="true" fill="norm" extrusionOk="true">
                <a:moveTo>
                  <a:pt x="283" y="31"/>
                </a:moveTo>
                <a:cubicBezTo>
                  <a:pt x="283" y="26"/>
                  <a:pt x="282" y="22"/>
                  <a:pt x="279" y="18"/>
                </a:cubicBezTo>
                <a:cubicBezTo>
                  <a:pt x="275" y="11"/>
                  <a:pt x="264" y="0"/>
                  <a:pt x="240" y="2"/>
                </a:cubicBezTo>
                <a:cubicBezTo>
                  <a:pt x="204" y="5"/>
                  <a:pt x="185" y="30"/>
                  <a:pt x="176" y="69"/>
                </a:cubicBezTo>
                <a:cubicBezTo>
                  <a:pt x="167" y="108"/>
                  <a:pt x="160" y="135"/>
                  <a:pt x="116" y="156"/>
                </a:cubicBezTo>
                <a:cubicBezTo>
                  <a:pt x="72" y="178"/>
                  <a:pt x="0" y="288"/>
                  <a:pt x="169" y="328"/>
                </a:cubicBezTo>
                <a:cubicBezTo>
                  <a:pt x="226" y="340"/>
                  <a:pt x="251" y="297"/>
                  <a:pt x="250" y="249"/>
                </a:cubicBezTo>
                <a:cubicBezTo>
                  <a:pt x="249" y="201"/>
                  <a:pt x="250" y="202"/>
                  <a:pt x="257" y="186"/>
                </a:cubicBezTo>
                <a:cubicBezTo>
                  <a:pt x="264" y="170"/>
                  <a:pt x="281" y="131"/>
                  <a:pt x="241" y="95"/>
                </a:cubicBezTo>
                <a:cubicBezTo>
                  <a:pt x="272" y="71"/>
                  <a:pt x="284" y="59"/>
                  <a:pt x="283" y="3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8" id="68"/>
          <p:cNvSpPr/>
          <p:nvPr/>
        </p:nvSpPr>
        <p:spPr>
          <a:xfrm>
            <a:off x="4788469" y="1932985"/>
            <a:ext cx="305512" cy="305512"/>
          </a:xfrm>
          <a:custGeom>
            <a:avLst/>
            <a:gdLst/>
            <a:ahLst/>
            <a:cxnLst/>
            <a:rect r="r" b="b" t="t" l="l"/>
            <a:pathLst>
              <a:path w="98" h="98" stroke="true" fill="norm" extrusionOk="true">
                <a:moveTo>
                  <a:pt x="63" y="0"/>
                </a:moveTo>
                <a:cubicBezTo>
                  <a:pt x="63" y="0"/>
                  <a:pt x="98" y="62"/>
                  <a:pt x="66" y="92"/>
                </a:cubicBezTo>
                <a:cubicBezTo>
                  <a:pt x="61" y="94"/>
                  <a:pt x="34" y="98"/>
                  <a:pt x="21" y="70"/>
                </a:cubicBezTo>
                <a:cubicBezTo>
                  <a:pt x="16" y="69"/>
                  <a:pt x="0" y="53"/>
                  <a:pt x="12" y="44"/>
                </a:cubicBezTo>
                <a:cubicBezTo>
                  <a:pt x="17" y="42"/>
                  <a:pt x="23" y="41"/>
                  <a:pt x="27" y="46"/>
                </a:cubicBezTo>
                <a:cubicBezTo>
                  <a:pt x="29" y="49"/>
                  <a:pt x="32" y="50"/>
                  <a:pt x="35" y="48"/>
                </a:cubicBezTo>
                <a:cubicBezTo>
                  <a:pt x="46" y="40"/>
                  <a:pt x="62" y="20"/>
                  <a:pt x="63" y="0"/>
                </a:cubicBez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9" id="69"/>
          <p:cNvSpPr/>
          <p:nvPr/>
        </p:nvSpPr>
        <p:spPr>
          <a:xfrm>
            <a:off x="5586693" y="2228013"/>
            <a:ext cx="8986" cy="31450"/>
          </a:xfrm>
          <a:custGeom>
            <a:avLst/>
            <a:gdLst/>
            <a:ahLst/>
            <a:cxnLst/>
            <a:rect r="r" b="b" t="t" l="l"/>
            <a:pathLst>
              <a:path w="3" h="10" stroke="true" fill="norm" extrusionOk="true">
                <a:moveTo>
                  <a:pt x="3" y="0"/>
                </a:moveTo>
                <a:cubicBezTo>
                  <a:pt x="3" y="0"/>
                  <a:pt x="2" y="4"/>
                  <a:pt x="0" y="6"/>
                </a:cubicBezTo>
                <a:cubicBezTo>
                  <a:pt x="0" y="10"/>
                  <a:pt x="2" y="9"/>
                  <a:pt x="2" y="9"/>
                </a:cubicBezTo>
                <a:lnTo>
                  <a:pt x="3" y="0"/>
                </a:lnTo>
                <a:close/>
              </a:path>
            </a:pathLst>
          </a:custGeom>
          <a:solidFill>
            <a:srgbClr val="E8B29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0" id="70"/>
          <p:cNvSpPr/>
          <p:nvPr/>
        </p:nvSpPr>
        <p:spPr>
          <a:xfrm>
            <a:off x="4891803" y="1907525"/>
            <a:ext cx="100340" cy="178216"/>
          </a:xfrm>
          <a:custGeom>
            <a:avLst/>
            <a:gdLst/>
            <a:ahLst/>
            <a:cxnLst/>
            <a:rect r="r" b="b" t="t" l="l"/>
            <a:pathLst>
              <a:path w="32" h="57" stroke="true" fill="norm" extrusionOk="true">
                <a:moveTo>
                  <a:pt x="25" y="0"/>
                </a:moveTo>
                <a:cubicBezTo>
                  <a:pt x="29" y="5"/>
                  <a:pt x="31" y="11"/>
                  <a:pt x="32" y="17"/>
                </a:cubicBezTo>
                <a:cubicBezTo>
                  <a:pt x="32" y="23"/>
                  <a:pt x="32" y="29"/>
                  <a:pt x="29" y="35"/>
                </a:cubicBezTo>
                <a:cubicBezTo>
                  <a:pt x="26" y="40"/>
                  <a:pt x="22" y="45"/>
                  <a:pt x="17" y="49"/>
                </a:cubicBezTo>
                <a:cubicBezTo>
                  <a:pt x="14" y="50"/>
                  <a:pt x="11" y="52"/>
                  <a:pt x="9" y="53"/>
                </a:cubicBezTo>
                <a:cubicBezTo>
                  <a:pt x="0" y="57"/>
                  <a:pt x="0" y="57"/>
                  <a:pt x="0" y="57"/>
                </a:cubicBezTo>
                <a:cubicBezTo>
                  <a:pt x="8" y="53"/>
                  <a:pt x="8" y="53"/>
                  <a:pt x="8" y="53"/>
                </a:cubicBezTo>
                <a:cubicBezTo>
                  <a:pt x="11" y="51"/>
                  <a:pt x="14" y="50"/>
                  <a:pt x="16" y="48"/>
                </a:cubicBezTo>
                <a:cubicBezTo>
                  <a:pt x="21" y="44"/>
                  <a:pt x="25" y="40"/>
                  <a:pt x="27" y="34"/>
                </a:cubicBezTo>
                <a:cubicBezTo>
                  <a:pt x="30" y="29"/>
                  <a:pt x="31" y="23"/>
                  <a:pt x="30" y="17"/>
                </a:cubicBezTo>
                <a:cubicBezTo>
                  <a:pt x="30" y="14"/>
                  <a:pt x="30" y="11"/>
                  <a:pt x="29" y="8"/>
                </a:cubicBezTo>
                <a:cubicBezTo>
                  <a:pt x="28" y="5"/>
                  <a:pt x="27" y="2"/>
                  <a:pt x="2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1" id="71"/>
          <p:cNvSpPr/>
          <p:nvPr/>
        </p:nvSpPr>
        <p:spPr>
          <a:xfrm>
            <a:off x="6140808" y="4427999"/>
            <a:ext cx="533149" cy="459766"/>
          </a:xfrm>
          <a:custGeom>
            <a:avLst/>
            <a:gdLst/>
            <a:ahLst/>
            <a:cxnLst/>
            <a:rect r="r" b="b" t="t" l="l"/>
            <a:pathLst>
              <a:path w="171" h="148" stroke="true" fill="norm" extrusionOk="true">
                <a:moveTo>
                  <a:pt x="38" y="148"/>
                </a:moveTo>
                <a:cubicBezTo>
                  <a:pt x="104" y="148"/>
                  <a:pt x="104" y="148"/>
                  <a:pt x="104" y="148"/>
                </a:cubicBezTo>
                <a:cubicBezTo>
                  <a:pt x="122" y="148"/>
                  <a:pt x="117" y="135"/>
                  <a:pt x="116" y="122"/>
                </a:cubicBezTo>
                <a:cubicBezTo>
                  <a:pt x="116" y="122"/>
                  <a:pt x="116" y="122"/>
                  <a:pt x="116" y="122"/>
                </a:cubicBezTo>
                <a:cubicBezTo>
                  <a:pt x="116" y="121"/>
                  <a:pt x="116" y="120"/>
                  <a:pt x="116" y="119"/>
                </a:cubicBezTo>
                <a:cubicBezTo>
                  <a:pt x="110" y="105"/>
                  <a:pt x="171" y="11"/>
                  <a:pt x="171" y="11"/>
                </a:cubicBezTo>
                <a:cubicBezTo>
                  <a:pt x="171" y="11"/>
                  <a:pt x="119" y="0"/>
                  <a:pt x="113" y="14"/>
                </a:cubicBezTo>
                <a:cubicBezTo>
                  <a:pt x="98" y="47"/>
                  <a:pt x="86" y="107"/>
                  <a:pt x="67" y="114"/>
                </a:cubicBezTo>
                <a:cubicBezTo>
                  <a:pt x="61" y="116"/>
                  <a:pt x="55" y="120"/>
                  <a:pt x="47" y="122"/>
                </a:cubicBezTo>
                <a:cubicBezTo>
                  <a:pt x="47" y="122"/>
                  <a:pt x="47" y="122"/>
                  <a:pt x="47" y="122"/>
                </a:cubicBezTo>
                <a:cubicBezTo>
                  <a:pt x="36" y="124"/>
                  <a:pt x="24" y="126"/>
                  <a:pt x="15" y="132"/>
                </a:cubicBezTo>
                <a:cubicBezTo>
                  <a:pt x="0" y="141"/>
                  <a:pt x="15" y="148"/>
                  <a:pt x="38" y="148"/>
                </a:cubicBezTo>
                <a:close/>
              </a:path>
            </a:pathLst>
          </a:custGeom>
          <a:solidFill>
            <a:srgbClr val="F1B9A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2" id="72"/>
          <p:cNvSpPr/>
          <p:nvPr/>
        </p:nvSpPr>
        <p:spPr>
          <a:xfrm>
            <a:off x="6143803" y="4782932"/>
            <a:ext cx="368411" cy="104832"/>
          </a:xfrm>
          <a:custGeom>
            <a:avLst/>
            <a:gdLst/>
            <a:ahLst/>
            <a:cxnLst/>
            <a:rect r="r" b="b" t="t" l="l"/>
            <a:pathLst>
              <a:path w="118" h="34" stroke="true" fill="norm" extrusionOk="true">
                <a:moveTo>
                  <a:pt x="0" y="34"/>
                </a:moveTo>
                <a:cubicBezTo>
                  <a:pt x="0" y="34"/>
                  <a:pt x="82" y="34"/>
                  <a:pt x="102" y="34"/>
                </a:cubicBezTo>
                <a:cubicBezTo>
                  <a:pt x="110" y="34"/>
                  <a:pt x="113" y="34"/>
                  <a:pt x="118" y="34"/>
                </a:cubicBezTo>
                <a:cubicBezTo>
                  <a:pt x="118" y="34"/>
                  <a:pt x="118" y="33"/>
                  <a:pt x="118" y="32"/>
                </a:cubicBezTo>
                <a:cubicBezTo>
                  <a:pt x="118" y="21"/>
                  <a:pt x="117" y="1"/>
                  <a:pt x="112" y="2"/>
                </a:cubicBezTo>
                <a:cubicBezTo>
                  <a:pt x="83" y="9"/>
                  <a:pt x="76" y="5"/>
                  <a:pt x="63" y="0"/>
                </a:cubicBezTo>
                <a:cubicBezTo>
                  <a:pt x="56" y="4"/>
                  <a:pt x="44" y="7"/>
                  <a:pt x="36" y="9"/>
                </a:cubicBezTo>
                <a:cubicBezTo>
                  <a:pt x="7" y="10"/>
                  <a:pt x="1" y="26"/>
                  <a:pt x="0" y="32"/>
                </a:cubicBezTo>
                <a:cubicBezTo>
                  <a:pt x="0" y="33"/>
                  <a:pt x="0" y="34"/>
                  <a:pt x="0" y="3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3" id="73"/>
          <p:cNvSpPr/>
          <p:nvPr/>
        </p:nvSpPr>
        <p:spPr>
          <a:xfrm>
            <a:off x="6308540" y="4785928"/>
            <a:ext cx="25460" cy="31450"/>
          </a:xfrm>
          <a:custGeom>
            <a:avLst/>
            <a:gdLst/>
            <a:ahLst/>
            <a:cxnLst/>
            <a:rect r="r" b="b" t="t" l="l"/>
            <a:pathLst>
              <a:path w="8" h="10" stroke="true" fill="norm" extrusionOk="true">
                <a:moveTo>
                  <a:pt x="1" y="4"/>
                </a:move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4" y="5"/>
                  <a:pt x="5" y="9"/>
                </a:cubicBezTo>
                <a:cubicBezTo>
                  <a:pt x="5" y="9"/>
                  <a:pt x="6" y="10"/>
                  <a:pt x="7" y="10"/>
                </a:cubicBezTo>
                <a:cubicBezTo>
                  <a:pt x="8" y="9"/>
                  <a:pt x="8" y="8"/>
                  <a:pt x="8" y="8"/>
                </a:cubicBezTo>
                <a:cubicBezTo>
                  <a:pt x="6" y="3"/>
                  <a:pt x="2" y="1"/>
                  <a:pt x="2" y="1"/>
                </a:cubicBezTo>
                <a:cubicBezTo>
                  <a:pt x="1" y="0"/>
                  <a:pt x="0" y="1"/>
                  <a:pt x="0" y="1"/>
                </a:cubicBezTo>
                <a:cubicBezTo>
                  <a:pt x="0" y="2"/>
                  <a:pt x="0" y="3"/>
                  <a:pt x="1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4" id="74"/>
          <p:cNvSpPr/>
          <p:nvPr/>
        </p:nvSpPr>
        <p:spPr>
          <a:xfrm>
            <a:off x="6278588" y="4794913"/>
            <a:ext cx="26957" cy="31450"/>
          </a:xfrm>
          <a:custGeom>
            <a:avLst/>
            <a:gdLst/>
            <a:ahLst/>
            <a:cxnLst/>
            <a:rect r="r" b="b" t="t" l="l"/>
            <a:pathLst>
              <a:path w="9" h="10" stroke="true" fill="norm" extrusionOk="true">
                <a:moveTo>
                  <a:pt x="1" y="4"/>
                </a:moveTo>
                <a:cubicBezTo>
                  <a:pt x="2" y="3"/>
                  <a:pt x="2" y="3"/>
                  <a:pt x="2" y="3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2" y="3"/>
                  <a:pt x="2" y="3"/>
                  <a:pt x="2" y="3"/>
                </a:cubicBezTo>
                <a:cubicBezTo>
                  <a:pt x="1" y="4"/>
                  <a:pt x="1" y="4"/>
                  <a:pt x="1" y="4"/>
                </a:cubicBezTo>
                <a:cubicBezTo>
                  <a:pt x="2" y="4"/>
                  <a:pt x="4" y="5"/>
                  <a:pt x="5" y="8"/>
                </a:cubicBezTo>
                <a:cubicBezTo>
                  <a:pt x="5" y="9"/>
                  <a:pt x="6" y="10"/>
                  <a:pt x="7" y="10"/>
                </a:cubicBezTo>
                <a:cubicBezTo>
                  <a:pt x="8" y="9"/>
                  <a:pt x="9" y="9"/>
                  <a:pt x="8" y="8"/>
                </a:cubicBezTo>
                <a:cubicBezTo>
                  <a:pt x="7" y="3"/>
                  <a:pt x="3" y="1"/>
                  <a:pt x="3" y="1"/>
                </a:cubicBezTo>
                <a:cubicBezTo>
                  <a:pt x="2" y="0"/>
                  <a:pt x="1" y="0"/>
                  <a:pt x="1" y="1"/>
                </a:cubicBezTo>
                <a:cubicBezTo>
                  <a:pt x="0" y="2"/>
                  <a:pt x="1" y="3"/>
                  <a:pt x="1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5" id="75"/>
          <p:cNvSpPr/>
          <p:nvPr/>
        </p:nvSpPr>
        <p:spPr>
          <a:xfrm>
            <a:off x="6250133" y="4803899"/>
            <a:ext cx="25460" cy="31450"/>
          </a:xfrm>
          <a:custGeom>
            <a:avLst/>
            <a:gdLst/>
            <a:ahLst/>
            <a:cxnLst/>
            <a:rect r="r" b="b" t="t" l="l"/>
            <a:pathLst>
              <a:path w="8" h="10" stroke="true" fill="norm" extrusionOk="true">
                <a:moveTo>
                  <a:pt x="1" y="3"/>
                </a:move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4" y="5"/>
                  <a:pt x="4" y="9"/>
                </a:cubicBezTo>
                <a:cubicBezTo>
                  <a:pt x="4" y="9"/>
                  <a:pt x="5" y="10"/>
                  <a:pt x="6" y="10"/>
                </a:cubicBezTo>
                <a:cubicBezTo>
                  <a:pt x="7" y="10"/>
                  <a:pt x="8" y="9"/>
                  <a:pt x="7" y="8"/>
                </a:cubicBezTo>
                <a:cubicBezTo>
                  <a:pt x="7" y="3"/>
                  <a:pt x="3" y="1"/>
                  <a:pt x="3" y="0"/>
                </a:cubicBezTo>
                <a:cubicBezTo>
                  <a:pt x="2" y="0"/>
                  <a:pt x="1" y="0"/>
                  <a:pt x="1" y="1"/>
                </a:cubicBezTo>
                <a:cubicBezTo>
                  <a:pt x="0" y="2"/>
                  <a:pt x="0" y="3"/>
                  <a:pt x="1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6" id="76"/>
          <p:cNvSpPr/>
          <p:nvPr/>
        </p:nvSpPr>
        <p:spPr>
          <a:xfrm>
            <a:off x="6390909" y="3914320"/>
            <a:ext cx="843154" cy="849145"/>
          </a:xfrm>
          <a:custGeom>
            <a:avLst/>
            <a:gdLst/>
            <a:ahLst/>
            <a:cxnLst/>
            <a:rect r="r" b="b" t="t" l="l"/>
            <a:pathLst>
              <a:path w="271" h="273" stroke="true" fill="norm" extrusionOk="true">
                <a:moveTo>
                  <a:pt x="259" y="9"/>
                </a:moveTo>
                <a:cubicBezTo>
                  <a:pt x="150" y="0"/>
                  <a:pt x="150" y="0"/>
                  <a:pt x="150" y="0"/>
                </a:cubicBezTo>
                <a:cubicBezTo>
                  <a:pt x="118" y="0"/>
                  <a:pt x="108" y="13"/>
                  <a:pt x="99" y="33"/>
                </a:cubicBezTo>
                <a:cubicBezTo>
                  <a:pt x="99" y="33"/>
                  <a:pt x="35" y="170"/>
                  <a:pt x="0" y="255"/>
                </a:cubicBezTo>
                <a:cubicBezTo>
                  <a:pt x="15" y="263"/>
                  <a:pt x="27" y="269"/>
                  <a:pt x="37" y="273"/>
                </a:cubicBezTo>
                <a:cubicBezTo>
                  <a:pt x="74" y="215"/>
                  <a:pt x="147" y="146"/>
                  <a:pt x="151" y="85"/>
                </a:cubicBezTo>
                <a:cubicBezTo>
                  <a:pt x="172" y="100"/>
                  <a:pt x="208" y="110"/>
                  <a:pt x="208" y="110"/>
                </a:cubicBezTo>
                <a:cubicBezTo>
                  <a:pt x="271" y="57"/>
                  <a:pt x="271" y="57"/>
                  <a:pt x="271" y="57"/>
                </a:cubicBezTo>
                <a:cubicBezTo>
                  <a:pt x="259" y="9"/>
                  <a:pt x="259" y="9"/>
                  <a:pt x="259" y="9"/>
                </a:cubicBezTo>
              </a:path>
            </a:pathLst>
          </a:custGeom>
          <a:solidFill>
            <a:srgbClr val="E55C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7" id="77"/>
          <p:cNvSpPr/>
          <p:nvPr/>
        </p:nvSpPr>
        <p:spPr>
          <a:xfrm>
            <a:off x="4496434" y="3316774"/>
            <a:ext cx="181211" cy="247106"/>
          </a:xfrm>
          <a:custGeom>
            <a:avLst/>
            <a:gdLst/>
            <a:ahLst/>
            <a:cxnLst/>
            <a:rect r="r" b="b" t="t" l="l"/>
            <a:pathLst>
              <a:path w="58" h="79" stroke="true" fill="norm" extrusionOk="true">
                <a:moveTo>
                  <a:pt x="42" y="0"/>
                </a:moveTo>
                <a:cubicBezTo>
                  <a:pt x="40" y="0"/>
                  <a:pt x="38" y="1"/>
                  <a:pt x="36" y="2"/>
                </a:cubicBezTo>
                <a:cubicBezTo>
                  <a:pt x="32" y="3"/>
                  <a:pt x="29" y="6"/>
                  <a:pt x="28" y="10"/>
                </a:cubicBezTo>
                <a:cubicBezTo>
                  <a:pt x="27" y="12"/>
                  <a:pt x="27" y="14"/>
                  <a:pt x="27" y="15"/>
                </a:cubicBezTo>
                <a:cubicBezTo>
                  <a:pt x="26" y="19"/>
                  <a:pt x="23" y="23"/>
                  <a:pt x="19" y="25"/>
                </a:cubicBezTo>
                <a:cubicBezTo>
                  <a:pt x="14" y="28"/>
                  <a:pt x="8" y="29"/>
                  <a:pt x="4" y="33"/>
                </a:cubicBezTo>
                <a:cubicBezTo>
                  <a:pt x="1" y="35"/>
                  <a:pt x="0" y="39"/>
                  <a:pt x="1" y="42"/>
                </a:cubicBezTo>
                <a:cubicBezTo>
                  <a:pt x="1" y="45"/>
                  <a:pt x="4" y="48"/>
                  <a:pt x="7" y="50"/>
                </a:cubicBezTo>
                <a:cubicBezTo>
                  <a:pt x="10" y="51"/>
                  <a:pt x="13" y="51"/>
                  <a:pt x="17" y="53"/>
                </a:cubicBezTo>
                <a:cubicBezTo>
                  <a:pt x="20" y="54"/>
                  <a:pt x="23" y="57"/>
                  <a:pt x="23" y="61"/>
                </a:cubicBezTo>
                <a:cubicBezTo>
                  <a:pt x="24" y="65"/>
                  <a:pt x="23" y="69"/>
                  <a:pt x="20" y="71"/>
                </a:cubicBezTo>
                <a:cubicBezTo>
                  <a:pt x="26" y="79"/>
                  <a:pt x="26" y="79"/>
                  <a:pt x="26" y="79"/>
                </a:cubicBezTo>
                <a:cubicBezTo>
                  <a:pt x="23" y="76"/>
                  <a:pt x="24" y="71"/>
                  <a:pt x="27" y="68"/>
                </a:cubicBezTo>
                <a:cubicBezTo>
                  <a:pt x="28" y="66"/>
                  <a:pt x="37" y="61"/>
                  <a:pt x="28" y="40"/>
                </a:cubicBezTo>
                <a:cubicBezTo>
                  <a:pt x="27" y="38"/>
                  <a:pt x="32" y="37"/>
                  <a:pt x="34" y="36"/>
                </a:cubicBezTo>
                <a:cubicBezTo>
                  <a:pt x="38" y="34"/>
                  <a:pt x="43" y="33"/>
                  <a:pt x="47" y="31"/>
                </a:cubicBezTo>
                <a:cubicBezTo>
                  <a:pt x="51" y="30"/>
                  <a:pt x="55" y="27"/>
                  <a:pt x="57" y="23"/>
                </a:cubicBezTo>
                <a:cubicBezTo>
                  <a:pt x="58" y="19"/>
                  <a:pt x="57" y="14"/>
                  <a:pt x="56" y="10"/>
                </a:cubicBezTo>
                <a:cubicBezTo>
                  <a:pt x="56" y="8"/>
                  <a:pt x="55" y="6"/>
                  <a:pt x="54" y="5"/>
                </a:cubicBezTo>
                <a:cubicBezTo>
                  <a:pt x="52" y="3"/>
                  <a:pt x="50" y="2"/>
                  <a:pt x="48" y="1"/>
                </a:cubicBezTo>
                <a:cubicBezTo>
                  <a:pt x="46" y="1"/>
                  <a:pt x="44" y="0"/>
                  <a:pt x="42" y="0"/>
                </a:cubicBezTo>
              </a:path>
            </a:pathLst>
          </a:custGeom>
          <a:solidFill>
            <a:srgbClr val="D1E5F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8" id="78"/>
          <p:cNvSpPr/>
          <p:nvPr/>
        </p:nvSpPr>
        <p:spPr>
          <a:xfrm>
            <a:off x="4487449" y="3532430"/>
            <a:ext cx="170727" cy="2336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9" id="79"/>
          <p:cNvSpPr/>
          <p:nvPr/>
        </p:nvSpPr>
        <p:spPr>
          <a:xfrm>
            <a:off x="4421554" y="3575860"/>
            <a:ext cx="133288" cy="133288"/>
          </a:xfrm>
          <a:custGeom>
            <a:avLst/>
            <a:gdLst/>
            <a:ahLst/>
            <a:cxnLst/>
            <a:rect r="r" b="b" t="t" l="l"/>
            <a:pathLst>
              <a:path w="43" h="43" stroke="true" fill="norm" extrusionOk="true">
                <a:moveTo>
                  <a:pt x="22" y="43"/>
                </a:moveTo>
                <a:cubicBezTo>
                  <a:pt x="10" y="43"/>
                  <a:pt x="0" y="33"/>
                  <a:pt x="0" y="21"/>
                </a:cubicBezTo>
                <a:cubicBezTo>
                  <a:pt x="0" y="10"/>
                  <a:pt x="10" y="0"/>
                  <a:pt x="22" y="0"/>
                </a:cubicBezTo>
                <a:cubicBezTo>
                  <a:pt x="33" y="0"/>
                  <a:pt x="43" y="10"/>
                  <a:pt x="43" y="21"/>
                </a:cubicBezTo>
                <a:cubicBezTo>
                  <a:pt x="43" y="33"/>
                  <a:pt x="33" y="43"/>
                  <a:pt x="22" y="43"/>
                </a:cubicBezTo>
                <a:close/>
                <a:moveTo>
                  <a:pt x="22" y="8"/>
                </a:moveTo>
                <a:cubicBezTo>
                  <a:pt x="14" y="8"/>
                  <a:pt x="8" y="14"/>
                  <a:pt x="8" y="21"/>
                </a:cubicBezTo>
                <a:cubicBezTo>
                  <a:pt x="8" y="29"/>
                  <a:pt x="14" y="35"/>
                  <a:pt x="22" y="35"/>
                </a:cubicBezTo>
                <a:cubicBezTo>
                  <a:pt x="29" y="35"/>
                  <a:pt x="35" y="29"/>
                  <a:pt x="35" y="21"/>
                </a:cubicBezTo>
                <a:cubicBezTo>
                  <a:pt x="35" y="14"/>
                  <a:pt x="29" y="8"/>
                  <a:pt x="22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0" id="80"/>
          <p:cNvSpPr/>
          <p:nvPr/>
        </p:nvSpPr>
        <p:spPr>
          <a:xfrm>
            <a:off x="4456000" y="3830454"/>
            <a:ext cx="706871" cy="554115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1" id="81"/>
          <p:cNvSpPr/>
          <p:nvPr/>
        </p:nvSpPr>
        <p:spPr>
          <a:xfrm>
            <a:off x="4456000" y="3830454"/>
            <a:ext cx="706871" cy="554115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2" id="82"/>
          <p:cNvSpPr/>
          <p:nvPr/>
        </p:nvSpPr>
        <p:spPr>
          <a:xfrm>
            <a:off x="4484454" y="3896348"/>
            <a:ext cx="311503" cy="176718"/>
          </a:xfrm>
          <a:custGeom>
            <a:avLst/>
            <a:gdLst/>
            <a:ahLst/>
            <a:cxnLst/>
            <a:rect r="r" b="b" t="t" l="l"/>
            <a:pathLst>
              <a:path w="208" h="118" stroke="true" fill="norm" extrusionOk="true">
                <a:moveTo>
                  <a:pt x="206" y="116"/>
                </a:moveTo>
                <a:lnTo>
                  <a:pt x="206" y="116"/>
                </a:lnTo>
                <a:lnTo>
                  <a:pt x="0" y="116"/>
                </a:lnTo>
                <a:lnTo>
                  <a:pt x="0" y="2"/>
                </a:lnTo>
                <a:lnTo>
                  <a:pt x="206" y="2"/>
                </a:lnTo>
                <a:lnTo>
                  <a:pt x="206" y="116"/>
                </a:lnTo>
                <a:lnTo>
                  <a:pt x="206" y="116"/>
                </a:lnTo>
                <a:lnTo>
                  <a:pt x="206" y="116"/>
                </a:lnTo>
                <a:lnTo>
                  <a:pt x="206" y="116"/>
                </a:lnTo>
                <a:lnTo>
                  <a:pt x="208" y="116"/>
                </a:lnTo>
                <a:lnTo>
                  <a:pt x="208" y="0"/>
                </a:lnTo>
                <a:lnTo>
                  <a:pt x="0" y="0"/>
                </a:lnTo>
                <a:lnTo>
                  <a:pt x="0" y="118"/>
                </a:lnTo>
                <a:lnTo>
                  <a:pt x="208" y="118"/>
                </a:lnTo>
                <a:lnTo>
                  <a:pt x="208" y="116"/>
                </a:lnTo>
                <a:lnTo>
                  <a:pt x="206" y="116"/>
                </a:lnTo>
                <a:close/>
              </a:path>
            </a:pathLst>
          </a:cu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3" id="83"/>
          <p:cNvSpPr/>
          <p:nvPr/>
        </p:nvSpPr>
        <p:spPr>
          <a:xfrm>
            <a:off x="4822913" y="3896348"/>
            <a:ext cx="311503" cy="176718"/>
          </a:xfrm>
          <a:custGeom>
            <a:avLst/>
            <a:gdLst/>
            <a:ahLst/>
            <a:cxnLst/>
            <a:rect r="r" b="b" t="t" l="l"/>
            <a:pathLst>
              <a:path w="208" h="118" stroke="true" fill="norm" extrusionOk="true">
                <a:moveTo>
                  <a:pt x="208" y="116"/>
                </a:moveTo>
                <a:lnTo>
                  <a:pt x="208" y="116"/>
                </a:lnTo>
                <a:lnTo>
                  <a:pt x="2" y="116"/>
                </a:lnTo>
                <a:lnTo>
                  <a:pt x="2" y="2"/>
                </a:lnTo>
                <a:lnTo>
                  <a:pt x="206" y="2"/>
                </a:lnTo>
                <a:lnTo>
                  <a:pt x="206" y="116"/>
                </a:lnTo>
                <a:lnTo>
                  <a:pt x="208" y="116"/>
                </a:lnTo>
                <a:lnTo>
                  <a:pt x="208" y="116"/>
                </a:lnTo>
                <a:lnTo>
                  <a:pt x="208" y="116"/>
                </a:lnTo>
                <a:lnTo>
                  <a:pt x="208" y="116"/>
                </a:lnTo>
                <a:lnTo>
                  <a:pt x="208" y="0"/>
                </a:lnTo>
                <a:lnTo>
                  <a:pt x="0" y="0"/>
                </a:lnTo>
                <a:lnTo>
                  <a:pt x="0" y="118"/>
                </a:lnTo>
                <a:lnTo>
                  <a:pt x="208" y="118"/>
                </a:lnTo>
                <a:lnTo>
                  <a:pt x="208" y="116"/>
                </a:lnTo>
                <a:lnTo>
                  <a:pt x="208" y="116"/>
                </a:lnTo>
                <a:close/>
              </a:path>
            </a:pathLst>
          </a:cu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4" id="84"/>
          <p:cNvSpPr/>
          <p:nvPr/>
        </p:nvSpPr>
        <p:spPr>
          <a:xfrm>
            <a:off x="4617742" y="3960746"/>
            <a:ext cx="40435" cy="40435"/>
          </a:xfrm>
          <a:prstGeom prst="ellipse">
            <a:avLst/>
          </a:pr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5" id="85"/>
          <p:cNvSpPr/>
          <p:nvPr/>
        </p:nvSpPr>
        <p:spPr>
          <a:xfrm>
            <a:off x="4960693" y="3960746"/>
            <a:ext cx="37441" cy="40435"/>
          </a:xfrm>
          <a:prstGeom prst="ellipse">
            <a:avLst/>
          </a:pr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6" id="86"/>
          <p:cNvSpPr/>
          <p:nvPr/>
        </p:nvSpPr>
        <p:spPr>
          <a:xfrm>
            <a:off x="4484454" y="4167416"/>
            <a:ext cx="311503" cy="176718"/>
          </a:xfrm>
          <a:custGeom>
            <a:avLst/>
            <a:gdLst/>
            <a:ahLst/>
            <a:cxnLst/>
            <a:rect r="r" b="b" t="t" l="l"/>
            <a:pathLst>
              <a:path w="208" h="118" stroke="true" fill="norm" extrusionOk="true">
                <a:moveTo>
                  <a:pt x="206" y="116"/>
                </a:moveTo>
                <a:lnTo>
                  <a:pt x="206" y="116"/>
                </a:lnTo>
                <a:lnTo>
                  <a:pt x="0" y="116"/>
                </a:lnTo>
                <a:lnTo>
                  <a:pt x="0" y="2"/>
                </a:lnTo>
                <a:lnTo>
                  <a:pt x="206" y="2"/>
                </a:lnTo>
                <a:lnTo>
                  <a:pt x="206" y="116"/>
                </a:lnTo>
                <a:lnTo>
                  <a:pt x="206" y="116"/>
                </a:lnTo>
                <a:lnTo>
                  <a:pt x="206" y="116"/>
                </a:lnTo>
                <a:lnTo>
                  <a:pt x="206" y="116"/>
                </a:lnTo>
                <a:lnTo>
                  <a:pt x="208" y="116"/>
                </a:lnTo>
                <a:lnTo>
                  <a:pt x="208" y="0"/>
                </a:lnTo>
                <a:lnTo>
                  <a:pt x="0" y="0"/>
                </a:lnTo>
                <a:lnTo>
                  <a:pt x="0" y="118"/>
                </a:lnTo>
                <a:lnTo>
                  <a:pt x="208" y="118"/>
                </a:lnTo>
                <a:lnTo>
                  <a:pt x="208" y="116"/>
                </a:lnTo>
                <a:lnTo>
                  <a:pt x="206" y="116"/>
                </a:lnTo>
                <a:close/>
              </a:path>
            </a:pathLst>
          </a:cu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7" id="87"/>
          <p:cNvSpPr/>
          <p:nvPr/>
        </p:nvSpPr>
        <p:spPr>
          <a:xfrm>
            <a:off x="4822913" y="4167416"/>
            <a:ext cx="311503" cy="176718"/>
          </a:xfrm>
          <a:custGeom>
            <a:avLst/>
            <a:gdLst/>
            <a:ahLst/>
            <a:cxnLst/>
            <a:rect r="r" b="b" t="t" l="l"/>
            <a:pathLst>
              <a:path w="208" h="118" stroke="true" fill="norm" extrusionOk="true">
                <a:moveTo>
                  <a:pt x="208" y="116"/>
                </a:moveTo>
                <a:lnTo>
                  <a:pt x="208" y="116"/>
                </a:lnTo>
                <a:lnTo>
                  <a:pt x="2" y="116"/>
                </a:lnTo>
                <a:lnTo>
                  <a:pt x="2" y="2"/>
                </a:lnTo>
                <a:lnTo>
                  <a:pt x="206" y="2"/>
                </a:lnTo>
                <a:lnTo>
                  <a:pt x="206" y="116"/>
                </a:lnTo>
                <a:lnTo>
                  <a:pt x="208" y="116"/>
                </a:lnTo>
                <a:lnTo>
                  <a:pt x="208" y="116"/>
                </a:lnTo>
                <a:lnTo>
                  <a:pt x="208" y="116"/>
                </a:lnTo>
                <a:lnTo>
                  <a:pt x="208" y="116"/>
                </a:lnTo>
                <a:lnTo>
                  <a:pt x="208" y="0"/>
                </a:lnTo>
                <a:lnTo>
                  <a:pt x="0" y="0"/>
                </a:lnTo>
                <a:lnTo>
                  <a:pt x="0" y="118"/>
                </a:lnTo>
                <a:lnTo>
                  <a:pt x="208" y="118"/>
                </a:lnTo>
                <a:lnTo>
                  <a:pt x="208" y="116"/>
                </a:lnTo>
                <a:lnTo>
                  <a:pt x="208" y="116"/>
                </a:lnTo>
                <a:close/>
              </a:path>
            </a:pathLst>
          </a:cu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8" id="88"/>
          <p:cNvSpPr/>
          <p:nvPr/>
        </p:nvSpPr>
        <p:spPr>
          <a:xfrm>
            <a:off x="4617742" y="4231813"/>
            <a:ext cx="40435" cy="40435"/>
          </a:xfrm>
          <a:prstGeom prst="ellipse">
            <a:avLst/>
          </a:pr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9" id="89"/>
          <p:cNvSpPr/>
          <p:nvPr/>
        </p:nvSpPr>
        <p:spPr>
          <a:xfrm>
            <a:off x="4960693" y="4231813"/>
            <a:ext cx="37441" cy="40435"/>
          </a:xfrm>
          <a:prstGeom prst="ellipse">
            <a:avLst/>
          </a:pr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0" id="90"/>
          <p:cNvSpPr/>
          <p:nvPr/>
        </p:nvSpPr>
        <p:spPr>
          <a:xfrm>
            <a:off x="4456000" y="4116497"/>
            <a:ext cx="706871" cy="2995"/>
          </a:xfrm>
          <a:prstGeom prst="rect">
            <a:avLst/>
          </a:prstGeom>
          <a:solidFill>
            <a:srgbClr val="E1E6F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1" id="91"/>
          <p:cNvSpPr/>
          <p:nvPr/>
        </p:nvSpPr>
        <p:spPr>
          <a:xfrm>
            <a:off x="4456000" y="4116497"/>
            <a:ext cx="706871" cy="2995"/>
          </a:xfrm>
          <a:custGeom>
            <a:avLst/>
            <a:gdLst/>
            <a:ahLst/>
            <a:cxnLst/>
            <a:rect r="r" b="b" t="t" l="l"/>
            <a:pathLst>
              <a:path w="472" h="2" stroke="true" fill="norm" extrusionOk="true">
                <a:moveTo>
                  <a:pt x="0" y="2"/>
                </a:moveTo>
                <a:lnTo>
                  <a:pt x="472" y="2"/>
                </a:lnTo>
                <a:lnTo>
                  <a:pt x="47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2" id="92"/>
          <p:cNvSpPr/>
          <p:nvPr/>
        </p:nvSpPr>
        <p:spPr>
          <a:xfrm>
            <a:off x="4456000" y="4384569"/>
            <a:ext cx="28455" cy="503196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3" id="93"/>
          <p:cNvSpPr/>
          <p:nvPr/>
        </p:nvSpPr>
        <p:spPr>
          <a:xfrm>
            <a:off x="5134415" y="4384569"/>
            <a:ext cx="28455" cy="503196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4" id="94"/>
          <p:cNvSpPr/>
          <p:nvPr/>
        </p:nvSpPr>
        <p:spPr>
          <a:xfrm>
            <a:off x="6564631" y="3830454"/>
            <a:ext cx="28455" cy="1057311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5" id="95"/>
          <p:cNvSpPr/>
          <p:nvPr/>
        </p:nvSpPr>
        <p:spPr>
          <a:xfrm>
            <a:off x="6564631" y="3830454"/>
            <a:ext cx="28455" cy="1057311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6" id="96"/>
          <p:cNvSpPr/>
          <p:nvPr/>
        </p:nvSpPr>
        <p:spPr>
          <a:xfrm>
            <a:off x="4456000" y="3830454"/>
            <a:ext cx="706871" cy="34446"/>
          </a:xfrm>
          <a:custGeom>
            <a:avLst/>
            <a:gdLst/>
            <a:ahLst/>
            <a:cxnLst/>
            <a:rect r="r" b="b" t="t" l="l"/>
            <a:pathLst>
              <a:path w="472" h="23" stroke="true" fill="norm" extrusionOk="true">
                <a:moveTo>
                  <a:pt x="472" y="0"/>
                </a:moveTo>
                <a:lnTo>
                  <a:pt x="351" y="0"/>
                </a:lnTo>
                <a:lnTo>
                  <a:pt x="193" y="0"/>
                </a:lnTo>
                <a:lnTo>
                  <a:pt x="0" y="0"/>
                </a:lnTo>
                <a:lnTo>
                  <a:pt x="0" y="23"/>
                </a:lnTo>
                <a:lnTo>
                  <a:pt x="472" y="23"/>
                </a:lnTo>
                <a:lnTo>
                  <a:pt x="472" y="0"/>
                </a:lnTo>
                <a:close/>
              </a:path>
            </a:pathLst>
          </a:custGeom>
          <a:solidFill>
            <a:srgbClr val="00162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7" id="97"/>
          <p:cNvSpPr/>
          <p:nvPr/>
        </p:nvSpPr>
        <p:spPr>
          <a:xfrm>
            <a:off x="4456000" y="3830454"/>
            <a:ext cx="706871" cy="34446"/>
          </a:xfrm>
          <a:custGeom>
            <a:avLst/>
            <a:gdLst/>
            <a:ahLst/>
            <a:cxnLst/>
            <a:rect r="r" b="b" t="t" l="l"/>
            <a:pathLst>
              <a:path w="472" h="23" stroke="true" fill="norm" extrusionOk="true">
                <a:moveTo>
                  <a:pt x="472" y="0"/>
                </a:moveTo>
                <a:lnTo>
                  <a:pt x="351" y="0"/>
                </a:lnTo>
                <a:lnTo>
                  <a:pt x="193" y="0"/>
                </a:lnTo>
                <a:lnTo>
                  <a:pt x="0" y="0"/>
                </a:lnTo>
                <a:lnTo>
                  <a:pt x="0" y="23"/>
                </a:lnTo>
                <a:lnTo>
                  <a:pt x="472" y="23"/>
                </a:lnTo>
                <a:lnTo>
                  <a:pt x="472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8" id="98"/>
          <p:cNvSpPr/>
          <p:nvPr/>
        </p:nvSpPr>
        <p:spPr>
          <a:xfrm>
            <a:off x="6564631" y="3830454"/>
            <a:ext cx="28455" cy="34446"/>
          </a:xfrm>
          <a:prstGeom prst="rect">
            <a:avLst/>
          </a:prstGeom>
          <a:solidFill>
            <a:srgbClr val="00162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9" id="99"/>
          <p:cNvSpPr/>
          <p:nvPr/>
        </p:nvSpPr>
        <p:spPr>
          <a:xfrm>
            <a:off x="6564631" y="3830454"/>
            <a:ext cx="28455" cy="34446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0" id="100"/>
          <p:cNvSpPr/>
          <p:nvPr/>
        </p:nvSpPr>
        <p:spPr>
          <a:xfrm>
            <a:off x="4807937" y="3650741"/>
            <a:ext cx="354934" cy="58407"/>
          </a:xfrm>
          <a:prstGeom prst="rect">
            <a:avLst/>
          </a:prstGeom>
          <a:solidFill>
            <a:srgbClr val="D04A23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1" id="101"/>
          <p:cNvSpPr/>
          <p:nvPr/>
        </p:nvSpPr>
        <p:spPr>
          <a:xfrm>
            <a:off x="4807937" y="3656731"/>
            <a:ext cx="332469" cy="40435"/>
          </a:xfrm>
          <a:prstGeom prst="rect">
            <a:avLst/>
          </a:prstGeom>
          <a:solidFill>
            <a:srgbClr val="FD7304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2" id="102"/>
          <p:cNvSpPr/>
          <p:nvPr/>
        </p:nvSpPr>
        <p:spPr>
          <a:xfrm>
            <a:off x="4767502" y="3706153"/>
            <a:ext cx="354934" cy="59904"/>
          </a:xfrm>
          <a:prstGeom prst="rect">
            <a:avLst/>
          </a:prstGeom>
          <a:solidFill>
            <a:srgbClr val="FD7304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3" id="103"/>
          <p:cNvSpPr/>
          <p:nvPr/>
        </p:nvSpPr>
        <p:spPr>
          <a:xfrm>
            <a:off x="4782478" y="3715139"/>
            <a:ext cx="321986" cy="40435"/>
          </a:xfrm>
          <a:prstGeom prst="rect">
            <a:avLst/>
          </a:prstGeom>
          <a:solidFill>
            <a:srgbClr val="D04A23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4" id="104"/>
          <p:cNvSpPr/>
          <p:nvPr/>
        </p:nvSpPr>
        <p:spPr>
          <a:xfrm>
            <a:off x="5206301" y="2842033"/>
            <a:ext cx="1202579" cy="765278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5" id="105"/>
          <p:cNvSpPr/>
          <p:nvPr/>
        </p:nvSpPr>
        <p:spPr>
          <a:xfrm>
            <a:off x="5206301" y="2842033"/>
            <a:ext cx="1202579" cy="765278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6" id="106"/>
          <p:cNvSpPr/>
          <p:nvPr/>
        </p:nvSpPr>
        <p:spPr>
          <a:xfrm>
            <a:off x="5234756" y="2842033"/>
            <a:ext cx="1202579" cy="7652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7" id="107"/>
          <p:cNvSpPr/>
          <p:nvPr/>
        </p:nvSpPr>
        <p:spPr>
          <a:xfrm>
            <a:off x="5234756" y="2842033"/>
            <a:ext cx="1202579" cy="765278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08" id="108"/>
          <p:cNvSpPr/>
          <p:nvPr/>
        </p:nvSpPr>
        <p:spPr>
          <a:xfrm>
            <a:off x="5234756" y="2885463"/>
            <a:ext cx="1202579" cy="721848"/>
          </a:xfrm>
          <a:custGeom>
            <a:avLst/>
            <a:gdLst/>
            <a:ahLst/>
            <a:cxnLst/>
            <a:rect r="r" b="b" t="t" l="l"/>
            <a:pathLst>
              <a:path w="386" h="232" stroke="true" fill="norm" extrusionOk="true">
                <a:moveTo>
                  <a:pt x="386" y="0"/>
                </a:moveTo>
                <a:cubicBezTo>
                  <a:pt x="383" y="46"/>
                  <a:pt x="358" y="183"/>
                  <a:pt x="133" y="183"/>
                </a:cubicBezTo>
                <a:cubicBezTo>
                  <a:pt x="95" y="183"/>
                  <a:pt x="51" y="179"/>
                  <a:pt x="0" y="170"/>
                </a:cubicBezTo>
                <a:cubicBezTo>
                  <a:pt x="0" y="232"/>
                  <a:pt x="0" y="232"/>
                  <a:pt x="0" y="232"/>
                </a:cubicBezTo>
                <a:cubicBezTo>
                  <a:pt x="386" y="232"/>
                  <a:pt x="386" y="232"/>
                  <a:pt x="386" y="232"/>
                </a:cubicBezTo>
                <a:cubicBezTo>
                  <a:pt x="386" y="87"/>
                  <a:pt x="386" y="87"/>
                  <a:pt x="386" y="87"/>
                </a:cubicBezTo>
                <a:cubicBezTo>
                  <a:pt x="386" y="46"/>
                  <a:pt x="386" y="46"/>
                  <a:pt x="386" y="46"/>
                </a:cubicBezTo>
                <a:cubicBezTo>
                  <a:pt x="386" y="0"/>
                  <a:pt x="386" y="0"/>
                  <a:pt x="386" y="0"/>
                </a:cubicBezTo>
              </a:path>
            </a:pathLst>
          </a:custGeom>
          <a:solidFill>
            <a:srgbClr val="F6F7FE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9" id="109"/>
          <p:cNvSpPr/>
          <p:nvPr/>
        </p:nvSpPr>
        <p:spPr>
          <a:xfrm>
            <a:off x="5451908" y="3737602"/>
            <a:ext cx="489718" cy="31450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0" id="110"/>
          <p:cNvSpPr/>
          <p:nvPr/>
        </p:nvSpPr>
        <p:spPr>
          <a:xfrm>
            <a:off x="5693024" y="3232909"/>
            <a:ext cx="372904" cy="536144"/>
          </a:xfrm>
          <a:custGeom>
            <a:avLst/>
            <a:gdLst/>
            <a:ahLst/>
            <a:cxnLst/>
            <a:rect r="r" b="b" t="t" l="l"/>
            <a:pathLst>
              <a:path w="249" h="358" stroke="true" fill="norm" extrusionOk="true">
                <a:moveTo>
                  <a:pt x="249" y="358"/>
                </a:moveTo>
                <a:lnTo>
                  <a:pt x="43" y="358"/>
                </a:lnTo>
                <a:lnTo>
                  <a:pt x="0" y="0"/>
                </a:lnTo>
                <a:lnTo>
                  <a:pt x="206" y="0"/>
                </a:lnTo>
                <a:lnTo>
                  <a:pt x="249" y="358"/>
                </a:lnTo>
                <a:close/>
              </a:path>
            </a:pathLst>
          </a:custGeom>
          <a:solidFill>
            <a:srgbClr val="BCBCBC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1" id="111"/>
          <p:cNvSpPr/>
          <p:nvPr/>
        </p:nvSpPr>
        <p:spPr>
          <a:xfrm>
            <a:off x="5722976" y="3232909"/>
            <a:ext cx="374402" cy="536144"/>
          </a:xfrm>
          <a:custGeom>
            <a:avLst/>
            <a:gdLst/>
            <a:ahLst/>
            <a:cxnLst/>
            <a:rect r="r" b="b" t="t" l="l"/>
            <a:pathLst>
              <a:path w="250" h="358" stroke="true" fill="norm" extrusionOk="true">
                <a:moveTo>
                  <a:pt x="250" y="358"/>
                </a:moveTo>
                <a:lnTo>
                  <a:pt x="42" y="358"/>
                </a:lnTo>
                <a:lnTo>
                  <a:pt x="0" y="0"/>
                </a:lnTo>
                <a:lnTo>
                  <a:pt x="206" y="0"/>
                </a:lnTo>
                <a:lnTo>
                  <a:pt x="250" y="3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2" id="112"/>
          <p:cNvSpPr/>
          <p:nvPr/>
        </p:nvSpPr>
        <p:spPr>
          <a:xfrm>
            <a:off x="5315627" y="2891454"/>
            <a:ext cx="115316" cy="115316"/>
          </a:xfrm>
          <a:prstGeom prst="rect">
            <a:avLst/>
          </a:prstGeom>
          <a:solidFill>
            <a:srgbClr val="FD7304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3" id="113"/>
          <p:cNvSpPr/>
          <p:nvPr/>
        </p:nvSpPr>
        <p:spPr>
          <a:xfrm>
            <a:off x="5315627" y="2891454"/>
            <a:ext cx="115316" cy="115316"/>
          </a:xfrm>
          <a:prstGeom prst="rect">
            <a:avLst/>
          </a:pr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4" id="114"/>
          <p:cNvSpPr/>
          <p:nvPr/>
        </p:nvSpPr>
        <p:spPr>
          <a:xfrm>
            <a:off x="5344080" y="2882468"/>
            <a:ext cx="61402" cy="8986"/>
          </a:xfrm>
          <a:custGeom>
            <a:avLst/>
            <a:gdLst/>
            <a:ahLst/>
            <a:cxnLst/>
            <a:rect r="r" b="b" t="t" l="l"/>
            <a:pathLst>
              <a:path w="41" h="6" stroke="true" fill="norm" extrusionOk="true">
                <a:moveTo>
                  <a:pt x="41" y="0"/>
                </a:moveTo>
                <a:lnTo>
                  <a:pt x="0" y="0"/>
                </a:lnTo>
                <a:lnTo>
                  <a:pt x="4" y="4"/>
                </a:lnTo>
                <a:lnTo>
                  <a:pt x="0" y="4"/>
                </a:lnTo>
                <a:lnTo>
                  <a:pt x="2" y="6"/>
                </a:lnTo>
                <a:lnTo>
                  <a:pt x="39" y="6"/>
                </a:lnTo>
                <a:lnTo>
                  <a:pt x="41" y="4"/>
                </a:lnTo>
                <a:lnTo>
                  <a:pt x="41" y="4"/>
                </a:lnTo>
                <a:lnTo>
                  <a:pt x="37" y="4"/>
                </a:lnTo>
                <a:lnTo>
                  <a:pt x="41" y="0"/>
                </a:lnTo>
                <a:lnTo>
                  <a:pt x="41" y="0"/>
                </a:lnTo>
                <a:close/>
              </a:path>
            </a:pathLst>
          </a:custGeom>
          <a:solidFill>
            <a:srgbClr val="C0C2E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5" id="115"/>
          <p:cNvSpPr/>
          <p:nvPr/>
        </p:nvSpPr>
        <p:spPr>
          <a:xfrm>
            <a:off x="5344080" y="2882468"/>
            <a:ext cx="61402" cy="8986"/>
          </a:xfrm>
          <a:custGeom>
            <a:avLst/>
            <a:gdLst/>
            <a:ahLst/>
            <a:cxnLst/>
            <a:rect r="r" b="b" t="t" l="l"/>
            <a:pathLst>
              <a:path w="41" h="6" stroke="true" fill="norm" extrusionOk="true">
                <a:moveTo>
                  <a:pt x="41" y="0"/>
                </a:moveTo>
                <a:lnTo>
                  <a:pt x="0" y="0"/>
                </a:lnTo>
                <a:lnTo>
                  <a:pt x="4" y="4"/>
                </a:lnTo>
                <a:lnTo>
                  <a:pt x="0" y="4"/>
                </a:lnTo>
                <a:lnTo>
                  <a:pt x="2" y="6"/>
                </a:lnTo>
                <a:lnTo>
                  <a:pt x="39" y="6"/>
                </a:lnTo>
                <a:lnTo>
                  <a:pt x="41" y="4"/>
                </a:lnTo>
                <a:lnTo>
                  <a:pt x="41" y="4"/>
                </a:lnTo>
                <a:lnTo>
                  <a:pt x="37" y="4"/>
                </a:lnTo>
                <a:lnTo>
                  <a:pt x="41" y="0"/>
                </a:lnTo>
                <a:lnTo>
                  <a:pt x="41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6" id="116"/>
          <p:cNvSpPr/>
          <p:nvPr/>
        </p:nvSpPr>
        <p:spPr>
          <a:xfrm>
            <a:off x="5344080" y="2891454"/>
            <a:ext cx="61402" cy="8986"/>
          </a:xfrm>
          <a:custGeom>
            <a:avLst/>
            <a:gdLst/>
            <a:ahLst/>
            <a:cxnLst/>
            <a:rect r="r" b="b" t="t" l="l"/>
            <a:pathLst>
              <a:path w="41" h="6" stroke="true" fill="norm" extrusionOk="true">
                <a:moveTo>
                  <a:pt x="39" y="0"/>
                </a:moveTo>
                <a:lnTo>
                  <a:pt x="2" y="0"/>
                </a:lnTo>
                <a:lnTo>
                  <a:pt x="4" y="0"/>
                </a:lnTo>
                <a:lnTo>
                  <a:pt x="0" y="4"/>
                </a:lnTo>
                <a:lnTo>
                  <a:pt x="4" y="4"/>
                </a:lnTo>
                <a:lnTo>
                  <a:pt x="0" y="6"/>
                </a:lnTo>
                <a:lnTo>
                  <a:pt x="41" y="6"/>
                </a:lnTo>
                <a:lnTo>
                  <a:pt x="41" y="6"/>
                </a:lnTo>
                <a:lnTo>
                  <a:pt x="37" y="4"/>
                </a:lnTo>
                <a:lnTo>
                  <a:pt x="41" y="4"/>
                </a:lnTo>
                <a:lnTo>
                  <a:pt x="41" y="4"/>
                </a:lnTo>
                <a:lnTo>
                  <a:pt x="37" y="0"/>
                </a:lnTo>
                <a:lnTo>
                  <a:pt x="39" y="0"/>
                </a:lnTo>
                <a:close/>
              </a:path>
            </a:pathLst>
          </a:custGeom>
          <a:solidFill>
            <a:srgbClr val="BF613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7" id="117"/>
          <p:cNvSpPr/>
          <p:nvPr/>
        </p:nvSpPr>
        <p:spPr>
          <a:xfrm>
            <a:off x="5344080" y="2891454"/>
            <a:ext cx="61402" cy="8986"/>
          </a:xfrm>
          <a:custGeom>
            <a:avLst/>
            <a:gdLst/>
            <a:ahLst/>
            <a:cxnLst/>
            <a:rect r="r" b="b" t="t" l="l"/>
            <a:pathLst>
              <a:path w="41" h="6" stroke="true" fill="norm" extrusionOk="true">
                <a:moveTo>
                  <a:pt x="39" y="0"/>
                </a:moveTo>
                <a:lnTo>
                  <a:pt x="2" y="0"/>
                </a:lnTo>
                <a:lnTo>
                  <a:pt x="4" y="0"/>
                </a:lnTo>
                <a:lnTo>
                  <a:pt x="0" y="4"/>
                </a:lnTo>
                <a:lnTo>
                  <a:pt x="4" y="4"/>
                </a:lnTo>
                <a:lnTo>
                  <a:pt x="0" y="6"/>
                </a:lnTo>
                <a:lnTo>
                  <a:pt x="41" y="6"/>
                </a:lnTo>
                <a:lnTo>
                  <a:pt x="41" y="6"/>
                </a:lnTo>
                <a:lnTo>
                  <a:pt x="37" y="4"/>
                </a:lnTo>
                <a:lnTo>
                  <a:pt x="41" y="4"/>
                </a:lnTo>
                <a:lnTo>
                  <a:pt x="41" y="4"/>
                </a:lnTo>
                <a:lnTo>
                  <a:pt x="37" y="0"/>
                </a:lnTo>
                <a:lnTo>
                  <a:pt x="39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8" id="118"/>
          <p:cNvSpPr/>
          <p:nvPr/>
        </p:nvSpPr>
        <p:spPr>
          <a:xfrm>
            <a:off x="5493841" y="2851018"/>
            <a:ext cx="148264" cy="152756"/>
          </a:xfrm>
          <a:custGeom>
            <a:avLst/>
            <a:gdLst/>
            <a:ahLst/>
            <a:cxnLst/>
            <a:rect r="r" b="b" t="t" l="l"/>
            <a:pathLst>
              <a:path w="99" h="102" stroke="true" fill="norm" extrusionOk="true">
                <a:moveTo>
                  <a:pt x="99" y="75"/>
                </a:moveTo>
                <a:lnTo>
                  <a:pt x="27" y="102"/>
                </a:lnTo>
                <a:lnTo>
                  <a:pt x="0" y="29"/>
                </a:lnTo>
                <a:lnTo>
                  <a:pt x="72" y="0"/>
                </a:lnTo>
                <a:lnTo>
                  <a:pt x="99" y="75"/>
                </a:lnTo>
                <a:close/>
              </a:path>
            </a:pathLst>
          </a:custGeom>
          <a:solidFill>
            <a:srgbClr val="006BE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9" id="119"/>
          <p:cNvSpPr/>
          <p:nvPr/>
        </p:nvSpPr>
        <p:spPr>
          <a:xfrm>
            <a:off x="5493841" y="2851018"/>
            <a:ext cx="148264" cy="152756"/>
          </a:xfrm>
          <a:custGeom>
            <a:avLst/>
            <a:gdLst/>
            <a:ahLst/>
            <a:cxnLst/>
            <a:rect r="r" b="b" t="t" l="l"/>
            <a:pathLst>
              <a:path w="99" h="102" stroke="true" fill="norm" extrusionOk="true">
                <a:moveTo>
                  <a:pt x="99" y="75"/>
                </a:moveTo>
                <a:lnTo>
                  <a:pt x="27" y="102"/>
                </a:lnTo>
                <a:lnTo>
                  <a:pt x="0" y="29"/>
                </a:lnTo>
                <a:lnTo>
                  <a:pt x="72" y="0"/>
                </a:lnTo>
                <a:lnTo>
                  <a:pt x="99" y="75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0" id="120"/>
          <p:cNvSpPr/>
          <p:nvPr/>
        </p:nvSpPr>
        <p:spPr>
          <a:xfrm>
            <a:off x="5514808" y="2854013"/>
            <a:ext cx="59904" cy="28455"/>
          </a:xfrm>
          <a:custGeom>
            <a:avLst/>
            <a:gdLst/>
            <a:ahLst/>
            <a:cxnLst/>
            <a:rect r="r" b="b" t="t" l="l"/>
            <a:pathLst>
              <a:path w="40" h="19" stroke="true" fill="norm" extrusionOk="true">
                <a:moveTo>
                  <a:pt x="40" y="0"/>
                </a:moveTo>
                <a:lnTo>
                  <a:pt x="0" y="17"/>
                </a:lnTo>
                <a:lnTo>
                  <a:pt x="6" y="17"/>
                </a:lnTo>
                <a:lnTo>
                  <a:pt x="2" y="19"/>
                </a:lnTo>
                <a:lnTo>
                  <a:pt x="4" y="19"/>
                </a:lnTo>
                <a:lnTo>
                  <a:pt x="40" y="6"/>
                </a:lnTo>
                <a:lnTo>
                  <a:pt x="40" y="4"/>
                </a:lnTo>
                <a:lnTo>
                  <a:pt x="40" y="4"/>
                </a:lnTo>
                <a:lnTo>
                  <a:pt x="35" y="6"/>
                </a:lnTo>
                <a:lnTo>
                  <a:pt x="40" y="0"/>
                </a:lnTo>
                <a:lnTo>
                  <a:pt x="40" y="0"/>
                </a:lnTo>
                <a:close/>
              </a:path>
            </a:pathLst>
          </a:custGeom>
          <a:solidFill>
            <a:srgbClr val="C0C2E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1" id="121"/>
          <p:cNvSpPr/>
          <p:nvPr/>
        </p:nvSpPr>
        <p:spPr>
          <a:xfrm>
            <a:off x="5514808" y="2854013"/>
            <a:ext cx="59904" cy="28455"/>
          </a:xfrm>
          <a:custGeom>
            <a:avLst/>
            <a:gdLst/>
            <a:ahLst/>
            <a:cxnLst/>
            <a:rect r="r" b="b" t="t" l="l"/>
            <a:pathLst>
              <a:path w="40" h="19" stroke="true" fill="norm" extrusionOk="true">
                <a:moveTo>
                  <a:pt x="40" y="0"/>
                </a:moveTo>
                <a:lnTo>
                  <a:pt x="0" y="17"/>
                </a:lnTo>
                <a:lnTo>
                  <a:pt x="6" y="17"/>
                </a:lnTo>
                <a:lnTo>
                  <a:pt x="2" y="19"/>
                </a:lnTo>
                <a:lnTo>
                  <a:pt x="4" y="19"/>
                </a:lnTo>
                <a:lnTo>
                  <a:pt x="40" y="6"/>
                </a:lnTo>
                <a:lnTo>
                  <a:pt x="40" y="4"/>
                </a:lnTo>
                <a:lnTo>
                  <a:pt x="40" y="4"/>
                </a:lnTo>
                <a:lnTo>
                  <a:pt x="35" y="6"/>
                </a:lnTo>
                <a:lnTo>
                  <a:pt x="40" y="0"/>
                </a:lnTo>
                <a:lnTo>
                  <a:pt x="40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2" id="122"/>
          <p:cNvSpPr/>
          <p:nvPr/>
        </p:nvSpPr>
        <p:spPr>
          <a:xfrm>
            <a:off x="5520799" y="2862999"/>
            <a:ext cx="59904" cy="31450"/>
          </a:xfrm>
          <a:custGeom>
            <a:avLst/>
            <a:gdLst/>
            <a:ahLst/>
            <a:cxnLst/>
            <a:rect r="r" b="b" t="t" l="l"/>
            <a:pathLst>
              <a:path w="40" h="21" stroke="true" fill="norm" extrusionOk="true">
                <a:moveTo>
                  <a:pt x="36" y="0"/>
                </a:moveTo>
                <a:lnTo>
                  <a:pt x="0" y="13"/>
                </a:lnTo>
                <a:lnTo>
                  <a:pt x="2" y="13"/>
                </a:lnTo>
                <a:lnTo>
                  <a:pt x="0" y="19"/>
                </a:lnTo>
                <a:lnTo>
                  <a:pt x="4" y="19"/>
                </a:lnTo>
                <a:lnTo>
                  <a:pt x="0" y="21"/>
                </a:lnTo>
                <a:lnTo>
                  <a:pt x="40" y="6"/>
                </a:lnTo>
                <a:lnTo>
                  <a:pt x="40" y="6"/>
                </a:lnTo>
                <a:lnTo>
                  <a:pt x="36" y="6"/>
                </a:lnTo>
                <a:lnTo>
                  <a:pt x="38" y="4"/>
                </a:lnTo>
                <a:lnTo>
                  <a:pt x="38" y="4"/>
                </a:lnTo>
                <a:lnTo>
                  <a:pt x="34" y="2"/>
                </a:lnTo>
                <a:lnTo>
                  <a:pt x="36" y="0"/>
                </a:lnTo>
                <a:close/>
              </a:path>
            </a:pathLst>
          </a:custGeom>
          <a:solidFill>
            <a:srgbClr val="0E5BD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3" id="123"/>
          <p:cNvSpPr/>
          <p:nvPr/>
        </p:nvSpPr>
        <p:spPr>
          <a:xfrm>
            <a:off x="5520799" y="2862999"/>
            <a:ext cx="59904" cy="31450"/>
          </a:xfrm>
          <a:custGeom>
            <a:avLst/>
            <a:gdLst/>
            <a:ahLst/>
            <a:cxnLst/>
            <a:rect r="r" b="b" t="t" l="l"/>
            <a:pathLst>
              <a:path w="40" h="21" stroke="true" fill="norm" extrusionOk="true">
                <a:moveTo>
                  <a:pt x="36" y="0"/>
                </a:moveTo>
                <a:lnTo>
                  <a:pt x="0" y="13"/>
                </a:lnTo>
                <a:lnTo>
                  <a:pt x="2" y="13"/>
                </a:lnTo>
                <a:lnTo>
                  <a:pt x="0" y="19"/>
                </a:lnTo>
                <a:lnTo>
                  <a:pt x="4" y="19"/>
                </a:lnTo>
                <a:lnTo>
                  <a:pt x="0" y="21"/>
                </a:lnTo>
                <a:lnTo>
                  <a:pt x="40" y="6"/>
                </a:lnTo>
                <a:lnTo>
                  <a:pt x="40" y="6"/>
                </a:lnTo>
                <a:lnTo>
                  <a:pt x="36" y="6"/>
                </a:lnTo>
                <a:lnTo>
                  <a:pt x="38" y="4"/>
                </a:lnTo>
                <a:lnTo>
                  <a:pt x="38" y="4"/>
                </a:lnTo>
                <a:lnTo>
                  <a:pt x="34" y="2"/>
                </a:lnTo>
                <a:lnTo>
                  <a:pt x="36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4" id="124"/>
          <p:cNvSpPr/>
          <p:nvPr/>
        </p:nvSpPr>
        <p:spPr>
          <a:xfrm>
            <a:off x="4349669" y="3766057"/>
            <a:ext cx="2327282" cy="64398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5" id="125"/>
          <p:cNvSpPr/>
          <p:nvPr/>
        </p:nvSpPr>
        <p:spPr>
          <a:xfrm>
            <a:off x="4288268" y="4884769"/>
            <a:ext cx="4107938" cy="13479"/>
          </a:xfrm>
          <a:custGeom>
            <a:avLst/>
            <a:gdLst/>
            <a:ahLst/>
            <a:cxnLst/>
            <a:rect r="r" b="b" t="t" l="l"/>
            <a:pathLst>
              <a:path w="1319" h="4" stroke="true" fill="norm" extrusionOk="true">
                <a:moveTo>
                  <a:pt x="2" y="4"/>
                </a:moveTo>
                <a:cubicBezTo>
                  <a:pt x="1317" y="4"/>
                  <a:pt x="1317" y="4"/>
                  <a:pt x="1317" y="4"/>
                </a:cubicBezTo>
                <a:cubicBezTo>
                  <a:pt x="1319" y="4"/>
                  <a:pt x="1319" y="3"/>
                  <a:pt x="1319" y="1"/>
                </a:cubicBezTo>
                <a:cubicBezTo>
                  <a:pt x="1319" y="0"/>
                  <a:pt x="1319" y="0"/>
                  <a:pt x="1317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0"/>
                  <a:pt x="0" y="1"/>
                </a:cubicBezTo>
                <a:cubicBezTo>
                  <a:pt x="0" y="3"/>
                  <a:pt x="1" y="4"/>
                  <a:pt x="2" y="4"/>
                </a:cubicBezTo>
              </a:path>
            </a:pathLst>
          </a:cu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6" id="126"/>
          <p:cNvSpPr/>
          <p:nvPr/>
        </p:nvSpPr>
        <p:spPr>
          <a:xfrm>
            <a:off x="4029181" y="4884769"/>
            <a:ext cx="155751" cy="13479"/>
          </a:xfrm>
          <a:custGeom>
            <a:avLst/>
            <a:gdLst/>
            <a:ahLst/>
            <a:cxnLst/>
            <a:rect r="r" b="b" t="t" l="l"/>
            <a:pathLst>
              <a:path w="50" h="4" stroke="true" fill="norm" extrusionOk="true">
                <a:moveTo>
                  <a:pt x="2" y="4"/>
                </a:moveTo>
                <a:cubicBezTo>
                  <a:pt x="48" y="4"/>
                  <a:pt x="48" y="4"/>
                  <a:pt x="48" y="4"/>
                </a:cubicBezTo>
                <a:cubicBezTo>
                  <a:pt x="49" y="4"/>
                  <a:pt x="50" y="3"/>
                  <a:pt x="50" y="2"/>
                </a:cubicBezTo>
                <a:cubicBezTo>
                  <a:pt x="50" y="0"/>
                  <a:pt x="49" y="0"/>
                  <a:pt x="48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0"/>
                  <a:pt x="0" y="2"/>
                </a:cubicBezTo>
                <a:cubicBezTo>
                  <a:pt x="0" y="3"/>
                  <a:pt x="1" y="4"/>
                  <a:pt x="2" y="4"/>
                </a:cubicBezTo>
              </a:path>
            </a:pathLst>
          </a:cu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7" id="127"/>
          <p:cNvSpPr/>
          <p:nvPr/>
        </p:nvSpPr>
        <p:spPr>
          <a:xfrm>
            <a:off x="7788176" y="4785928"/>
            <a:ext cx="97345" cy="95847"/>
          </a:xfrm>
          <a:custGeom>
            <a:avLst/>
            <a:gdLst/>
            <a:ahLst/>
            <a:cxnLst/>
            <a:rect r="r" b="b" t="t" l="l"/>
            <a:pathLst>
              <a:path w="31" h="31" stroke="true" fill="norm" extrusionOk="true">
                <a:moveTo>
                  <a:pt x="29" y="21"/>
                </a:moveTo>
                <a:cubicBezTo>
                  <a:pt x="29" y="22"/>
                  <a:pt x="28" y="24"/>
                  <a:pt x="28" y="25"/>
                </a:cubicBezTo>
                <a:cubicBezTo>
                  <a:pt x="27" y="29"/>
                  <a:pt x="17" y="31"/>
                  <a:pt x="14" y="31"/>
                </a:cubicBezTo>
                <a:cubicBezTo>
                  <a:pt x="11" y="31"/>
                  <a:pt x="2" y="27"/>
                  <a:pt x="2" y="27"/>
                </a:cubicBezTo>
                <a:cubicBezTo>
                  <a:pt x="2" y="27"/>
                  <a:pt x="0" y="18"/>
                  <a:pt x="0" y="16"/>
                </a:cubicBezTo>
                <a:cubicBezTo>
                  <a:pt x="0" y="14"/>
                  <a:pt x="0" y="9"/>
                  <a:pt x="1" y="7"/>
                </a:cubicBezTo>
                <a:cubicBezTo>
                  <a:pt x="1" y="7"/>
                  <a:pt x="3" y="5"/>
                  <a:pt x="6" y="4"/>
                </a:cubicBezTo>
                <a:cubicBezTo>
                  <a:pt x="8" y="2"/>
                  <a:pt x="10" y="1"/>
                  <a:pt x="12" y="1"/>
                </a:cubicBezTo>
                <a:cubicBezTo>
                  <a:pt x="14" y="0"/>
                  <a:pt x="24" y="1"/>
                  <a:pt x="24" y="1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6"/>
                  <a:pt x="21" y="9"/>
                  <a:pt x="27" y="10"/>
                </a:cubicBezTo>
                <a:cubicBezTo>
                  <a:pt x="31" y="12"/>
                  <a:pt x="30" y="16"/>
                  <a:pt x="29" y="21"/>
                </a:cubicBezTo>
              </a:path>
            </a:pathLst>
          </a:custGeom>
          <a:solidFill>
            <a:srgbClr val="C7C9E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8" id="128"/>
          <p:cNvSpPr/>
          <p:nvPr/>
        </p:nvSpPr>
        <p:spPr>
          <a:xfrm>
            <a:off x="7788176" y="4797909"/>
            <a:ext cx="91354" cy="83866"/>
          </a:xfrm>
          <a:custGeom>
            <a:avLst/>
            <a:gdLst/>
            <a:ahLst/>
            <a:cxnLst/>
            <a:rect r="r" b="b" t="t" l="l"/>
            <a:pathLst>
              <a:path w="29" h="27" stroke="true" fill="norm" extrusionOk="true">
                <a:moveTo>
                  <a:pt x="6" y="0"/>
                </a:moveTo>
                <a:cubicBezTo>
                  <a:pt x="6" y="0"/>
                  <a:pt x="6" y="0"/>
                  <a:pt x="6" y="0"/>
                </a:cubicBezTo>
                <a:cubicBezTo>
                  <a:pt x="3" y="1"/>
                  <a:pt x="1" y="3"/>
                  <a:pt x="1" y="3"/>
                </a:cubicBezTo>
                <a:cubicBezTo>
                  <a:pt x="0" y="5"/>
                  <a:pt x="0" y="10"/>
                  <a:pt x="0" y="12"/>
                </a:cubicBezTo>
                <a:cubicBezTo>
                  <a:pt x="0" y="14"/>
                  <a:pt x="2" y="23"/>
                  <a:pt x="2" y="23"/>
                </a:cubicBezTo>
                <a:cubicBezTo>
                  <a:pt x="2" y="23"/>
                  <a:pt x="11" y="27"/>
                  <a:pt x="14" y="27"/>
                </a:cubicBezTo>
                <a:cubicBezTo>
                  <a:pt x="17" y="27"/>
                  <a:pt x="27" y="25"/>
                  <a:pt x="28" y="21"/>
                </a:cubicBezTo>
                <a:cubicBezTo>
                  <a:pt x="28" y="20"/>
                  <a:pt x="29" y="18"/>
                  <a:pt x="29" y="17"/>
                </a:cubicBezTo>
                <a:cubicBezTo>
                  <a:pt x="29" y="17"/>
                  <a:pt x="27" y="20"/>
                  <a:pt x="26" y="21"/>
                </a:cubicBezTo>
                <a:cubicBezTo>
                  <a:pt x="24" y="22"/>
                  <a:pt x="23" y="22"/>
                  <a:pt x="23" y="22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5"/>
                  <a:pt x="17" y="15"/>
                </a:cubicBezTo>
                <a:cubicBezTo>
                  <a:pt x="17" y="14"/>
                  <a:pt x="10" y="12"/>
                  <a:pt x="6" y="11"/>
                </a:cubicBezTo>
                <a:cubicBezTo>
                  <a:pt x="3" y="11"/>
                  <a:pt x="4" y="6"/>
                  <a:pt x="4" y="6"/>
                </a:cubicBezTo>
                <a:cubicBezTo>
                  <a:pt x="6" y="0"/>
                  <a:pt x="6" y="0"/>
                  <a:pt x="6" y="0"/>
                </a:cubicBezTo>
                <a:cubicBezTo>
                  <a:pt x="6" y="0"/>
                  <a:pt x="6" y="0"/>
                  <a:pt x="6" y="0"/>
                </a:cubicBezTo>
              </a:path>
            </a:pathLst>
          </a:custGeom>
          <a:solidFill>
            <a:srgbClr val="C0C2D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9" id="129"/>
          <p:cNvSpPr/>
          <p:nvPr/>
        </p:nvSpPr>
        <p:spPr>
          <a:xfrm>
            <a:off x="7833105" y="4791918"/>
            <a:ext cx="46426" cy="55412"/>
          </a:xfrm>
          <a:custGeom>
            <a:avLst/>
            <a:gdLst/>
            <a:ahLst/>
            <a:cxnLst/>
            <a:rect r="r" b="b" t="t" l="l"/>
            <a:pathLst>
              <a:path w="15" h="18" stroke="true" fill="norm" extrusionOk="true">
                <a:moveTo>
                  <a:pt x="4" y="0"/>
                </a:moveTo>
                <a:cubicBezTo>
                  <a:pt x="0" y="4"/>
                  <a:pt x="0" y="4"/>
                  <a:pt x="0" y="4"/>
                </a:cubicBezTo>
                <a:cubicBezTo>
                  <a:pt x="1" y="7"/>
                  <a:pt x="1" y="7"/>
                  <a:pt x="1" y="7"/>
                </a:cubicBezTo>
                <a:cubicBezTo>
                  <a:pt x="1" y="7"/>
                  <a:pt x="4" y="8"/>
                  <a:pt x="5" y="8"/>
                </a:cubicBezTo>
                <a:cubicBezTo>
                  <a:pt x="6" y="9"/>
                  <a:pt x="9" y="12"/>
                  <a:pt x="9" y="14"/>
                </a:cubicBezTo>
                <a:cubicBezTo>
                  <a:pt x="9" y="16"/>
                  <a:pt x="9" y="18"/>
                  <a:pt x="10" y="18"/>
                </a:cubicBezTo>
                <a:cubicBezTo>
                  <a:pt x="10" y="18"/>
                  <a:pt x="10" y="18"/>
                  <a:pt x="11" y="18"/>
                </a:cubicBezTo>
                <a:cubicBezTo>
                  <a:pt x="12" y="17"/>
                  <a:pt x="15" y="14"/>
                  <a:pt x="15" y="14"/>
                </a:cubicBezTo>
                <a:cubicBezTo>
                  <a:pt x="15" y="14"/>
                  <a:pt x="14" y="11"/>
                  <a:pt x="14" y="11"/>
                </a:cubicBezTo>
                <a:cubicBezTo>
                  <a:pt x="13" y="10"/>
                  <a:pt x="7" y="6"/>
                  <a:pt x="7" y="6"/>
                </a:cubicBezTo>
                <a:cubicBezTo>
                  <a:pt x="11" y="2"/>
                  <a:pt x="11" y="2"/>
                  <a:pt x="11" y="2"/>
                </a:cubicBezTo>
                <a:cubicBezTo>
                  <a:pt x="8" y="1"/>
                  <a:pt x="8" y="1"/>
                  <a:pt x="8" y="1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B7B9D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0" id="130"/>
          <p:cNvSpPr/>
          <p:nvPr/>
        </p:nvSpPr>
        <p:spPr>
          <a:xfrm>
            <a:off x="7937937" y="4766459"/>
            <a:ext cx="112321" cy="112321"/>
          </a:xfrm>
          <a:custGeom>
            <a:avLst/>
            <a:gdLst/>
            <a:ahLst/>
            <a:cxnLst/>
            <a:rect r="r" b="b" t="t" l="l"/>
            <a:pathLst>
              <a:path w="36" h="36" stroke="true" fill="norm" extrusionOk="true">
                <a:moveTo>
                  <a:pt x="33" y="24"/>
                </a:moveTo>
                <a:cubicBezTo>
                  <a:pt x="33" y="26"/>
                  <a:pt x="32" y="27"/>
                  <a:pt x="32" y="29"/>
                </a:cubicBezTo>
                <a:cubicBezTo>
                  <a:pt x="31" y="34"/>
                  <a:pt x="19" y="36"/>
                  <a:pt x="16" y="36"/>
                </a:cubicBezTo>
                <a:cubicBezTo>
                  <a:pt x="13" y="36"/>
                  <a:pt x="3" y="32"/>
                  <a:pt x="3" y="32"/>
                </a:cubicBezTo>
                <a:cubicBezTo>
                  <a:pt x="3" y="32"/>
                  <a:pt x="0" y="21"/>
                  <a:pt x="0" y="19"/>
                </a:cubicBezTo>
                <a:cubicBezTo>
                  <a:pt x="0" y="17"/>
                  <a:pt x="0" y="11"/>
                  <a:pt x="1" y="9"/>
                </a:cubicBezTo>
                <a:cubicBezTo>
                  <a:pt x="1" y="8"/>
                  <a:pt x="4" y="6"/>
                  <a:pt x="7" y="5"/>
                </a:cubicBezTo>
                <a:cubicBezTo>
                  <a:pt x="9" y="3"/>
                  <a:pt x="12" y="2"/>
                  <a:pt x="13" y="1"/>
                </a:cubicBezTo>
                <a:cubicBezTo>
                  <a:pt x="16" y="0"/>
                  <a:pt x="27" y="1"/>
                  <a:pt x="27" y="1"/>
                </a:cubicBezTo>
                <a:cubicBezTo>
                  <a:pt x="32" y="7"/>
                  <a:pt x="32" y="7"/>
                  <a:pt x="32" y="7"/>
                </a:cubicBezTo>
                <a:cubicBezTo>
                  <a:pt x="32" y="7"/>
                  <a:pt x="24" y="10"/>
                  <a:pt x="31" y="12"/>
                </a:cubicBezTo>
                <a:cubicBezTo>
                  <a:pt x="36" y="14"/>
                  <a:pt x="35" y="19"/>
                  <a:pt x="33" y="24"/>
                </a:cubicBezTo>
              </a:path>
            </a:pathLst>
          </a:custGeom>
          <a:solidFill>
            <a:srgbClr val="C7C9E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1" id="131"/>
          <p:cNvSpPr/>
          <p:nvPr/>
        </p:nvSpPr>
        <p:spPr>
          <a:xfrm>
            <a:off x="7937937" y="4782932"/>
            <a:ext cx="103336" cy="95847"/>
          </a:xfrm>
          <a:custGeom>
            <a:avLst/>
            <a:gdLst/>
            <a:ahLst/>
            <a:cxnLst/>
            <a:rect r="r" b="b" t="t" l="l"/>
            <a:pathLst>
              <a:path w="33" h="31" stroke="true" fill="norm" extrusionOk="true">
                <a:moveTo>
                  <a:pt x="7" y="0"/>
                </a:moveTo>
                <a:cubicBezTo>
                  <a:pt x="7" y="0"/>
                  <a:pt x="7" y="0"/>
                  <a:pt x="7" y="0"/>
                </a:cubicBezTo>
                <a:cubicBezTo>
                  <a:pt x="4" y="1"/>
                  <a:pt x="1" y="3"/>
                  <a:pt x="1" y="4"/>
                </a:cubicBezTo>
                <a:cubicBezTo>
                  <a:pt x="0" y="6"/>
                  <a:pt x="0" y="12"/>
                  <a:pt x="0" y="14"/>
                </a:cubicBezTo>
                <a:cubicBezTo>
                  <a:pt x="0" y="14"/>
                  <a:pt x="0" y="15"/>
                  <a:pt x="0" y="15"/>
                </a:cubicBezTo>
                <a:cubicBezTo>
                  <a:pt x="1" y="16"/>
                  <a:pt x="2" y="16"/>
                  <a:pt x="2" y="17"/>
                </a:cubicBezTo>
                <a:cubicBezTo>
                  <a:pt x="2" y="18"/>
                  <a:pt x="2" y="21"/>
                  <a:pt x="2" y="22"/>
                </a:cubicBezTo>
                <a:cubicBezTo>
                  <a:pt x="2" y="22"/>
                  <a:pt x="2" y="22"/>
                  <a:pt x="2" y="22"/>
                </a:cubicBezTo>
                <a:cubicBezTo>
                  <a:pt x="2" y="22"/>
                  <a:pt x="2" y="22"/>
                  <a:pt x="2" y="22"/>
                </a:cubicBezTo>
                <a:cubicBezTo>
                  <a:pt x="2" y="23"/>
                  <a:pt x="2" y="23"/>
                  <a:pt x="2" y="24"/>
                </a:cubicBezTo>
                <a:cubicBezTo>
                  <a:pt x="2" y="26"/>
                  <a:pt x="3" y="27"/>
                  <a:pt x="3" y="27"/>
                </a:cubicBezTo>
                <a:cubicBezTo>
                  <a:pt x="3" y="27"/>
                  <a:pt x="13" y="31"/>
                  <a:pt x="16" y="31"/>
                </a:cubicBezTo>
                <a:cubicBezTo>
                  <a:pt x="19" y="31"/>
                  <a:pt x="31" y="29"/>
                  <a:pt x="32" y="24"/>
                </a:cubicBezTo>
                <a:cubicBezTo>
                  <a:pt x="32" y="22"/>
                  <a:pt x="33" y="21"/>
                  <a:pt x="33" y="19"/>
                </a:cubicBezTo>
                <a:cubicBezTo>
                  <a:pt x="33" y="19"/>
                  <a:pt x="31" y="23"/>
                  <a:pt x="29" y="25"/>
                </a:cubicBezTo>
                <a:cubicBezTo>
                  <a:pt x="28" y="26"/>
                  <a:pt x="26" y="26"/>
                  <a:pt x="26" y="26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22"/>
                  <a:pt x="20" y="17"/>
                  <a:pt x="20" y="17"/>
                </a:cubicBezTo>
                <a:cubicBezTo>
                  <a:pt x="19" y="17"/>
                  <a:pt x="11" y="14"/>
                  <a:pt x="7" y="13"/>
                </a:cubicBezTo>
                <a:cubicBezTo>
                  <a:pt x="3" y="12"/>
                  <a:pt x="5" y="7"/>
                  <a:pt x="5" y="7"/>
                </a:cubicBez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</a:path>
            </a:pathLst>
          </a:custGeom>
          <a:solidFill>
            <a:srgbClr val="C0C2D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2" id="132"/>
          <p:cNvSpPr/>
          <p:nvPr/>
        </p:nvSpPr>
        <p:spPr>
          <a:xfrm>
            <a:off x="7988856" y="4773946"/>
            <a:ext cx="55412" cy="64398"/>
          </a:xfrm>
          <a:custGeom>
            <a:avLst/>
            <a:gdLst/>
            <a:ahLst/>
            <a:cxnLst/>
            <a:rect r="r" b="b" t="t" l="l"/>
            <a:pathLst>
              <a:path w="18" h="21" stroke="true" fill="norm" extrusionOk="true">
                <a:moveTo>
                  <a:pt x="5" y="0"/>
                </a:moveTo>
                <a:cubicBezTo>
                  <a:pt x="0" y="5"/>
                  <a:pt x="0" y="5"/>
                  <a:pt x="0" y="5"/>
                </a:cubicBezTo>
                <a:cubicBezTo>
                  <a:pt x="1" y="9"/>
                  <a:pt x="1" y="9"/>
                  <a:pt x="1" y="9"/>
                </a:cubicBezTo>
                <a:cubicBezTo>
                  <a:pt x="1" y="9"/>
                  <a:pt x="5" y="10"/>
                  <a:pt x="6" y="10"/>
                </a:cubicBezTo>
                <a:cubicBezTo>
                  <a:pt x="7" y="11"/>
                  <a:pt x="10" y="14"/>
                  <a:pt x="10" y="17"/>
                </a:cubicBezTo>
                <a:cubicBezTo>
                  <a:pt x="11" y="19"/>
                  <a:pt x="10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4" y="21"/>
                  <a:pt x="18" y="17"/>
                  <a:pt x="17" y="17"/>
                </a:cubicBezTo>
                <a:cubicBezTo>
                  <a:pt x="17" y="16"/>
                  <a:pt x="17" y="14"/>
                  <a:pt x="16" y="13"/>
                </a:cubicBezTo>
                <a:cubicBezTo>
                  <a:pt x="15" y="13"/>
                  <a:pt x="9" y="8"/>
                  <a:pt x="9" y="8"/>
                </a:cubicBezTo>
                <a:cubicBezTo>
                  <a:pt x="13" y="4"/>
                  <a:pt x="13" y="4"/>
                  <a:pt x="13" y="4"/>
                </a:cubicBezTo>
                <a:cubicBezTo>
                  <a:pt x="9" y="1"/>
                  <a:pt x="9" y="1"/>
                  <a:pt x="9" y="1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B7B9D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3" id="133"/>
          <p:cNvSpPr/>
          <p:nvPr/>
        </p:nvSpPr>
        <p:spPr>
          <a:xfrm>
            <a:off x="7885521" y="4820373"/>
            <a:ext cx="58407" cy="58407"/>
          </a:xfrm>
          <a:custGeom>
            <a:avLst/>
            <a:gdLst/>
            <a:ahLst/>
            <a:cxnLst/>
            <a:rect r="r" b="b" t="t" l="l"/>
            <a:pathLst>
              <a:path w="19" h="19" stroke="true" fill="norm" extrusionOk="true">
                <a:moveTo>
                  <a:pt x="1" y="13"/>
                </a:moveTo>
                <a:cubicBezTo>
                  <a:pt x="1" y="14"/>
                  <a:pt x="2" y="15"/>
                  <a:pt x="2" y="16"/>
                </a:cubicBezTo>
                <a:cubicBezTo>
                  <a:pt x="3" y="18"/>
                  <a:pt x="9" y="19"/>
                  <a:pt x="10" y="19"/>
                </a:cubicBezTo>
                <a:cubicBezTo>
                  <a:pt x="12" y="19"/>
                  <a:pt x="18" y="17"/>
                  <a:pt x="18" y="17"/>
                </a:cubicBezTo>
                <a:cubicBezTo>
                  <a:pt x="18" y="17"/>
                  <a:pt x="19" y="11"/>
                  <a:pt x="19" y="10"/>
                </a:cubicBezTo>
                <a:cubicBezTo>
                  <a:pt x="19" y="9"/>
                  <a:pt x="19" y="6"/>
                  <a:pt x="19" y="5"/>
                </a:cubicBezTo>
                <a:cubicBezTo>
                  <a:pt x="18" y="4"/>
                  <a:pt x="17" y="3"/>
                  <a:pt x="16" y="2"/>
                </a:cubicBezTo>
                <a:cubicBezTo>
                  <a:pt x="14" y="1"/>
                  <a:pt x="13" y="1"/>
                  <a:pt x="12" y="0"/>
                </a:cubicBezTo>
                <a:cubicBezTo>
                  <a:pt x="10" y="0"/>
                  <a:pt x="4" y="0"/>
                  <a:pt x="4" y="0"/>
                </a:cubicBezTo>
                <a:cubicBezTo>
                  <a:pt x="2" y="4"/>
                  <a:pt x="2" y="4"/>
                  <a:pt x="2" y="4"/>
                </a:cubicBezTo>
                <a:cubicBezTo>
                  <a:pt x="2" y="4"/>
                  <a:pt x="6" y="5"/>
                  <a:pt x="2" y="7"/>
                </a:cubicBezTo>
                <a:cubicBezTo>
                  <a:pt x="0" y="7"/>
                  <a:pt x="0" y="10"/>
                  <a:pt x="1" y="13"/>
                </a:cubicBezTo>
              </a:path>
            </a:pathLst>
          </a:custGeom>
          <a:solidFill>
            <a:srgbClr val="C7C9E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4" id="134"/>
          <p:cNvSpPr/>
          <p:nvPr/>
        </p:nvSpPr>
        <p:spPr>
          <a:xfrm>
            <a:off x="7888516" y="4826364"/>
            <a:ext cx="55412" cy="52417"/>
          </a:xfrm>
          <a:custGeom>
            <a:avLst/>
            <a:gdLst/>
            <a:ahLst/>
            <a:cxnLst/>
            <a:rect r="r" b="b" t="t" l="l"/>
            <a:pathLst>
              <a:path w="18" h="17" stroke="true" fill="norm" extrusionOk="true">
                <a:moveTo>
                  <a:pt x="15" y="0"/>
                </a:moveTo>
                <a:cubicBezTo>
                  <a:pt x="14" y="1"/>
                  <a:pt x="14" y="1"/>
                  <a:pt x="14" y="1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7"/>
                  <a:pt x="14" y="8"/>
                </a:cubicBezTo>
                <a:cubicBezTo>
                  <a:pt x="12" y="8"/>
                  <a:pt x="8" y="10"/>
                  <a:pt x="8" y="10"/>
                </a:cubicBezTo>
                <a:cubicBezTo>
                  <a:pt x="7" y="12"/>
                  <a:pt x="7" y="12"/>
                  <a:pt x="7" y="12"/>
                </a:cubicBezTo>
                <a:cubicBezTo>
                  <a:pt x="4" y="15"/>
                  <a:pt x="4" y="15"/>
                  <a:pt x="4" y="15"/>
                </a:cubicBezTo>
                <a:cubicBezTo>
                  <a:pt x="4" y="15"/>
                  <a:pt x="3" y="15"/>
                  <a:pt x="2" y="14"/>
                </a:cubicBezTo>
                <a:cubicBezTo>
                  <a:pt x="2" y="13"/>
                  <a:pt x="0" y="11"/>
                  <a:pt x="0" y="11"/>
                </a:cubicBezTo>
                <a:cubicBezTo>
                  <a:pt x="0" y="12"/>
                  <a:pt x="1" y="13"/>
                  <a:pt x="1" y="14"/>
                </a:cubicBezTo>
                <a:cubicBezTo>
                  <a:pt x="2" y="16"/>
                  <a:pt x="8" y="17"/>
                  <a:pt x="9" y="17"/>
                </a:cubicBezTo>
                <a:cubicBezTo>
                  <a:pt x="11" y="17"/>
                  <a:pt x="17" y="15"/>
                  <a:pt x="17" y="15"/>
                </a:cubicBezTo>
                <a:cubicBezTo>
                  <a:pt x="17" y="15"/>
                  <a:pt x="18" y="9"/>
                  <a:pt x="18" y="8"/>
                </a:cubicBezTo>
                <a:cubicBezTo>
                  <a:pt x="18" y="7"/>
                  <a:pt x="18" y="4"/>
                  <a:pt x="18" y="3"/>
                </a:cubicBezTo>
                <a:cubicBezTo>
                  <a:pt x="18" y="2"/>
                  <a:pt x="17" y="2"/>
                  <a:pt x="16" y="1"/>
                </a:cubicBezTo>
                <a:cubicBezTo>
                  <a:pt x="16" y="1"/>
                  <a:pt x="15" y="1"/>
                  <a:pt x="15" y="0"/>
                </a:cubicBezTo>
                <a:cubicBezTo>
                  <a:pt x="15" y="0"/>
                  <a:pt x="15" y="0"/>
                  <a:pt x="15" y="0"/>
                </a:cubicBezTo>
              </a:path>
            </a:pathLst>
          </a:custGeom>
          <a:solidFill>
            <a:srgbClr val="C0C2D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5" id="135"/>
          <p:cNvSpPr/>
          <p:nvPr/>
        </p:nvSpPr>
        <p:spPr>
          <a:xfrm>
            <a:off x="7888516" y="4823369"/>
            <a:ext cx="31450" cy="34446"/>
          </a:xfrm>
          <a:custGeom>
            <a:avLst/>
            <a:gdLst/>
            <a:ahLst/>
            <a:cxnLst/>
            <a:rect r="r" b="b" t="t" l="l"/>
            <a:pathLst>
              <a:path w="10" h="11" stroke="true" fill="norm" extrusionOk="true">
                <a:moveTo>
                  <a:pt x="7" y="0"/>
                </a:moveTo>
                <a:cubicBezTo>
                  <a:pt x="5" y="1"/>
                  <a:pt x="5" y="1"/>
                  <a:pt x="5" y="1"/>
                </a:cubicBezTo>
                <a:cubicBezTo>
                  <a:pt x="3" y="2"/>
                  <a:pt x="3" y="2"/>
                  <a:pt x="3" y="2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1" y="7"/>
                  <a:pt x="1" y="7"/>
                </a:cubicBezTo>
                <a:cubicBezTo>
                  <a:pt x="0" y="7"/>
                  <a:pt x="0" y="9"/>
                  <a:pt x="0" y="9"/>
                </a:cubicBezTo>
                <a:cubicBezTo>
                  <a:pt x="0" y="9"/>
                  <a:pt x="2" y="11"/>
                  <a:pt x="3" y="11"/>
                </a:cubicBezTo>
                <a:cubicBezTo>
                  <a:pt x="3" y="11"/>
                  <a:pt x="3" y="11"/>
                  <a:pt x="3" y="11"/>
                </a:cubicBezTo>
                <a:cubicBezTo>
                  <a:pt x="4" y="11"/>
                  <a:pt x="4" y="10"/>
                  <a:pt x="4" y="9"/>
                </a:cubicBezTo>
                <a:cubicBezTo>
                  <a:pt x="4" y="8"/>
                  <a:pt x="6" y="6"/>
                  <a:pt x="6" y="5"/>
                </a:cubicBezTo>
                <a:cubicBezTo>
                  <a:pt x="7" y="5"/>
                  <a:pt x="9" y="5"/>
                  <a:pt x="9" y="5"/>
                </a:cubicBezTo>
                <a:cubicBezTo>
                  <a:pt x="10" y="3"/>
                  <a:pt x="10" y="3"/>
                  <a:pt x="10" y="3"/>
                </a:cubicBezTo>
                <a:cubicBezTo>
                  <a:pt x="7" y="0"/>
                  <a:pt x="7" y="0"/>
                  <a:pt x="7" y="0"/>
                </a:cubicBezTo>
              </a:path>
            </a:pathLst>
          </a:custGeom>
          <a:solidFill>
            <a:srgbClr val="B7B9D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6" id="136"/>
          <p:cNvSpPr/>
          <p:nvPr/>
        </p:nvSpPr>
        <p:spPr>
          <a:xfrm>
            <a:off x="7954411" y="4708052"/>
            <a:ext cx="61402" cy="62899"/>
          </a:xfrm>
          <a:custGeom>
            <a:avLst/>
            <a:gdLst/>
            <a:ahLst/>
            <a:cxnLst/>
            <a:rect r="r" b="b" t="t" l="l"/>
            <a:pathLst>
              <a:path w="20" h="20" stroke="true" fill="norm" extrusionOk="true">
                <a:moveTo>
                  <a:pt x="2" y="14"/>
                </a:moveTo>
                <a:cubicBezTo>
                  <a:pt x="2" y="15"/>
                  <a:pt x="2" y="15"/>
                  <a:pt x="3" y="16"/>
                </a:cubicBezTo>
                <a:cubicBezTo>
                  <a:pt x="3" y="19"/>
                  <a:pt x="10" y="20"/>
                  <a:pt x="11" y="20"/>
                </a:cubicBezTo>
                <a:cubicBezTo>
                  <a:pt x="13" y="20"/>
                  <a:pt x="19" y="18"/>
                  <a:pt x="19" y="18"/>
                </a:cubicBezTo>
                <a:cubicBezTo>
                  <a:pt x="19" y="18"/>
                  <a:pt x="20" y="12"/>
                  <a:pt x="20" y="11"/>
                </a:cubicBezTo>
                <a:cubicBezTo>
                  <a:pt x="20" y="10"/>
                  <a:pt x="20" y="6"/>
                  <a:pt x="19" y="5"/>
                </a:cubicBezTo>
                <a:cubicBezTo>
                  <a:pt x="19" y="5"/>
                  <a:pt x="18" y="4"/>
                  <a:pt x="16" y="3"/>
                </a:cubicBezTo>
                <a:cubicBezTo>
                  <a:pt x="15" y="2"/>
                  <a:pt x="14" y="1"/>
                  <a:pt x="13" y="1"/>
                </a:cubicBezTo>
                <a:cubicBezTo>
                  <a:pt x="11" y="0"/>
                  <a:pt x="5" y="1"/>
                  <a:pt x="5" y="1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7" y="6"/>
                  <a:pt x="3" y="7"/>
                </a:cubicBezTo>
                <a:cubicBezTo>
                  <a:pt x="0" y="8"/>
                  <a:pt x="1" y="11"/>
                  <a:pt x="2" y="14"/>
                </a:cubicBezTo>
              </a:path>
            </a:pathLst>
          </a:custGeom>
          <a:solidFill>
            <a:srgbClr val="C7C9E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7" id="137"/>
          <p:cNvSpPr/>
          <p:nvPr/>
        </p:nvSpPr>
        <p:spPr>
          <a:xfrm>
            <a:off x="7960402" y="4717038"/>
            <a:ext cx="55412" cy="53914"/>
          </a:xfrm>
          <a:custGeom>
            <a:avLst/>
            <a:gdLst/>
            <a:ahLst/>
            <a:cxnLst/>
            <a:rect r="r" b="b" t="t" l="l"/>
            <a:pathLst>
              <a:path w="18" h="17" stroke="true" fill="norm" extrusionOk="true">
                <a:moveTo>
                  <a:pt x="14" y="0"/>
                </a:moveTo>
                <a:cubicBezTo>
                  <a:pt x="14" y="0"/>
                  <a:pt x="14" y="0"/>
                  <a:pt x="14" y="0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6" y="7"/>
                  <a:pt x="14" y="7"/>
                </a:cubicBezTo>
                <a:cubicBezTo>
                  <a:pt x="12" y="8"/>
                  <a:pt x="8" y="9"/>
                  <a:pt x="7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3" y="14"/>
                  <a:pt x="2" y="13"/>
                </a:cubicBezTo>
                <a:cubicBezTo>
                  <a:pt x="1" y="13"/>
                  <a:pt x="0" y="11"/>
                  <a:pt x="0" y="11"/>
                </a:cubicBezTo>
                <a:cubicBezTo>
                  <a:pt x="0" y="12"/>
                  <a:pt x="0" y="12"/>
                  <a:pt x="1" y="13"/>
                </a:cubicBezTo>
                <a:cubicBezTo>
                  <a:pt x="1" y="16"/>
                  <a:pt x="8" y="17"/>
                  <a:pt x="9" y="17"/>
                </a:cubicBezTo>
                <a:cubicBezTo>
                  <a:pt x="11" y="17"/>
                  <a:pt x="17" y="15"/>
                  <a:pt x="17" y="15"/>
                </a:cubicBezTo>
                <a:cubicBezTo>
                  <a:pt x="17" y="15"/>
                  <a:pt x="18" y="9"/>
                  <a:pt x="18" y="8"/>
                </a:cubicBezTo>
                <a:cubicBezTo>
                  <a:pt x="18" y="7"/>
                  <a:pt x="18" y="3"/>
                  <a:pt x="17" y="2"/>
                </a:cubicBezTo>
                <a:cubicBezTo>
                  <a:pt x="17" y="2"/>
                  <a:pt x="16" y="1"/>
                  <a:pt x="14" y="0"/>
                </a:cubicBezTo>
                <a:cubicBezTo>
                  <a:pt x="14" y="0"/>
                  <a:pt x="14" y="0"/>
                  <a:pt x="14" y="0"/>
                </a:cubicBezTo>
              </a:path>
            </a:pathLst>
          </a:custGeom>
          <a:solidFill>
            <a:srgbClr val="C0C2D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8" id="138"/>
          <p:cNvSpPr/>
          <p:nvPr/>
        </p:nvSpPr>
        <p:spPr>
          <a:xfrm>
            <a:off x="7960402" y="4714042"/>
            <a:ext cx="31450" cy="34446"/>
          </a:xfrm>
          <a:custGeom>
            <a:avLst/>
            <a:gdLst/>
            <a:ahLst/>
            <a:cxnLst/>
            <a:rect r="r" b="b" t="t" l="l"/>
            <a:pathLst>
              <a:path w="10" h="11" stroke="true" fill="norm" extrusionOk="true">
                <a:moveTo>
                  <a:pt x="7" y="0"/>
                </a:moveTo>
                <a:cubicBezTo>
                  <a:pt x="4" y="0"/>
                  <a:pt x="4" y="0"/>
                  <a:pt x="4" y="0"/>
                </a:cubicBezTo>
                <a:cubicBezTo>
                  <a:pt x="2" y="1"/>
                  <a:pt x="2" y="1"/>
                  <a:pt x="2" y="1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1" y="6"/>
                  <a:pt x="1" y="7"/>
                </a:cubicBezTo>
                <a:cubicBezTo>
                  <a:pt x="0" y="7"/>
                  <a:pt x="0" y="8"/>
                  <a:pt x="0" y="9"/>
                </a:cubicBezTo>
                <a:cubicBezTo>
                  <a:pt x="0" y="9"/>
                  <a:pt x="1" y="11"/>
                  <a:pt x="3" y="11"/>
                </a:cubicBezTo>
                <a:cubicBezTo>
                  <a:pt x="3" y="11"/>
                  <a:pt x="3" y="11"/>
                  <a:pt x="3" y="11"/>
                </a:cubicBezTo>
                <a:cubicBezTo>
                  <a:pt x="4" y="11"/>
                  <a:pt x="3" y="10"/>
                  <a:pt x="4" y="9"/>
                </a:cubicBezTo>
                <a:cubicBezTo>
                  <a:pt x="4" y="7"/>
                  <a:pt x="5" y="5"/>
                  <a:pt x="6" y="5"/>
                </a:cubicBezTo>
                <a:cubicBezTo>
                  <a:pt x="6" y="5"/>
                  <a:pt x="9" y="5"/>
                  <a:pt x="9" y="5"/>
                </a:cubicBezTo>
                <a:cubicBezTo>
                  <a:pt x="10" y="2"/>
                  <a:pt x="10" y="2"/>
                  <a:pt x="10" y="2"/>
                </a:cubicBezTo>
                <a:cubicBezTo>
                  <a:pt x="7" y="0"/>
                  <a:pt x="7" y="0"/>
                  <a:pt x="7" y="0"/>
                </a:cubicBezTo>
              </a:path>
            </a:pathLst>
          </a:custGeom>
          <a:solidFill>
            <a:srgbClr val="B7B9D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9" id="139"/>
          <p:cNvSpPr/>
          <p:nvPr/>
        </p:nvSpPr>
        <p:spPr>
          <a:xfrm>
            <a:off x="7879531" y="4745493"/>
            <a:ext cx="61402" cy="65895"/>
          </a:xfrm>
          <a:custGeom>
            <a:avLst/>
            <a:gdLst/>
            <a:ahLst/>
            <a:cxnLst/>
            <a:rect r="r" b="b" t="t" l="l"/>
            <a:pathLst>
              <a:path w="20" h="21" stroke="true" fill="norm" extrusionOk="true">
                <a:moveTo>
                  <a:pt x="5" y="3"/>
                </a:moveTo>
                <a:cubicBezTo>
                  <a:pt x="4" y="4"/>
                  <a:pt x="3" y="4"/>
                  <a:pt x="2" y="5"/>
                </a:cubicBezTo>
                <a:cubicBezTo>
                  <a:pt x="0" y="7"/>
                  <a:pt x="1" y="13"/>
                  <a:pt x="2" y="14"/>
                </a:cubicBezTo>
                <a:cubicBezTo>
                  <a:pt x="2" y="16"/>
                  <a:pt x="6" y="21"/>
                  <a:pt x="6" y="21"/>
                </a:cubicBezTo>
                <a:cubicBezTo>
                  <a:pt x="6" y="21"/>
                  <a:pt x="12" y="20"/>
                  <a:pt x="13" y="20"/>
                </a:cubicBezTo>
                <a:cubicBezTo>
                  <a:pt x="14" y="19"/>
                  <a:pt x="17" y="18"/>
                  <a:pt x="18" y="17"/>
                </a:cubicBezTo>
                <a:cubicBezTo>
                  <a:pt x="19" y="17"/>
                  <a:pt x="19" y="15"/>
                  <a:pt x="20" y="14"/>
                </a:cubicBezTo>
                <a:cubicBezTo>
                  <a:pt x="20" y="12"/>
                  <a:pt x="20" y="10"/>
                  <a:pt x="20" y="9"/>
                </a:cubicBezTo>
                <a:cubicBezTo>
                  <a:pt x="20" y="8"/>
                  <a:pt x="18" y="2"/>
                  <a:pt x="18" y="2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3" y="5"/>
                  <a:pt x="11" y="2"/>
                </a:cubicBezTo>
                <a:cubicBezTo>
                  <a:pt x="9" y="0"/>
                  <a:pt x="7" y="2"/>
                  <a:pt x="5" y="3"/>
                </a:cubicBezTo>
              </a:path>
            </a:pathLst>
          </a:custGeom>
          <a:solidFill>
            <a:srgbClr val="C7C9E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40" id="140"/>
          <p:cNvSpPr/>
          <p:nvPr/>
        </p:nvSpPr>
        <p:spPr>
          <a:xfrm>
            <a:off x="7882526" y="4754479"/>
            <a:ext cx="58407" cy="56909"/>
          </a:xfrm>
          <a:custGeom>
            <a:avLst/>
            <a:gdLst/>
            <a:ahLst/>
            <a:cxnLst/>
            <a:rect r="r" b="b" t="t" l="l"/>
            <a:pathLst>
              <a:path w="19" h="18" stroke="true" fill="norm" extrusionOk="true">
                <a:moveTo>
                  <a:pt x="4" y="0"/>
                </a:moveTo>
                <a:cubicBezTo>
                  <a:pt x="3" y="1"/>
                  <a:pt x="2" y="1"/>
                  <a:pt x="1" y="2"/>
                </a:cubicBezTo>
                <a:cubicBezTo>
                  <a:pt x="0" y="3"/>
                  <a:pt x="0" y="4"/>
                  <a:pt x="0" y="6"/>
                </a:cubicBezTo>
                <a:cubicBezTo>
                  <a:pt x="0" y="8"/>
                  <a:pt x="1" y="10"/>
                  <a:pt x="1" y="11"/>
                </a:cubicBezTo>
                <a:cubicBezTo>
                  <a:pt x="1" y="13"/>
                  <a:pt x="5" y="18"/>
                  <a:pt x="5" y="18"/>
                </a:cubicBezTo>
                <a:cubicBezTo>
                  <a:pt x="5" y="18"/>
                  <a:pt x="11" y="17"/>
                  <a:pt x="12" y="17"/>
                </a:cubicBezTo>
                <a:cubicBezTo>
                  <a:pt x="13" y="16"/>
                  <a:pt x="16" y="15"/>
                  <a:pt x="17" y="14"/>
                </a:cubicBezTo>
                <a:cubicBezTo>
                  <a:pt x="18" y="14"/>
                  <a:pt x="18" y="12"/>
                  <a:pt x="19" y="11"/>
                </a:cubicBezTo>
                <a:cubicBezTo>
                  <a:pt x="18" y="10"/>
                  <a:pt x="18" y="10"/>
                  <a:pt x="18" y="10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4" y="14"/>
                  <a:pt x="13" y="14"/>
                </a:cubicBezTo>
                <a:cubicBezTo>
                  <a:pt x="12" y="14"/>
                  <a:pt x="12" y="13"/>
                  <a:pt x="12" y="13"/>
                </a:cubicBezTo>
                <a:cubicBezTo>
                  <a:pt x="10" y="11"/>
                  <a:pt x="8" y="7"/>
                  <a:pt x="7" y="7"/>
                </a:cubicBezTo>
                <a:cubicBezTo>
                  <a:pt x="5" y="7"/>
                  <a:pt x="5" y="7"/>
                  <a:pt x="5" y="7"/>
                </a:cubicBezTo>
                <a:cubicBezTo>
                  <a:pt x="2" y="5"/>
                  <a:pt x="2" y="5"/>
                  <a:pt x="2" y="5"/>
                </a:cubicBezTo>
                <a:cubicBezTo>
                  <a:pt x="2" y="5"/>
                  <a:pt x="1" y="4"/>
                  <a:pt x="2" y="3"/>
                </a:cubicBezTo>
                <a:cubicBezTo>
                  <a:pt x="2" y="3"/>
                  <a:pt x="4" y="0"/>
                  <a:pt x="4" y="0"/>
                </a:cubicBezTo>
              </a:path>
            </a:pathLst>
          </a:custGeom>
          <a:solidFill>
            <a:srgbClr val="C0C2D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41" id="141"/>
          <p:cNvSpPr/>
          <p:nvPr/>
        </p:nvSpPr>
        <p:spPr>
          <a:xfrm>
            <a:off x="7897502" y="4751483"/>
            <a:ext cx="37441" cy="22465"/>
          </a:xfrm>
          <a:custGeom>
            <a:avLst/>
            <a:gdLst/>
            <a:ahLst/>
            <a:cxnLst/>
            <a:rect r="r" b="b" t="t" l="l"/>
            <a:pathLst>
              <a:path w="12" h="7" stroke="true" fill="norm" extrusionOk="true">
                <a:moveTo>
                  <a:pt x="2" y="0"/>
                </a:moveTo>
                <a:cubicBezTo>
                  <a:pt x="2" y="0"/>
                  <a:pt x="1" y="0"/>
                  <a:pt x="1" y="0"/>
                </a:cubicBezTo>
                <a:cubicBezTo>
                  <a:pt x="1" y="0"/>
                  <a:pt x="0" y="3"/>
                  <a:pt x="0" y="4"/>
                </a:cubicBezTo>
                <a:cubicBezTo>
                  <a:pt x="0" y="4"/>
                  <a:pt x="0" y="4"/>
                  <a:pt x="1" y="4"/>
                </a:cubicBezTo>
                <a:cubicBezTo>
                  <a:pt x="1" y="4"/>
                  <a:pt x="2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5" y="4"/>
                  <a:pt x="6" y="5"/>
                  <a:pt x="7" y="5"/>
                </a:cubicBezTo>
                <a:cubicBezTo>
                  <a:pt x="7" y="5"/>
                  <a:pt x="8" y="7"/>
                  <a:pt x="8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2" y="4"/>
                  <a:pt x="12" y="4"/>
                  <a:pt x="12" y="4"/>
                </a:cubicBezTo>
                <a:cubicBezTo>
                  <a:pt x="11" y="2"/>
                  <a:pt x="11" y="2"/>
                  <a:pt x="11" y="2"/>
                </a:cubicBezTo>
                <a:cubicBezTo>
                  <a:pt x="9" y="0"/>
                  <a:pt x="9" y="0"/>
                  <a:pt x="9" y="0"/>
                </a:cubicBezTo>
                <a:cubicBezTo>
                  <a:pt x="8" y="3"/>
                  <a:pt x="8" y="3"/>
                  <a:pt x="8" y="3"/>
                </a:cubicBezTo>
                <a:cubicBezTo>
                  <a:pt x="8" y="3"/>
                  <a:pt x="4" y="1"/>
                  <a:pt x="4" y="1"/>
                </a:cubicBezTo>
                <a:cubicBezTo>
                  <a:pt x="3" y="0"/>
                  <a:pt x="3" y="0"/>
                  <a:pt x="2" y="0"/>
                </a:cubicBezTo>
              </a:path>
            </a:pathLst>
          </a:custGeom>
          <a:solidFill>
            <a:srgbClr val="B7B9D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42" id="142"/>
          <p:cNvSpPr/>
          <p:nvPr/>
        </p:nvSpPr>
        <p:spPr>
          <a:xfrm>
            <a:off x="7750737" y="4480415"/>
            <a:ext cx="330972" cy="404354"/>
          </a:xfrm>
          <a:custGeom>
            <a:avLst/>
            <a:gdLst/>
            <a:ahLst/>
            <a:cxnLst/>
            <a:rect r="r" b="b" t="t" l="l"/>
            <a:pathLst>
              <a:path w="221" h="270" stroke="true" fill="norm" extrusionOk="true">
                <a:moveTo>
                  <a:pt x="196" y="270"/>
                </a:moveTo>
                <a:lnTo>
                  <a:pt x="25" y="270"/>
                </a:lnTo>
                <a:lnTo>
                  <a:pt x="0" y="0"/>
                </a:lnTo>
                <a:lnTo>
                  <a:pt x="221" y="0"/>
                </a:lnTo>
                <a:lnTo>
                  <a:pt x="219" y="4"/>
                </a:lnTo>
                <a:lnTo>
                  <a:pt x="196" y="270"/>
                </a:lnTo>
                <a:close/>
                <a:moveTo>
                  <a:pt x="30" y="266"/>
                </a:moveTo>
                <a:lnTo>
                  <a:pt x="192" y="266"/>
                </a:lnTo>
                <a:lnTo>
                  <a:pt x="215" y="4"/>
                </a:lnTo>
                <a:lnTo>
                  <a:pt x="5" y="4"/>
                </a:lnTo>
                <a:lnTo>
                  <a:pt x="30" y="266"/>
                </a:lnTo>
                <a:close/>
              </a:path>
            </a:pathLst>
          </a:cu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3" id="143"/>
          <p:cNvSpPr/>
          <p:nvPr/>
        </p:nvSpPr>
        <p:spPr>
          <a:xfrm>
            <a:off x="7735760" y="4471430"/>
            <a:ext cx="357929" cy="28455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4" id="144"/>
          <p:cNvSpPr/>
          <p:nvPr/>
        </p:nvSpPr>
        <p:spPr>
          <a:xfrm>
            <a:off x="7913975" y="4490900"/>
            <a:ext cx="5991" cy="390876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45" id="145"/>
          <p:cNvSpPr/>
          <p:nvPr/>
        </p:nvSpPr>
        <p:spPr>
          <a:xfrm>
            <a:off x="7822622" y="4490900"/>
            <a:ext cx="31450" cy="390876"/>
          </a:xfrm>
          <a:custGeom>
            <a:avLst/>
            <a:gdLst/>
            <a:ahLst/>
            <a:cxnLst/>
            <a:rect r="r" b="b" t="t" l="l"/>
            <a:pathLst>
              <a:path w="21" h="261" stroke="true" fill="norm" extrusionOk="true">
                <a:moveTo>
                  <a:pt x="17" y="261"/>
                </a:moveTo>
                <a:lnTo>
                  <a:pt x="0" y="0"/>
                </a:lnTo>
                <a:lnTo>
                  <a:pt x="4" y="0"/>
                </a:lnTo>
                <a:lnTo>
                  <a:pt x="21" y="261"/>
                </a:lnTo>
                <a:lnTo>
                  <a:pt x="17" y="261"/>
                </a:lnTo>
                <a:close/>
              </a:path>
            </a:pathLst>
          </a:cu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46" id="146"/>
          <p:cNvSpPr/>
          <p:nvPr/>
        </p:nvSpPr>
        <p:spPr>
          <a:xfrm>
            <a:off x="7972383" y="4490900"/>
            <a:ext cx="31450" cy="390876"/>
          </a:xfrm>
          <a:custGeom>
            <a:avLst/>
            <a:gdLst/>
            <a:ahLst/>
            <a:cxnLst/>
            <a:rect r="r" b="b" t="t" l="l"/>
            <a:pathLst>
              <a:path w="21" h="261" stroke="true" fill="norm" extrusionOk="true">
                <a:moveTo>
                  <a:pt x="4" y="261"/>
                </a:moveTo>
                <a:lnTo>
                  <a:pt x="0" y="261"/>
                </a:lnTo>
                <a:lnTo>
                  <a:pt x="17" y="0"/>
                </a:lnTo>
                <a:lnTo>
                  <a:pt x="21" y="0"/>
                </a:lnTo>
                <a:lnTo>
                  <a:pt x="4" y="261"/>
                </a:lnTo>
                <a:close/>
              </a:path>
            </a:pathLst>
          </a:cu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7" id="147"/>
          <p:cNvSpPr/>
          <p:nvPr/>
        </p:nvSpPr>
        <p:spPr>
          <a:xfrm>
            <a:off x="7764215" y="4567277"/>
            <a:ext cx="305512" cy="7488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8" id="148"/>
          <p:cNvSpPr/>
          <p:nvPr/>
        </p:nvSpPr>
        <p:spPr>
          <a:xfrm>
            <a:off x="7770205" y="4655636"/>
            <a:ext cx="289039" cy="5991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9" id="149"/>
          <p:cNvSpPr/>
          <p:nvPr/>
        </p:nvSpPr>
        <p:spPr>
          <a:xfrm>
            <a:off x="7779191" y="4739502"/>
            <a:ext cx="274063" cy="5991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50" id="150"/>
          <p:cNvSpPr/>
          <p:nvPr/>
        </p:nvSpPr>
        <p:spPr>
          <a:xfrm>
            <a:off x="7785181" y="4826364"/>
            <a:ext cx="259087" cy="5991"/>
          </a:xfrm>
          <a:prstGeom prst="rect">
            <a:avLst/>
          </a:pr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1" id="151"/>
          <p:cNvSpPr/>
          <p:nvPr/>
        </p:nvSpPr>
        <p:spPr>
          <a:xfrm>
            <a:off x="8062239" y="4866798"/>
            <a:ext cx="62899" cy="61402"/>
          </a:xfrm>
          <a:custGeom>
            <a:avLst/>
            <a:gdLst/>
            <a:ahLst/>
            <a:cxnLst/>
            <a:rect r="r" b="b" t="t" l="l"/>
            <a:pathLst>
              <a:path w="20" h="20" stroke="true" fill="norm" extrusionOk="true">
                <a:moveTo>
                  <a:pt x="3" y="15"/>
                </a:moveTo>
                <a:cubicBezTo>
                  <a:pt x="3" y="16"/>
                  <a:pt x="4" y="17"/>
                  <a:pt x="4" y="17"/>
                </a:cubicBezTo>
                <a:cubicBezTo>
                  <a:pt x="5" y="20"/>
                  <a:pt x="12" y="19"/>
                  <a:pt x="13" y="19"/>
                </a:cubicBezTo>
                <a:cubicBezTo>
                  <a:pt x="15" y="18"/>
                  <a:pt x="20" y="15"/>
                  <a:pt x="20" y="15"/>
                </a:cubicBezTo>
                <a:cubicBezTo>
                  <a:pt x="20" y="15"/>
                  <a:pt x="20" y="9"/>
                  <a:pt x="20" y="8"/>
                </a:cubicBezTo>
                <a:cubicBezTo>
                  <a:pt x="19" y="7"/>
                  <a:pt x="18" y="4"/>
                  <a:pt x="18" y="3"/>
                </a:cubicBezTo>
                <a:cubicBezTo>
                  <a:pt x="17" y="2"/>
                  <a:pt x="16" y="2"/>
                  <a:pt x="14" y="1"/>
                </a:cubicBezTo>
                <a:cubicBezTo>
                  <a:pt x="13" y="1"/>
                  <a:pt x="11" y="0"/>
                  <a:pt x="10" y="0"/>
                </a:cubicBezTo>
                <a:cubicBezTo>
                  <a:pt x="8" y="0"/>
                  <a:pt x="3" y="2"/>
                  <a:pt x="3" y="2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5" y="7"/>
                  <a:pt x="2" y="9"/>
                </a:cubicBezTo>
                <a:cubicBezTo>
                  <a:pt x="0" y="10"/>
                  <a:pt x="1" y="13"/>
                  <a:pt x="3" y="15"/>
                </a:cubicBezTo>
              </a:path>
            </a:pathLst>
          </a:custGeom>
          <a:solidFill>
            <a:srgbClr val="C7C9E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2" id="152"/>
          <p:cNvSpPr/>
          <p:nvPr/>
        </p:nvSpPr>
        <p:spPr>
          <a:xfrm>
            <a:off x="8072722" y="4869794"/>
            <a:ext cx="52417" cy="55412"/>
          </a:xfrm>
          <a:custGeom>
            <a:avLst/>
            <a:gdLst/>
            <a:ahLst/>
            <a:cxnLst/>
            <a:rect r="r" b="b" t="t" l="l"/>
            <a:pathLst>
              <a:path w="17" h="18" stroke="true" fill="norm" extrusionOk="true">
                <a:moveTo>
                  <a:pt x="11" y="0"/>
                </a:moveTo>
                <a:cubicBezTo>
                  <a:pt x="11" y="0"/>
                  <a:pt x="11" y="0"/>
                  <a:pt x="11" y="0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4"/>
                  <a:pt x="15" y="6"/>
                  <a:pt x="13" y="7"/>
                </a:cubicBezTo>
                <a:cubicBezTo>
                  <a:pt x="11" y="8"/>
                  <a:pt x="7" y="11"/>
                  <a:pt x="7" y="11"/>
                </a:cubicBezTo>
                <a:cubicBezTo>
                  <a:pt x="6" y="14"/>
                  <a:pt x="6" y="14"/>
                  <a:pt x="6" y="14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3" y="17"/>
                  <a:pt x="2" y="16"/>
                </a:cubicBezTo>
                <a:cubicBezTo>
                  <a:pt x="2" y="16"/>
                  <a:pt x="0" y="14"/>
                  <a:pt x="0" y="14"/>
                </a:cubicBezTo>
                <a:cubicBezTo>
                  <a:pt x="0" y="15"/>
                  <a:pt x="1" y="16"/>
                  <a:pt x="1" y="16"/>
                </a:cubicBezTo>
                <a:cubicBezTo>
                  <a:pt x="2" y="18"/>
                  <a:pt x="4" y="18"/>
                  <a:pt x="6" y="18"/>
                </a:cubicBezTo>
                <a:cubicBezTo>
                  <a:pt x="8" y="18"/>
                  <a:pt x="10" y="18"/>
                  <a:pt x="10" y="18"/>
                </a:cubicBezTo>
                <a:cubicBezTo>
                  <a:pt x="12" y="17"/>
                  <a:pt x="17" y="14"/>
                  <a:pt x="17" y="14"/>
                </a:cubicBezTo>
                <a:cubicBezTo>
                  <a:pt x="17" y="14"/>
                  <a:pt x="17" y="11"/>
                  <a:pt x="17" y="9"/>
                </a:cubicBezTo>
                <a:cubicBezTo>
                  <a:pt x="17" y="8"/>
                  <a:pt x="17" y="7"/>
                  <a:pt x="17" y="7"/>
                </a:cubicBezTo>
                <a:cubicBezTo>
                  <a:pt x="16" y="6"/>
                  <a:pt x="16" y="5"/>
                  <a:pt x="16" y="5"/>
                </a:cubicBezTo>
                <a:cubicBezTo>
                  <a:pt x="15" y="3"/>
                  <a:pt x="15" y="2"/>
                  <a:pt x="15" y="2"/>
                </a:cubicBezTo>
                <a:cubicBezTo>
                  <a:pt x="14" y="1"/>
                  <a:pt x="13" y="1"/>
                  <a:pt x="11" y="0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C0C2D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3" id="153"/>
          <p:cNvSpPr/>
          <p:nvPr/>
        </p:nvSpPr>
        <p:spPr>
          <a:xfrm>
            <a:off x="8069727" y="4872789"/>
            <a:ext cx="23961" cy="37441"/>
          </a:xfrm>
          <a:custGeom>
            <a:avLst/>
            <a:gdLst/>
            <a:ahLst/>
            <a:cxnLst/>
            <a:rect r="r" b="b" t="t" l="l"/>
            <a:pathLst>
              <a:path w="8" h="12" stroke="true" fill="norm" extrusionOk="true">
                <a:moveTo>
                  <a:pt x="4" y="0"/>
                </a:moveTo>
                <a:cubicBezTo>
                  <a:pt x="2" y="1"/>
                  <a:pt x="2" y="1"/>
                  <a:pt x="2" y="1"/>
                </a:cubicBezTo>
                <a:cubicBezTo>
                  <a:pt x="1" y="3"/>
                  <a:pt x="1" y="3"/>
                  <a:pt x="1" y="3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1" y="8"/>
                  <a:pt x="0" y="8"/>
                </a:cubicBezTo>
                <a:cubicBezTo>
                  <a:pt x="0" y="8"/>
                  <a:pt x="0" y="10"/>
                  <a:pt x="0" y="10"/>
                </a:cubicBezTo>
                <a:cubicBezTo>
                  <a:pt x="0" y="10"/>
                  <a:pt x="2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4" y="12"/>
                  <a:pt x="4" y="11"/>
                  <a:pt x="4" y="9"/>
                </a:cubicBezTo>
                <a:cubicBezTo>
                  <a:pt x="3" y="8"/>
                  <a:pt x="4" y="6"/>
                  <a:pt x="5" y="5"/>
                </a:cubicBezTo>
                <a:cubicBezTo>
                  <a:pt x="5" y="5"/>
                  <a:pt x="7" y="4"/>
                  <a:pt x="7" y="4"/>
                </a:cubicBezTo>
                <a:cubicBezTo>
                  <a:pt x="8" y="2"/>
                  <a:pt x="8" y="2"/>
                  <a:pt x="8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B7B9D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4" id="154"/>
          <p:cNvSpPr/>
          <p:nvPr/>
        </p:nvSpPr>
        <p:spPr>
          <a:xfrm>
            <a:off x="7720785" y="4898249"/>
            <a:ext cx="61402" cy="46426"/>
          </a:xfrm>
          <a:custGeom>
            <a:avLst/>
            <a:gdLst/>
            <a:ahLst/>
            <a:cxnLst/>
            <a:rect r="r" b="b" t="t" l="l"/>
            <a:pathLst>
              <a:path w="20" h="15" stroke="true" fill="norm" extrusionOk="true">
                <a:moveTo>
                  <a:pt x="1" y="9"/>
                </a:moveTo>
                <a:cubicBezTo>
                  <a:pt x="1" y="10"/>
                  <a:pt x="1" y="10"/>
                  <a:pt x="2" y="11"/>
                </a:cubicBezTo>
                <a:cubicBezTo>
                  <a:pt x="2" y="13"/>
                  <a:pt x="8" y="15"/>
                  <a:pt x="10" y="15"/>
                </a:cubicBezTo>
                <a:cubicBezTo>
                  <a:pt x="12" y="15"/>
                  <a:pt x="18" y="14"/>
                  <a:pt x="18" y="14"/>
                </a:cubicBezTo>
                <a:cubicBezTo>
                  <a:pt x="18" y="14"/>
                  <a:pt x="19" y="9"/>
                  <a:pt x="20" y="9"/>
                </a:cubicBezTo>
                <a:cubicBezTo>
                  <a:pt x="20" y="8"/>
                  <a:pt x="20" y="5"/>
                  <a:pt x="19" y="4"/>
                </a:cubicBezTo>
                <a:cubicBezTo>
                  <a:pt x="19" y="4"/>
                  <a:pt x="18" y="3"/>
                  <a:pt x="16" y="2"/>
                </a:cubicBezTo>
                <a:cubicBezTo>
                  <a:pt x="15" y="1"/>
                  <a:pt x="14" y="1"/>
                  <a:pt x="13" y="0"/>
                </a:cubicBezTo>
                <a:cubicBezTo>
                  <a:pt x="11" y="0"/>
                  <a:pt x="5" y="0"/>
                  <a:pt x="5" y="0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6" y="4"/>
                  <a:pt x="3" y="4"/>
                </a:cubicBezTo>
                <a:cubicBezTo>
                  <a:pt x="0" y="5"/>
                  <a:pt x="0" y="7"/>
                  <a:pt x="1" y="9"/>
                </a:cubicBezTo>
              </a:path>
            </a:pathLst>
          </a:custGeom>
          <a:solidFill>
            <a:srgbClr val="C7C9E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5" id="155"/>
          <p:cNvSpPr/>
          <p:nvPr/>
        </p:nvSpPr>
        <p:spPr>
          <a:xfrm>
            <a:off x="7723780" y="4904240"/>
            <a:ext cx="58407" cy="40435"/>
          </a:xfrm>
          <a:custGeom>
            <a:avLst/>
            <a:gdLst/>
            <a:ahLst/>
            <a:cxnLst/>
            <a:rect r="r" b="b" t="t" l="l"/>
            <a:pathLst>
              <a:path w="19" h="13" stroke="true" fill="norm" extrusionOk="true">
                <a:moveTo>
                  <a:pt x="15" y="0"/>
                </a:moveTo>
                <a:cubicBezTo>
                  <a:pt x="15" y="0"/>
                  <a:pt x="15" y="0"/>
                  <a:pt x="15" y="0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3"/>
                  <a:pt x="17" y="6"/>
                  <a:pt x="15" y="6"/>
                </a:cubicBezTo>
                <a:cubicBezTo>
                  <a:pt x="12" y="6"/>
                  <a:pt x="8" y="7"/>
                  <a:pt x="8" y="7"/>
                </a:cubicBezTo>
                <a:cubicBezTo>
                  <a:pt x="7" y="9"/>
                  <a:pt x="7" y="9"/>
                  <a:pt x="7" y="9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10"/>
                  <a:pt x="3" y="10"/>
                  <a:pt x="2" y="9"/>
                </a:cubicBezTo>
                <a:cubicBezTo>
                  <a:pt x="1" y="9"/>
                  <a:pt x="0" y="7"/>
                  <a:pt x="0" y="7"/>
                </a:cubicBezTo>
                <a:cubicBezTo>
                  <a:pt x="0" y="8"/>
                  <a:pt x="0" y="8"/>
                  <a:pt x="1" y="9"/>
                </a:cubicBezTo>
                <a:cubicBezTo>
                  <a:pt x="1" y="11"/>
                  <a:pt x="7" y="13"/>
                  <a:pt x="9" y="13"/>
                </a:cubicBezTo>
                <a:cubicBezTo>
                  <a:pt x="9" y="13"/>
                  <a:pt x="9" y="13"/>
                  <a:pt x="10" y="13"/>
                </a:cubicBezTo>
                <a:cubicBezTo>
                  <a:pt x="12" y="13"/>
                  <a:pt x="17" y="12"/>
                  <a:pt x="17" y="12"/>
                </a:cubicBezTo>
                <a:cubicBezTo>
                  <a:pt x="17" y="12"/>
                  <a:pt x="18" y="7"/>
                  <a:pt x="19" y="7"/>
                </a:cubicBezTo>
                <a:cubicBezTo>
                  <a:pt x="19" y="6"/>
                  <a:pt x="19" y="6"/>
                  <a:pt x="19" y="5"/>
                </a:cubicBezTo>
                <a:cubicBezTo>
                  <a:pt x="19" y="4"/>
                  <a:pt x="19" y="3"/>
                  <a:pt x="18" y="2"/>
                </a:cubicBezTo>
                <a:cubicBezTo>
                  <a:pt x="18" y="2"/>
                  <a:pt x="17" y="1"/>
                  <a:pt x="15" y="0"/>
                </a:cubicBezTo>
                <a:cubicBezTo>
                  <a:pt x="15" y="0"/>
                  <a:pt x="15" y="0"/>
                  <a:pt x="15" y="0"/>
                </a:cubicBezTo>
              </a:path>
            </a:pathLst>
          </a:custGeom>
          <a:solidFill>
            <a:srgbClr val="C0C2D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6" id="156"/>
          <p:cNvSpPr/>
          <p:nvPr/>
        </p:nvSpPr>
        <p:spPr>
          <a:xfrm>
            <a:off x="7723780" y="4901244"/>
            <a:ext cx="31450" cy="23961"/>
          </a:xfrm>
          <a:custGeom>
            <a:avLst/>
            <a:gdLst/>
            <a:ahLst/>
            <a:cxnLst/>
            <a:rect r="r" b="b" t="t" l="l"/>
            <a:pathLst>
              <a:path w="10" h="8" stroke="true" fill="norm" extrusionOk="true">
                <a:moveTo>
                  <a:pt x="8" y="0"/>
                </a:moveTo>
                <a:cubicBezTo>
                  <a:pt x="5" y="0"/>
                  <a:pt x="5" y="0"/>
                  <a:pt x="5" y="0"/>
                </a:cubicBezTo>
                <a:cubicBezTo>
                  <a:pt x="3" y="1"/>
                  <a:pt x="3" y="1"/>
                  <a:pt x="3" y="1"/>
                </a:cubicBezTo>
                <a:cubicBezTo>
                  <a:pt x="5" y="2"/>
                  <a:pt x="5" y="2"/>
                  <a:pt x="5" y="2"/>
                </a:cubicBezTo>
                <a:cubicBezTo>
                  <a:pt x="5" y="2"/>
                  <a:pt x="2" y="4"/>
                  <a:pt x="1" y="4"/>
                </a:cubicBezTo>
                <a:cubicBezTo>
                  <a:pt x="1" y="4"/>
                  <a:pt x="0" y="6"/>
                  <a:pt x="0" y="6"/>
                </a:cubicBezTo>
                <a:cubicBezTo>
                  <a:pt x="0" y="6"/>
                  <a:pt x="2" y="8"/>
                  <a:pt x="3" y="8"/>
                </a:cubicBezTo>
                <a:cubicBezTo>
                  <a:pt x="3" y="8"/>
                  <a:pt x="3" y="8"/>
                  <a:pt x="3" y="8"/>
                </a:cubicBezTo>
                <a:cubicBezTo>
                  <a:pt x="4" y="8"/>
                  <a:pt x="4" y="7"/>
                  <a:pt x="4" y="6"/>
                </a:cubicBezTo>
                <a:cubicBezTo>
                  <a:pt x="4" y="5"/>
                  <a:pt x="6" y="4"/>
                  <a:pt x="7" y="4"/>
                </a:cubicBezTo>
                <a:cubicBezTo>
                  <a:pt x="7" y="3"/>
                  <a:pt x="8" y="3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10" y="2"/>
                  <a:pt x="10" y="2"/>
                  <a:pt x="10" y="2"/>
                </a:cubicBezTo>
                <a:cubicBezTo>
                  <a:pt x="8" y="0"/>
                  <a:pt x="8" y="0"/>
                  <a:pt x="8" y="0"/>
                </a:cubicBezTo>
              </a:path>
            </a:pathLst>
          </a:custGeom>
          <a:solidFill>
            <a:srgbClr val="B7B9D7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7" id="157"/>
          <p:cNvSpPr/>
          <p:nvPr/>
        </p:nvSpPr>
        <p:spPr>
          <a:xfrm>
            <a:off x="7424258" y="3149042"/>
            <a:ext cx="161742" cy="149761"/>
          </a:xfrm>
          <a:custGeom>
            <a:avLst/>
            <a:gdLst/>
            <a:ahLst/>
            <a:cxnLst/>
            <a:rect r="r" b="b" t="t" l="l"/>
            <a:pathLst>
              <a:path w="52" h="48" stroke="true" fill="norm" extrusionOk="true">
                <a:moveTo>
                  <a:pt x="42" y="0"/>
                </a:moveTo>
                <a:cubicBezTo>
                  <a:pt x="42" y="0"/>
                  <a:pt x="43" y="35"/>
                  <a:pt x="52" y="42"/>
                </a:cubicBezTo>
                <a:cubicBezTo>
                  <a:pt x="26" y="43"/>
                  <a:pt x="0" y="48"/>
                  <a:pt x="0" y="48"/>
                </a:cubicBezTo>
                <a:cubicBezTo>
                  <a:pt x="0" y="48"/>
                  <a:pt x="13" y="36"/>
                  <a:pt x="10" y="12"/>
                </a:cubicBezTo>
                <a:cubicBezTo>
                  <a:pt x="18" y="1"/>
                  <a:pt x="42" y="0"/>
                  <a:pt x="42" y="0"/>
                </a:cubicBezTo>
                <a:close/>
              </a:path>
            </a:pathLst>
          </a:custGeom>
          <a:solidFill>
            <a:srgbClr val="F1B9A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8" id="158"/>
          <p:cNvSpPr/>
          <p:nvPr/>
        </p:nvSpPr>
        <p:spPr>
          <a:xfrm>
            <a:off x="7268507" y="2822564"/>
            <a:ext cx="404354" cy="351938"/>
          </a:xfrm>
          <a:custGeom>
            <a:avLst/>
            <a:gdLst/>
            <a:ahLst/>
            <a:cxnLst/>
            <a:rect r="r" b="b" t="t" l="l"/>
            <a:pathLst>
              <a:path w="130" h="113" stroke="true" fill="norm" extrusionOk="true">
                <a:moveTo>
                  <a:pt x="18" y="68"/>
                </a:moveTo>
                <a:cubicBezTo>
                  <a:pt x="18" y="68"/>
                  <a:pt x="14" y="69"/>
                  <a:pt x="10" y="68"/>
                </a:cubicBezTo>
                <a:cubicBezTo>
                  <a:pt x="5" y="68"/>
                  <a:pt x="0" y="8"/>
                  <a:pt x="54" y="2"/>
                </a:cubicBezTo>
                <a:cubicBezTo>
                  <a:pt x="79" y="0"/>
                  <a:pt x="105" y="6"/>
                  <a:pt x="117" y="32"/>
                </a:cubicBezTo>
                <a:cubicBezTo>
                  <a:pt x="130" y="57"/>
                  <a:pt x="124" y="95"/>
                  <a:pt x="93" y="104"/>
                </a:cubicBezTo>
                <a:cubicBezTo>
                  <a:pt x="63" y="113"/>
                  <a:pt x="18" y="68"/>
                  <a:pt x="18" y="6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59" id="159"/>
          <p:cNvSpPr/>
          <p:nvPr/>
        </p:nvSpPr>
        <p:spPr>
          <a:xfrm>
            <a:off x="7325416" y="2996286"/>
            <a:ext cx="289039" cy="215655"/>
          </a:xfrm>
          <a:custGeom>
            <a:avLst/>
            <a:gdLst/>
            <a:ahLst/>
            <a:cxnLst/>
            <a:rect r="r" b="b" t="t" l="l"/>
            <a:pathLst>
              <a:path w="93" h="69" stroke="true" fill="norm" extrusionOk="true">
                <a:moveTo>
                  <a:pt x="0" y="12"/>
                </a:moveTo>
                <a:cubicBezTo>
                  <a:pt x="0" y="12"/>
                  <a:pt x="2" y="69"/>
                  <a:pt x="48" y="65"/>
                </a:cubicBezTo>
                <a:cubicBezTo>
                  <a:pt x="64" y="63"/>
                  <a:pt x="77" y="50"/>
                  <a:pt x="80" y="39"/>
                </a:cubicBezTo>
                <a:cubicBezTo>
                  <a:pt x="85" y="37"/>
                  <a:pt x="93" y="23"/>
                  <a:pt x="82" y="18"/>
                </a:cubicBezTo>
                <a:cubicBezTo>
                  <a:pt x="74" y="15"/>
                  <a:pt x="68" y="19"/>
                  <a:pt x="68" y="26"/>
                </a:cubicBezTo>
                <a:cubicBezTo>
                  <a:pt x="64" y="19"/>
                  <a:pt x="60" y="7"/>
                  <a:pt x="60" y="0"/>
                </a:cubicBezTo>
                <a:cubicBezTo>
                  <a:pt x="52" y="7"/>
                  <a:pt x="30" y="13"/>
                  <a:pt x="0" y="12"/>
                </a:cubicBezTo>
                <a:close/>
              </a:path>
            </a:pathLst>
          </a:custGeom>
          <a:solidFill>
            <a:srgbClr val="F1B9A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0" id="160"/>
          <p:cNvSpPr/>
          <p:nvPr/>
        </p:nvSpPr>
        <p:spPr>
          <a:xfrm>
            <a:off x="7502134" y="2732707"/>
            <a:ext cx="187202" cy="152756"/>
          </a:xfrm>
          <a:custGeom>
            <a:avLst/>
            <a:gdLst/>
            <a:ahLst/>
            <a:cxnLst/>
            <a:rect r="r" b="b" t="t" l="l"/>
            <a:pathLst>
              <a:path w="60" h="49" stroke="true" fill="norm" extrusionOk="true">
                <a:moveTo>
                  <a:pt x="11" y="38"/>
                </a:moveTo>
                <a:cubicBezTo>
                  <a:pt x="11" y="38"/>
                  <a:pt x="0" y="18"/>
                  <a:pt x="17" y="7"/>
                </a:cubicBezTo>
                <a:cubicBezTo>
                  <a:pt x="28" y="0"/>
                  <a:pt x="60" y="3"/>
                  <a:pt x="59" y="21"/>
                </a:cubicBezTo>
                <a:cubicBezTo>
                  <a:pt x="58" y="39"/>
                  <a:pt x="39" y="49"/>
                  <a:pt x="18" y="43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1" id="161"/>
          <p:cNvSpPr/>
          <p:nvPr/>
        </p:nvSpPr>
        <p:spPr>
          <a:xfrm>
            <a:off x="7514114" y="2732707"/>
            <a:ext cx="149761" cy="127297"/>
          </a:xfrm>
          <a:custGeom>
            <a:avLst/>
            <a:gdLst/>
            <a:ahLst/>
            <a:cxnLst/>
            <a:rect r="r" b="b" t="t" l="l"/>
            <a:pathLst>
              <a:path w="48" h="41" stroke="true" fill="norm" extrusionOk="true">
                <a:moveTo>
                  <a:pt x="9" y="41"/>
                </a:moveTo>
                <a:cubicBezTo>
                  <a:pt x="4" y="36"/>
                  <a:pt x="0" y="30"/>
                  <a:pt x="0" y="23"/>
                </a:cubicBezTo>
                <a:cubicBezTo>
                  <a:pt x="0" y="16"/>
                  <a:pt x="5" y="9"/>
                  <a:pt x="10" y="6"/>
                </a:cubicBezTo>
                <a:cubicBezTo>
                  <a:pt x="16" y="2"/>
                  <a:pt x="23" y="0"/>
                  <a:pt x="30" y="1"/>
                </a:cubicBezTo>
                <a:cubicBezTo>
                  <a:pt x="37" y="1"/>
                  <a:pt x="44" y="3"/>
                  <a:pt x="48" y="8"/>
                </a:cubicBezTo>
                <a:cubicBezTo>
                  <a:pt x="46" y="6"/>
                  <a:pt x="43" y="5"/>
                  <a:pt x="39" y="4"/>
                </a:cubicBezTo>
                <a:cubicBezTo>
                  <a:pt x="36" y="3"/>
                  <a:pt x="33" y="3"/>
                  <a:pt x="30" y="3"/>
                </a:cubicBezTo>
                <a:cubicBezTo>
                  <a:pt x="24" y="3"/>
                  <a:pt x="17" y="5"/>
                  <a:pt x="12" y="8"/>
                </a:cubicBezTo>
                <a:cubicBezTo>
                  <a:pt x="7" y="11"/>
                  <a:pt x="3" y="17"/>
                  <a:pt x="3" y="23"/>
                </a:cubicBezTo>
                <a:cubicBezTo>
                  <a:pt x="2" y="26"/>
                  <a:pt x="3" y="29"/>
                  <a:pt x="4" y="32"/>
                </a:cubicBezTo>
                <a:cubicBezTo>
                  <a:pt x="5" y="35"/>
                  <a:pt x="7" y="38"/>
                  <a:pt x="9" y="4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2" id="162"/>
          <p:cNvSpPr/>
          <p:nvPr/>
        </p:nvSpPr>
        <p:spPr>
          <a:xfrm>
            <a:off x="7455707" y="3158028"/>
            <a:ext cx="92851" cy="77876"/>
          </a:xfrm>
          <a:custGeom>
            <a:avLst/>
            <a:gdLst/>
            <a:ahLst/>
            <a:cxnLst/>
            <a:rect r="r" b="b" t="t" l="l"/>
            <a:pathLst>
              <a:path w="30" h="25" stroke="true" fill="norm" extrusionOk="true">
                <a:moveTo>
                  <a:pt x="0" y="13"/>
                </a:moveTo>
                <a:cubicBezTo>
                  <a:pt x="0" y="13"/>
                  <a:pt x="17" y="15"/>
                  <a:pt x="30" y="0"/>
                </a:cubicBezTo>
                <a:cubicBezTo>
                  <a:pt x="26" y="7"/>
                  <a:pt x="18" y="19"/>
                  <a:pt x="0" y="25"/>
                </a:cubicBezTo>
                <a:cubicBezTo>
                  <a:pt x="0" y="21"/>
                  <a:pt x="0" y="13"/>
                  <a:pt x="0" y="13"/>
                </a:cubicBezTo>
                <a:close/>
              </a:path>
            </a:pathLst>
          </a:custGeom>
          <a:solidFill>
            <a:srgbClr val="C48066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3" id="163"/>
          <p:cNvSpPr/>
          <p:nvPr/>
        </p:nvSpPr>
        <p:spPr>
          <a:xfrm>
            <a:off x="6738354" y="3563879"/>
            <a:ext cx="359426" cy="416335"/>
          </a:xfrm>
          <a:custGeom>
            <a:avLst/>
            <a:gdLst/>
            <a:ahLst/>
            <a:cxnLst/>
            <a:rect r="r" b="b" t="t" l="l"/>
            <a:pathLst>
              <a:path w="240" h="278" stroke="true" fill="norm" extrusionOk="true">
                <a:moveTo>
                  <a:pt x="115" y="0"/>
                </a:moveTo>
                <a:lnTo>
                  <a:pt x="0" y="85"/>
                </a:lnTo>
                <a:lnTo>
                  <a:pt x="123" y="278"/>
                </a:lnTo>
                <a:lnTo>
                  <a:pt x="240" y="195"/>
                </a:lnTo>
                <a:lnTo>
                  <a:pt x="115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4" id="164"/>
          <p:cNvSpPr/>
          <p:nvPr/>
        </p:nvSpPr>
        <p:spPr>
          <a:xfrm>
            <a:off x="6738354" y="3563879"/>
            <a:ext cx="359426" cy="416335"/>
          </a:xfrm>
          <a:custGeom>
            <a:avLst/>
            <a:gdLst/>
            <a:ahLst/>
            <a:cxnLst/>
            <a:rect r="r" b="b" t="t" l="l"/>
            <a:pathLst>
              <a:path w="240" h="278" stroke="true" fill="norm" extrusionOk="true">
                <a:moveTo>
                  <a:pt x="115" y="0"/>
                </a:moveTo>
                <a:lnTo>
                  <a:pt x="0" y="85"/>
                </a:lnTo>
                <a:lnTo>
                  <a:pt x="123" y="278"/>
                </a:lnTo>
                <a:lnTo>
                  <a:pt x="240" y="195"/>
                </a:lnTo>
                <a:lnTo>
                  <a:pt x="115" y="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5" id="165"/>
          <p:cNvSpPr/>
          <p:nvPr/>
        </p:nvSpPr>
        <p:spPr>
          <a:xfrm>
            <a:off x="6757822" y="3535425"/>
            <a:ext cx="339957" cy="416335"/>
          </a:xfrm>
          <a:custGeom>
            <a:avLst/>
            <a:gdLst/>
            <a:ahLst/>
            <a:cxnLst/>
            <a:rect r="r" b="b" t="t" l="l"/>
            <a:pathLst>
              <a:path w="227" h="278" stroke="true" fill="norm" extrusionOk="true">
                <a:moveTo>
                  <a:pt x="123" y="0"/>
                </a:moveTo>
                <a:lnTo>
                  <a:pt x="0" y="73"/>
                </a:lnTo>
                <a:lnTo>
                  <a:pt x="104" y="278"/>
                </a:lnTo>
                <a:lnTo>
                  <a:pt x="227" y="208"/>
                </a:lnTo>
                <a:lnTo>
                  <a:pt x="12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6" id="166"/>
          <p:cNvSpPr/>
          <p:nvPr/>
        </p:nvSpPr>
        <p:spPr>
          <a:xfrm>
            <a:off x="7228071" y="3255372"/>
            <a:ext cx="417833" cy="664938"/>
          </a:xfrm>
          <a:custGeom>
            <a:avLst/>
            <a:gdLst/>
            <a:ahLst/>
            <a:cxnLst/>
            <a:rect r="r" b="b" t="t" l="l"/>
            <a:pathLst>
              <a:path w="134" h="214" stroke="true" fill="norm" extrusionOk="true">
                <a:moveTo>
                  <a:pt x="134" y="205"/>
                </a:moveTo>
                <a:cubicBezTo>
                  <a:pt x="65" y="214"/>
                  <a:pt x="32" y="203"/>
                  <a:pt x="32" y="203"/>
                </a:cubicBezTo>
                <a:cubicBezTo>
                  <a:pt x="32" y="203"/>
                  <a:pt x="33" y="121"/>
                  <a:pt x="27" y="107"/>
                </a:cubicBezTo>
                <a:cubicBezTo>
                  <a:pt x="20" y="93"/>
                  <a:pt x="0" y="69"/>
                  <a:pt x="27" y="47"/>
                </a:cubicBezTo>
                <a:cubicBezTo>
                  <a:pt x="46" y="30"/>
                  <a:pt x="63" y="14"/>
                  <a:pt x="63" y="14"/>
                </a:cubicBezTo>
                <a:cubicBezTo>
                  <a:pt x="63" y="14"/>
                  <a:pt x="83" y="10"/>
                  <a:pt x="89" y="5"/>
                </a:cubicBezTo>
                <a:cubicBezTo>
                  <a:pt x="96" y="0"/>
                  <a:pt x="124" y="25"/>
                  <a:pt x="124" y="25"/>
                </a:cubicBezTo>
                <a:cubicBezTo>
                  <a:pt x="124" y="25"/>
                  <a:pt x="125" y="31"/>
                  <a:pt x="126" y="42"/>
                </a:cubicBezTo>
                <a:cubicBezTo>
                  <a:pt x="128" y="56"/>
                  <a:pt x="128" y="80"/>
                  <a:pt x="124" y="113"/>
                </a:cubicBezTo>
                <a:cubicBezTo>
                  <a:pt x="122" y="130"/>
                  <a:pt x="113" y="184"/>
                  <a:pt x="134" y="205"/>
                </a:cubicBezTo>
              </a:path>
            </a:pathLst>
          </a:custGeom>
          <a:solidFill>
            <a:srgbClr val="006BE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7" id="167"/>
          <p:cNvSpPr/>
          <p:nvPr/>
        </p:nvSpPr>
        <p:spPr>
          <a:xfrm>
            <a:off x="6925555" y="3491994"/>
            <a:ext cx="599043" cy="519671"/>
          </a:xfrm>
          <a:custGeom>
            <a:avLst/>
            <a:gdLst/>
            <a:ahLst/>
            <a:cxnLst/>
            <a:rect r="r" b="b" t="t" l="l"/>
            <a:pathLst>
              <a:path w="192" h="167" stroke="true" fill="norm" extrusionOk="true">
                <a:moveTo>
                  <a:pt x="143" y="0"/>
                </a:moveTo>
                <a:cubicBezTo>
                  <a:pt x="105" y="88"/>
                  <a:pt x="105" y="88"/>
                  <a:pt x="105" y="88"/>
                </a:cubicBezTo>
                <a:cubicBezTo>
                  <a:pt x="105" y="88"/>
                  <a:pt x="35" y="114"/>
                  <a:pt x="11" y="119"/>
                </a:cubicBezTo>
                <a:cubicBezTo>
                  <a:pt x="7" y="132"/>
                  <a:pt x="0" y="136"/>
                  <a:pt x="3" y="141"/>
                </a:cubicBezTo>
                <a:cubicBezTo>
                  <a:pt x="22" y="167"/>
                  <a:pt x="82" y="136"/>
                  <a:pt x="128" y="118"/>
                </a:cubicBezTo>
                <a:cubicBezTo>
                  <a:pt x="148" y="96"/>
                  <a:pt x="192" y="13"/>
                  <a:pt x="192" y="13"/>
                </a:cubicBezTo>
                <a:cubicBezTo>
                  <a:pt x="143" y="0"/>
                  <a:pt x="143" y="0"/>
                  <a:pt x="143" y="0"/>
                </a:cubicBezTo>
              </a:path>
            </a:pathLst>
          </a:custGeom>
          <a:solidFill>
            <a:srgbClr val="F1B9A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8" id="168"/>
          <p:cNvSpPr/>
          <p:nvPr/>
        </p:nvSpPr>
        <p:spPr>
          <a:xfrm>
            <a:off x="7334402" y="3246387"/>
            <a:ext cx="305512" cy="366915"/>
          </a:xfrm>
          <a:custGeom>
            <a:avLst/>
            <a:gdLst/>
            <a:ahLst/>
            <a:cxnLst/>
            <a:rect r="r" b="b" t="t" l="l"/>
            <a:pathLst>
              <a:path w="98" h="118" stroke="true" fill="norm" extrusionOk="true">
                <a:moveTo>
                  <a:pt x="65" y="4"/>
                </a:moveTo>
                <a:cubicBezTo>
                  <a:pt x="65" y="4"/>
                  <a:pt x="45" y="0"/>
                  <a:pt x="35" y="20"/>
                </a:cubicBezTo>
                <a:cubicBezTo>
                  <a:pt x="26" y="37"/>
                  <a:pt x="5" y="77"/>
                  <a:pt x="0" y="86"/>
                </a:cubicBezTo>
                <a:cubicBezTo>
                  <a:pt x="16" y="102"/>
                  <a:pt x="33" y="113"/>
                  <a:pt x="74" y="118"/>
                </a:cubicBezTo>
                <a:cubicBezTo>
                  <a:pt x="78" y="104"/>
                  <a:pt x="88" y="77"/>
                  <a:pt x="90" y="65"/>
                </a:cubicBezTo>
                <a:cubicBezTo>
                  <a:pt x="91" y="52"/>
                  <a:pt x="98" y="8"/>
                  <a:pt x="65" y="4"/>
                </a:cubicBezTo>
              </a:path>
            </a:pathLst>
          </a:custGeom>
          <a:solidFill>
            <a:srgbClr val="006BE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69" id="169"/>
          <p:cNvSpPr/>
          <p:nvPr/>
        </p:nvSpPr>
        <p:spPr>
          <a:xfrm>
            <a:off x="7331406" y="3397645"/>
            <a:ext cx="233627" cy="215655"/>
          </a:xfrm>
          <a:custGeom>
            <a:avLst/>
            <a:gdLst/>
            <a:ahLst/>
            <a:cxnLst/>
            <a:rect r="r" b="b" t="t" l="l"/>
            <a:pathLst>
              <a:path w="75" h="69" stroke="true" fill="norm" extrusionOk="true">
                <a:moveTo>
                  <a:pt x="21" y="0"/>
                </a:moveTo>
                <a:cubicBezTo>
                  <a:pt x="18" y="6"/>
                  <a:pt x="15" y="13"/>
                  <a:pt x="12" y="19"/>
                </a:cubicBezTo>
                <a:cubicBezTo>
                  <a:pt x="9" y="25"/>
                  <a:pt x="5" y="31"/>
                  <a:pt x="2" y="38"/>
                </a:cubicBezTo>
                <a:cubicBezTo>
                  <a:pt x="2" y="37"/>
                  <a:pt x="2" y="37"/>
                  <a:pt x="2" y="37"/>
                </a:cubicBezTo>
                <a:cubicBezTo>
                  <a:pt x="7" y="41"/>
                  <a:pt x="12" y="46"/>
                  <a:pt x="17" y="50"/>
                </a:cubicBezTo>
                <a:cubicBezTo>
                  <a:pt x="23" y="53"/>
                  <a:pt x="29" y="56"/>
                  <a:pt x="35" y="59"/>
                </a:cubicBezTo>
                <a:cubicBezTo>
                  <a:pt x="41" y="62"/>
                  <a:pt x="48" y="64"/>
                  <a:pt x="54" y="65"/>
                </a:cubicBezTo>
                <a:cubicBezTo>
                  <a:pt x="61" y="67"/>
                  <a:pt x="68" y="68"/>
                  <a:pt x="75" y="69"/>
                </a:cubicBezTo>
                <a:cubicBezTo>
                  <a:pt x="61" y="68"/>
                  <a:pt x="47" y="65"/>
                  <a:pt x="35" y="60"/>
                </a:cubicBezTo>
                <a:cubicBezTo>
                  <a:pt x="28" y="58"/>
                  <a:pt x="22" y="55"/>
                  <a:pt x="16" y="51"/>
                </a:cubicBezTo>
                <a:cubicBezTo>
                  <a:pt x="11" y="47"/>
                  <a:pt x="6" y="42"/>
                  <a:pt x="1" y="38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7"/>
                  <a:pt x="0" y="37"/>
                  <a:pt x="0" y="37"/>
                </a:cubicBezTo>
                <a:cubicBezTo>
                  <a:pt x="8" y="25"/>
                  <a:pt x="15" y="12"/>
                  <a:pt x="21" y="0"/>
                </a:cubicBezTo>
              </a:path>
            </a:pathLst>
          </a:custGeom>
          <a:solidFill>
            <a:srgbClr val="073A68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0" id="170"/>
          <p:cNvSpPr/>
          <p:nvPr/>
        </p:nvSpPr>
        <p:spPr>
          <a:xfrm>
            <a:off x="6019502" y="4427999"/>
            <a:ext cx="530153" cy="459766"/>
          </a:xfrm>
          <a:custGeom>
            <a:avLst/>
            <a:gdLst/>
            <a:ahLst/>
            <a:cxnLst/>
            <a:rect r="r" b="b" t="t" l="l"/>
            <a:pathLst>
              <a:path w="170" h="148" stroke="true" fill="norm" extrusionOk="true">
                <a:moveTo>
                  <a:pt x="37" y="148"/>
                </a:moveTo>
                <a:cubicBezTo>
                  <a:pt x="103" y="148"/>
                  <a:pt x="103" y="148"/>
                  <a:pt x="103" y="148"/>
                </a:cubicBezTo>
                <a:cubicBezTo>
                  <a:pt x="122" y="148"/>
                  <a:pt x="116" y="135"/>
                  <a:pt x="116" y="122"/>
                </a:cubicBezTo>
                <a:cubicBezTo>
                  <a:pt x="115" y="122"/>
                  <a:pt x="115" y="122"/>
                  <a:pt x="115" y="122"/>
                </a:cubicBezTo>
                <a:cubicBezTo>
                  <a:pt x="115" y="121"/>
                  <a:pt x="116" y="120"/>
                  <a:pt x="115" y="119"/>
                </a:cubicBezTo>
                <a:cubicBezTo>
                  <a:pt x="110" y="105"/>
                  <a:pt x="170" y="11"/>
                  <a:pt x="170" y="11"/>
                </a:cubicBezTo>
                <a:cubicBezTo>
                  <a:pt x="170" y="11"/>
                  <a:pt x="118" y="0"/>
                  <a:pt x="112" y="14"/>
                </a:cubicBezTo>
                <a:cubicBezTo>
                  <a:pt x="97" y="47"/>
                  <a:pt x="85" y="107"/>
                  <a:pt x="66" y="114"/>
                </a:cubicBezTo>
                <a:cubicBezTo>
                  <a:pt x="61" y="116"/>
                  <a:pt x="54" y="120"/>
                  <a:pt x="46" y="122"/>
                </a:cubicBezTo>
                <a:cubicBezTo>
                  <a:pt x="46" y="122"/>
                  <a:pt x="46" y="122"/>
                  <a:pt x="46" y="122"/>
                </a:cubicBezTo>
                <a:cubicBezTo>
                  <a:pt x="35" y="124"/>
                  <a:pt x="24" y="126"/>
                  <a:pt x="15" y="132"/>
                </a:cubicBezTo>
                <a:cubicBezTo>
                  <a:pt x="0" y="141"/>
                  <a:pt x="14" y="148"/>
                  <a:pt x="37" y="148"/>
                </a:cubicBezTo>
                <a:close/>
              </a:path>
            </a:pathLst>
          </a:custGeom>
          <a:solidFill>
            <a:srgbClr val="F1B9A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1" id="171"/>
          <p:cNvSpPr/>
          <p:nvPr/>
        </p:nvSpPr>
        <p:spPr>
          <a:xfrm>
            <a:off x="6019502" y="4782932"/>
            <a:ext cx="371407" cy="104832"/>
          </a:xfrm>
          <a:custGeom>
            <a:avLst/>
            <a:gdLst/>
            <a:ahLst/>
            <a:cxnLst/>
            <a:rect r="r" b="b" t="t" l="l"/>
            <a:pathLst>
              <a:path w="119" h="34" stroke="true" fill="norm" extrusionOk="true">
                <a:moveTo>
                  <a:pt x="0" y="34"/>
                </a:moveTo>
                <a:cubicBezTo>
                  <a:pt x="0" y="34"/>
                  <a:pt x="82" y="34"/>
                  <a:pt x="102" y="34"/>
                </a:cubicBezTo>
                <a:cubicBezTo>
                  <a:pt x="110" y="34"/>
                  <a:pt x="113" y="34"/>
                  <a:pt x="119" y="34"/>
                </a:cubicBezTo>
                <a:cubicBezTo>
                  <a:pt x="119" y="34"/>
                  <a:pt x="119" y="33"/>
                  <a:pt x="119" y="32"/>
                </a:cubicBezTo>
                <a:cubicBezTo>
                  <a:pt x="119" y="21"/>
                  <a:pt x="117" y="1"/>
                  <a:pt x="112" y="2"/>
                </a:cubicBezTo>
                <a:cubicBezTo>
                  <a:pt x="84" y="9"/>
                  <a:pt x="77" y="5"/>
                  <a:pt x="63" y="0"/>
                </a:cubicBezTo>
                <a:cubicBezTo>
                  <a:pt x="56" y="4"/>
                  <a:pt x="44" y="7"/>
                  <a:pt x="36" y="9"/>
                </a:cubicBezTo>
                <a:cubicBezTo>
                  <a:pt x="7" y="10"/>
                  <a:pt x="2" y="26"/>
                  <a:pt x="0" y="32"/>
                </a:cubicBezTo>
                <a:cubicBezTo>
                  <a:pt x="0" y="33"/>
                  <a:pt x="0" y="34"/>
                  <a:pt x="0" y="3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2" id="172"/>
          <p:cNvSpPr/>
          <p:nvPr/>
        </p:nvSpPr>
        <p:spPr>
          <a:xfrm>
            <a:off x="6184239" y="4785928"/>
            <a:ext cx="25460" cy="31450"/>
          </a:xfrm>
          <a:custGeom>
            <a:avLst/>
            <a:gdLst/>
            <a:ahLst/>
            <a:cxnLst/>
            <a:rect r="r" b="b" t="t" l="l"/>
            <a:pathLst>
              <a:path w="8" h="10" stroke="true" fill="norm" extrusionOk="true">
                <a:moveTo>
                  <a:pt x="1" y="4"/>
                </a:move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4" y="5"/>
                  <a:pt x="5" y="9"/>
                </a:cubicBezTo>
                <a:cubicBezTo>
                  <a:pt x="5" y="9"/>
                  <a:pt x="6" y="10"/>
                  <a:pt x="7" y="10"/>
                </a:cubicBezTo>
                <a:cubicBezTo>
                  <a:pt x="8" y="9"/>
                  <a:pt x="8" y="8"/>
                  <a:pt x="8" y="8"/>
                </a:cubicBezTo>
                <a:cubicBezTo>
                  <a:pt x="7" y="3"/>
                  <a:pt x="3" y="1"/>
                  <a:pt x="3" y="1"/>
                </a:cubicBezTo>
                <a:cubicBezTo>
                  <a:pt x="2" y="0"/>
                  <a:pt x="1" y="1"/>
                  <a:pt x="0" y="1"/>
                </a:cubicBezTo>
                <a:cubicBezTo>
                  <a:pt x="0" y="2"/>
                  <a:pt x="0" y="3"/>
                  <a:pt x="1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3" id="173"/>
          <p:cNvSpPr/>
          <p:nvPr/>
        </p:nvSpPr>
        <p:spPr>
          <a:xfrm>
            <a:off x="6157282" y="4794913"/>
            <a:ext cx="23961" cy="31450"/>
          </a:xfrm>
          <a:custGeom>
            <a:avLst/>
            <a:gdLst/>
            <a:ahLst/>
            <a:cxnLst/>
            <a:rect r="r" b="b" t="t" l="l"/>
            <a:pathLst>
              <a:path w="8" h="10" stroke="true" fill="norm" extrusionOk="true">
                <a:moveTo>
                  <a:pt x="1" y="4"/>
                </a:move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4" y="5"/>
                  <a:pt x="4" y="8"/>
                </a:cubicBezTo>
                <a:cubicBezTo>
                  <a:pt x="5" y="9"/>
                  <a:pt x="6" y="10"/>
                  <a:pt x="7" y="10"/>
                </a:cubicBezTo>
                <a:cubicBezTo>
                  <a:pt x="7" y="9"/>
                  <a:pt x="8" y="9"/>
                  <a:pt x="8" y="8"/>
                </a:cubicBezTo>
                <a:cubicBezTo>
                  <a:pt x="6" y="3"/>
                  <a:pt x="3" y="1"/>
                  <a:pt x="2" y="1"/>
                </a:cubicBezTo>
                <a:cubicBezTo>
                  <a:pt x="1" y="0"/>
                  <a:pt x="0" y="0"/>
                  <a:pt x="0" y="1"/>
                </a:cubicBezTo>
                <a:cubicBezTo>
                  <a:pt x="0" y="2"/>
                  <a:pt x="0" y="3"/>
                  <a:pt x="1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4" id="174"/>
          <p:cNvSpPr/>
          <p:nvPr/>
        </p:nvSpPr>
        <p:spPr>
          <a:xfrm>
            <a:off x="6125832" y="4803899"/>
            <a:ext cx="23961" cy="31450"/>
          </a:xfrm>
          <a:custGeom>
            <a:avLst/>
            <a:gdLst/>
            <a:ahLst/>
            <a:cxnLst/>
            <a:rect r="r" b="b" t="t" l="l"/>
            <a:pathLst>
              <a:path w="8" h="10" stroke="true" fill="norm" extrusionOk="true">
                <a:moveTo>
                  <a:pt x="1" y="3"/>
                </a:move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2" y="3"/>
                  <a:pt x="4" y="5"/>
                  <a:pt x="4" y="9"/>
                </a:cubicBezTo>
                <a:cubicBezTo>
                  <a:pt x="5" y="9"/>
                  <a:pt x="5" y="10"/>
                  <a:pt x="6" y="10"/>
                </a:cubicBezTo>
                <a:cubicBezTo>
                  <a:pt x="7" y="10"/>
                  <a:pt x="8" y="9"/>
                  <a:pt x="8" y="8"/>
                </a:cubicBezTo>
                <a:cubicBezTo>
                  <a:pt x="7" y="3"/>
                  <a:pt x="3" y="1"/>
                  <a:pt x="3" y="0"/>
                </a:cubicBezTo>
                <a:cubicBezTo>
                  <a:pt x="3" y="0"/>
                  <a:pt x="1" y="0"/>
                  <a:pt x="1" y="1"/>
                </a:cubicBezTo>
                <a:cubicBezTo>
                  <a:pt x="0" y="2"/>
                  <a:pt x="1" y="3"/>
                  <a:pt x="1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5" id="175"/>
          <p:cNvSpPr/>
          <p:nvPr/>
        </p:nvSpPr>
        <p:spPr>
          <a:xfrm>
            <a:off x="6265110" y="3914320"/>
            <a:ext cx="844651" cy="849145"/>
          </a:xfrm>
          <a:custGeom>
            <a:avLst/>
            <a:gdLst/>
            <a:ahLst/>
            <a:cxnLst/>
            <a:rect r="r" b="b" t="t" l="l"/>
            <a:pathLst>
              <a:path w="271" h="273" stroke="true" fill="norm" extrusionOk="true">
                <a:moveTo>
                  <a:pt x="260" y="9"/>
                </a:moveTo>
                <a:cubicBezTo>
                  <a:pt x="150" y="0"/>
                  <a:pt x="150" y="0"/>
                  <a:pt x="150" y="0"/>
                </a:cubicBezTo>
                <a:cubicBezTo>
                  <a:pt x="118" y="0"/>
                  <a:pt x="109" y="13"/>
                  <a:pt x="99" y="33"/>
                </a:cubicBezTo>
                <a:cubicBezTo>
                  <a:pt x="99" y="33"/>
                  <a:pt x="35" y="170"/>
                  <a:pt x="0" y="255"/>
                </a:cubicBezTo>
                <a:cubicBezTo>
                  <a:pt x="15" y="263"/>
                  <a:pt x="28" y="269"/>
                  <a:pt x="38" y="273"/>
                </a:cubicBezTo>
                <a:cubicBezTo>
                  <a:pt x="74" y="215"/>
                  <a:pt x="147" y="146"/>
                  <a:pt x="151" y="85"/>
                </a:cubicBezTo>
                <a:cubicBezTo>
                  <a:pt x="172" y="100"/>
                  <a:pt x="208" y="110"/>
                  <a:pt x="208" y="110"/>
                </a:cubicBezTo>
                <a:cubicBezTo>
                  <a:pt x="271" y="57"/>
                  <a:pt x="271" y="57"/>
                  <a:pt x="271" y="57"/>
                </a:cubicBezTo>
                <a:cubicBezTo>
                  <a:pt x="260" y="9"/>
                  <a:pt x="260" y="9"/>
                  <a:pt x="260" y="9"/>
                </a:cubicBezTo>
              </a:path>
            </a:pathLst>
          </a:custGeom>
          <a:solidFill>
            <a:srgbClr val="FD7304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6" id="176"/>
          <p:cNvSpPr/>
          <p:nvPr/>
        </p:nvSpPr>
        <p:spPr>
          <a:xfrm>
            <a:off x="7530588" y="3379674"/>
            <a:ext cx="104832" cy="456771"/>
          </a:xfrm>
          <a:custGeom>
            <a:avLst/>
            <a:gdLst/>
            <a:ahLst/>
            <a:cxnLst/>
            <a:rect r="r" b="b" t="t" l="l"/>
            <a:pathLst>
              <a:path w="34" h="147" stroke="true" fill="norm" extrusionOk="true">
                <a:moveTo>
                  <a:pt x="28" y="0"/>
                </a:moveTo>
                <a:cubicBezTo>
                  <a:pt x="28" y="0"/>
                  <a:pt x="28" y="0"/>
                  <a:pt x="28" y="0"/>
                </a:cubicBezTo>
                <a:cubicBezTo>
                  <a:pt x="29" y="2"/>
                  <a:pt x="34" y="32"/>
                  <a:pt x="11" y="75"/>
                </a:cubicBezTo>
                <a:cubicBezTo>
                  <a:pt x="11" y="75"/>
                  <a:pt x="11" y="75"/>
                  <a:pt x="11" y="75"/>
                </a:cubicBezTo>
                <a:cubicBezTo>
                  <a:pt x="11" y="75"/>
                  <a:pt x="11" y="75"/>
                  <a:pt x="11" y="75"/>
                </a:cubicBezTo>
                <a:cubicBezTo>
                  <a:pt x="11" y="75"/>
                  <a:pt x="11" y="75"/>
                  <a:pt x="11" y="75"/>
                </a:cubicBezTo>
                <a:cubicBezTo>
                  <a:pt x="0" y="99"/>
                  <a:pt x="2" y="118"/>
                  <a:pt x="6" y="133"/>
                </a:cubicBezTo>
                <a:cubicBezTo>
                  <a:pt x="8" y="138"/>
                  <a:pt x="7" y="142"/>
                  <a:pt x="3" y="147"/>
                </a:cubicBezTo>
                <a:cubicBezTo>
                  <a:pt x="12" y="146"/>
                  <a:pt x="20" y="145"/>
                  <a:pt x="26" y="143"/>
                </a:cubicBezTo>
                <a:cubicBezTo>
                  <a:pt x="24" y="135"/>
                  <a:pt x="23" y="125"/>
                  <a:pt x="23" y="116"/>
                </a:cubicBezTo>
                <a:cubicBezTo>
                  <a:pt x="23" y="98"/>
                  <a:pt x="26" y="81"/>
                  <a:pt x="27" y="73"/>
                </a:cubicBezTo>
                <a:cubicBezTo>
                  <a:pt x="30" y="54"/>
                  <a:pt x="30" y="38"/>
                  <a:pt x="30" y="25"/>
                </a:cubicBezTo>
                <a:cubicBezTo>
                  <a:pt x="30" y="16"/>
                  <a:pt x="30" y="8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1"/>
                  <a:pt x="29" y="0"/>
                  <a:pt x="28" y="0"/>
                </a:cubicBezTo>
              </a:path>
            </a:pathLst>
          </a:custGeom>
          <a:solidFill>
            <a:srgbClr val="003EA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7" id="177"/>
          <p:cNvSpPr/>
          <p:nvPr/>
        </p:nvSpPr>
        <p:spPr>
          <a:xfrm>
            <a:off x="7617449" y="3379674"/>
            <a:ext cx="0" cy="0"/>
          </a:xfrm>
          <a:custGeom>
            <a:avLst/>
            <a:gdLst/>
            <a:ahLst/>
            <a:cxnLst/>
            <a:rect r="r" b="b" t="t" l="l"/>
            <a:pathLst>
              <a:path w="0" h="0" stroke="true" fill="norm" extrusionOk="true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003EA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8" id="178"/>
          <p:cNvSpPr/>
          <p:nvPr/>
        </p:nvSpPr>
        <p:spPr>
          <a:xfrm>
            <a:off x="6792268" y="3772047"/>
            <a:ext cx="167732" cy="161742"/>
          </a:xfrm>
          <a:custGeom>
            <a:avLst/>
            <a:gdLst/>
            <a:ahLst/>
            <a:cxnLst/>
            <a:rect r="r" b="b" t="t" l="l"/>
            <a:pathLst>
              <a:path w="54" h="52" stroke="true" fill="norm" extrusionOk="true">
                <a:moveTo>
                  <a:pt x="54" y="29"/>
                </a:moveTo>
                <a:cubicBezTo>
                  <a:pt x="54" y="29"/>
                  <a:pt x="31" y="27"/>
                  <a:pt x="30" y="21"/>
                </a:cubicBezTo>
                <a:cubicBezTo>
                  <a:pt x="28" y="14"/>
                  <a:pt x="24" y="9"/>
                  <a:pt x="23" y="9"/>
                </a:cubicBezTo>
                <a:cubicBezTo>
                  <a:pt x="17" y="10"/>
                  <a:pt x="23" y="25"/>
                  <a:pt x="23" y="25"/>
                </a:cubicBezTo>
                <a:cubicBezTo>
                  <a:pt x="23" y="25"/>
                  <a:pt x="14" y="20"/>
                  <a:pt x="12" y="17"/>
                </a:cubicBezTo>
                <a:cubicBezTo>
                  <a:pt x="11" y="15"/>
                  <a:pt x="7" y="4"/>
                  <a:pt x="6" y="2"/>
                </a:cubicBezTo>
                <a:cubicBezTo>
                  <a:pt x="5" y="0"/>
                  <a:pt x="0" y="1"/>
                  <a:pt x="6" y="25"/>
                </a:cubicBezTo>
                <a:cubicBezTo>
                  <a:pt x="9" y="30"/>
                  <a:pt x="24" y="45"/>
                  <a:pt x="27" y="47"/>
                </a:cubicBezTo>
                <a:cubicBezTo>
                  <a:pt x="31" y="50"/>
                  <a:pt x="46" y="52"/>
                  <a:pt x="46" y="52"/>
                </a:cubicBezTo>
                <a:lnTo>
                  <a:pt x="54" y="29"/>
                </a:lnTo>
                <a:close/>
              </a:path>
            </a:pathLst>
          </a:custGeom>
          <a:solidFill>
            <a:srgbClr val="F1B9A0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9" id="179"/>
          <p:cNvSpPr/>
          <p:nvPr/>
        </p:nvSpPr>
        <p:spPr>
          <a:xfrm>
            <a:off x="6697918" y="4251282"/>
            <a:ext cx="238120" cy="636484"/>
          </a:xfrm>
          <a:custGeom>
            <a:avLst/>
            <a:gdLst/>
            <a:ahLst/>
            <a:cxnLst/>
            <a:rect r="r" b="b" t="t" l="l"/>
            <a:pathLst>
              <a:path w="159" h="425" stroke="true" fill="norm" extrusionOk="true">
                <a:moveTo>
                  <a:pt x="159" y="10"/>
                </a:moveTo>
                <a:lnTo>
                  <a:pt x="21" y="425"/>
                </a:lnTo>
                <a:lnTo>
                  <a:pt x="0" y="425"/>
                </a:lnTo>
                <a:lnTo>
                  <a:pt x="127" y="0"/>
                </a:lnTo>
                <a:lnTo>
                  <a:pt x="159" y="10"/>
                </a:lnTo>
                <a:close/>
              </a:path>
            </a:pathLst>
          </a:cu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80" id="180"/>
          <p:cNvSpPr/>
          <p:nvPr/>
        </p:nvSpPr>
        <p:spPr>
          <a:xfrm>
            <a:off x="6697918" y="4251282"/>
            <a:ext cx="238120" cy="636484"/>
          </a:xfrm>
          <a:custGeom>
            <a:avLst/>
            <a:gdLst/>
            <a:ahLst/>
            <a:cxnLst/>
            <a:rect r="r" b="b" t="t" l="l"/>
            <a:pathLst>
              <a:path w="159" h="425" stroke="true" fill="norm" extrusionOk="true">
                <a:moveTo>
                  <a:pt x="159" y="10"/>
                </a:moveTo>
                <a:lnTo>
                  <a:pt x="21" y="425"/>
                </a:lnTo>
                <a:lnTo>
                  <a:pt x="0" y="425"/>
                </a:lnTo>
                <a:lnTo>
                  <a:pt x="127" y="0"/>
                </a:lnTo>
                <a:lnTo>
                  <a:pt x="159" y="1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81" id="181"/>
          <p:cNvSpPr/>
          <p:nvPr/>
        </p:nvSpPr>
        <p:spPr>
          <a:xfrm>
            <a:off x="7467688" y="4251282"/>
            <a:ext cx="236622" cy="636484"/>
          </a:xfrm>
          <a:custGeom>
            <a:avLst/>
            <a:gdLst/>
            <a:ahLst/>
            <a:cxnLst/>
            <a:rect r="r" b="b" t="t" l="l"/>
            <a:pathLst>
              <a:path w="158" h="425" stroke="true" fill="norm" extrusionOk="true">
                <a:moveTo>
                  <a:pt x="0" y="10"/>
                </a:moveTo>
                <a:lnTo>
                  <a:pt x="137" y="425"/>
                </a:lnTo>
                <a:lnTo>
                  <a:pt x="158" y="425"/>
                </a:lnTo>
                <a:lnTo>
                  <a:pt x="31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2A5D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82" id="182"/>
          <p:cNvSpPr/>
          <p:nvPr/>
        </p:nvSpPr>
        <p:spPr>
          <a:xfrm>
            <a:off x="7467688" y="4251282"/>
            <a:ext cx="236622" cy="636484"/>
          </a:xfrm>
          <a:custGeom>
            <a:avLst/>
            <a:gdLst/>
            <a:ahLst/>
            <a:cxnLst/>
            <a:rect r="r" b="b" t="t" l="l"/>
            <a:pathLst>
              <a:path w="158" h="425" stroke="true" fill="norm" extrusionOk="true">
                <a:moveTo>
                  <a:pt x="0" y="10"/>
                </a:moveTo>
                <a:lnTo>
                  <a:pt x="137" y="425"/>
                </a:lnTo>
                <a:lnTo>
                  <a:pt x="158" y="425"/>
                </a:lnTo>
                <a:lnTo>
                  <a:pt x="31" y="0"/>
                </a:lnTo>
                <a:lnTo>
                  <a:pt x="0" y="10"/>
                </a:lnTo>
              </a:path>
            </a:pathLst>
          </a:custGeom>
          <a:noFill/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83" id="183"/>
          <p:cNvSpPr/>
          <p:nvPr/>
        </p:nvSpPr>
        <p:spPr>
          <a:xfrm>
            <a:off x="6841688" y="3787024"/>
            <a:ext cx="897067" cy="551120"/>
          </a:xfrm>
          <a:custGeom>
            <a:avLst/>
            <a:gdLst/>
            <a:ahLst/>
            <a:cxnLst/>
            <a:rect r="r" b="b" t="t" l="l"/>
            <a:pathLst>
              <a:path w="288" h="177" stroke="true" fill="norm" extrusionOk="true">
                <a:moveTo>
                  <a:pt x="148" y="173"/>
                </a:moveTo>
                <a:cubicBezTo>
                  <a:pt x="79" y="177"/>
                  <a:pt x="30" y="159"/>
                  <a:pt x="2" y="149"/>
                </a:cubicBezTo>
                <a:cubicBezTo>
                  <a:pt x="0" y="148"/>
                  <a:pt x="0" y="145"/>
                  <a:pt x="3" y="144"/>
                </a:cubicBezTo>
                <a:cubicBezTo>
                  <a:pt x="31" y="139"/>
                  <a:pt x="41" y="115"/>
                  <a:pt x="41" y="91"/>
                </a:cubicBezTo>
                <a:cubicBezTo>
                  <a:pt x="41" y="56"/>
                  <a:pt x="61" y="36"/>
                  <a:pt x="86" y="26"/>
                </a:cubicBezTo>
                <a:cubicBezTo>
                  <a:pt x="125" y="11"/>
                  <a:pt x="179" y="16"/>
                  <a:pt x="200" y="16"/>
                </a:cubicBezTo>
                <a:cubicBezTo>
                  <a:pt x="231" y="17"/>
                  <a:pt x="251" y="12"/>
                  <a:pt x="264" y="7"/>
                </a:cubicBezTo>
                <a:cubicBezTo>
                  <a:pt x="264" y="7"/>
                  <a:pt x="264" y="7"/>
                  <a:pt x="264" y="7"/>
                </a:cubicBezTo>
                <a:cubicBezTo>
                  <a:pt x="267" y="6"/>
                  <a:pt x="270" y="4"/>
                  <a:pt x="272" y="3"/>
                </a:cubicBezTo>
                <a:cubicBezTo>
                  <a:pt x="276" y="0"/>
                  <a:pt x="281" y="3"/>
                  <a:pt x="282" y="8"/>
                </a:cubicBezTo>
                <a:cubicBezTo>
                  <a:pt x="288" y="110"/>
                  <a:pt x="236" y="168"/>
                  <a:pt x="148" y="17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84" id="184"/>
          <p:cNvSpPr/>
          <p:nvPr/>
        </p:nvSpPr>
        <p:spPr>
          <a:xfrm>
            <a:off x="6844684" y="3793013"/>
            <a:ext cx="876101" cy="536144"/>
          </a:xfrm>
          <a:custGeom>
            <a:avLst/>
            <a:gdLst/>
            <a:ahLst/>
            <a:cxnLst/>
            <a:rect r="r" b="b" t="t" l="l"/>
            <a:pathLst>
              <a:path w="281" h="172" stroke="true" fill="norm" extrusionOk="true">
                <a:moveTo>
                  <a:pt x="274" y="0"/>
                </a:moveTo>
                <a:cubicBezTo>
                  <a:pt x="273" y="0"/>
                  <a:pt x="272" y="0"/>
                  <a:pt x="271" y="1"/>
                </a:cubicBezTo>
                <a:cubicBezTo>
                  <a:pt x="269" y="2"/>
                  <a:pt x="266" y="4"/>
                  <a:pt x="263" y="5"/>
                </a:cubicBezTo>
                <a:cubicBezTo>
                  <a:pt x="264" y="5"/>
                  <a:pt x="264" y="5"/>
                  <a:pt x="265" y="5"/>
                </a:cubicBezTo>
                <a:cubicBezTo>
                  <a:pt x="279" y="5"/>
                  <a:pt x="270" y="63"/>
                  <a:pt x="246" y="101"/>
                </a:cubicBezTo>
                <a:cubicBezTo>
                  <a:pt x="223" y="132"/>
                  <a:pt x="189" y="143"/>
                  <a:pt x="158" y="143"/>
                </a:cubicBezTo>
                <a:cubicBezTo>
                  <a:pt x="120" y="143"/>
                  <a:pt x="84" y="127"/>
                  <a:pt x="74" y="113"/>
                </a:cubicBezTo>
                <a:cubicBezTo>
                  <a:pt x="40" y="64"/>
                  <a:pt x="85" y="24"/>
                  <a:pt x="85" y="24"/>
                </a:cubicBezTo>
                <a:cubicBezTo>
                  <a:pt x="73" y="29"/>
                  <a:pt x="62" y="36"/>
                  <a:pt x="54" y="46"/>
                </a:cubicBezTo>
                <a:cubicBezTo>
                  <a:pt x="45" y="57"/>
                  <a:pt x="40" y="71"/>
                  <a:pt x="40" y="89"/>
                </a:cubicBezTo>
                <a:cubicBezTo>
                  <a:pt x="40" y="113"/>
                  <a:pt x="30" y="137"/>
                  <a:pt x="2" y="142"/>
                </a:cubicBezTo>
                <a:cubicBezTo>
                  <a:pt x="2" y="142"/>
                  <a:pt x="2" y="142"/>
                  <a:pt x="2" y="142"/>
                </a:cubicBezTo>
                <a:cubicBezTo>
                  <a:pt x="2" y="142"/>
                  <a:pt x="2" y="142"/>
                  <a:pt x="2" y="142"/>
                </a:cubicBezTo>
                <a:cubicBezTo>
                  <a:pt x="0" y="143"/>
                  <a:pt x="0" y="144"/>
                  <a:pt x="0" y="145"/>
                </a:cubicBezTo>
                <a:cubicBezTo>
                  <a:pt x="0" y="146"/>
                  <a:pt x="0" y="147"/>
                  <a:pt x="1" y="147"/>
                </a:cubicBezTo>
                <a:cubicBezTo>
                  <a:pt x="26" y="156"/>
                  <a:pt x="69" y="172"/>
                  <a:pt x="129" y="172"/>
                </a:cubicBezTo>
                <a:cubicBezTo>
                  <a:pt x="135" y="172"/>
                  <a:pt x="141" y="171"/>
                  <a:pt x="147" y="171"/>
                </a:cubicBezTo>
                <a:cubicBezTo>
                  <a:pt x="230" y="167"/>
                  <a:pt x="281" y="115"/>
                  <a:pt x="281" y="23"/>
                </a:cubicBezTo>
                <a:cubicBezTo>
                  <a:pt x="281" y="17"/>
                  <a:pt x="281" y="12"/>
                  <a:pt x="281" y="6"/>
                </a:cubicBezTo>
                <a:cubicBezTo>
                  <a:pt x="280" y="2"/>
                  <a:pt x="277" y="0"/>
                  <a:pt x="274" y="0"/>
                </a:cubicBezTo>
              </a:path>
            </a:pathLst>
          </a:custGeom>
          <a:solidFill>
            <a:srgbClr val="F2F0FA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cxnSp>
        <p:nvCxnSpPr>
          <p:cNvPr name="Connector 185" id="185"/>
          <p:cNvCxnSpPr/>
          <p:nvPr/>
        </p:nvCxnSpPr>
        <p:spPr>
          <a:xfrm>
            <a:off x="3461671" y="2472356"/>
            <a:ext cx="502920" cy="1"/>
          </a:xfrm>
          <a:prstGeom prst="line">
            <a:avLst/>
          </a:prstGeom>
          <a:ln w="12700" cap="rnd">
            <a:solidFill>
              <a:srgbClr val="778495">
                <a:alpha val="50000"/>
              </a:srgbClr>
            </a:solidFill>
          </a:ln>
        </p:spPr>
      </p:cxnSp>
      <p:cxnSp>
        <p:nvCxnSpPr>
          <p:cNvPr name="Connector 186" id="186"/>
          <p:cNvCxnSpPr/>
          <p:nvPr/>
        </p:nvCxnSpPr>
        <p:spPr>
          <a:xfrm>
            <a:off x="3447061" y="4034460"/>
            <a:ext cx="532137" cy="1"/>
          </a:xfrm>
          <a:prstGeom prst="line">
            <a:avLst/>
          </a:prstGeom>
          <a:ln w="12700" cap="rnd">
            <a:solidFill>
              <a:srgbClr val="778495">
                <a:alpha val="50000"/>
              </a:srgbClr>
            </a:solidFill>
          </a:ln>
        </p:spPr>
      </p:cxnSp>
      <p:cxnSp>
        <p:nvCxnSpPr>
          <p:cNvPr name="Connector 187" id="187"/>
          <p:cNvCxnSpPr/>
          <p:nvPr/>
        </p:nvCxnSpPr>
        <p:spPr>
          <a:xfrm>
            <a:off x="8219322" y="2508689"/>
            <a:ext cx="502920" cy="7620"/>
          </a:xfrm>
          <a:prstGeom prst="line">
            <a:avLst/>
          </a:prstGeom>
          <a:ln w="12700" cap="rnd">
            <a:solidFill>
              <a:srgbClr val="778495">
                <a:alpha val="50000"/>
              </a:srgbClr>
            </a:solidFill>
          </a:ln>
        </p:spPr>
      </p:cxnSp>
      <p:cxnSp>
        <p:nvCxnSpPr>
          <p:cNvPr name="Connector 188" id="188"/>
          <p:cNvCxnSpPr/>
          <p:nvPr/>
        </p:nvCxnSpPr>
        <p:spPr>
          <a:xfrm>
            <a:off x="8190105" y="4074603"/>
            <a:ext cx="532137" cy="1"/>
          </a:xfrm>
          <a:prstGeom prst="line">
            <a:avLst/>
          </a:prstGeom>
          <a:ln w="12700" cap="rnd">
            <a:solidFill>
              <a:srgbClr val="778495">
                <a:alpha val="50000"/>
              </a:srgbClr>
            </a:solidFill>
          </a:ln>
        </p:spPr>
      </p:cxnSp>
      <p:sp>
        <p:nvSpPr>
          <p:cNvPr name="AutoShape 189" id="189"/>
          <p:cNvSpPr/>
          <p:nvPr/>
        </p:nvSpPr>
        <p:spPr>
          <a:xfrm>
            <a:off x="660401" y="1873269"/>
            <a:ext cx="2765800" cy="81534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通过自动化生成PPT，用户可以将更多时间专注于内容创作，显著提升工作效率，减少重复性劳动。</a:t>
            </a:r>
          </a:p>
        </p:txBody>
      </p:sp>
      <p:sp>
        <p:nvSpPr>
          <p:cNvPr name="TextBox 190" id="190"/>
          <p:cNvSpPr txBox="true"/>
          <p:nvPr/>
        </p:nvSpPr>
        <p:spPr>
          <a:xfrm>
            <a:off x="659747" y="1488914"/>
            <a:ext cx="2774271" cy="340735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46800" lIns="90000" bIns="46800" rIns="90000">
            <a:spAutoFit/>
          </a:bodyPr>
          <a:lstStyle/>
          <a:p>
            <a:pPr algn="r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提高工作效率</a:t>
            </a:r>
            <a:endParaRPr lang="en-US" sz="1100"/>
          </a:p>
        </p:txBody>
      </p:sp>
      <p:sp>
        <p:nvSpPr>
          <p:cNvPr name="AutoShape 191" id="191"/>
          <p:cNvSpPr/>
          <p:nvPr/>
        </p:nvSpPr>
        <p:spPr>
          <a:xfrm>
            <a:off x="8666183" y="1860619"/>
            <a:ext cx="2852717" cy="75405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智能生成PPT减少了对专业设计师的依赖，降低了制作成本，尤其适合中小企业和个人用户。</a:t>
            </a:r>
          </a:p>
        </p:txBody>
      </p:sp>
      <p:sp>
        <p:nvSpPr>
          <p:cNvPr name="TextBox 192" id="192"/>
          <p:cNvSpPr txBox="true"/>
          <p:nvPr/>
        </p:nvSpPr>
        <p:spPr>
          <a:xfrm>
            <a:off x="8666183" y="1476264"/>
            <a:ext cx="2880068" cy="340735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降低制作成本</a:t>
            </a:r>
            <a:endParaRPr lang="en-US" sz="1100"/>
          </a:p>
        </p:txBody>
      </p:sp>
      <p:sp>
        <p:nvSpPr>
          <p:cNvPr name="AutoShape 193" id="193"/>
          <p:cNvSpPr/>
          <p:nvPr/>
        </p:nvSpPr>
        <p:spPr>
          <a:xfrm>
            <a:off x="8766115" y="4193782"/>
            <a:ext cx="2752785" cy="75405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智能生成PPT作为AI技术的典型应用，有助于推动AI在更多领域的普及，促进技术与社会需求的深度融合。</a:t>
            </a:r>
          </a:p>
        </p:txBody>
      </p:sp>
      <p:sp>
        <p:nvSpPr>
          <p:cNvPr name="TextBox 194" id="194"/>
          <p:cNvSpPr txBox="true"/>
          <p:nvPr/>
        </p:nvSpPr>
        <p:spPr>
          <a:xfrm>
            <a:off x="8766115" y="3772399"/>
            <a:ext cx="2752785" cy="340735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推动AI应用普及</a:t>
            </a:r>
            <a:endParaRPr lang="en-US" sz="1100"/>
          </a:p>
        </p:txBody>
      </p:sp>
      <p:sp>
        <p:nvSpPr>
          <p:cNvPr name="AutoShape 195" id="195"/>
          <p:cNvSpPr/>
          <p:nvPr/>
        </p:nvSpPr>
        <p:spPr>
          <a:xfrm>
            <a:off x="660400" y="4248043"/>
            <a:ext cx="2783218" cy="75405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AI能够根据内容自动匹配最佳设计风格和布局，确保演示文稿视觉效果出众，增强信息传递效果。</a:t>
            </a:r>
          </a:p>
        </p:txBody>
      </p:sp>
      <p:sp>
        <p:nvSpPr>
          <p:cNvPr name="TextBox 196" id="196"/>
          <p:cNvSpPr txBox="true"/>
          <p:nvPr/>
        </p:nvSpPr>
        <p:spPr>
          <a:xfrm>
            <a:off x="660399" y="3826660"/>
            <a:ext cx="2783218" cy="340735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46800" lIns="90000" bIns="46800" rIns="90000">
            <a:spAutoFit/>
          </a:bodyPr>
          <a:lstStyle/>
          <a:p>
            <a:pPr algn="r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提升演示效果</a:t>
            </a:r>
            <a:endParaRPr lang="en-US" sz="1100"/>
          </a:p>
        </p:txBody>
      </p:sp>
      <p:sp>
        <p:nvSpPr>
          <p:cNvPr name="AutoShape 197" id="197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目标与意义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519311" y="1856444"/>
            <a:ext cx="7153377" cy="830997"/>
          </a:xfrm>
          <a:prstGeom prst="rect">
            <a:avLst/>
          </a:prstGeo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02.</a:t>
            </a:r>
          </a:p>
        </p:txBody>
      </p:sp>
      <p:sp>
        <p:nvSpPr>
          <p:cNvPr name="AutoShape 3" id="3"/>
          <p:cNvSpPr/>
          <p:nvPr>
            <p:ph type="body" sz="quarter" idx="1"/>
          </p:nvPr>
        </p:nvSpPr>
        <p:spPr>
          <a:xfrm>
            <a:off x="2504255" y="2754291"/>
            <a:ext cx="7153377" cy="632353"/>
          </a:xfrm>
          <a:prstGeom prst="rect">
            <a:avLst/>
          </a:prstGeom>
        </p:spPr>
        <p:txBody>
          <a:bodyPr vert="horz" anchor="t" tIns="45720" lIns="91440" bIns="45720" rIns="91440">
            <a:sp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zh-CN" b="true" i="false" sz="32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技术原理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自然语言处理</a:t>
            </a:r>
          </a:p>
        </p:txBody>
      </p:sp>
      <p:sp>
        <p:nvSpPr>
          <p:cNvPr name="AutoShape 3" id="3"/>
          <p:cNvSpPr/>
          <p:nvPr/>
        </p:nvSpPr>
        <p:spPr>
          <a:xfrm>
            <a:off x="6985663" y="1329470"/>
            <a:ext cx="4199060" cy="4199060"/>
          </a:xfrm>
          <a:prstGeom prst="ellipse">
            <a:avLst/>
          </a:prstGeom>
          <a:noFill/>
          <a:ln w="57150">
            <a:solidFill>
              <a:srgbClr val="778495">
                <a:alpha val="15000"/>
              </a:srgbClr>
            </a:solidFill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7280959" y="1624766"/>
            <a:ext cx="3608468" cy="3608468"/>
          </a:xfrm>
          <a:prstGeom prst="ellipse">
            <a:avLst/>
          </a:prstGeom>
          <a:solidFill>
            <a:srgbClr val="778495">
              <a:alpha val="10000"/>
            </a:srgb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7805034" y="2148840"/>
            <a:ext cx="2560320" cy="2560320"/>
          </a:xfrm>
          <a:prstGeom prst="ellipse">
            <a:avLst/>
          </a:prstGeom>
          <a:blipFill>
            <a:blip r:embed="rId2"/>
            <a:stretch>
              <a:fillRect t="0" l="0" b="0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852755" y="1354722"/>
            <a:ext cx="4949592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文本理解与生成</a:t>
            </a:r>
          </a:p>
        </p:txBody>
      </p:sp>
      <p:sp>
        <p:nvSpPr>
          <p:cNvPr name="AutoShape 7" id="7"/>
          <p:cNvSpPr/>
          <p:nvPr/>
        </p:nvSpPr>
        <p:spPr>
          <a:xfrm>
            <a:off x="852755" y="1724054"/>
            <a:ext cx="4949592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通过自然语言处理技术，AI能够理解用户输入的文本内容，并生成结构化的PPT大纲和详细内容。</a:t>
            </a:r>
          </a:p>
        </p:txBody>
      </p:sp>
      <p:sp>
        <p:nvSpPr>
          <p:cNvPr name="AutoShape 8" id="8"/>
          <p:cNvSpPr/>
          <p:nvPr/>
        </p:nvSpPr>
        <p:spPr>
          <a:xfrm>
            <a:off x="6097640" y="1447081"/>
            <a:ext cx="433402" cy="4334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cxnSp>
        <p:nvCxnSpPr>
          <p:cNvPr name="Connector 9" id="9"/>
          <p:cNvCxnSpPr/>
          <p:nvPr/>
        </p:nvCxnSpPr>
        <p:spPr>
          <a:xfrm flipH="true">
            <a:off x="6550092" y="1653341"/>
            <a:ext cx="1273992" cy="0"/>
          </a:xfrm>
          <a:prstGeom prst="line">
            <a:avLst/>
          </a:prstGeom>
          <a:ln w="9525" cap="rnd">
            <a:solidFill>
              <a:srgbClr val="2F2F2F">
                <a:alpha val="20000"/>
                <a:lumMod val="50000"/>
                <a:lumOff val="50000"/>
              </a:srgbClr>
            </a:solidFill>
          </a:ln>
        </p:spPr>
      </p:cxnSp>
      <p:sp>
        <p:nvSpPr>
          <p:cNvPr name="AutoShape 10" id="10"/>
          <p:cNvSpPr/>
          <p:nvPr/>
        </p:nvSpPr>
        <p:spPr>
          <a:xfrm>
            <a:off x="943664" y="2976792"/>
            <a:ext cx="3928967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语义分析与提取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43664" y="3350933"/>
            <a:ext cx="3928967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AI对文本进行语义分析，提取关键信息，如标题、要点和结论，确保生成的内容逻辑清晰、重点突出。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170210" y="3084509"/>
            <a:ext cx="433402" cy="4334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cxnSp>
        <p:nvCxnSpPr>
          <p:cNvPr name="Connector 13" id="13"/>
          <p:cNvCxnSpPr/>
          <p:nvPr/>
        </p:nvCxnSpPr>
        <p:spPr>
          <a:xfrm flipH="true">
            <a:off x="5615918" y="3314319"/>
            <a:ext cx="1315796" cy="0"/>
          </a:xfrm>
          <a:prstGeom prst="line">
            <a:avLst/>
          </a:prstGeom>
          <a:ln w="9525" cap="rnd">
            <a:solidFill>
              <a:srgbClr val="2F2F2F">
                <a:alpha val="20000"/>
                <a:lumMod val="50000"/>
                <a:lumOff val="50000"/>
              </a:srgbClr>
            </a:solidFill>
          </a:ln>
        </p:spPr>
      </p:cxnSp>
      <p:sp>
        <p:nvSpPr>
          <p:cNvPr name="AutoShape 14" id="14"/>
          <p:cNvSpPr/>
          <p:nvPr/>
        </p:nvSpPr>
        <p:spPr>
          <a:xfrm>
            <a:off x="943664" y="4603672"/>
            <a:ext cx="4858681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语言模型应用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43664" y="4973004"/>
            <a:ext cx="4858681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基于大规模预训练语言模型，AI能够生成高质量的自然语言文本，确保PPT内容的流畅性和专业性。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097640" y="4696206"/>
            <a:ext cx="433402" cy="4334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cxnSp>
        <p:nvCxnSpPr>
          <p:cNvPr name="Connector 17" id="17"/>
          <p:cNvCxnSpPr/>
          <p:nvPr/>
        </p:nvCxnSpPr>
        <p:spPr>
          <a:xfrm flipH="true">
            <a:off x="6569142" y="4911443"/>
            <a:ext cx="934072" cy="0"/>
          </a:xfrm>
          <a:prstGeom prst="line">
            <a:avLst/>
          </a:prstGeom>
          <a:ln w="9525" cap="rnd">
            <a:solidFill>
              <a:srgbClr val="2F2F2F">
                <a:alpha val="20000"/>
                <a:lumMod val="50000"/>
                <a:lumOff val="50000"/>
              </a:srgbClr>
            </a:solidFill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图像与设计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0034" y="1129315"/>
            <a:ext cx="972669" cy="830997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2">
                <a:alpha val="32000"/>
              </a:schemeClr>
            </a:outerShdw>
          </a:effectLst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chemeClr val="accent2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267435" y="1307970"/>
            <a:ext cx="3039334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>
                    <a:lumMod val="90000"/>
                    <a:lumOff val="10000"/>
                  </a:srgbClr>
                </a:solidFill>
                <a:latin typeface="微软雅黑"/>
                <a:ea typeface="微软雅黑"/>
              </a:rPr>
              <a:t>图像识别与生成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267435" y="1683902"/>
            <a:ext cx="3039334" cy="7540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AI能够识别用户提供的图像素材，并根据内容自动生成相关图表、插图和背景，增强PPT的视觉效果。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306769" y="1129315"/>
            <a:ext cx="972669" cy="830997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4">
                <a:alpha val="32000"/>
              </a:schemeClr>
            </a:outerShdw>
          </a:effectLst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chemeClr val="accent4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5074169" y="1264353"/>
            <a:ext cx="2811063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>
                    <a:lumMod val="90000"/>
                    <a:lumOff val="10000"/>
                  </a:srgbClr>
                </a:solidFill>
                <a:latin typeface="微软雅黑"/>
                <a:ea typeface="微软雅黑"/>
              </a:rPr>
              <a:t>自动布局与排版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5074169" y="1590739"/>
            <a:ext cx="2811063" cy="7540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通过智能算法，AI能够自动调整PPT的布局和排版，确保页面整洁美观，信息呈现清晰有序。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579423" y="3676418"/>
            <a:ext cx="972669" cy="830997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3">
                <a:alpha val="32000"/>
              </a:schemeClr>
            </a:outerShdw>
          </a:effectLst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chemeClr val="accent3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346825" y="3786412"/>
            <a:ext cx="2959944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>
                    <a:lumMod val="90000"/>
                    <a:lumOff val="10000"/>
                  </a:srgbClr>
                </a:solidFill>
                <a:latin typeface="微软雅黑"/>
                <a:ea typeface="微软雅黑"/>
              </a:rPr>
              <a:t>设计风格选择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1346825" y="4124864"/>
            <a:ext cx="2959944" cy="7540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AI根据内容主题和用户偏好，自动选择合适的设计风格，如商务、教育或创意风格，提升PPT的专业性。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386158" y="3676418"/>
            <a:ext cx="972669" cy="830997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6">
                <a:alpha val="32000"/>
              </a:schemeClr>
            </a:outerShdw>
          </a:effectLst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chemeClr val="accent6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5074171" y="3781065"/>
            <a:ext cx="3081485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>
                    <a:lumMod val="90000"/>
                    <a:lumOff val="10000"/>
                  </a:srgbClr>
                </a:solidFill>
                <a:latin typeface="微软雅黑"/>
                <a:ea typeface="微软雅黑"/>
              </a:rPr>
              <a:t>色彩与字体搭配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5111408" y="4119619"/>
            <a:ext cx="3081485" cy="7540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AI通过色彩理论和字体搭配规则，自动生成协调的配色方案和字体组合，确保PPT的视觉一致性。</a:t>
            </a:r>
          </a:p>
        </p:txBody>
      </p:sp>
      <p:pic>
        <p:nvPicPr>
          <p:cNvPr name="image12.png" id="15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7556500" y="56447"/>
            <a:ext cx="4635500" cy="553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519311" y="1856444"/>
            <a:ext cx="7153377" cy="830997"/>
          </a:xfrm>
          <a:prstGeom prst="rect">
            <a:avLst/>
          </a:prstGeo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03.</a:t>
            </a:r>
          </a:p>
        </p:txBody>
      </p:sp>
      <p:sp>
        <p:nvSpPr>
          <p:cNvPr name="AutoShape 3" id="3"/>
          <p:cNvSpPr/>
          <p:nvPr>
            <p:ph type="body" sz="quarter" idx="1"/>
          </p:nvPr>
        </p:nvSpPr>
        <p:spPr>
          <a:xfrm>
            <a:off x="2504255" y="2754291"/>
            <a:ext cx="7153377" cy="632353"/>
          </a:xfrm>
          <a:prstGeom prst="rect">
            <a:avLst/>
          </a:prstGeom>
        </p:spPr>
        <p:txBody>
          <a:bodyPr vert="horz" anchor="t" tIns="45720" lIns="91440" bIns="45720" rIns="91440">
            <a:sp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zh-CN" b="true" i="false" sz="32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功能特点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2340759"/>
            <a:ext cx="12190419" cy="4517241"/>
          </a:xfrm>
          <a:custGeom>
            <a:avLst/>
            <a:gdLst/>
            <a:ahLst/>
            <a:cxnLst/>
            <a:rect r="r" b="b" t="t" l="l"/>
            <a:pathLst>
              <a:path w="12190419" h="4517241" stroke="true" fill="norm" extrusionOk="true">
                <a:moveTo>
                  <a:pt x="12190419" y="0"/>
                </a:moveTo>
                <a:lnTo>
                  <a:pt x="12102655" y="1795750"/>
                </a:lnTo>
                <a:lnTo>
                  <a:pt x="11771526" y="1573258"/>
                </a:lnTo>
                <a:cubicBezTo>
                  <a:pt x="11771684" y="1573416"/>
                  <a:pt x="10833011" y="2382896"/>
                  <a:pt x="10136597" y="2752293"/>
                </a:cubicBezTo>
                <a:cubicBezTo>
                  <a:pt x="8941833" y="3465124"/>
                  <a:pt x="6868289" y="4232197"/>
                  <a:pt x="3329778" y="4499523"/>
                </a:cubicBezTo>
                <a:lnTo>
                  <a:pt x="3071770" y="4517241"/>
                </a:lnTo>
                <a:lnTo>
                  <a:pt x="0" y="4517241"/>
                </a:lnTo>
                <a:lnTo>
                  <a:pt x="0" y="4235416"/>
                </a:lnTo>
                <a:cubicBezTo>
                  <a:pt x="7993272" y="4235416"/>
                  <a:pt x="10503306" y="1488183"/>
                  <a:pt x="10895947" y="985006"/>
                </a:cubicBezTo>
                <a:lnTo>
                  <a:pt x="10441475" y="679811"/>
                </a:lnTo>
                <a:close/>
              </a:path>
            </a:pathLst>
          </a:custGeom>
          <a:gradFill>
            <a:gsLst>
              <a:gs pos="0">
                <a:srgbClr val="6DBA90">
                  <a:lumMod val="20000"/>
                  <a:lumOff val="80000"/>
                </a:srgbClr>
              </a:gs>
              <a:gs pos="70000">
                <a:srgbClr val="6DBA90">
                  <a:alpha val="50000"/>
                </a:srgbClr>
              </a:gs>
            </a:gsLst>
          </a:gra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cxnSp>
        <p:nvCxnSpPr>
          <p:cNvPr name="Connector 3" id="3"/>
          <p:cNvCxnSpPr/>
          <p:nvPr/>
        </p:nvCxnSpPr>
        <p:spPr>
          <a:xfrm>
            <a:off x="732178" y="4384336"/>
            <a:ext cx="0" cy="1677985"/>
          </a:xfrm>
          <a:prstGeom prst="lin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70000">
                <a:srgbClr val="6DBA90"/>
              </a:gs>
            </a:gsLst>
          </a:gradFill>
          <a:ln w="6350" cap="flat">
            <a:solidFill>
              <a:schemeClr val="accent1">
                <a:alpha val="50000"/>
              </a:schemeClr>
            </a:solidFill>
            <a:prstDash val="solid"/>
            <a:miter lim="800000"/>
          </a:ln>
        </p:spPr>
      </p:cxnSp>
      <p:sp>
        <p:nvSpPr>
          <p:cNvPr name="AutoShape 4" id="4"/>
          <p:cNvSpPr/>
          <p:nvPr/>
        </p:nvSpPr>
        <p:spPr>
          <a:xfrm>
            <a:off x="660400" y="5990543"/>
            <a:ext cx="143557" cy="143557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70000">
                <a:srgbClr val="6DBA90"/>
              </a:gs>
            </a:gsLst>
          </a:gradFill>
          <a:ln cap="flat">
            <a:noFill/>
            <a:prstDash val="solid"/>
            <a:miter lim="800000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cxnSp>
        <p:nvCxnSpPr>
          <p:cNvPr name="Connector 5" id="5"/>
          <p:cNvCxnSpPr/>
          <p:nvPr/>
        </p:nvCxnSpPr>
        <p:spPr>
          <a:xfrm>
            <a:off x="3946417" y="3595200"/>
            <a:ext cx="0" cy="1677985"/>
          </a:xfrm>
          <a:prstGeom prst="lin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70000">
                <a:srgbClr val="6DBA90"/>
              </a:gs>
            </a:gsLst>
          </a:gradFill>
          <a:ln w="6350" cap="flat">
            <a:solidFill>
              <a:schemeClr val="accent1">
                <a:alpha val="50000"/>
              </a:schemeClr>
            </a:solidFill>
            <a:prstDash val="solid"/>
            <a:miter lim="800000"/>
          </a:ln>
        </p:spPr>
      </p:cxnSp>
      <p:sp>
        <p:nvSpPr>
          <p:cNvPr name="AutoShape 6" id="6"/>
          <p:cNvSpPr/>
          <p:nvPr/>
        </p:nvSpPr>
        <p:spPr>
          <a:xfrm>
            <a:off x="3874639" y="5201407"/>
            <a:ext cx="143557" cy="143557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70000">
                <a:srgbClr val="6DBA90"/>
              </a:gs>
            </a:gsLst>
          </a:gradFill>
          <a:ln cap="flat">
            <a:noFill/>
            <a:prstDash val="solid"/>
            <a:miter lim="800000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cxnSp>
        <p:nvCxnSpPr>
          <p:cNvPr name="Connector 7" id="7"/>
          <p:cNvCxnSpPr/>
          <p:nvPr/>
        </p:nvCxnSpPr>
        <p:spPr>
          <a:xfrm>
            <a:off x="7160656" y="2806064"/>
            <a:ext cx="0" cy="1677985"/>
          </a:xfrm>
          <a:prstGeom prst="lin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70000">
                <a:srgbClr val="6DBA90"/>
              </a:gs>
            </a:gsLst>
          </a:gradFill>
          <a:ln w="6350" cap="flat">
            <a:solidFill>
              <a:schemeClr val="accent1">
                <a:alpha val="50000"/>
              </a:schemeClr>
            </a:solidFill>
            <a:prstDash val="solid"/>
            <a:miter lim="800000"/>
          </a:ln>
        </p:spPr>
      </p:cxnSp>
      <p:sp>
        <p:nvSpPr>
          <p:cNvPr name="AutoShape 8" id="8"/>
          <p:cNvSpPr/>
          <p:nvPr/>
        </p:nvSpPr>
        <p:spPr>
          <a:xfrm>
            <a:off x="7088878" y="4412271"/>
            <a:ext cx="143557" cy="143557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70000">
                <a:srgbClr val="6DBA90"/>
              </a:gs>
            </a:gsLst>
          </a:gradFill>
          <a:ln cap="flat">
            <a:noFill/>
            <a:prstDash val="solid"/>
            <a:miter lim="800000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AutoShape 9" id="9"/>
          <p:cNvSpPr/>
          <p:nvPr/>
        </p:nvSpPr>
        <p:spPr>
          <a:xfrm>
            <a:off x="803955" y="4540889"/>
            <a:ext cx="2330666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一键生成PPT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03955" y="4931696"/>
            <a:ext cx="2330665" cy="672748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用户只需输入主题或关键词，AI即可快速生成完整的PPT文稿，大幅简化制作流程。</a:t>
            </a:r>
          </a:p>
        </p:txBody>
      </p:sp>
      <p:sp>
        <p:nvSpPr>
          <p:cNvPr name="Freeform 11" id="11"/>
          <p:cNvSpPr/>
          <p:nvPr/>
        </p:nvSpPr>
        <p:spPr>
          <a:xfrm>
            <a:off x="699799" y="3670017"/>
            <a:ext cx="2086941" cy="522073"/>
          </a:xfrm>
          <a:custGeom>
            <a:avLst/>
            <a:gdLst/>
            <a:ahLst/>
            <a:cxnLst/>
            <a:rect r="r" b="b" t="t" l="l"/>
            <a:pathLst>
              <a:path w="2086941" h="522073" stroke="true" fill="norm" extrusionOk="true">
                <a:moveTo>
                  <a:pt x="0" y="0"/>
                </a:moveTo>
                <a:lnTo>
                  <a:pt x="1825905" y="0"/>
                </a:lnTo>
                <a:cubicBezTo>
                  <a:pt x="1970071" y="0"/>
                  <a:pt x="2086941" y="116870"/>
                  <a:pt x="2086941" y="261037"/>
                </a:cubicBezTo>
                <a:cubicBezTo>
                  <a:pt x="2086941" y="405203"/>
                  <a:pt x="1970071" y="522073"/>
                  <a:pt x="1825905" y="522073"/>
                </a:cubicBezTo>
                <a:cubicBezTo>
                  <a:pt x="1217270" y="522073"/>
                  <a:pt x="608635" y="522072"/>
                  <a:pt x="0" y="522072"/>
                </a:cubicBezTo>
                <a:close/>
              </a:path>
            </a:pathLst>
          </a:cu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018194" y="3751753"/>
            <a:ext cx="2330666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模板自动匹配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018194" y="4142560"/>
            <a:ext cx="2330665" cy="672748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AI根据内容类型和用户需求，自动匹配最合适的PPT模板，确保演示文稿风格与内容高度契合。</a:t>
            </a:r>
          </a:p>
        </p:txBody>
      </p:sp>
      <p:sp>
        <p:nvSpPr>
          <p:cNvPr name="Freeform 14" id="14"/>
          <p:cNvSpPr/>
          <p:nvPr/>
        </p:nvSpPr>
        <p:spPr>
          <a:xfrm>
            <a:off x="3914038" y="2880881"/>
            <a:ext cx="2086941" cy="522073"/>
          </a:xfrm>
          <a:custGeom>
            <a:avLst/>
            <a:gdLst/>
            <a:ahLst/>
            <a:cxnLst/>
            <a:rect r="r" b="b" t="t" l="l"/>
            <a:pathLst>
              <a:path w="2086941" h="522073" stroke="true" fill="norm" extrusionOk="true">
                <a:moveTo>
                  <a:pt x="0" y="0"/>
                </a:moveTo>
                <a:lnTo>
                  <a:pt x="1825905" y="0"/>
                </a:lnTo>
                <a:cubicBezTo>
                  <a:pt x="1970071" y="0"/>
                  <a:pt x="2086941" y="116871"/>
                  <a:pt x="2086941" y="261037"/>
                </a:cubicBezTo>
                <a:cubicBezTo>
                  <a:pt x="2086941" y="405203"/>
                  <a:pt x="1970071" y="522073"/>
                  <a:pt x="1825905" y="522073"/>
                </a:cubicBezTo>
                <a:cubicBezTo>
                  <a:pt x="1217270" y="522073"/>
                  <a:pt x="608635" y="522072"/>
                  <a:pt x="0" y="522072"/>
                </a:cubicBezTo>
                <a:close/>
              </a:path>
            </a:pathLst>
          </a:cu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232433" y="2962617"/>
            <a:ext cx="2330666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内容智能填充</a:t>
            </a:r>
          </a:p>
        </p:txBody>
      </p:sp>
      <p:sp>
        <p:nvSpPr>
          <p:cNvPr name="AutoShape 16" id="16"/>
          <p:cNvSpPr/>
          <p:nvPr/>
        </p:nvSpPr>
        <p:spPr>
          <a:xfrm>
            <a:off x="7232433" y="3353424"/>
            <a:ext cx="2330665" cy="672748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AI能够根据用户提供的大纲或文本，自动填充PPT内容，包括标题、要点和图表，减少手动输入的工作量。</a:t>
            </a:r>
          </a:p>
        </p:txBody>
      </p:sp>
      <p:sp>
        <p:nvSpPr>
          <p:cNvPr name="Freeform 17" id="17"/>
          <p:cNvSpPr/>
          <p:nvPr/>
        </p:nvSpPr>
        <p:spPr>
          <a:xfrm>
            <a:off x="7128277" y="2091745"/>
            <a:ext cx="2086941" cy="522073"/>
          </a:xfrm>
          <a:custGeom>
            <a:avLst/>
            <a:gdLst/>
            <a:ahLst/>
            <a:cxnLst/>
            <a:rect r="r" b="b" t="t" l="l"/>
            <a:pathLst>
              <a:path w="2086941" h="522073" stroke="true" fill="norm" extrusionOk="true">
                <a:moveTo>
                  <a:pt x="0" y="0"/>
                </a:moveTo>
                <a:lnTo>
                  <a:pt x="1825905" y="0"/>
                </a:lnTo>
                <a:cubicBezTo>
                  <a:pt x="1970071" y="0"/>
                  <a:pt x="2086941" y="116871"/>
                  <a:pt x="2086941" y="261037"/>
                </a:cubicBezTo>
                <a:cubicBezTo>
                  <a:pt x="2086941" y="405203"/>
                  <a:pt x="1970071" y="522073"/>
                  <a:pt x="1825905" y="522073"/>
                </a:cubicBezTo>
                <a:cubicBezTo>
                  <a:pt x="1217270" y="522073"/>
                  <a:pt x="608635" y="522072"/>
                  <a:pt x="0" y="522072"/>
                </a:cubicBezTo>
                <a:close/>
              </a:path>
            </a:pathLst>
          </a:cu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8" id="18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自动化生成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4514681" y="2498610"/>
            <a:ext cx="3174966" cy="1702557"/>
          </a:xfrm>
          <a:custGeom>
            <a:avLst/>
            <a:gdLst/>
            <a:ahLst/>
            <a:cxnLst/>
            <a:rect r="r" b="b" t="t" l="l"/>
            <a:pathLst>
              <a:path w="4070030" h="2182530" stroke="true" fill="norm" extrusionOk="true">
                <a:moveTo>
                  <a:pt x="2035015" y="0"/>
                </a:moveTo>
                <a:cubicBezTo>
                  <a:pt x="3158923" y="0"/>
                  <a:pt x="4070030" y="488576"/>
                  <a:pt x="4070030" y="1091265"/>
                </a:cubicBezTo>
                <a:cubicBezTo>
                  <a:pt x="4070030" y="1693954"/>
                  <a:pt x="3158923" y="2182530"/>
                  <a:pt x="2035015" y="2182530"/>
                </a:cubicBezTo>
                <a:cubicBezTo>
                  <a:pt x="911107" y="2182530"/>
                  <a:pt x="0" y="1693954"/>
                  <a:pt x="0" y="1091265"/>
                </a:cubicBezTo>
                <a:cubicBezTo>
                  <a:pt x="0" y="488576"/>
                  <a:pt x="911107" y="0"/>
                  <a:pt x="2035015" y="0"/>
                </a:cubicBezTo>
                <a:close/>
              </a:path>
            </a:pathLst>
          </a:custGeom>
          <a:gradFill>
            <a:gsLst>
              <a:gs pos="43000">
                <a:srgbClr val="6DBA90">
                  <a:alpha val="0"/>
                </a:srgbClr>
              </a:gs>
              <a:gs pos="100000">
                <a:srgbClr val="6DBA90">
                  <a:alpha val="49000"/>
                </a:srgbClr>
              </a:gs>
            </a:gsLst>
            <a:lin ang="5400000"/>
          </a:gra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4514069" y="3348330"/>
            <a:ext cx="3176191" cy="1589654"/>
          </a:xfrm>
          <a:custGeom>
            <a:avLst/>
            <a:gdLst/>
            <a:ahLst/>
            <a:cxnLst/>
            <a:rect r="r" b="b" t="t" l="l"/>
            <a:pathLst>
              <a:path w="4071600" h="2037799" stroke="true" fill="norm" extrusionOk="true">
                <a:moveTo>
                  <a:pt x="101" y="0"/>
                </a:moveTo>
                <a:lnTo>
                  <a:pt x="974" y="0"/>
                </a:lnTo>
                <a:lnTo>
                  <a:pt x="785" y="1999"/>
                </a:lnTo>
                <a:cubicBezTo>
                  <a:pt x="785" y="604688"/>
                  <a:pt x="911892" y="1093264"/>
                  <a:pt x="2035800" y="1093264"/>
                </a:cubicBezTo>
                <a:cubicBezTo>
                  <a:pt x="3159708" y="1093264"/>
                  <a:pt x="4070815" y="604688"/>
                  <a:pt x="4070815" y="1999"/>
                </a:cubicBezTo>
                <a:lnTo>
                  <a:pt x="4070627" y="0"/>
                </a:lnTo>
                <a:lnTo>
                  <a:pt x="4071499" y="0"/>
                </a:lnTo>
                <a:lnTo>
                  <a:pt x="4071600" y="1999"/>
                </a:lnTo>
                <a:cubicBezTo>
                  <a:pt x="4071600" y="1126340"/>
                  <a:pt x="3160141" y="2037799"/>
                  <a:pt x="2035800" y="2037799"/>
                </a:cubicBezTo>
                <a:cubicBezTo>
                  <a:pt x="911459" y="2037799"/>
                  <a:pt x="0" y="1126340"/>
                  <a:pt x="0" y="1999"/>
                </a:cubicBezTo>
                <a:close/>
              </a:path>
            </a:pathLst>
          </a:custGeom>
          <a:gradFill>
            <a:gsLst>
              <a:gs pos="0">
                <a:srgbClr val="6DBA90">
                  <a:lumMod val="20000"/>
                  <a:lumOff val="8000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512754" y="2417558"/>
            <a:ext cx="3174966" cy="1702557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FFFFFF"/>
              </a:gs>
            </a:gsLst>
            <a:lin ang="5400000"/>
          </a:gradFill>
          <a:ln w="6350">
            <a:gradFill>
              <a:gsLst>
                <a:gs pos="0">
                  <a:srgbClr val="6DBA90">
                    <a:alpha val="0"/>
                    <a:lumMod val="75000"/>
                  </a:srgbClr>
                </a:gs>
                <a:gs pos="100000">
                  <a:srgbClr val="6DBA90">
                    <a:alpha val="25000"/>
                    <a:lumMod val="50000"/>
                  </a:srgbClr>
                </a:gs>
              </a:gsLst>
              <a:lin ang="5400000"/>
            </a:gradFill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5921951" y="1796504"/>
            <a:ext cx="1372032" cy="1372034"/>
          </a:xfrm>
          <a:prstGeom prst="roundRect">
            <a:avLst>
              <a:gd name="adj" fmla="val 4399"/>
            </a:avLst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100000">
                <a:srgbClr val="6DBA90"/>
              </a:gs>
            </a:gsLst>
            <a:lin ang="18900000"/>
          </a:gradFill>
          <a:ln w="6350">
            <a:gradFill>
              <a:gsLst>
                <a:gs pos="0">
                  <a:srgbClr val="6DBA90"/>
                </a:gs>
                <a:gs pos="100000">
                  <a:srgbClr val="6DBA90">
                    <a:lumMod val="30000"/>
                    <a:lumOff val="70000"/>
                  </a:srgbClr>
                </a:gs>
              </a:gsLst>
              <a:lin ang="5400000"/>
            </a:gradFill>
          </a:ln>
          <a:scene3d>
            <a:camera prst="isometricLeftDown" zoom="100%"/>
            <a:lightRig rig="contrasting" dir="t"/>
          </a:scene3d>
          <a:sp3d extrusionH="50800"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5646836" y="1937494"/>
            <a:ext cx="1372032" cy="1372035"/>
          </a:xfrm>
          <a:prstGeom prst="roundRect">
            <a:avLst>
              <a:gd name="adj" fmla="val 4399"/>
            </a:avLst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LeftDown" zoom="100%"/>
            <a:lightRig rig="threePt" dir="t">
              <a:rot lat="0" lon="0" rev="10200000"/>
            </a:lightRig>
          </a:scene3d>
          <a:sp3d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5325927" y="2121389"/>
            <a:ext cx="1372032" cy="1372035"/>
          </a:xfrm>
          <a:prstGeom prst="roundRect">
            <a:avLst>
              <a:gd name="adj" fmla="val 4399"/>
            </a:avLst>
          </a:prstGeom>
          <a:solidFill>
            <a:schemeClr val="accent1">
              <a:alpha val="50000"/>
              <a:lumMod val="60000"/>
              <a:lumOff val="40000"/>
            </a:schemeClr>
          </a:solidFill>
          <a:ln>
            <a:noFill/>
          </a:ln>
          <a:scene3d>
            <a:camera prst="isometricLeftDown" zoom="100%"/>
            <a:lightRig rig="threePt" dir="t">
              <a:rot lat="0" lon="0" rev="10200000"/>
            </a:lightRig>
          </a:scene3d>
          <a:sp3d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969324" y="2333564"/>
            <a:ext cx="1372032" cy="1372035"/>
          </a:xfrm>
          <a:prstGeom prst="roundRect">
            <a:avLst>
              <a:gd name="adj" fmla="val 4399"/>
            </a:avLst>
          </a:prstGeom>
          <a:gradFill>
            <a:gsLst>
              <a:gs pos="0">
                <a:srgbClr val="6DBA90">
                  <a:lumMod val="20000"/>
                  <a:lumOff val="80000"/>
                </a:srgbClr>
              </a:gs>
              <a:gs pos="100000">
                <a:srgbClr val="FFFFFF"/>
              </a:gs>
            </a:gsLst>
            <a:lin ang="18900000"/>
          </a:gradFill>
          <a:ln w="6350">
            <a:gradFill>
              <a:gsLst>
                <a:gs pos="0">
                  <a:srgbClr val="6DBA90">
                    <a:lumMod val="20000"/>
                    <a:lumOff val="80000"/>
                  </a:srgbClr>
                </a:gs>
                <a:gs pos="100000">
                  <a:srgbClr val="6DBA90">
                    <a:alpha val="61000"/>
                    <a:lumMod val="30000"/>
                    <a:lumOff val="70000"/>
                  </a:srgbClr>
                </a:gs>
              </a:gsLst>
              <a:lin ang="5400000"/>
            </a:gradFill>
          </a:ln>
          <a:scene3d>
            <a:camera prst="isometricLeftDown" zoom="100%"/>
            <a:lightRig rig="contrasting" dir="t"/>
          </a:scene3d>
          <a:sp3d extrusionH="50800"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3991509" y="1560568"/>
            <a:ext cx="582452" cy="582452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  <a:ln>
            <a:noFill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 flipH="true">
            <a:off x="779297" y="1802728"/>
            <a:ext cx="3064305" cy="7540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用户可以根据个人喜好设置PPT的风格、配色和字体，AI会根据这些偏好生成定制化的演示文稿。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779297" y="1475463"/>
            <a:ext cx="3064305" cy="338554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用户偏好设置</a:t>
            </a:r>
          </a:p>
        </p:txBody>
      </p:sp>
      <p:sp>
        <p:nvSpPr>
          <p:cNvPr name="Freeform 12" id="12"/>
          <p:cNvSpPr/>
          <p:nvPr/>
        </p:nvSpPr>
        <p:spPr>
          <a:xfrm>
            <a:off x="4110407" y="1692712"/>
            <a:ext cx="344657" cy="318165"/>
          </a:xfrm>
          <a:custGeom>
            <a:avLst/>
            <a:gdLst/>
            <a:ahLst/>
            <a:cxnLst/>
            <a:rect r="r" b="b" t="t" l="l"/>
            <a:pathLst>
              <a:path w="10000" h="9232" stroke="true" fill="norm" extrusionOk="true">
                <a:moveTo>
                  <a:pt x="10000" y="384"/>
                </a:moveTo>
                <a:lnTo>
                  <a:pt x="10000" y="1924"/>
                </a:lnTo>
                <a:cubicBezTo>
                  <a:pt x="10000" y="2027"/>
                  <a:pt x="9963" y="2119"/>
                  <a:pt x="9886" y="2194"/>
                </a:cubicBezTo>
                <a:cubicBezTo>
                  <a:pt x="9810" y="2270"/>
                  <a:pt x="9719" y="2307"/>
                  <a:pt x="9616" y="2307"/>
                </a:cubicBezTo>
                <a:lnTo>
                  <a:pt x="384" y="2307"/>
                </a:lnTo>
                <a:cubicBezTo>
                  <a:pt x="280" y="2307"/>
                  <a:pt x="189" y="2270"/>
                  <a:pt x="114" y="2194"/>
                </a:cubicBezTo>
                <a:cubicBezTo>
                  <a:pt x="38" y="2117"/>
                  <a:pt x="0" y="2029"/>
                  <a:pt x="0" y="1924"/>
                </a:cubicBezTo>
                <a:lnTo>
                  <a:pt x="0" y="384"/>
                </a:lnTo>
                <a:cubicBezTo>
                  <a:pt x="0" y="280"/>
                  <a:pt x="38" y="189"/>
                  <a:pt x="114" y="114"/>
                </a:cubicBezTo>
                <a:cubicBezTo>
                  <a:pt x="190" y="37"/>
                  <a:pt x="279" y="0"/>
                  <a:pt x="384" y="0"/>
                </a:cubicBezTo>
                <a:lnTo>
                  <a:pt x="9616" y="0"/>
                </a:lnTo>
                <a:cubicBezTo>
                  <a:pt x="9720" y="0"/>
                  <a:pt x="9811" y="37"/>
                  <a:pt x="9886" y="114"/>
                </a:cubicBezTo>
                <a:cubicBezTo>
                  <a:pt x="9964" y="189"/>
                  <a:pt x="10000" y="280"/>
                  <a:pt x="10000" y="384"/>
                </a:cubicBezTo>
                <a:close/>
                <a:moveTo>
                  <a:pt x="9616" y="3077"/>
                </a:moveTo>
                <a:lnTo>
                  <a:pt x="9616" y="8848"/>
                </a:lnTo>
                <a:cubicBezTo>
                  <a:pt x="9616" y="8952"/>
                  <a:pt x="9579" y="9044"/>
                  <a:pt x="9503" y="9119"/>
                </a:cubicBezTo>
                <a:cubicBezTo>
                  <a:pt x="9426" y="9195"/>
                  <a:pt x="9335" y="9232"/>
                  <a:pt x="9232" y="9232"/>
                </a:cubicBezTo>
                <a:lnTo>
                  <a:pt x="770" y="9232"/>
                </a:lnTo>
                <a:cubicBezTo>
                  <a:pt x="666" y="9232"/>
                  <a:pt x="575" y="9195"/>
                  <a:pt x="500" y="9119"/>
                </a:cubicBezTo>
                <a:cubicBezTo>
                  <a:pt x="424" y="9042"/>
                  <a:pt x="386" y="8951"/>
                  <a:pt x="386" y="8848"/>
                </a:cubicBezTo>
                <a:lnTo>
                  <a:pt x="386" y="3077"/>
                </a:lnTo>
                <a:cubicBezTo>
                  <a:pt x="386" y="2974"/>
                  <a:pt x="424" y="2882"/>
                  <a:pt x="500" y="2807"/>
                </a:cubicBezTo>
                <a:cubicBezTo>
                  <a:pt x="576" y="2732"/>
                  <a:pt x="665" y="2693"/>
                  <a:pt x="770" y="2693"/>
                </a:cubicBezTo>
                <a:lnTo>
                  <a:pt x="9234" y="2693"/>
                </a:lnTo>
                <a:cubicBezTo>
                  <a:pt x="9337" y="2693"/>
                  <a:pt x="9429" y="2731"/>
                  <a:pt x="9504" y="2807"/>
                </a:cubicBezTo>
                <a:cubicBezTo>
                  <a:pt x="9578" y="2884"/>
                  <a:pt x="9616" y="2972"/>
                  <a:pt x="9616" y="3077"/>
                </a:cubicBezTo>
                <a:close/>
                <a:moveTo>
                  <a:pt x="6040" y="4502"/>
                </a:moveTo>
                <a:cubicBezTo>
                  <a:pt x="6116" y="4426"/>
                  <a:pt x="6154" y="4337"/>
                  <a:pt x="6154" y="4232"/>
                </a:cubicBezTo>
                <a:cubicBezTo>
                  <a:pt x="6154" y="4128"/>
                  <a:pt x="6116" y="4037"/>
                  <a:pt x="6040" y="3962"/>
                </a:cubicBezTo>
                <a:cubicBezTo>
                  <a:pt x="5964" y="3886"/>
                  <a:pt x="5872" y="3848"/>
                  <a:pt x="5770" y="3848"/>
                </a:cubicBezTo>
                <a:lnTo>
                  <a:pt x="4230" y="3848"/>
                </a:lnTo>
                <a:cubicBezTo>
                  <a:pt x="4126" y="3848"/>
                  <a:pt x="4035" y="3886"/>
                  <a:pt x="3960" y="3962"/>
                </a:cubicBezTo>
                <a:cubicBezTo>
                  <a:pt x="3885" y="4038"/>
                  <a:pt x="3846" y="4130"/>
                  <a:pt x="3846" y="4232"/>
                </a:cubicBezTo>
                <a:cubicBezTo>
                  <a:pt x="3846" y="4336"/>
                  <a:pt x="3884" y="4427"/>
                  <a:pt x="3960" y="4502"/>
                </a:cubicBezTo>
                <a:cubicBezTo>
                  <a:pt x="4036" y="4577"/>
                  <a:pt x="4125" y="4616"/>
                  <a:pt x="4230" y="4616"/>
                </a:cubicBezTo>
                <a:lnTo>
                  <a:pt x="5769" y="4616"/>
                </a:lnTo>
                <a:cubicBezTo>
                  <a:pt x="5872" y="4616"/>
                  <a:pt x="5965" y="4579"/>
                  <a:pt x="6040" y="45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7339777" y="1545566"/>
            <a:ext cx="582452" cy="582452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Autofit/>
          </a:bodyPr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 flipH="true">
            <a:off x="7922229" y="1870665"/>
            <a:ext cx="3266328" cy="7540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生成后的PPT支持用户手动编辑和调整，用户可以根据需求修改内容、布局和设计，确保最终效果符合预期。</a:t>
            </a:r>
          </a:p>
        </p:txBody>
      </p:sp>
      <p:sp>
        <p:nvSpPr>
          <p:cNvPr name="AutoShape 15" id="15"/>
          <p:cNvSpPr/>
          <p:nvPr/>
        </p:nvSpPr>
        <p:spPr>
          <a:xfrm flipH="true">
            <a:off x="7922229" y="1511614"/>
            <a:ext cx="3266328" cy="338554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手动编辑与调整</a:t>
            </a:r>
          </a:p>
        </p:txBody>
      </p:sp>
      <p:sp>
        <p:nvSpPr>
          <p:cNvPr name="Freeform 16" id="16"/>
          <p:cNvSpPr/>
          <p:nvPr/>
        </p:nvSpPr>
        <p:spPr>
          <a:xfrm>
            <a:off x="7458434" y="1664464"/>
            <a:ext cx="345138" cy="344657"/>
          </a:xfrm>
          <a:custGeom>
            <a:avLst/>
            <a:gdLst/>
            <a:ahLst/>
            <a:cxnLst/>
            <a:rect r="r" b="b" t="t" l="l"/>
            <a:pathLst>
              <a:path w="608697" h="607851" stroke="true" fill="norm" extrusionOk="true">
                <a:moveTo>
                  <a:pt x="304348" y="142646"/>
                </a:moveTo>
                <a:cubicBezTo>
                  <a:pt x="291891" y="142646"/>
                  <a:pt x="281822" y="152777"/>
                  <a:pt x="281822" y="165143"/>
                </a:cubicBezTo>
                <a:lnTo>
                  <a:pt x="281822" y="303925"/>
                </a:lnTo>
                <a:cubicBezTo>
                  <a:pt x="281822" y="316365"/>
                  <a:pt x="291891" y="326422"/>
                  <a:pt x="304348" y="326422"/>
                </a:cubicBezTo>
                <a:lnTo>
                  <a:pt x="418546" y="326422"/>
                </a:lnTo>
                <a:cubicBezTo>
                  <a:pt x="431003" y="326422"/>
                  <a:pt x="441073" y="316365"/>
                  <a:pt x="441073" y="303925"/>
                </a:cubicBezTo>
                <a:cubicBezTo>
                  <a:pt x="441073" y="291485"/>
                  <a:pt x="431003" y="281428"/>
                  <a:pt x="418546" y="281428"/>
                </a:cubicBezTo>
                <a:lnTo>
                  <a:pt x="326874" y="281428"/>
                </a:lnTo>
                <a:lnTo>
                  <a:pt x="326874" y="165143"/>
                </a:lnTo>
                <a:cubicBezTo>
                  <a:pt x="326874" y="152777"/>
                  <a:pt x="316805" y="142646"/>
                  <a:pt x="304348" y="142646"/>
                </a:cubicBezTo>
                <a:close/>
                <a:moveTo>
                  <a:pt x="304348" y="87148"/>
                </a:moveTo>
                <a:cubicBezTo>
                  <a:pt x="424066" y="87148"/>
                  <a:pt x="521407" y="184362"/>
                  <a:pt x="521407" y="303925"/>
                </a:cubicBezTo>
                <a:cubicBezTo>
                  <a:pt x="521407" y="423488"/>
                  <a:pt x="424066" y="520702"/>
                  <a:pt x="304348" y="520702"/>
                </a:cubicBezTo>
                <a:cubicBezTo>
                  <a:pt x="184630" y="520702"/>
                  <a:pt x="87289" y="423488"/>
                  <a:pt x="87289" y="303925"/>
                </a:cubicBezTo>
                <a:cubicBezTo>
                  <a:pt x="87289" y="184362"/>
                  <a:pt x="184630" y="87148"/>
                  <a:pt x="304348" y="87148"/>
                </a:cubicBezTo>
                <a:close/>
                <a:moveTo>
                  <a:pt x="304349" y="46781"/>
                </a:moveTo>
                <a:cubicBezTo>
                  <a:pt x="162319" y="46781"/>
                  <a:pt x="46846" y="162094"/>
                  <a:pt x="46846" y="303926"/>
                </a:cubicBezTo>
                <a:cubicBezTo>
                  <a:pt x="46846" y="445757"/>
                  <a:pt x="162319" y="561070"/>
                  <a:pt x="304349" y="561070"/>
                </a:cubicBezTo>
                <a:cubicBezTo>
                  <a:pt x="446378" y="561070"/>
                  <a:pt x="561851" y="445757"/>
                  <a:pt x="561851" y="303926"/>
                </a:cubicBezTo>
                <a:cubicBezTo>
                  <a:pt x="561851" y="162094"/>
                  <a:pt x="446378" y="46781"/>
                  <a:pt x="304349" y="46781"/>
                </a:cubicBezTo>
                <a:close/>
                <a:moveTo>
                  <a:pt x="304349" y="0"/>
                </a:moveTo>
                <a:cubicBezTo>
                  <a:pt x="472188" y="0"/>
                  <a:pt x="608697" y="136320"/>
                  <a:pt x="608697" y="303926"/>
                </a:cubicBezTo>
                <a:cubicBezTo>
                  <a:pt x="608697" y="471531"/>
                  <a:pt x="472188" y="607851"/>
                  <a:pt x="304349" y="607851"/>
                </a:cubicBezTo>
                <a:cubicBezTo>
                  <a:pt x="136509" y="607851"/>
                  <a:pt x="0" y="471531"/>
                  <a:pt x="0" y="303926"/>
                </a:cubicBezTo>
                <a:cubicBezTo>
                  <a:pt x="0" y="136320"/>
                  <a:pt x="136509" y="0"/>
                  <a:pt x="30434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3991509" y="3760726"/>
            <a:ext cx="582452" cy="582452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Autofit/>
          </a:bodyPr>
          <a:p>
            <a:pPr algn="ctr" marL="0"/>
          </a:p>
        </p:txBody>
      </p:sp>
      <p:sp>
        <p:nvSpPr>
          <p:cNvPr name="AutoShape 18" id="18"/>
          <p:cNvSpPr/>
          <p:nvPr/>
        </p:nvSpPr>
        <p:spPr>
          <a:xfrm flipH="true">
            <a:off x="759828" y="4074289"/>
            <a:ext cx="3212212" cy="4533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AI支持多种语言的PPT生成，用户可以选择不同的语言版本，满足国际化需求。</a:t>
            </a:r>
          </a:p>
        </p:txBody>
      </p:sp>
      <p:sp>
        <p:nvSpPr>
          <p:cNvPr name="AutoShape 19" id="19"/>
          <p:cNvSpPr/>
          <p:nvPr/>
        </p:nvSpPr>
        <p:spPr>
          <a:xfrm flipH="true">
            <a:off x="766179" y="3760726"/>
            <a:ext cx="3212212" cy="338554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多语言支持</a:t>
            </a:r>
          </a:p>
        </p:txBody>
      </p:sp>
      <p:sp>
        <p:nvSpPr>
          <p:cNvPr name="Freeform 20" id="20"/>
          <p:cNvSpPr/>
          <p:nvPr/>
        </p:nvSpPr>
        <p:spPr>
          <a:xfrm>
            <a:off x="4110407" y="3879624"/>
            <a:ext cx="344657" cy="344657"/>
          </a:xfrm>
          <a:custGeom>
            <a:avLst/>
            <a:gdLst/>
            <a:ahLst/>
            <a:cxnLst/>
            <a:rect r="r" b="b" t="t" l="l"/>
            <a:pathLst>
              <a:path w="607639" h="606722" stroke="true" fill="norm" extrusionOk="true">
                <a:moveTo>
                  <a:pt x="263280" y="569605"/>
                </a:moveTo>
                <a:cubicBezTo>
                  <a:pt x="276541" y="571559"/>
                  <a:pt x="290070" y="572624"/>
                  <a:pt x="303776" y="572624"/>
                </a:cubicBezTo>
                <a:cubicBezTo>
                  <a:pt x="317571" y="572624"/>
                  <a:pt x="331099" y="571559"/>
                  <a:pt x="344360" y="569605"/>
                </a:cubicBezTo>
                <a:cubicBezTo>
                  <a:pt x="342580" y="590383"/>
                  <a:pt x="325047" y="606722"/>
                  <a:pt x="303776" y="606722"/>
                </a:cubicBezTo>
                <a:cubicBezTo>
                  <a:pt x="282593" y="606722"/>
                  <a:pt x="265060" y="590383"/>
                  <a:pt x="263280" y="569605"/>
                </a:cubicBezTo>
                <a:close/>
                <a:moveTo>
                  <a:pt x="520845" y="462910"/>
                </a:moveTo>
                <a:cubicBezTo>
                  <a:pt x="534463" y="478833"/>
                  <a:pt x="533662" y="502852"/>
                  <a:pt x="518620" y="517886"/>
                </a:cubicBezTo>
                <a:cubicBezTo>
                  <a:pt x="510966" y="525536"/>
                  <a:pt x="500730" y="529806"/>
                  <a:pt x="489872" y="529806"/>
                </a:cubicBezTo>
                <a:cubicBezTo>
                  <a:pt x="480081" y="529806"/>
                  <a:pt x="470914" y="526426"/>
                  <a:pt x="463615" y="520110"/>
                </a:cubicBezTo>
                <a:cubicBezTo>
                  <a:pt x="485421" y="504008"/>
                  <a:pt x="504736" y="484705"/>
                  <a:pt x="520845" y="462910"/>
                </a:cubicBezTo>
                <a:close/>
                <a:moveTo>
                  <a:pt x="86705" y="462910"/>
                </a:moveTo>
                <a:cubicBezTo>
                  <a:pt x="102814" y="484705"/>
                  <a:pt x="122218" y="504008"/>
                  <a:pt x="144024" y="520110"/>
                </a:cubicBezTo>
                <a:cubicBezTo>
                  <a:pt x="136726" y="526337"/>
                  <a:pt x="127469" y="529806"/>
                  <a:pt x="117767" y="529806"/>
                </a:cubicBezTo>
                <a:cubicBezTo>
                  <a:pt x="106909" y="529806"/>
                  <a:pt x="96673" y="525536"/>
                  <a:pt x="89019" y="517886"/>
                </a:cubicBezTo>
                <a:cubicBezTo>
                  <a:pt x="73977" y="502852"/>
                  <a:pt x="73176" y="478833"/>
                  <a:pt x="86705" y="462910"/>
                </a:cubicBezTo>
                <a:close/>
                <a:moveTo>
                  <a:pt x="570451" y="262856"/>
                </a:moveTo>
                <a:cubicBezTo>
                  <a:pt x="591269" y="264634"/>
                  <a:pt x="607639" y="282152"/>
                  <a:pt x="607639" y="303316"/>
                </a:cubicBezTo>
                <a:cubicBezTo>
                  <a:pt x="607639" y="324569"/>
                  <a:pt x="591269" y="342087"/>
                  <a:pt x="570451" y="343865"/>
                </a:cubicBezTo>
                <a:cubicBezTo>
                  <a:pt x="572409" y="330615"/>
                  <a:pt x="573476" y="317099"/>
                  <a:pt x="573476" y="303316"/>
                </a:cubicBezTo>
                <a:cubicBezTo>
                  <a:pt x="573476" y="289622"/>
                  <a:pt x="572409" y="276106"/>
                  <a:pt x="570451" y="262856"/>
                </a:cubicBezTo>
                <a:close/>
                <a:moveTo>
                  <a:pt x="37188" y="262856"/>
                </a:moveTo>
                <a:cubicBezTo>
                  <a:pt x="35142" y="276106"/>
                  <a:pt x="34163" y="289622"/>
                  <a:pt x="34163" y="303316"/>
                </a:cubicBezTo>
                <a:cubicBezTo>
                  <a:pt x="34163" y="317099"/>
                  <a:pt x="35142" y="330615"/>
                  <a:pt x="37188" y="343865"/>
                </a:cubicBezTo>
                <a:cubicBezTo>
                  <a:pt x="16370" y="342087"/>
                  <a:pt x="0" y="324569"/>
                  <a:pt x="0" y="303316"/>
                </a:cubicBezTo>
                <a:cubicBezTo>
                  <a:pt x="0" y="282152"/>
                  <a:pt x="16370" y="264634"/>
                  <a:pt x="37188" y="262856"/>
                </a:cubicBezTo>
                <a:close/>
                <a:moveTo>
                  <a:pt x="303820" y="124478"/>
                </a:moveTo>
                <a:cubicBezTo>
                  <a:pt x="402751" y="124478"/>
                  <a:pt x="482951" y="204567"/>
                  <a:pt x="482951" y="303362"/>
                </a:cubicBezTo>
                <a:cubicBezTo>
                  <a:pt x="482951" y="402157"/>
                  <a:pt x="402751" y="482246"/>
                  <a:pt x="303820" y="482246"/>
                </a:cubicBezTo>
                <a:cubicBezTo>
                  <a:pt x="204889" y="482246"/>
                  <a:pt x="124689" y="402157"/>
                  <a:pt x="124689" y="303362"/>
                </a:cubicBezTo>
                <a:cubicBezTo>
                  <a:pt x="124689" y="204567"/>
                  <a:pt x="204889" y="124478"/>
                  <a:pt x="303820" y="124478"/>
                </a:cubicBezTo>
                <a:close/>
                <a:moveTo>
                  <a:pt x="303740" y="100594"/>
                </a:moveTo>
                <a:cubicBezTo>
                  <a:pt x="191865" y="100594"/>
                  <a:pt x="100726" y="191601"/>
                  <a:pt x="100726" y="303316"/>
                </a:cubicBezTo>
                <a:cubicBezTo>
                  <a:pt x="100726" y="415120"/>
                  <a:pt x="191865" y="506038"/>
                  <a:pt x="303740" y="506038"/>
                </a:cubicBezTo>
                <a:cubicBezTo>
                  <a:pt x="415705" y="506038"/>
                  <a:pt x="506754" y="415120"/>
                  <a:pt x="506754" y="303316"/>
                </a:cubicBezTo>
                <a:cubicBezTo>
                  <a:pt x="506754" y="191601"/>
                  <a:pt x="415705" y="100594"/>
                  <a:pt x="303740" y="100594"/>
                </a:cubicBezTo>
                <a:close/>
                <a:moveTo>
                  <a:pt x="489872" y="76987"/>
                </a:moveTo>
                <a:cubicBezTo>
                  <a:pt x="500730" y="76987"/>
                  <a:pt x="510966" y="81164"/>
                  <a:pt x="518620" y="88895"/>
                </a:cubicBezTo>
                <a:cubicBezTo>
                  <a:pt x="533662" y="103913"/>
                  <a:pt x="534463" y="127906"/>
                  <a:pt x="520845" y="143813"/>
                </a:cubicBezTo>
                <a:cubicBezTo>
                  <a:pt x="504736" y="122041"/>
                  <a:pt x="485421" y="102669"/>
                  <a:pt x="463615" y="86584"/>
                </a:cubicBezTo>
                <a:cubicBezTo>
                  <a:pt x="470914" y="80364"/>
                  <a:pt x="480081" y="76987"/>
                  <a:pt x="489872" y="76987"/>
                </a:cubicBezTo>
                <a:close/>
                <a:moveTo>
                  <a:pt x="117767" y="76987"/>
                </a:moveTo>
                <a:cubicBezTo>
                  <a:pt x="127469" y="76987"/>
                  <a:pt x="136726" y="80364"/>
                  <a:pt x="144024" y="86584"/>
                </a:cubicBezTo>
                <a:cubicBezTo>
                  <a:pt x="122218" y="102669"/>
                  <a:pt x="102814" y="122041"/>
                  <a:pt x="86705" y="143813"/>
                </a:cubicBezTo>
                <a:cubicBezTo>
                  <a:pt x="73176" y="127906"/>
                  <a:pt x="73977" y="103913"/>
                  <a:pt x="89019" y="88895"/>
                </a:cubicBezTo>
                <a:cubicBezTo>
                  <a:pt x="96673" y="81164"/>
                  <a:pt x="106909" y="76987"/>
                  <a:pt x="117767" y="76987"/>
                </a:cubicBezTo>
                <a:close/>
                <a:moveTo>
                  <a:pt x="303740" y="57934"/>
                </a:moveTo>
                <a:cubicBezTo>
                  <a:pt x="439291" y="57934"/>
                  <a:pt x="549564" y="168049"/>
                  <a:pt x="549564" y="303316"/>
                </a:cubicBezTo>
                <a:cubicBezTo>
                  <a:pt x="549564" y="438672"/>
                  <a:pt x="439291" y="548787"/>
                  <a:pt x="303740" y="548787"/>
                </a:cubicBezTo>
                <a:cubicBezTo>
                  <a:pt x="168279" y="548787"/>
                  <a:pt x="58005" y="438672"/>
                  <a:pt x="58005" y="303316"/>
                </a:cubicBezTo>
                <a:cubicBezTo>
                  <a:pt x="58005" y="168049"/>
                  <a:pt x="168279" y="57934"/>
                  <a:pt x="303740" y="57934"/>
                </a:cubicBezTo>
                <a:close/>
                <a:moveTo>
                  <a:pt x="303776" y="0"/>
                </a:moveTo>
                <a:cubicBezTo>
                  <a:pt x="325047" y="0"/>
                  <a:pt x="342580" y="16339"/>
                  <a:pt x="344360" y="37117"/>
                </a:cubicBezTo>
                <a:cubicBezTo>
                  <a:pt x="331099" y="35075"/>
                  <a:pt x="317571" y="34098"/>
                  <a:pt x="303776" y="34098"/>
                </a:cubicBezTo>
                <a:cubicBezTo>
                  <a:pt x="290070" y="34098"/>
                  <a:pt x="276541" y="35075"/>
                  <a:pt x="263280" y="37117"/>
                </a:cubicBezTo>
                <a:cubicBezTo>
                  <a:pt x="265060" y="16339"/>
                  <a:pt x="282593" y="0"/>
                  <a:pt x="3037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7339777" y="3717602"/>
            <a:ext cx="582452" cy="582452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Autofit/>
          </a:bodyPr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 flipH="true">
            <a:off x="7922229" y="4036441"/>
            <a:ext cx="3266328" cy="7540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生成的PPT兼容多种平台和格式，如PowerPoint、Keynote和PDF，方便用户在不同设备上使用和分享。</a:t>
            </a:r>
          </a:p>
        </p:txBody>
      </p:sp>
      <p:sp>
        <p:nvSpPr>
          <p:cNvPr name="AutoShape 23" id="23"/>
          <p:cNvSpPr/>
          <p:nvPr/>
        </p:nvSpPr>
        <p:spPr>
          <a:xfrm flipH="true">
            <a:off x="7922229" y="3712603"/>
            <a:ext cx="3266328" cy="338554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多平台兼容</a:t>
            </a:r>
          </a:p>
        </p:txBody>
      </p:sp>
      <p:sp>
        <p:nvSpPr>
          <p:cNvPr name="Freeform 24" id="24"/>
          <p:cNvSpPr/>
          <p:nvPr/>
        </p:nvSpPr>
        <p:spPr>
          <a:xfrm>
            <a:off x="7477649" y="3855706"/>
            <a:ext cx="306708" cy="306245"/>
          </a:xfrm>
          <a:custGeom>
            <a:avLst/>
            <a:gdLst/>
            <a:ahLst/>
            <a:cxnLst/>
            <a:rect r="r" b="b" t="t" l="l"/>
            <a:pathLst>
              <a:path w="607639" h="606722" stroke="true" fill="norm" extrusionOk="true">
                <a:moveTo>
                  <a:pt x="276193" y="275770"/>
                </a:moveTo>
                <a:lnTo>
                  <a:pt x="331446" y="275770"/>
                </a:lnTo>
                <a:lnTo>
                  <a:pt x="331446" y="330952"/>
                </a:lnTo>
                <a:lnTo>
                  <a:pt x="276193" y="330952"/>
                </a:lnTo>
                <a:close/>
                <a:moveTo>
                  <a:pt x="248592" y="220578"/>
                </a:moveTo>
                <a:cubicBezTo>
                  <a:pt x="233283" y="220578"/>
                  <a:pt x="220911" y="232931"/>
                  <a:pt x="220911" y="248217"/>
                </a:cubicBezTo>
                <a:lnTo>
                  <a:pt x="220911" y="358506"/>
                </a:lnTo>
                <a:cubicBezTo>
                  <a:pt x="220911" y="373702"/>
                  <a:pt x="233283" y="386056"/>
                  <a:pt x="248592" y="386056"/>
                </a:cubicBezTo>
                <a:lnTo>
                  <a:pt x="359047" y="386056"/>
                </a:lnTo>
                <a:cubicBezTo>
                  <a:pt x="374267" y="386056"/>
                  <a:pt x="386639" y="373702"/>
                  <a:pt x="386639" y="358506"/>
                </a:cubicBezTo>
                <a:lnTo>
                  <a:pt x="386639" y="248217"/>
                </a:lnTo>
                <a:cubicBezTo>
                  <a:pt x="386639" y="232931"/>
                  <a:pt x="374267" y="220578"/>
                  <a:pt x="359047" y="220578"/>
                </a:cubicBezTo>
                <a:close/>
                <a:moveTo>
                  <a:pt x="193319" y="0"/>
                </a:moveTo>
                <a:cubicBezTo>
                  <a:pt x="208539" y="0"/>
                  <a:pt x="220911" y="12353"/>
                  <a:pt x="220911" y="27550"/>
                </a:cubicBezTo>
                <a:lnTo>
                  <a:pt x="220911" y="110289"/>
                </a:lnTo>
                <a:lnTo>
                  <a:pt x="276183" y="110289"/>
                </a:lnTo>
                <a:lnTo>
                  <a:pt x="276183" y="27550"/>
                </a:lnTo>
                <a:cubicBezTo>
                  <a:pt x="276183" y="12353"/>
                  <a:pt x="288555" y="0"/>
                  <a:pt x="303775" y="0"/>
                </a:cubicBezTo>
                <a:cubicBezTo>
                  <a:pt x="319084" y="0"/>
                  <a:pt x="331456" y="12353"/>
                  <a:pt x="331456" y="27550"/>
                </a:cubicBezTo>
                <a:lnTo>
                  <a:pt x="331456" y="110289"/>
                </a:lnTo>
                <a:lnTo>
                  <a:pt x="386639" y="110289"/>
                </a:lnTo>
                <a:lnTo>
                  <a:pt x="386639" y="27550"/>
                </a:lnTo>
                <a:cubicBezTo>
                  <a:pt x="386639" y="12353"/>
                  <a:pt x="399011" y="0"/>
                  <a:pt x="414320" y="0"/>
                </a:cubicBezTo>
                <a:cubicBezTo>
                  <a:pt x="429539" y="0"/>
                  <a:pt x="441911" y="12353"/>
                  <a:pt x="441911" y="27550"/>
                </a:cubicBezTo>
                <a:lnTo>
                  <a:pt x="441911" y="110289"/>
                </a:lnTo>
                <a:lnTo>
                  <a:pt x="469503" y="110289"/>
                </a:lnTo>
                <a:cubicBezTo>
                  <a:pt x="484812" y="110289"/>
                  <a:pt x="497094" y="122642"/>
                  <a:pt x="497094" y="137928"/>
                </a:cubicBezTo>
                <a:lnTo>
                  <a:pt x="497094" y="165478"/>
                </a:lnTo>
                <a:lnTo>
                  <a:pt x="579958" y="165478"/>
                </a:lnTo>
                <a:cubicBezTo>
                  <a:pt x="595267" y="165478"/>
                  <a:pt x="607639" y="177831"/>
                  <a:pt x="607639" y="193028"/>
                </a:cubicBezTo>
                <a:cubicBezTo>
                  <a:pt x="607639" y="208225"/>
                  <a:pt x="595267" y="220578"/>
                  <a:pt x="579958" y="220578"/>
                </a:cubicBezTo>
                <a:lnTo>
                  <a:pt x="497094" y="220578"/>
                </a:lnTo>
                <a:lnTo>
                  <a:pt x="497094" y="275767"/>
                </a:lnTo>
                <a:lnTo>
                  <a:pt x="579958" y="275767"/>
                </a:lnTo>
                <a:cubicBezTo>
                  <a:pt x="595267" y="275767"/>
                  <a:pt x="607639" y="288120"/>
                  <a:pt x="607639" y="303317"/>
                </a:cubicBezTo>
                <a:cubicBezTo>
                  <a:pt x="607639" y="318602"/>
                  <a:pt x="595267" y="330956"/>
                  <a:pt x="579958" y="330956"/>
                </a:cubicBezTo>
                <a:lnTo>
                  <a:pt x="497094" y="330956"/>
                </a:lnTo>
                <a:lnTo>
                  <a:pt x="497094" y="386056"/>
                </a:lnTo>
                <a:lnTo>
                  <a:pt x="579958" y="386056"/>
                </a:lnTo>
                <a:cubicBezTo>
                  <a:pt x="595267" y="386056"/>
                  <a:pt x="607639" y="398409"/>
                  <a:pt x="607639" y="413694"/>
                </a:cubicBezTo>
                <a:cubicBezTo>
                  <a:pt x="607639" y="428891"/>
                  <a:pt x="595267" y="441244"/>
                  <a:pt x="579958" y="441244"/>
                </a:cubicBezTo>
                <a:lnTo>
                  <a:pt x="497094" y="441244"/>
                </a:lnTo>
                <a:lnTo>
                  <a:pt x="497094" y="468794"/>
                </a:lnTo>
                <a:cubicBezTo>
                  <a:pt x="497094" y="484080"/>
                  <a:pt x="484812" y="496344"/>
                  <a:pt x="469503" y="496344"/>
                </a:cubicBezTo>
                <a:lnTo>
                  <a:pt x="441911" y="496344"/>
                </a:lnTo>
                <a:lnTo>
                  <a:pt x="441911" y="579083"/>
                </a:lnTo>
                <a:cubicBezTo>
                  <a:pt x="441911" y="594369"/>
                  <a:pt x="429539" y="606722"/>
                  <a:pt x="414320" y="606722"/>
                </a:cubicBezTo>
                <a:cubicBezTo>
                  <a:pt x="399011" y="606722"/>
                  <a:pt x="386639" y="594369"/>
                  <a:pt x="386639" y="579083"/>
                </a:cubicBezTo>
                <a:lnTo>
                  <a:pt x="386639" y="496344"/>
                </a:lnTo>
                <a:lnTo>
                  <a:pt x="331456" y="496344"/>
                </a:lnTo>
                <a:lnTo>
                  <a:pt x="331456" y="579083"/>
                </a:lnTo>
                <a:cubicBezTo>
                  <a:pt x="331456" y="594369"/>
                  <a:pt x="319084" y="606722"/>
                  <a:pt x="303775" y="606722"/>
                </a:cubicBezTo>
                <a:cubicBezTo>
                  <a:pt x="288555" y="606722"/>
                  <a:pt x="276183" y="594369"/>
                  <a:pt x="276183" y="579083"/>
                </a:cubicBezTo>
                <a:lnTo>
                  <a:pt x="276183" y="496344"/>
                </a:lnTo>
                <a:lnTo>
                  <a:pt x="220911" y="496344"/>
                </a:lnTo>
                <a:lnTo>
                  <a:pt x="220911" y="579083"/>
                </a:lnTo>
                <a:cubicBezTo>
                  <a:pt x="220911" y="594369"/>
                  <a:pt x="208628" y="606722"/>
                  <a:pt x="193319" y="606722"/>
                </a:cubicBezTo>
                <a:cubicBezTo>
                  <a:pt x="178100" y="606722"/>
                  <a:pt x="165728" y="594369"/>
                  <a:pt x="165728" y="579083"/>
                </a:cubicBezTo>
                <a:lnTo>
                  <a:pt x="165728" y="496344"/>
                </a:lnTo>
                <a:lnTo>
                  <a:pt x="138136" y="496344"/>
                </a:lnTo>
                <a:cubicBezTo>
                  <a:pt x="122827" y="496344"/>
                  <a:pt x="110456" y="484080"/>
                  <a:pt x="110456" y="468794"/>
                </a:cubicBezTo>
                <a:lnTo>
                  <a:pt x="110456" y="441244"/>
                </a:lnTo>
                <a:lnTo>
                  <a:pt x="27592" y="441244"/>
                </a:lnTo>
                <a:cubicBezTo>
                  <a:pt x="12372" y="441244"/>
                  <a:pt x="0" y="428891"/>
                  <a:pt x="0" y="413694"/>
                </a:cubicBezTo>
                <a:cubicBezTo>
                  <a:pt x="0" y="398409"/>
                  <a:pt x="12372" y="386056"/>
                  <a:pt x="27592" y="386056"/>
                </a:cubicBezTo>
                <a:lnTo>
                  <a:pt x="110456" y="386056"/>
                </a:lnTo>
                <a:lnTo>
                  <a:pt x="110456" y="330956"/>
                </a:lnTo>
                <a:lnTo>
                  <a:pt x="27592" y="330956"/>
                </a:lnTo>
                <a:cubicBezTo>
                  <a:pt x="12372" y="330956"/>
                  <a:pt x="0" y="318602"/>
                  <a:pt x="0" y="303317"/>
                </a:cubicBezTo>
                <a:cubicBezTo>
                  <a:pt x="0" y="288120"/>
                  <a:pt x="12372" y="275767"/>
                  <a:pt x="27592" y="275767"/>
                </a:cubicBezTo>
                <a:lnTo>
                  <a:pt x="110456" y="275767"/>
                </a:lnTo>
                <a:lnTo>
                  <a:pt x="110456" y="220578"/>
                </a:lnTo>
                <a:lnTo>
                  <a:pt x="27592" y="220578"/>
                </a:lnTo>
                <a:cubicBezTo>
                  <a:pt x="12372" y="220578"/>
                  <a:pt x="0" y="208225"/>
                  <a:pt x="0" y="193028"/>
                </a:cubicBezTo>
                <a:cubicBezTo>
                  <a:pt x="0" y="177831"/>
                  <a:pt x="12372" y="165478"/>
                  <a:pt x="27592" y="165478"/>
                </a:cubicBezTo>
                <a:lnTo>
                  <a:pt x="110456" y="165478"/>
                </a:lnTo>
                <a:lnTo>
                  <a:pt x="110456" y="137928"/>
                </a:lnTo>
                <a:cubicBezTo>
                  <a:pt x="110456" y="122642"/>
                  <a:pt x="122827" y="110289"/>
                  <a:pt x="138136" y="110289"/>
                </a:cubicBezTo>
                <a:lnTo>
                  <a:pt x="165728" y="110289"/>
                </a:lnTo>
                <a:lnTo>
                  <a:pt x="165728" y="27550"/>
                </a:lnTo>
                <a:cubicBezTo>
                  <a:pt x="165728" y="12353"/>
                  <a:pt x="178100" y="0"/>
                  <a:pt x="1933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5" id="25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个性化定制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519311" y="1856444"/>
            <a:ext cx="7153377" cy="830997"/>
          </a:xfrm>
          <a:prstGeom prst="rect">
            <a:avLst/>
          </a:prstGeo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04.</a:t>
            </a:r>
          </a:p>
        </p:txBody>
      </p:sp>
      <p:sp>
        <p:nvSpPr>
          <p:cNvPr name="AutoShape 3" id="3"/>
          <p:cNvSpPr/>
          <p:nvPr>
            <p:ph type="body" sz="quarter" idx="1"/>
          </p:nvPr>
        </p:nvSpPr>
        <p:spPr>
          <a:xfrm>
            <a:off x="2504255" y="2754291"/>
            <a:ext cx="7153377" cy="632353"/>
          </a:xfrm>
          <a:prstGeom prst="rect">
            <a:avLst/>
          </a:prstGeom>
        </p:spPr>
        <p:txBody>
          <a:bodyPr vert="horz" anchor="t" tIns="45720" lIns="91440" bIns="45720" rIns="91440">
            <a:sp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zh-CN" b="true" i="false" sz="32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应用场景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教育与培训</a:t>
            </a:r>
          </a:p>
        </p:txBody>
      </p:sp>
      <p:sp>
        <p:nvSpPr>
          <p:cNvPr name="AutoShape 3" id="3"/>
          <p:cNvSpPr/>
          <p:nvPr/>
        </p:nvSpPr>
        <p:spPr>
          <a:xfrm>
            <a:off x="6146139" y="2034105"/>
            <a:ext cx="5067300" cy="415290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教师可以通过AI快速生成教学课件，节省备课时间，同时确保课件内容结构清晰、重点突出。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146139" y="1695551"/>
            <a:ext cx="5067300" cy="338554"/>
          </a:xfrm>
          <a:prstGeom prst="roundRect">
            <a:avLst>
              <a:gd name="adj" fmla="val 0"/>
            </a:avLst>
          </a:prstGeom>
          <a:noFill/>
          <a:ln cap="rnd">
            <a:noFill/>
            <a:prstDash val="solid"/>
          </a:ln>
          <a:effectLst/>
        </p:spPr>
        <p:txBody>
          <a:bodyPr anchor="b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+mn-ea"/>
                <a:ea typeface="+mn-ea"/>
              </a:rPr>
              <a:t>课件自动生成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146139" y="3562008"/>
            <a:ext cx="5067300" cy="415290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AI能够根据在线课程内容自动生成配套PPT，为学习者提供直观的学习材料，提升学习效果。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146139" y="3223454"/>
            <a:ext cx="5067300" cy="338554"/>
          </a:xfrm>
          <a:prstGeom prst="roundRect">
            <a:avLst>
              <a:gd name="adj" fmla="val 0"/>
            </a:avLst>
          </a:prstGeom>
          <a:noFill/>
          <a:ln cap="rnd">
            <a:noFill/>
            <a:prstDash val="solid"/>
          </a:ln>
          <a:effectLst/>
        </p:spPr>
        <p:txBody>
          <a:bodyPr anchor="b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+mn-ea"/>
                <a:ea typeface="+mn-ea"/>
              </a:rPr>
              <a:t>在线学习资源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6146139" y="5155437"/>
            <a:ext cx="5067300" cy="415290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企业培训师可以利用AI生成培训材料，确保内容专业且易于理解，提升培训效率和效果。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146139" y="4816883"/>
            <a:ext cx="5067300" cy="338554"/>
          </a:xfrm>
          <a:prstGeom prst="roundRect">
            <a:avLst>
              <a:gd name="adj" fmla="val 0"/>
            </a:avLst>
          </a:prstGeom>
          <a:noFill/>
          <a:ln cap="rnd">
            <a:noFill/>
            <a:prstDash val="solid"/>
          </a:ln>
          <a:effectLst/>
        </p:spPr>
        <p:txBody>
          <a:bodyPr anchor="b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+mn-ea"/>
                <a:ea typeface="+mn-ea"/>
              </a:rPr>
              <a:t>培训材料制作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>
            <a:off x="0" y="1416278"/>
            <a:ext cx="5723020" cy="4668869"/>
          </a:xfrm>
          <a:custGeom>
            <a:avLst/>
            <a:gdLst/>
            <a:ahLst/>
            <a:cxnLst/>
            <a:rect r="r" b="b" t="t" l="l"/>
            <a:pathLst>
              <a:path w="8406420" h="6858000" stroke="true" fill="norm" extrusionOk="true">
                <a:moveTo>
                  <a:pt x="3259673" y="0"/>
                </a:moveTo>
                <a:cubicBezTo>
                  <a:pt x="3271661" y="0"/>
                  <a:pt x="3283149" y="0"/>
                  <a:pt x="3295137" y="0"/>
                </a:cubicBezTo>
                <a:cubicBezTo>
                  <a:pt x="3309622" y="19480"/>
                  <a:pt x="3326105" y="37462"/>
                  <a:pt x="3338592" y="57941"/>
                </a:cubicBezTo>
                <a:cubicBezTo>
                  <a:pt x="3353078" y="80917"/>
                  <a:pt x="3362069" y="106891"/>
                  <a:pt x="3377053" y="128868"/>
                </a:cubicBezTo>
                <a:cubicBezTo>
                  <a:pt x="3398032" y="159337"/>
                  <a:pt x="3424005" y="185810"/>
                  <a:pt x="3444984" y="216279"/>
                </a:cubicBezTo>
                <a:cubicBezTo>
                  <a:pt x="3510417" y="312181"/>
                  <a:pt x="3574852" y="409082"/>
                  <a:pt x="3638287" y="506483"/>
                </a:cubicBezTo>
                <a:cubicBezTo>
                  <a:pt x="3661263" y="541947"/>
                  <a:pt x="3668756" y="585902"/>
                  <a:pt x="3708215" y="612375"/>
                </a:cubicBezTo>
                <a:cubicBezTo>
                  <a:pt x="3747176" y="638848"/>
                  <a:pt x="3781141" y="672813"/>
                  <a:pt x="3818103" y="702783"/>
                </a:cubicBezTo>
                <a:cubicBezTo>
                  <a:pt x="3830091" y="712772"/>
                  <a:pt x="3844077" y="721763"/>
                  <a:pt x="3858062" y="727757"/>
                </a:cubicBezTo>
                <a:cubicBezTo>
                  <a:pt x="3904515" y="747237"/>
                  <a:pt x="3950468" y="769215"/>
                  <a:pt x="3998419" y="782701"/>
                </a:cubicBezTo>
                <a:cubicBezTo>
                  <a:pt x="4030886" y="791692"/>
                  <a:pt x="4067848" y="794189"/>
                  <a:pt x="4101314" y="789694"/>
                </a:cubicBezTo>
                <a:cubicBezTo>
                  <a:pt x="4137277" y="785199"/>
                  <a:pt x="4155759" y="731254"/>
                  <a:pt x="4134281" y="702283"/>
                </a:cubicBezTo>
                <a:cubicBezTo>
                  <a:pt x="4066350" y="612375"/>
                  <a:pt x="3997420" y="523466"/>
                  <a:pt x="3928491" y="434556"/>
                </a:cubicBezTo>
                <a:cubicBezTo>
                  <a:pt x="3923995" y="428563"/>
                  <a:pt x="3917502" y="424567"/>
                  <a:pt x="3913006" y="419072"/>
                </a:cubicBezTo>
                <a:cubicBezTo>
                  <a:pt x="3902018" y="405087"/>
                  <a:pt x="3891528" y="391101"/>
                  <a:pt x="3881039" y="377115"/>
                </a:cubicBezTo>
                <a:cubicBezTo>
                  <a:pt x="3886034" y="372620"/>
                  <a:pt x="3891029" y="368624"/>
                  <a:pt x="3896523" y="364128"/>
                </a:cubicBezTo>
                <a:cubicBezTo>
                  <a:pt x="3899520" y="371121"/>
                  <a:pt x="3901019" y="379113"/>
                  <a:pt x="3905514" y="384607"/>
                </a:cubicBezTo>
                <a:cubicBezTo>
                  <a:pt x="3979439" y="471519"/>
                  <a:pt x="4053363" y="558930"/>
                  <a:pt x="4129286" y="644842"/>
                </a:cubicBezTo>
                <a:cubicBezTo>
                  <a:pt x="4142272" y="659327"/>
                  <a:pt x="4172741" y="679806"/>
                  <a:pt x="4180233" y="674811"/>
                </a:cubicBezTo>
                <a:cubicBezTo>
                  <a:pt x="4229184" y="642344"/>
                  <a:pt x="4282130" y="645341"/>
                  <a:pt x="4336075" y="642344"/>
                </a:cubicBezTo>
                <a:cubicBezTo>
                  <a:pt x="4359051" y="641345"/>
                  <a:pt x="4385025" y="632854"/>
                  <a:pt x="4378531" y="599888"/>
                </a:cubicBezTo>
                <a:cubicBezTo>
                  <a:pt x="4374535" y="578909"/>
                  <a:pt x="4368541" y="556932"/>
                  <a:pt x="4357553" y="538950"/>
                </a:cubicBezTo>
                <a:cubicBezTo>
                  <a:pt x="4306605" y="456035"/>
                  <a:pt x="4253659" y="374618"/>
                  <a:pt x="4200713" y="292701"/>
                </a:cubicBezTo>
                <a:cubicBezTo>
                  <a:pt x="4177237" y="256238"/>
                  <a:pt x="4150764" y="222273"/>
                  <a:pt x="4127288" y="185810"/>
                </a:cubicBezTo>
                <a:cubicBezTo>
                  <a:pt x="4118297" y="171825"/>
                  <a:pt x="4112303" y="155341"/>
                  <a:pt x="4107807" y="139358"/>
                </a:cubicBezTo>
                <a:cubicBezTo>
                  <a:pt x="4106809" y="135861"/>
                  <a:pt x="4123292" y="123874"/>
                  <a:pt x="4124790" y="124873"/>
                </a:cubicBezTo>
                <a:cubicBezTo>
                  <a:pt x="4139276" y="135861"/>
                  <a:pt x="4154760" y="146850"/>
                  <a:pt x="4164749" y="161335"/>
                </a:cubicBezTo>
                <a:cubicBezTo>
                  <a:pt x="4181732" y="185810"/>
                  <a:pt x="4194219" y="213782"/>
                  <a:pt x="4209704" y="239256"/>
                </a:cubicBezTo>
                <a:cubicBezTo>
                  <a:pt x="4221192" y="258236"/>
                  <a:pt x="4235178" y="275719"/>
                  <a:pt x="4247165" y="294200"/>
                </a:cubicBezTo>
                <a:cubicBezTo>
                  <a:pt x="4287624" y="356137"/>
                  <a:pt x="4324087" y="421570"/>
                  <a:pt x="4369041" y="480010"/>
                </a:cubicBezTo>
                <a:cubicBezTo>
                  <a:pt x="4402507" y="523466"/>
                  <a:pt x="4435473" y="520469"/>
                  <a:pt x="4478429" y="487003"/>
                </a:cubicBezTo>
                <a:cubicBezTo>
                  <a:pt x="4533373" y="444047"/>
                  <a:pt x="4589816" y="403089"/>
                  <a:pt x="4645259" y="360632"/>
                </a:cubicBezTo>
                <a:cubicBezTo>
                  <a:pt x="4658246" y="350642"/>
                  <a:pt x="4667237" y="335657"/>
                  <a:pt x="4678725" y="322671"/>
                </a:cubicBezTo>
                <a:cubicBezTo>
                  <a:pt x="4693710" y="328665"/>
                  <a:pt x="4713190" y="344648"/>
                  <a:pt x="4730672" y="342151"/>
                </a:cubicBezTo>
                <a:cubicBezTo>
                  <a:pt x="4814586" y="330662"/>
                  <a:pt x="4899499" y="320673"/>
                  <a:pt x="4980917" y="297197"/>
                </a:cubicBezTo>
                <a:cubicBezTo>
                  <a:pt x="5044851" y="278716"/>
                  <a:pt x="5103292" y="238257"/>
                  <a:pt x="5172221" y="273221"/>
                </a:cubicBezTo>
                <a:cubicBezTo>
                  <a:pt x="5198694" y="286707"/>
                  <a:pt x="5224168" y="301692"/>
                  <a:pt x="5248643" y="318675"/>
                </a:cubicBezTo>
                <a:cubicBezTo>
                  <a:pt x="5356533" y="394098"/>
                  <a:pt x="5452935" y="478512"/>
                  <a:pt x="5476411" y="618369"/>
                </a:cubicBezTo>
                <a:cubicBezTo>
                  <a:pt x="5479407" y="637849"/>
                  <a:pt x="5485402" y="659327"/>
                  <a:pt x="5496890" y="674811"/>
                </a:cubicBezTo>
                <a:cubicBezTo>
                  <a:pt x="5534851" y="723761"/>
                  <a:pt x="5586298" y="754730"/>
                  <a:pt x="5644239" y="776707"/>
                </a:cubicBezTo>
                <a:cubicBezTo>
                  <a:pt x="5687695" y="793190"/>
                  <a:pt x="5729653" y="797186"/>
                  <a:pt x="5775605" y="786198"/>
                </a:cubicBezTo>
                <a:cubicBezTo>
                  <a:pt x="5794586" y="781702"/>
                  <a:pt x="5819061" y="793190"/>
                  <a:pt x="5838541" y="802681"/>
                </a:cubicBezTo>
                <a:cubicBezTo>
                  <a:pt x="5855524" y="810673"/>
                  <a:pt x="5867512" y="828654"/>
                  <a:pt x="5883995" y="836147"/>
                </a:cubicBezTo>
                <a:cubicBezTo>
                  <a:pt x="5895982" y="841641"/>
                  <a:pt x="5917461" y="842640"/>
                  <a:pt x="5926451" y="835148"/>
                </a:cubicBezTo>
                <a:cubicBezTo>
                  <a:pt x="5980896" y="790193"/>
                  <a:pt x="6042333" y="786697"/>
                  <a:pt x="6107267" y="800183"/>
                </a:cubicBezTo>
                <a:cubicBezTo>
                  <a:pt x="6149224" y="808675"/>
                  <a:pt x="6190182" y="824159"/>
                  <a:pt x="6232140" y="826656"/>
                </a:cubicBezTo>
                <a:cubicBezTo>
                  <a:pt x="6272099" y="828654"/>
                  <a:pt x="6304066" y="842140"/>
                  <a:pt x="6329041" y="869113"/>
                </a:cubicBezTo>
                <a:cubicBezTo>
                  <a:pt x="6358011" y="899582"/>
                  <a:pt x="6383985" y="933547"/>
                  <a:pt x="6407460" y="968511"/>
                </a:cubicBezTo>
                <a:cubicBezTo>
                  <a:pt x="6466401" y="1055922"/>
                  <a:pt x="6545819" y="1090887"/>
                  <a:pt x="6647216" y="1070408"/>
                </a:cubicBezTo>
                <a:cubicBezTo>
                  <a:pt x="6707155" y="1058420"/>
                  <a:pt x="6798062" y="1116860"/>
                  <a:pt x="6812547" y="1176299"/>
                </a:cubicBezTo>
                <a:cubicBezTo>
                  <a:pt x="6820539" y="1209266"/>
                  <a:pt x="6828031" y="1240234"/>
                  <a:pt x="6795564" y="1268206"/>
                </a:cubicBezTo>
                <a:cubicBezTo>
                  <a:pt x="6787572" y="1275198"/>
                  <a:pt x="6792068" y="1303669"/>
                  <a:pt x="6798562" y="1318654"/>
                </a:cubicBezTo>
                <a:cubicBezTo>
                  <a:pt x="6831028" y="1393078"/>
                  <a:pt x="6874983" y="1463007"/>
                  <a:pt x="6897460" y="1539928"/>
                </a:cubicBezTo>
                <a:cubicBezTo>
                  <a:pt x="6923434" y="1629836"/>
                  <a:pt x="6979876" y="1674791"/>
                  <a:pt x="7064789" y="1693771"/>
                </a:cubicBezTo>
                <a:cubicBezTo>
                  <a:pt x="7077277" y="1696768"/>
                  <a:pt x="7097756" y="1693272"/>
                  <a:pt x="7104749" y="1684780"/>
                </a:cubicBezTo>
                <a:cubicBezTo>
                  <a:pt x="7127226" y="1658807"/>
                  <a:pt x="7142710" y="1626840"/>
                  <a:pt x="7165187" y="1600866"/>
                </a:cubicBezTo>
                <a:cubicBezTo>
                  <a:pt x="7207144" y="1552415"/>
                  <a:pt x="7251599" y="1505963"/>
                  <a:pt x="7295054" y="1459011"/>
                </a:cubicBezTo>
                <a:cubicBezTo>
                  <a:pt x="7299550" y="1454016"/>
                  <a:pt x="7304045" y="1448022"/>
                  <a:pt x="7310039" y="1446024"/>
                </a:cubicBezTo>
                <a:cubicBezTo>
                  <a:pt x="7333515" y="1437033"/>
                  <a:pt x="7357491" y="1429541"/>
                  <a:pt x="7382965" y="1421050"/>
                </a:cubicBezTo>
                <a:cubicBezTo>
                  <a:pt x="7370977" y="1434536"/>
                  <a:pt x="7358989" y="1451019"/>
                  <a:pt x="7344504" y="1464006"/>
                </a:cubicBezTo>
                <a:cubicBezTo>
                  <a:pt x="7318031" y="1486982"/>
                  <a:pt x="7286563" y="1504964"/>
                  <a:pt x="7263087" y="1530438"/>
                </a:cubicBezTo>
                <a:cubicBezTo>
                  <a:pt x="7219132" y="1578389"/>
                  <a:pt x="7179672" y="1630835"/>
                  <a:pt x="7137216" y="1680784"/>
                </a:cubicBezTo>
                <a:cubicBezTo>
                  <a:pt x="7115738" y="1705759"/>
                  <a:pt x="7106747" y="1732232"/>
                  <a:pt x="7132221" y="1757206"/>
                </a:cubicBezTo>
                <a:cubicBezTo>
                  <a:pt x="7158194" y="1782181"/>
                  <a:pt x="7190161" y="1800662"/>
                  <a:pt x="7216135" y="1825137"/>
                </a:cubicBezTo>
                <a:cubicBezTo>
                  <a:pt x="7234117" y="1842120"/>
                  <a:pt x="7260590" y="1866095"/>
                  <a:pt x="7258592" y="1884077"/>
                </a:cubicBezTo>
                <a:cubicBezTo>
                  <a:pt x="7250600" y="1946014"/>
                  <a:pt x="7278572" y="1985973"/>
                  <a:pt x="7321028" y="2021936"/>
                </a:cubicBezTo>
                <a:cubicBezTo>
                  <a:pt x="7384963" y="2075382"/>
                  <a:pt x="7458887" y="2119836"/>
                  <a:pt x="7473373" y="2214739"/>
                </a:cubicBezTo>
                <a:cubicBezTo>
                  <a:pt x="7476869" y="2236717"/>
                  <a:pt x="7500845" y="2257696"/>
                  <a:pt x="7519825" y="2273679"/>
                </a:cubicBezTo>
                <a:cubicBezTo>
                  <a:pt x="7536308" y="2287665"/>
                  <a:pt x="7561782" y="2291661"/>
                  <a:pt x="7578266" y="2305647"/>
                </a:cubicBezTo>
                <a:cubicBezTo>
                  <a:pt x="7597246" y="2321131"/>
                  <a:pt x="7610732" y="2323129"/>
                  <a:pt x="7625717" y="2303649"/>
                </a:cubicBezTo>
                <a:cubicBezTo>
                  <a:pt x="7644697" y="2278674"/>
                  <a:pt x="7663678" y="2253200"/>
                  <a:pt x="7682659" y="2227726"/>
                </a:cubicBezTo>
                <a:cubicBezTo>
                  <a:pt x="7679662" y="2253700"/>
                  <a:pt x="7670172" y="2277176"/>
                  <a:pt x="7659682" y="2299653"/>
                </a:cubicBezTo>
                <a:cubicBezTo>
                  <a:pt x="7646196" y="2327125"/>
                  <a:pt x="7641701" y="2348603"/>
                  <a:pt x="7681660" y="2357094"/>
                </a:cubicBezTo>
                <a:cubicBezTo>
                  <a:pt x="7712129" y="2363588"/>
                  <a:pt x="7725615" y="2383567"/>
                  <a:pt x="7721619" y="2417033"/>
                </a:cubicBezTo>
                <a:cubicBezTo>
                  <a:pt x="7718622" y="2442008"/>
                  <a:pt x="7724117" y="2467981"/>
                  <a:pt x="7726614" y="2498949"/>
                </a:cubicBezTo>
                <a:cubicBezTo>
                  <a:pt x="7773067" y="2468980"/>
                  <a:pt x="7809529" y="2445504"/>
                  <a:pt x="7846492" y="2421528"/>
                </a:cubicBezTo>
                <a:cubicBezTo>
                  <a:pt x="7848490" y="2424525"/>
                  <a:pt x="7850987" y="2427023"/>
                  <a:pt x="7852985" y="2430020"/>
                </a:cubicBezTo>
                <a:cubicBezTo>
                  <a:pt x="7828011" y="2459989"/>
                  <a:pt x="7803536" y="2489959"/>
                  <a:pt x="7777062" y="2521926"/>
                </a:cubicBezTo>
                <a:cubicBezTo>
                  <a:pt x="7809030" y="2558888"/>
                  <a:pt x="7768072" y="2574872"/>
                  <a:pt x="7748592" y="2599846"/>
                </a:cubicBezTo>
                <a:cubicBezTo>
                  <a:pt x="7740101" y="2610835"/>
                  <a:pt x="7730610" y="2636309"/>
                  <a:pt x="7734606" y="2639306"/>
                </a:cubicBezTo>
                <a:cubicBezTo>
                  <a:pt x="7747593" y="2649795"/>
                  <a:pt x="7766074" y="2658287"/>
                  <a:pt x="7782557" y="2658287"/>
                </a:cubicBezTo>
                <a:cubicBezTo>
                  <a:pt x="7796543" y="2658287"/>
                  <a:pt x="7810529" y="2644301"/>
                  <a:pt x="7825014" y="2638307"/>
                </a:cubicBezTo>
                <a:cubicBezTo>
                  <a:pt x="7858979" y="2623822"/>
                  <a:pt x="7893444" y="2610835"/>
                  <a:pt x="7927409" y="2596850"/>
                </a:cubicBezTo>
                <a:cubicBezTo>
                  <a:pt x="7930406" y="2602843"/>
                  <a:pt x="7933403" y="2608837"/>
                  <a:pt x="7936400" y="2614831"/>
                </a:cubicBezTo>
                <a:cubicBezTo>
                  <a:pt x="7913923" y="2628317"/>
                  <a:pt x="7890946" y="2640805"/>
                  <a:pt x="7869468" y="2655789"/>
                </a:cubicBezTo>
                <a:cubicBezTo>
                  <a:pt x="7848989" y="2670274"/>
                  <a:pt x="7826013" y="2684760"/>
                  <a:pt x="7811527" y="2704240"/>
                </a:cubicBezTo>
                <a:cubicBezTo>
                  <a:pt x="7794545" y="2727716"/>
                  <a:pt x="7786553" y="2757186"/>
                  <a:pt x="7772067" y="2783159"/>
                </a:cubicBezTo>
                <a:cubicBezTo>
                  <a:pt x="7756583" y="2810132"/>
                  <a:pt x="7741099" y="2832109"/>
                  <a:pt x="7769570" y="2863078"/>
                </a:cubicBezTo>
                <a:cubicBezTo>
                  <a:pt x="7787052" y="2882058"/>
                  <a:pt x="7801038" y="2911029"/>
                  <a:pt x="7803536" y="2936503"/>
                </a:cubicBezTo>
                <a:cubicBezTo>
                  <a:pt x="7807532" y="2974464"/>
                  <a:pt x="7832006" y="3020417"/>
                  <a:pt x="7781558" y="3050886"/>
                </a:cubicBezTo>
                <a:cubicBezTo>
                  <a:pt x="7776563" y="3053883"/>
                  <a:pt x="7784055" y="3077859"/>
                  <a:pt x="7786053" y="3091844"/>
                </a:cubicBezTo>
                <a:cubicBezTo>
                  <a:pt x="7815024" y="3085351"/>
                  <a:pt x="7845493" y="3082853"/>
                  <a:pt x="7871965" y="3070866"/>
                </a:cubicBezTo>
                <a:cubicBezTo>
                  <a:pt x="7890447" y="3062374"/>
                  <a:pt x="7901436" y="3038898"/>
                  <a:pt x="7918418" y="3026411"/>
                </a:cubicBezTo>
                <a:cubicBezTo>
                  <a:pt x="7974361" y="2984454"/>
                  <a:pt x="8034300" y="2947491"/>
                  <a:pt x="8065768" y="2880560"/>
                </a:cubicBezTo>
                <a:cubicBezTo>
                  <a:pt x="8068765" y="2874067"/>
                  <a:pt x="8079754" y="2871569"/>
                  <a:pt x="8086247" y="2866075"/>
                </a:cubicBezTo>
                <a:cubicBezTo>
                  <a:pt x="8097236" y="2857084"/>
                  <a:pt x="8110223" y="2848592"/>
                  <a:pt x="8117715" y="2837104"/>
                </a:cubicBezTo>
                <a:cubicBezTo>
                  <a:pt x="8131201" y="2816625"/>
                  <a:pt x="8140691" y="2793149"/>
                  <a:pt x="8153678" y="2772670"/>
                </a:cubicBezTo>
                <a:cubicBezTo>
                  <a:pt x="8166665" y="2752191"/>
                  <a:pt x="8195136" y="2732211"/>
                  <a:pt x="8194137" y="2713231"/>
                </a:cubicBezTo>
                <a:cubicBezTo>
                  <a:pt x="8191140" y="2654291"/>
                  <a:pt x="8226604" y="2642303"/>
                  <a:pt x="8271058" y="2635310"/>
                </a:cubicBezTo>
                <a:cubicBezTo>
                  <a:pt x="8282547" y="2633812"/>
                  <a:pt x="8294535" y="2635310"/>
                  <a:pt x="8306522" y="2635810"/>
                </a:cubicBezTo>
                <a:cubicBezTo>
                  <a:pt x="8306023" y="2650795"/>
                  <a:pt x="8309519" y="2667278"/>
                  <a:pt x="8304025" y="2680264"/>
                </a:cubicBezTo>
                <a:cubicBezTo>
                  <a:pt x="8299030" y="2692751"/>
                  <a:pt x="8286043" y="2703241"/>
                  <a:pt x="8275054" y="2712731"/>
                </a:cubicBezTo>
                <a:cubicBezTo>
                  <a:pt x="8152679" y="2817125"/>
                  <a:pt x="8050783" y="2939500"/>
                  <a:pt x="7952883" y="3066370"/>
                </a:cubicBezTo>
                <a:cubicBezTo>
                  <a:pt x="7941894" y="3080855"/>
                  <a:pt x="7939897" y="3102833"/>
                  <a:pt x="7933902" y="3121314"/>
                </a:cubicBezTo>
                <a:cubicBezTo>
                  <a:pt x="7952384" y="3127308"/>
                  <a:pt x="7970865" y="3138297"/>
                  <a:pt x="7988846" y="3137797"/>
                </a:cubicBezTo>
                <a:cubicBezTo>
                  <a:pt x="8031303" y="3136299"/>
                  <a:pt x="8045289" y="3161274"/>
                  <a:pt x="8059274" y="3194739"/>
                </a:cubicBezTo>
                <a:cubicBezTo>
                  <a:pt x="8072761" y="3227706"/>
                  <a:pt x="8051782" y="3234698"/>
                  <a:pt x="8032302" y="3248185"/>
                </a:cubicBezTo>
                <a:cubicBezTo>
                  <a:pt x="8025309" y="3252680"/>
                  <a:pt x="8021813" y="3265167"/>
                  <a:pt x="8020814" y="3274658"/>
                </a:cubicBezTo>
                <a:cubicBezTo>
                  <a:pt x="8015320" y="3333098"/>
                  <a:pt x="8080253" y="3393536"/>
                  <a:pt x="8138194" y="3386044"/>
                </a:cubicBezTo>
                <a:cubicBezTo>
                  <a:pt x="8148184" y="3384545"/>
                  <a:pt x="8159172" y="3388042"/>
                  <a:pt x="8169662" y="3389041"/>
                </a:cubicBezTo>
                <a:cubicBezTo>
                  <a:pt x="8147185" y="3409021"/>
                  <a:pt x="8120712" y="3416014"/>
                  <a:pt x="8099234" y="3430499"/>
                </a:cubicBezTo>
                <a:cubicBezTo>
                  <a:pt x="8083250" y="3440988"/>
                  <a:pt x="8065269" y="3459969"/>
                  <a:pt x="8062272" y="3477451"/>
                </a:cubicBezTo>
                <a:cubicBezTo>
                  <a:pt x="8055778" y="3516910"/>
                  <a:pt x="8057277" y="3557869"/>
                  <a:pt x="8056777" y="3597828"/>
                </a:cubicBezTo>
                <a:cubicBezTo>
                  <a:pt x="8056278" y="3618307"/>
                  <a:pt x="8053780" y="3639785"/>
                  <a:pt x="8059274" y="3658766"/>
                </a:cubicBezTo>
                <a:cubicBezTo>
                  <a:pt x="8067766" y="3689734"/>
                  <a:pt x="8081252" y="3719703"/>
                  <a:pt x="8094239" y="3749673"/>
                </a:cubicBezTo>
                <a:cubicBezTo>
                  <a:pt x="8105228" y="3775646"/>
                  <a:pt x="8106227" y="3798123"/>
                  <a:pt x="8083250" y="3819102"/>
                </a:cubicBezTo>
                <a:cubicBezTo>
                  <a:pt x="8075758" y="3826095"/>
                  <a:pt x="8068765" y="3842079"/>
                  <a:pt x="8071262" y="3851069"/>
                </a:cubicBezTo>
                <a:cubicBezTo>
                  <a:pt x="8093739" y="3931987"/>
                  <a:pt x="8092241" y="3939479"/>
                  <a:pt x="8032802" y="3981936"/>
                </a:cubicBezTo>
                <a:cubicBezTo>
                  <a:pt x="8048286" y="4023393"/>
                  <a:pt x="8062771" y="4065351"/>
                  <a:pt x="8079254" y="4105809"/>
                </a:cubicBezTo>
                <a:cubicBezTo>
                  <a:pt x="8104728" y="4168745"/>
                  <a:pt x="8124708" y="4171242"/>
                  <a:pt x="8171160" y="4120295"/>
                </a:cubicBezTo>
                <a:cubicBezTo>
                  <a:pt x="8199132" y="4089826"/>
                  <a:pt x="8218612" y="4092823"/>
                  <a:pt x="8233597" y="4132282"/>
                </a:cubicBezTo>
                <a:cubicBezTo>
                  <a:pt x="8249581" y="4173740"/>
                  <a:pt x="8264565" y="4215697"/>
                  <a:pt x="8279050" y="4257155"/>
                </a:cubicBezTo>
                <a:cubicBezTo>
                  <a:pt x="8280549" y="4261151"/>
                  <a:pt x="8275554" y="4267145"/>
                  <a:pt x="8276053" y="4272140"/>
                </a:cubicBezTo>
                <a:cubicBezTo>
                  <a:pt x="8278051" y="4293618"/>
                  <a:pt x="8275554" y="4317094"/>
                  <a:pt x="8283546" y="4335575"/>
                </a:cubicBezTo>
                <a:cubicBezTo>
                  <a:pt x="8305024" y="4385524"/>
                  <a:pt x="8332496" y="4432476"/>
                  <a:pt x="8280549" y="4481426"/>
                </a:cubicBezTo>
                <a:cubicBezTo>
                  <a:pt x="8271058" y="4490417"/>
                  <a:pt x="8269060" y="4510896"/>
                  <a:pt x="8268061" y="4525881"/>
                </a:cubicBezTo>
                <a:cubicBezTo>
                  <a:pt x="8266063" y="4555351"/>
                  <a:pt x="8267562" y="4584821"/>
                  <a:pt x="8267562" y="4613791"/>
                </a:cubicBezTo>
                <a:cubicBezTo>
                  <a:pt x="8267562" y="4634270"/>
                  <a:pt x="8263067" y="4649255"/>
                  <a:pt x="8237093" y="4642262"/>
                </a:cubicBezTo>
                <a:cubicBezTo>
                  <a:pt x="8229601" y="4626278"/>
                  <a:pt x="8221609" y="4610794"/>
                  <a:pt x="8214116" y="4594810"/>
                </a:cubicBezTo>
                <a:cubicBezTo>
                  <a:pt x="8204126" y="4573332"/>
                  <a:pt x="8194637" y="4551854"/>
                  <a:pt x="8185146" y="4529877"/>
                </a:cubicBezTo>
                <a:cubicBezTo>
                  <a:pt x="8162170" y="4596309"/>
                  <a:pt x="8184647" y="4635768"/>
                  <a:pt x="8237593" y="4641762"/>
                </a:cubicBezTo>
                <a:cubicBezTo>
                  <a:pt x="8255075" y="4666737"/>
                  <a:pt x="8277552" y="4677226"/>
                  <a:pt x="8294035" y="4659244"/>
                </a:cubicBezTo>
                <a:cubicBezTo>
                  <a:pt x="8320009" y="4630274"/>
                  <a:pt x="8338989" y="4642761"/>
                  <a:pt x="8354474" y="4652751"/>
                </a:cubicBezTo>
                <a:cubicBezTo>
                  <a:pt x="8359468" y="4677726"/>
                  <a:pt x="8361966" y="4696706"/>
                  <a:pt x="8366961" y="4714688"/>
                </a:cubicBezTo>
                <a:cubicBezTo>
                  <a:pt x="8380946" y="4764637"/>
                  <a:pt x="8398927" y="4814086"/>
                  <a:pt x="8409417" y="4865034"/>
                </a:cubicBezTo>
                <a:cubicBezTo>
                  <a:pt x="8412414" y="4881018"/>
                  <a:pt x="8400426" y="4907991"/>
                  <a:pt x="8386940" y="4916982"/>
                </a:cubicBezTo>
                <a:cubicBezTo>
                  <a:pt x="8362465" y="4933964"/>
                  <a:pt x="8331496" y="4940957"/>
                  <a:pt x="8303525" y="4952445"/>
                </a:cubicBezTo>
                <a:cubicBezTo>
                  <a:pt x="8305024" y="4957940"/>
                  <a:pt x="8306522" y="4963434"/>
                  <a:pt x="8308520" y="4968928"/>
                </a:cubicBezTo>
                <a:cubicBezTo>
                  <a:pt x="8335493" y="4965432"/>
                  <a:pt x="8362465" y="4961436"/>
                  <a:pt x="8387939" y="4957940"/>
                </a:cubicBezTo>
                <a:cubicBezTo>
                  <a:pt x="8389937" y="4971426"/>
                  <a:pt x="8398927" y="4991405"/>
                  <a:pt x="8393433" y="4997399"/>
                </a:cubicBezTo>
                <a:cubicBezTo>
                  <a:pt x="8361466" y="5030865"/>
                  <a:pt x="8330498" y="5072323"/>
                  <a:pt x="8290039" y="5089306"/>
                </a:cubicBezTo>
                <a:cubicBezTo>
                  <a:pt x="8253077" y="5104790"/>
                  <a:pt x="8234096" y="5125768"/>
                  <a:pt x="8219111" y="5157736"/>
                </a:cubicBezTo>
                <a:cubicBezTo>
                  <a:pt x="8197134" y="5206187"/>
                  <a:pt x="8176655" y="5256136"/>
                  <a:pt x="8152180" y="5303587"/>
                </a:cubicBezTo>
                <a:cubicBezTo>
                  <a:pt x="8144188" y="5319071"/>
                  <a:pt x="8127705" y="5339051"/>
                  <a:pt x="8113719" y="5340050"/>
                </a:cubicBezTo>
                <a:cubicBezTo>
                  <a:pt x="8065768" y="5343046"/>
                  <a:pt x="8017318" y="5338051"/>
                  <a:pt x="7969366" y="5336553"/>
                </a:cubicBezTo>
                <a:cubicBezTo>
                  <a:pt x="7952883" y="5336054"/>
                  <a:pt x="7936400" y="5336553"/>
                  <a:pt x="7920916" y="5336553"/>
                </a:cubicBezTo>
                <a:cubicBezTo>
                  <a:pt x="7955880" y="5381008"/>
                  <a:pt x="7993841" y="5417970"/>
                  <a:pt x="8017318" y="5462425"/>
                </a:cubicBezTo>
                <a:cubicBezTo>
                  <a:pt x="8046288" y="5516370"/>
                  <a:pt x="8079254" y="5557328"/>
                  <a:pt x="8141191" y="5572312"/>
                </a:cubicBezTo>
                <a:cubicBezTo>
                  <a:pt x="8177654" y="5580804"/>
                  <a:pt x="8199132" y="5607776"/>
                  <a:pt x="8199132" y="5644739"/>
                </a:cubicBezTo>
                <a:cubicBezTo>
                  <a:pt x="8199132" y="5660223"/>
                  <a:pt x="8188642" y="5682200"/>
                  <a:pt x="8175656" y="5690192"/>
                </a:cubicBezTo>
                <a:cubicBezTo>
                  <a:pt x="8164167" y="5697185"/>
                  <a:pt x="8133698" y="5695687"/>
                  <a:pt x="8128704" y="5687695"/>
                </a:cubicBezTo>
                <a:cubicBezTo>
                  <a:pt x="8109723" y="5654728"/>
                  <a:pt x="8087246" y="5661222"/>
                  <a:pt x="8063270" y="5675707"/>
                </a:cubicBezTo>
                <a:cubicBezTo>
                  <a:pt x="8030304" y="5695187"/>
                  <a:pt x="8016818" y="5682200"/>
                  <a:pt x="8001334" y="5650233"/>
                </a:cubicBezTo>
                <a:cubicBezTo>
                  <a:pt x="7986349" y="5619265"/>
                  <a:pt x="7964371" y="5576309"/>
                  <a:pt x="7936899" y="5568816"/>
                </a:cubicBezTo>
                <a:cubicBezTo>
                  <a:pt x="7876960" y="5552832"/>
                  <a:pt x="7835004" y="5514372"/>
                  <a:pt x="7791048" y="5478409"/>
                </a:cubicBezTo>
                <a:cubicBezTo>
                  <a:pt x="7745095" y="5440447"/>
                  <a:pt x="7734606" y="5442445"/>
                  <a:pt x="7690651" y="5480406"/>
                </a:cubicBezTo>
                <a:cubicBezTo>
                  <a:pt x="7642200" y="5521864"/>
                  <a:pt x="7585259" y="5553832"/>
                  <a:pt x="7532812" y="5590794"/>
                </a:cubicBezTo>
                <a:cubicBezTo>
                  <a:pt x="7520824" y="5599285"/>
                  <a:pt x="7502843" y="5610274"/>
                  <a:pt x="7501843" y="5621263"/>
                </a:cubicBezTo>
                <a:cubicBezTo>
                  <a:pt x="7500845" y="5633251"/>
                  <a:pt x="7513332" y="5652231"/>
                  <a:pt x="7525320" y="5658724"/>
                </a:cubicBezTo>
                <a:cubicBezTo>
                  <a:pt x="7555289" y="5675207"/>
                  <a:pt x="7562782" y="5691691"/>
                  <a:pt x="7554789" y="5728154"/>
                </a:cubicBezTo>
                <a:cubicBezTo>
                  <a:pt x="7545299" y="5771110"/>
                  <a:pt x="7520824" y="5785595"/>
                  <a:pt x="7484861" y="5793087"/>
                </a:cubicBezTo>
                <a:cubicBezTo>
                  <a:pt x="7445901" y="5801579"/>
                  <a:pt x="7430417" y="5775105"/>
                  <a:pt x="7415931" y="5746635"/>
                </a:cubicBezTo>
                <a:cubicBezTo>
                  <a:pt x="7410437" y="5735646"/>
                  <a:pt x="7405442" y="5724657"/>
                  <a:pt x="7400447" y="5713668"/>
                </a:cubicBezTo>
                <a:cubicBezTo>
                  <a:pt x="7396950" y="5754127"/>
                  <a:pt x="7401945" y="5792587"/>
                  <a:pt x="7408938" y="5830549"/>
                </a:cubicBezTo>
                <a:cubicBezTo>
                  <a:pt x="7413933" y="5857022"/>
                  <a:pt x="7415931" y="5888989"/>
                  <a:pt x="7459387" y="5873505"/>
                </a:cubicBezTo>
                <a:cubicBezTo>
                  <a:pt x="7464382" y="5871507"/>
                  <a:pt x="7478368" y="5882996"/>
                  <a:pt x="7481364" y="5890488"/>
                </a:cubicBezTo>
                <a:cubicBezTo>
                  <a:pt x="7489356" y="5909968"/>
                  <a:pt x="7496848" y="5930947"/>
                  <a:pt x="7499346" y="5952424"/>
                </a:cubicBezTo>
                <a:cubicBezTo>
                  <a:pt x="7506838" y="6025850"/>
                  <a:pt x="7484361" y="6101772"/>
                  <a:pt x="7517327" y="6173699"/>
                </a:cubicBezTo>
                <a:cubicBezTo>
                  <a:pt x="7521324" y="6182190"/>
                  <a:pt x="7520325" y="6196176"/>
                  <a:pt x="7515829" y="6203668"/>
                </a:cubicBezTo>
                <a:cubicBezTo>
                  <a:pt x="7511334" y="6210661"/>
                  <a:pt x="7495350" y="6217654"/>
                  <a:pt x="7489855" y="6214657"/>
                </a:cubicBezTo>
                <a:cubicBezTo>
                  <a:pt x="7474371" y="6206166"/>
                  <a:pt x="7461884" y="6192680"/>
                  <a:pt x="7447899" y="6180692"/>
                </a:cubicBezTo>
                <a:cubicBezTo>
                  <a:pt x="7456889" y="6171201"/>
                  <a:pt x="7466879" y="6162710"/>
                  <a:pt x="7474371" y="6152220"/>
                </a:cubicBezTo>
                <a:cubicBezTo>
                  <a:pt x="7478867" y="6146227"/>
                  <a:pt x="7482863" y="6136736"/>
                  <a:pt x="7481864" y="6129743"/>
                </a:cubicBezTo>
                <a:cubicBezTo>
                  <a:pt x="7477868" y="6104269"/>
                  <a:pt x="7475870" y="6077797"/>
                  <a:pt x="7466380" y="6054320"/>
                </a:cubicBezTo>
                <a:cubicBezTo>
                  <a:pt x="7443903" y="5999876"/>
                  <a:pt x="7416930" y="5946930"/>
                  <a:pt x="7391956" y="5893485"/>
                </a:cubicBezTo>
                <a:cubicBezTo>
                  <a:pt x="7371976" y="5850529"/>
                  <a:pt x="7352996" y="5806573"/>
                  <a:pt x="7332516" y="5763617"/>
                </a:cubicBezTo>
                <a:cubicBezTo>
                  <a:pt x="7326522" y="5751130"/>
                  <a:pt x="7318531" y="5737644"/>
                  <a:pt x="7307542" y="5730151"/>
                </a:cubicBezTo>
                <a:cubicBezTo>
                  <a:pt x="7279071" y="5711171"/>
                  <a:pt x="7248103" y="5694688"/>
                  <a:pt x="7213138" y="5674708"/>
                </a:cubicBezTo>
                <a:cubicBezTo>
                  <a:pt x="7196156" y="5715167"/>
                  <a:pt x="7172180" y="5760121"/>
                  <a:pt x="7158694" y="5808072"/>
                </a:cubicBezTo>
                <a:cubicBezTo>
                  <a:pt x="7149203" y="5841538"/>
                  <a:pt x="7118235" y="5880498"/>
                  <a:pt x="7164688" y="5911466"/>
                </a:cubicBezTo>
                <a:cubicBezTo>
                  <a:pt x="7140712" y="5934942"/>
                  <a:pt x="7127725" y="5953923"/>
                  <a:pt x="7149703" y="5985891"/>
                </a:cubicBezTo>
                <a:cubicBezTo>
                  <a:pt x="7162689" y="6004871"/>
                  <a:pt x="7170682" y="6033841"/>
                  <a:pt x="7143709" y="6054820"/>
                </a:cubicBezTo>
                <a:cubicBezTo>
                  <a:pt x="7113740" y="6078796"/>
                  <a:pt x="7083770" y="6102771"/>
                  <a:pt x="7054300" y="6127746"/>
                </a:cubicBezTo>
                <a:cubicBezTo>
                  <a:pt x="6990365" y="6182190"/>
                  <a:pt x="6925432" y="6233138"/>
                  <a:pt x="6831528" y="6221650"/>
                </a:cubicBezTo>
                <a:cubicBezTo>
                  <a:pt x="6833026" y="6247124"/>
                  <a:pt x="6835523" y="6268602"/>
                  <a:pt x="6835523" y="6290580"/>
                </a:cubicBezTo>
                <a:cubicBezTo>
                  <a:pt x="6835523" y="6297073"/>
                  <a:pt x="6830528" y="6307562"/>
                  <a:pt x="6825034" y="6309560"/>
                </a:cubicBezTo>
                <a:cubicBezTo>
                  <a:pt x="6819540" y="6311558"/>
                  <a:pt x="6810049" y="6306563"/>
                  <a:pt x="6804555" y="6302067"/>
                </a:cubicBezTo>
                <a:cubicBezTo>
                  <a:pt x="6788572" y="6287583"/>
                  <a:pt x="6774086" y="6272098"/>
                  <a:pt x="6748113" y="6246125"/>
                </a:cubicBezTo>
                <a:cubicBezTo>
                  <a:pt x="6734127" y="6286583"/>
                  <a:pt x="6720641" y="6314055"/>
                  <a:pt x="6716645" y="6342527"/>
                </a:cubicBezTo>
                <a:cubicBezTo>
                  <a:pt x="6708653" y="6398969"/>
                  <a:pt x="6673189" y="6431935"/>
                  <a:pt x="6618245" y="6436430"/>
                </a:cubicBezTo>
                <a:cubicBezTo>
                  <a:pt x="6553311" y="6441925"/>
                  <a:pt x="6492374" y="6431436"/>
                  <a:pt x="6440427" y="6393974"/>
                </a:cubicBezTo>
                <a:cubicBezTo>
                  <a:pt x="6389479" y="6357011"/>
                  <a:pt x="6343525" y="6313057"/>
                  <a:pt x="6290580" y="6267603"/>
                </a:cubicBezTo>
                <a:cubicBezTo>
                  <a:pt x="6290580" y="6267603"/>
                  <a:pt x="6288082" y="6279091"/>
                  <a:pt x="6281089" y="6286084"/>
                </a:cubicBezTo>
                <a:cubicBezTo>
                  <a:pt x="6263108" y="6303566"/>
                  <a:pt x="6240131" y="6335534"/>
                  <a:pt x="6224647" y="6332537"/>
                </a:cubicBezTo>
                <a:cubicBezTo>
                  <a:pt x="6140733" y="6317052"/>
                  <a:pt x="6056819" y="6296573"/>
                  <a:pt x="6006370" y="6215656"/>
                </a:cubicBezTo>
                <a:cubicBezTo>
                  <a:pt x="5993882" y="6195676"/>
                  <a:pt x="5977899" y="6177195"/>
                  <a:pt x="5960417" y="6161711"/>
                </a:cubicBezTo>
                <a:cubicBezTo>
                  <a:pt x="5907471" y="6114259"/>
                  <a:pt x="5852028" y="6069805"/>
                  <a:pt x="5799581" y="6022353"/>
                </a:cubicBezTo>
                <a:cubicBezTo>
                  <a:pt x="5759622" y="5985891"/>
                  <a:pt x="5677206" y="5971905"/>
                  <a:pt x="5631752" y="6000376"/>
                </a:cubicBezTo>
                <a:cubicBezTo>
                  <a:pt x="5617767" y="6009366"/>
                  <a:pt x="5600784" y="6023852"/>
                  <a:pt x="5597787" y="6038836"/>
                </a:cubicBezTo>
                <a:cubicBezTo>
                  <a:pt x="5590794" y="6077297"/>
                  <a:pt x="5586798" y="6116757"/>
                  <a:pt x="5588796" y="6155717"/>
                </a:cubicBezTo>
                <a:cubicBezTo>
                  <a:pt x="5590295" y="6192680"/>
                  <a:pt x="5585300" y="6224147"/>
                  <a:pt x="5551334" y="6242129"/>
                </a:cubicBezTo>
                <a:cubicBezTo>
                  <a:pt x="5513373" y="6262108"/>
                  <a:pt x="5495891" y="6229641"/>
                  <a:pt x="5479407" y="6205666"/>
                </a:cubicBezTo>
                <a:cubicBezTo>
                  <a:pt x="5457430" y="6173699"/>
                  <a:pt x="5435952" y="6172200"/>
                  <a:pt x="5406981" y="6196176"/>
                </a:cubicBezTo>
                <a:cubicBezTo>
                  <a:pt x="5388500" y="6211160"/>
                  <a:pt x="5370020" y="6219652"/>
                  <a:pt x="5347043" y="6196176"/>
                </a:cubicBezTo>
                <a:cubicBezTo>
                  <a:pt x="5337053" y="6185687"/>
                  <a:pt x="5313078" y="6185687"/>
                  <a:pt x="5295595" y="6185687"/>
                </a:cubicBezTo>
                <a:cubicBezTo>
                  <a:pt x="5228664" y="6186186"/>
                  <a:pt x="5200692" y="6239631"/>
                  <a:pt x="5166227" y="6284086"/>
                </a:cubicBezTo>
                <a:cubicBezTo>
                  <a:pt x="5156737" y="6296074"/>
                  <a:pt x="5142252" y="6305564"/>
                  <a:pt x="5127767" y="6311558"/>
                </a:cubicBezTo>
                <a:cubicBezTo>
                  <a:pt x="5123771" y="6313556"/>
                  <a:pt x="5105289" y="6297073"/>
                  <a:pt x="5106788" y="6294076"/>
                </a:cubicBezTo>
                <a:cubicBezTo>
                  <a:pt x="5113781" y="6278092"/>
                  <a:pt x="5122272" y="6262608"/>
                  <a:pt x="5133760" y="6249621"/>
                </a:cubicBezTo>
                <a:cubicBezTo>
                  <a:pt x="5150743" y="6230641"/>
                  <a:pt x="5171222" y="6214657"/>
                  <a:pt x="5190203" y="6197175"/>
                </a:cubicBezTo>
                <a:cubicBezTo>
                  <a:pt x="5188205" y="6190682"/>
                  <a:pt x="5185708" y="6184188"/>
                  <a:pt x="5183710" y="6177695"/>
                </a:cubicBezTo>
                <a:cubicBezTo>
                  <a:pt x="5141752" y="6177695"/>
                  <a:pt x="5098796" y="6172700"/>
                  <a:pt x="5057838" y="6179193"/>
                </a:cubicBezTo>
                <a:cubicBezTo>
                  <a:pt x="5012384" y="6186186"/>
                  <a:pt x="4969428" y="6206665"/>
                  <a:pt x="4923975" y="6215157"/>
                </a:cubicBezTo>
                <a:cubicBezTo>
                  <a:pt x="4851049" y="6228143"/>
                  <a:pt x="4796605" y="6273097"/>
                  <a:pt x="4738664" y="6312557"/>
                </a:cubicBezTo>
                <a:cubicBezTo>
                  <a:pt x="4727675" y="6320050"/>
                  <a:pt x="4717186" y="6336532"/>
                  <a:pt x="4716686" y="6349519"/>
                </a:cubicBezTo>
                <a:cubicBezTo>
                  <a:pt x="4715188" y="6399968"/>
                  <a:pt x="4679724" y="6420946"/>
                  <a:pt x="4645759" y="6447420"/>
                </a:cubicBezTo>
                <a:cubicBezTo>
                  <a:pt x="4612293" y="6473892"/>
                  <a:pt x="4576330" y="6501864"/>
                  <a:pt x="4555351" y="6537328"/>
                </a:cubicBezTo>
                <a:cubicBezTo>
                  <a:pt x="4504403" y="6624739"/>
                  <a:pt x="4461946" y="6717144"/>
                  <a:pt x="4413995" y="6806553"/>
                </a:cubicBezTo>
                <a:cubicBezTo>
                  <a:pt x="4403006" y="6827032"/>
                  <a:pt x="4383526" y="6842516"/>
                  <a:pt x="4368042" y="6860498"/>
                </a:cubicBezTo>
                <a:cubicBezTo>
                  <a:pt x="4364046" y="6858000"/>
                  <a:pt x="4359551" y="6855503"/>
                  <a:pt x="4355555" y="6853005"/>
                </a:cubicBezTo>
                <a:cubicBezTo>
                  <a:pt x="4357053" y="6845014"/>
                  <a:pt x="4356054" y="6835024"/>
                  <a:pt x="4360550" y="6828530"/>
                </a:cubicBezTo>
                <a:cubicBezTo>
                  <a:pt x="4377033" y="6804055"/>
                  <a:pt x="4398511" y="6782577"/>
                  <a:pt x="4410998" y="6756104"/>
                </a:cubicBezTo>
                <a:cubicBezTo>
                  <a:pt x="4455952" y="6662200"/>
                  <a:pt x="4496910" y="6566797"/>
                  <a:pt x="4541865" y="6472893"/>
                </a:cubicBezTo>
                <a:cubicBezTo>
                  <a:pt x="4567838" y="6417950"/>
                  <a:pt x="4553852" y="6364504"/>
                  <a:pt x="4539367" y="6312057"/>
                </a:cubicBezTo>
                <a:cubicBezTo>
                  <a:pt x="4535371" y="6298072"/>
                  <a:pt x="4512395" y="6279590"/>
                  <a:pt x="4498409" y="6280590"/>
                </a:cubicBezTo>
                <a:cubicBezTo>
                  <a:pt x="4469938" y="6281588"/>
                  <a:pt x="4437971" y="6288581"/>
                  <a:pt x="4413995" y="6303067"/>
                </a:cubicBezTo>
                <a:cubicBezTo>
                  <a:pt x="4381528" y="6323046"/>
                  <a:pt x="4356054" y="6353016"/>
                  <a:pt x="4312598" y="6331038"/>
                </a:cubicBezTo>
                <a:cubicBezTo>
                  <a:pt x="4306605" y="6328041"/>
                  <a:pt x="4293618" y="6334035"/>
                  <a:pt x="4287125" y="6339529"/>
                </a:cubicBezTo>
                <a:cubicBezTo>
                  <a:pt x="4216197" y="6402965"/>
                  <a:pt x="4146268" y="6466899"/>
                  <a:pt x="4076340" y="6531334"/>
                </a:cubicBezTo>
                <a:cubicBezTo>
                  <a:pt x="4054862" y="6551313"/>
                  <a:pt x="4038878" y="6580284"/>
                  <a:pt x="3989428" y="6574290"/>
                </a:cubicBezTo>
                <a:cubicBezTo>
                  <a:pt x="4030886" y="6527837"/>
                  <a:pt x="4065850" y="6487379"/>
                  <a:pt x="4102313" y="6447919"/>
                </a:cubicBezTo>
                <a:cubicBezTo>
                  <a:pt x="4135279" y="6412455"/>
                  <a:pt x="4163750" y="6366002"/>
                  <a:pt x="4204709" y="6347522"/>
                </a:cubicBezTo>
                <a:cubicBezTo>
                  <a:pt x="4259653" y="6322547"/>
                  <a:pt x="4295616" y="6282588"/>
                  <a:pt x="4332079" y="6240131"/>
                </a:cubicBezTo>
                <a:cubicBezTo>
                  <a:pt x="4344566" y="6225646"/>
                  <a:pt x="4394515" y="6209162"/>
                  <a:pt x="4338572" y="6184188"/>
                </a:cubicBezTo>
                <a:cubicBezTo>
                  <a:pt x="4335076" y="6182690"/>
                  <a:pt x="4336075" y="6170702"/>
                  <a:pt x="4336075" y="6163210"/>
                </a:cubicBezTo>
                <a:cubicBezTo>
                  <a:pt x="4335575" y="6142731"/>
                  <a:pt x="4336574" y="6122251"/>
                  <a:pt x="4335575" y="6101273"/>
                </a:cubicBezTo>
                <a:cubicBezTo>
                  <a:pt x="4332079" y="6019856"/>
                  <a:pt x="4287125" y="5988887"/>
                  <a:pt x="4218195" y="6030845"/>
                </a:cubicBezTo>
                <a:cubicBezTo>
                  <a:pt x="4124291" y="6088286"/>
                  <a:pt x="4035381" y="6153719"/>
                  <a:pt x="3947471" y="6219652"/>
                </a:cubicBezTo>
                <a:cubicBezTo>
                  <a:pt x="3887532" y="6264606"/>
                  <a:pt x="3833587" y="6317052"/>
                  <a:pt x="3775646" y="6364504"/>
                </a:cubicBezTo>
                <a:cubicBezTo>
                  <a:pt x="3765157" y="6372995"/>
                  <a:pt x="3747675" y="6372995"/>
                  <a:pt x="3733190" y="6376991"/>
                </a:cubicBezTo>
                <a:cubicBezTo>
                  <a:pt x="3740183" y="6358011"/>
                  <a:pt x="3750173" y="6345523"/>
                  <a:pt x="3762160" y="6335034"/>
                </a:cubicBezTo>
                <a:cubicBezTo>
                  <a:pt x="3806115" y="6296573"/>
                  <a:pt x="3852568" y="6260610"/>
                  <a:pt x="3894026" y="6219652"/>
                </a:cubicBezTo>
                <a:cubicBezTo>
                  <a:pt x="3932486" y="6181690"/>
                  <a:pt x="3962955" y="6136736"/>
                  <a:pt x="3954963" y="6077297"/>
                </a:cubicBezTo>
                <a:cubicBezTo>
                  <a:pt x="3854066" y="6072302"/>
                  <a:pt x="3832588" y="6163709"/>
                  <a:pt x="3776146" y="6216655"/>
                </a:cubicBezTo>
                <a:cubicBezTo>
                  <a:pt x="3770152" y="6201670"/>
                  <a:pt x="3766156" y="6187685"/>
                  <a:pt x="3770651" y="6176196"/>
                </a:cubicBezTo>
                <a:cubicBezTo>
                  <a:pt x="3785636" y="6138734"/>
                  <a:pt x="3806615" y="6103271"/>
                  <a:pt x="3818603" y="6065310"/>
                </a:cubicBezTo>
                <a:cubicBezTo>
                  <a:pt x="3824597" y="6045829"/>
                  <a:pt x="3816105" y="6021354"/>
                  <a:pt x="3814607" y="5999377"/>
                </a:cubicBezTo>
                <a:cubicBezTo>
                  <a:pt x="3796625" y="6005371"/>
                  <a:pt x="3775147" y="6006869"/>
                  <a:pt x="3761661" y="6018357"/>
                </a:cubicBezTo>
                <a:cubicBezTo>
                  <a:pt x="3713210" y="6058816"/>
                  <a:pt x="3660764" y="6065809"/>
                  <a:pt x="3601824" y="6047327"/>
                </a:cubicBezTo>
                <a:cubicBezTo>
                  <a:pt x="3538389" y="6027348"/>
                  <a:pt x="3527899" y="6033841"/>
                  <a:pt x="3506921" y="6111762"/>
                </a:cubicBezTo>
                <a:cubicBezTo>
                  <a:pt x="3486442" y="6094280"/>
                  <a:pt x="3464464" y="6083291"/>
                  <a:pt x="3456972" y="6065809"/>
                </a:cubicBezTo>
                <a:cubicBezTo>
                  <a:pt x="3452976" y="6056818"/>
                  <a:pt x="3475952" y="6023352"/>
                  <a:pt x="3485443" y="6023852"/>
                </a:cubicBezTo>
                <a:cubicBezTo>
                  <a:pt x="3533893" y="6026349"/>
                  <a:pt x="3554372" y="5995880"/>
                  <a:pt x="3575850" y="5959917"/>
                </a:cubicBezTo>
                <a:cubicBezTo>
                  <a:pt x="3519408" y="5932945"/>
                  <a:pt x="3468460" y="5933444"/>
                  <a:pt x="3419510" y="5971905"/>
                </a:cubicBezTo>
                <a:cubicBezTo>
                  <a:pt x="3382048" y="6001874"/>
                  <a:pt x="3345086" y="6032843"/>
                  <a:pt x="3304627" y="6057317"/>
                </a:cubicBezTo>
                <a:cubicBezTo>
                  <a:pt x="3274658" y="6075799"/>
                  <a:pt x="3236197" y="6080794"/>
                  <a:pt x="3205728" y="6098775"/>
                </a:cubicBezTo>
                <a:cubicBezTo>
                  <a:pt x="3111324" y="6154718"/>
                  <a:pt x="3019918" y="6216155"/>
                  <a:pt x="2925514" y="6272098"/>
                </a:cubicBezTo>
                <a:cubicBezTo>
                  <a:pt x="2842099" y="6321548"/>
                  <a:pt x="2756686" y="6367501"/>
                  <a:pt x="2671274" y="6413454"/>
                </a:cubicBezTo>
                <a:cubicBezTo>
                  <a:pt x="2650295" y="6424443"/>
                  <a:pt x="2626819" y="6430437"/>
                  <a:pt x="2598348" y="6441425"/>
                </a:cubicBezTo>
                <a:cubicBezTo>
                  <a:pt x="2600346" y="6424943"/>
                  <a:pt x="2598348" y="6414453"/>
                  <a:pt x="2602344" y="6411955"/>
                </a:cubicBezTo>
                <a:cubicBezTo>
                  <a:pt x="2623323" y="6396471"/>
                  <a:pt x="2645300" y="6382486"/>
                  <a:pt x="2667777" y="6368999"/>
                </a:cubicBezTo>
                <a:cubicBezTo>
                  <a:pt x="2746697" y="6323046"/>
                  <a:pt x="2825616" y="6277093"/>
                  <a:pt x="2904536" y="6231140"/>
                </a:cubicBezTo>
                <a:cubicBezTo>
                  <a:pt x="2920020" y="6222149"/>
                  <a:pt x="2947492" y="6214157"/>
                  <a:pt x="2948990" y="6202669"/>
                </a:cubicBezTo>
                <a:cubicBezTo>
                  <a:pt x="2953486" y="6169703"/>
                  <a:pt x="2972966" y="6172700"/>
                  <a:pt x="2995443" y="6170203"/>
                </a:cubicBezTo>
                <a:cubicBezTo>
                  <a:pt x="3019418" y="6167205"/>
                  <a:pt x="3042395" y="6159213"/>
                  <a:pt x="3065871" y="6152720"/>
                </a:cubicBezTo>
                <a:cubicBezTo>
                  <a:pt x="3069867" y="6151721"/>
                  <a:pt x="3073363" y="6149224"/>
                  <a:pt x="3078358" y="6147225"/>
                </a:cubicBezTo>
                <a:cubicBezTo>
                  <a:pt x="3064872" y="6135238"/>
                  <a:pt x="3056381" y="6127746"/>
                  <a:pt x="3044393" y="6117256"/>
                </a:cubicBezTo>
                <a:cubicBezTo>
                  <a:pt x="3058878" y="6104269"/>
                  <a:pt x="3069367" y="6091283"/>
                  <a:pt x="3082354" y="6083790"/>
                </a:cubicBezTo>
                <a:cubicBezTo>
                  <a:pt x="3158277" y="6040834"/>
                  <a:pt x="3236697" y="6001375"/>
                  <a:pt x="3311620" y="5955921"/>
                </a:cubicBezTo>
                <a:cubicBezTo>
                  <a:pt x="3354576" y="5929448"/>
                  <a:pt x="3393037" y="5894983"/>
                  <a:pt x="3430998" y="5861517"/>
                </a:cubicBezTo>
                <a:cubicBezTo>
                  <a:pt x="3438491" y="5855024"/>
                  <a:pt x="3441488" y="5834045"/>
                  <a:pt x="3436992" y="5825554"/>
                </a:cubicBezTo>
                <a:cubicBezTo>
                  <a:pt x="3423506" y="5801079"/>
                  <a:pt x="3367063" y="5788592"/>
                  <a:pt x="3340591" y="5801079"/>
                </a:cubicBezTo>
                <a:cubicBezTo>
                  <a:pt x="3250183" y="5843036"/>
                  <a:pt x="3161773" y="5890987"/>
                  <a:pt x="3068368" y="5925452"/>
                </a:cubicBezTo>
                <a:cubicBezTo>
                  <a:pt x="2973965" y="5960417"/>
                  <a:pt x="2902538" y="6019356"/>
                  <a:pt x="2844097" y="6098276"/>
                </a:cubicBezTo>
                <a:cubicBezTo>
                  <a:pt x="2837604" y="6106767"/>
                  <a:pt x="2838603" y="6121252"/>
                  <a:pt x="2835606" y="6134239"/>
                </a:cubicBezTo>
                <a:cubicBezTo>
                  <a:pt x="2774668" y="6095279"/>
                  <a:pt x="2768674" y="6156217"/>
                  <a:pt x="2746197" y="6190682"/>
                </a:cubicBezTo>
                <a:cubicBezTo>
                  <a:pt x="2740203" y="6200671"/>
                  <a:pt x="2732711" y="6211660"/>
                  <a:pt x="2723221" y="6216655"/>
                </a:cubicBezTo>
                <a:cubicBezTo>
                  <a:pt x="2707736" y="6225146"/>
                  <a:pt x="2689755" y="6228643"/>
                  <a:pt x="2660785" y="6238133"/>
                </a:cubicBezTo>
                <a:cubicBezTo>
                  <a:pt x="2703741" y="6122251"/>
                  <a:pt x="2754689" y="6031843"/>
                  <a:pt x="2842599" y="5964412"/>
                </a:cubicBezTo>
                <a:cubicBezTo>
                  <a:pt x="2859582" y="5951426"/>
                  <a:pt x="2869571" y="5927450"/>
                  <a:pt x="2880061" y="5906971"/>
                </a:cubicBezTo>
                <a:cubicBezTo>
                  <a:pt x="2896544" y="5874504"/>
                  <a:pt x="2910030" y="5841038"/>
                  <a:pt x="2924515" y="5808072"/>
                </a:cubicBezTo>
                <a:cubicBezTo>
                  <a:pt x="2927512" y="5801079"/>
                  <a:pt x="2929011" y="5793587"/>
                  <a:pt x="2932507" y="5782098"/>
                </a:cubicBezTo>
                <a:cubicBezTo>
                  <a:pt x="2911029" y="5782098"/>
                  <a:pt x="2894046" y="5782098"/>
                  <a:pt x="2868073" y="5782098"/>
                </a:cubicBezTo>
                <a:cubicBezTo>
                  <a:pt x="2891049" y="5763118"/>
                  <a:pt x="2907033" y="5749631"/>
                  <a:pt x="2914525" y="5743138"/>
                </a:cubicBezTo>
                <a:cubicBezTo>
                  <a:pt x="2914525" y="5724158"/>
                  <a:pt x="2911029" y="5707175"/>
                  <a:pt x="2915025" y="5705177"/>
                </a:cubicBezTo>
                <a:cubicBezTo>
                  <a:pt x="2944994" y="5689693"/>
                  <a:pt x="2934505" y="5664718"/>
                  <a:pt x="2928511" y="5644239"/>
                </a:cubicBezTo>
                <a:cubicBezTo>
                  <a:pt x="2915525" y="5596288"/>
                  <a:pt x="2856584" y="5566818"/>
                  <a:pt x="2871569" y="5506380"/>
                </a:cubicBezTo>
                <a:cubicBezTo>
                  <a:pt x="2871569" y="5505381"/>
                  <a:pt x="2867074" y="5503383"/>
                  <a:pt x="2868073" y="5503883"/>
                </a:cubicBezTo>
                <a:cubicBezTo>
                  <a:pt x="2832110" y="5519367"/>
                  <a:pt x="2798644" y="5533852"/>
                  <a:pt x="2762680" y="5549336"/>
                </a:cubicBezTo>
                <a:cubicBezTo>
                  <a:pt x="2749194" y="5511874"/>
                  <a:pt x="2766177" y="5489397"/>
                  <a:pt x="2792150" y="5491895"/>
                </a:cubicBezTo>
                <a:cubicBezTo>
                  <a:pt x="2830112" y="5495391"/>
                  <a:pt x="2838603" y="5471915"/>
                  <a:pt x="2852089" y="5451935"/>
                </a:cubicBezTo>
                <a:cubicBezTo>
                  <a:pt x="2821620" y="5383506"/>
                  <a:pt x="2778165" y="5353536"/>
                  <a:pt x="2701742" y="5375513"/>
                </a:cubicBezTo>
                <a:cubicBezTo>
                  <a:pt x="2661284" y="5387501"/>
                  <a:pt x="2607838" y="5396492"/>
                  <a:pt x="2573873" y="5379509"/>
                </a:cubicBezTo>
                <a:cubicBezTo>
                  <a:pt x="2488460" y="5337053"/>
                  <a:pt x="2405045" y="5362527"/>
                  <a:pt x="2325127" y="5376513"/>
                </a:cubicBezTo>
                <a:cubicBezTo>
                  <a:pt x="2263190" y="5387501"/>
                  <a:pt x="2206248" y="5432455"/>
                  <a:pt x="2148807" y="5465921"/>
                </a:cubicBezTo>
                <a:cubicBezTo>
                  <a:pt x="2071386" y="5511375"/>
                  <a:pt x="1995963" y="5560825"/>
                  <a:pt x="1919541" y="5608276"/>
                </a:cubicBezTo>
                <a:cubicBezTo>
                  <a:pt x="1883078" y="5630753"/>
                  <a:pt x="1846615" y="5653730"/>
                  <a:pt x="1809154" y="5673709"/>
                </a:cubicBezTo>
                <a:cubicBezTo>
                  <a:pt x="1799164" y="5678704"/>
                  <a:pt x="1784679" y="5674708"/>
                  <a:pt x="1771692" y="5674708"/>
                </a:cubicBezTo>
                <a:cubicBezTo>
                  <a:pt x="1769194" y="5671212"/>
                  <a:pt x="1766697" y="5668215"/>
                  <a:pt x="1764199" y="5664718"/>
                </a:cubicBezTo>
                <a:cubicBezTo>
                  <a:pt x="1780183" y="5646737"/>
                  <a:pt x="1794668" y="5625758"/>
                  <a:pt x="1813150" y="5611273"/>
                </a:cubicBezTo>
                <a:cubicBezTo>
                  <a:pt x="1869592" y="5566818"/>
                  <a:pt x="1927033" y="5523862"/>
                  <a:pt x="1985474" y="5482404"/>
                </a:cubicBezTo>
                <a:cubicBezTo>
                  <a:pt x="2035922" y="5446441"/>
                  <a:pt x="2088369" y="5412975"/>
                  <a:pt x="2140815" y="5380508"/>
                </a:cubicBezTo>
                <a:cubicBezTo>
                  <a:pt x="2156299" y="5371018"/>
                  <a:pt x="2176778" y="5370518"/>
                  <a:pt x="2192762" y="5361528"/>
                </a:cubicBezTo>
                <a:cubicBezTo>
                  <a:pt x="2240713" y="5335055"/>
                  <a:pt x="2286666" y="5305085"/>
                  <a:pt x="2335616" y="5279611"/>
                </a:cubicBezTo>
                <a:cubicBezTo>
                  <a:pt x="2409041" y="5241650"/>
                  <a:pt x="2487461" y="5211181"/>
                  <a:pt x="2524424" y="5127267"/>
                </a:cubicBezTo>
                <a:cubicBezTo>
                  <a:pt x="2485963" y="5081314"/>
                  <a:pt x="2451498" y="5072822"/>
                  <a:pt x="2401549" y="5100794"/>
                </a:cubicBezTo>
                <a:cubicBezTo>
                  <a:pt x="2348103" y="5130264"/>
                  <a:pt x="2297655" y="5165228"/>
                  <a:pt x="2242212" y="5190202"/>
                </a:cubicBezTo>
                <a:cubicBezTo>
                  <a:pt x="2110846" y="5249642"/>
                  <a:pt x="1966493" y="5282109"/>
                  <a:pt x="1854108" y="5381507"/>
                </a:cubicBezTo>
                <a:cubicBezTo>
                  <a:pt x="1846615" y="5388000"/>
                  <a:pt x="1825637" y="5379010"/>
                  <a:pt x="1811151" y="5377012"/>
                </a:cubicBezTo>
                <a:cubicBezTo>
                  <a:pt x="1818144" y="5366023"/>
                  <a:pt x="1822640" y="5350039"/>
                  <a:pt x="1832630" y="5344545"/>
                </a:cubicBezTo>
                <a:cubicBezTo>
                  <a:pt x="1892568" y="5312578"/>
                  <a:pt x="1954006" y="5284107"/>
                  <a:pt x="2014444" y="5253138"/>
                </a:cubicBezTo>
                <a:cubicBezTo>
                  <a:pt x="2056401" y="5231660"/>
                  <a:pt x="2105351" y="5218674"/>
                  <a:pt x="2126330" y="5169723"/>
                </a:cubicBezTo>
                <a:cubicBezTo>
                  <a:pt x="2087370" y="5147246"/>
                  <a:pt x="2109847" y="5128766"/>
                  <a:pt x="2131325" y="5112282"/>
                </a:cubicBezTo>
                <a:cubicBezTo>
                  <a:pt x="2174780" y="5078816"/>
                  <a:pt x="2175280" y="5051844"/>
                  <a:pt x="2126330" y="5028867"/>
                </a:cubicBezTo>
                <a:cubicBezTo>
                  <a:pt x="2098358" y="5015881"/>
                  <a:pt x="2062895" y="5012384"/>
                  <a:pt x="2030927" y="5013882"/>
                </a:cubicBezTo>
                <a:cubicBezTo>
                  <a:pt x="1965993" y="5016880"/>
                  <a:pt x="1900061" y="5021375"/>
                  <a:pt x="1836126" y="5034362"/>
                </a:cubicBezTo>
                <a:cubicBezTo>
                  <a:pt x="1778685" y="5046349"/>
                  <a:pt x="1723241" y="5068327"/>
                  <a:pt x="1668297" y="5089805"/>
                </a:cubicBezTo>
                <a:cubicBezTo>
                  <a:pt x="1629337" y="5104790"/>
                  <a:pt x="1592874" y="5125768"/>
                  <a:pt x="1555413" y="5143750"/>
                </a:cubicBezTo>
                <a:cubicBezTo>
                  <a:pt x="1551417" y="5138755"/>
                  <a:pt x="1547421" y="5133260"/>
                  <a:pt x="1542925" y="5128266"/>
                </a:cubicBezTo>
                <a:cubicBezTo>
                  <a:pt x="1551916" y="5116778"/>
                  <a:pt x="1558410" y="5100794"/>
                  <a:pt x="1570397" y="5094301"/>
                </a:cubicBezTo>
                <a:cubicBezTo>
                  <a:pt x="1611355" y="5071324"/>
                  <a:pt x="1654312" y="5051844"/>
                  <a:pt x="1696269" y="5030865"/>
                </a:cubicBezTo>
                <a:cubicBezTo>
                  <a:pt x="1792171" y="4982914"/>
                  <a:pt x="1888073" y="4933465"/>
                  <a:pt x="1984475" y="4886512"/>
                </a:cubicBezTo>
                <a:cubicBezTo>
                  <a:pt x="2009449" y="4874525"/>
                  <a:pt x="2038419" y="4869030"/>
                  <a:pt x="2065392" y="4861039"/>
                </a:cubicBezTo>
                <a:cubicBezTo>
                  <a:pt x="2074882" y="4858541"/>
                  <a:pt x="2087869" y="4854545"/>
                  <a:pt x="2095361" y="4858541"/>
                </a:cubicBezTo>
                <a:cubicBezTo>
                  <a:pt x="2147808" y="4886512"/>
                  <a:pt x="2189266" y="4853546"/>
                  <a:pt x="2231722" y="4834066"/>
                </a:cubicBezTo>
                <a:cubicBezTo>
                  <a:pt x="2252201" y="4824576"/>
                  <a:pt x="2271182" y="4807094"/>
                  <a:pt x="2253700" y="4778123"/>
                </a:cubicBezTo>
                <a:cubicBezTo>
                  <a:pt x="2240214" y="4756146"/>
                  <a:pt x="2231223" y="4731671"/>
                  <a:pt x="2215239" y="4711691"/>
                </a:cubicBezTo>
                <a:cubicBezTo>
                  <a:pt x="2204250" y="4698205"/>
                  <a:pt x="2185270" y="4682221"/>
                  <a:pt x="2170285" y="4682221"/>
                </a:cubicBezTo>
                <a:cubicBezTo>
                  <a:pt x="2100356" y="4682721"/>
                  <a:pt x="2028430" y="4679224"/>
                  <a:pt x="1960999" y="4693709"/>
                </a:cubicBezTo>
                <a:cubicBezTo>
                  <a:pt x="1825637" y="4723179"/>
                  <a:pt x="1693272" y="4764637"/>
                  <a:pt x="1558909" y="4799102"/>
                </a:cubicBezTo>
                <a:cubicBezTo>
                  <a:pt x="1513955" y="4810590"/>
                  <a:pt x="1468002" y="4815585"/>
                  <a:pt x="1422049" y="4821579"/>
                </a:cubicBezTo>
                <a:cubicBezTo>
                  <a:pt x="1338634" y="4832068"/>
                  <a:pt x="1255219" y="4842058"/>
                  <a:pt x="1182793" y="4891507"/>
                </a:cubicBezTo>
                <a:cubicBezTo>
                  <a:pt x="1137839" y="4922476"/>
                  <a:pt x="1092385" y="4953944"/>
                  <a:pt x="1031447" y="4928969"/>
                </a:cubicBezTo>
                <a:cubicBezTo>
                  <a:pt x="1020958" y="4924973"/>
                  <a:pt x="1002477" y="4936462"/>
                  <a:pt x="989490" y="4943954"/>
                </a:cubicBezTo>
                <a:cubicBezTo>
                  <a:pt x="965515" y="4957440"/>
                  <a:pt x="944036" y="4978918"/>
                  <a:pt x="918563" y="4987410"/>
                </a:cubicBezTo>
                <a:cubicBezTo>
                  <a:pt x="828654" y="5016380"/>
                  <a:pt x="736748" y="5041354"/>
                  <a:pt x="645841" y="5067328"/>
                </a:cubicBezTo>
                <a:cubicBezTo>
                  <a:pt x="613374" y="5076818"/>
                  <a:pt x="580907" y="5088806"/>
                  <a:pt x="547441" y="5092802"/>
                </a:cubicBezTo>
                <a:cubicBezTo>
                  <a:pt x="522467" y="5095799"/>
                  <a:pt x="494995" y="5090804"/>
                  <a:pt x="470020" y="5085310"/>
                </a:cubicBezTo>
                <a:cubicBezTo>
                  <a:pt x="438552" y="5078317"/>
                  <a:pt x="408084" y="5067328"/>
                  <a:pt x="377615" y="5057838"/>
                </a:cubicBezTo>
                <a:cubicBezTo>
                  <a:pt x="376616" y="5054341"/>
                  <a:pt x="375617" y="5050345"/>
                  <a:pt x="374618" y="5046849"/>
                </a:cubicBezTo>
                <a:cubicBezTo>
                  <a:pt x="413578" y="5030366"/>
                  <a:pt x="451539" y="5008888"/>
                  <a:pt x="492497" y="4998898"/>
                </a:cubicBezTo>
                <a:cubicBezTo>
                  <a:pt x="572416" y="4979917"/>
                  <a:pt x="654332" y="4971426"/>
                  <a:pt x="733751" y="4951446"/>
                </a:cubicBezTo>
                <a:cubicBezTo>
                  <a:pt x="813170" y="4930967"/>
                  <a:pt x="891091" y="4902996"/>
                  <a:pt x="968512" y="4876023"/>
                </a:cubicBezTo>
                <a:cubicBezTo>
                  <a:pt x="1072405" y="4839561"/>
                  <a:pt x="1174302" y="4798602"/>
                  <a:pt x="1278695" y="4764137"/>
                </a:cubicBezTo>
                <a:cubicBezTo>
                  <a:pt x="1378094" y="4730672"/>
                  <a:pt x="1485484" y="4718684"/>
                  <a:pt x="1565902" y="4640763"/>
                </a:cubicBezTo>
                <a:cubicBezTo>
                  <a:pt x="1584383" y="4622782"/>
                  <a:pt x="1604363" y="4604301"/>
                  <a:pt x="1627339" y="4594810"/>
                </a:cubicBezTo>
                <a:cubicBezTo>
                  <a:pt x="1714250" y="4557848"/>
                  <a:pt x="1763201" y="4476931"/>
                  <a:pt x="1834628" y="4421987"/>
                </a:cubicBezTo>
                <a:cubicBezTo>
                  <a:pt x="1869592" y="4395014"/>
                  <a:pt x="1863099" y="4367043"/>
                  <a:pt x="1822140" y="4351059"/>
                </a:cubicBezTo>
                <a:cubicBezTo>
                  <a:pt x="1790672" y="4338572"/>
                  <a:pt x="1755708" y="4332578"/>
                  <a:pt x="1722242" y="4328083"/>
                </a:cubicBezTo>
                <a:cubicBezTo>
                  <a:pt x="1654811" y="4319092"/>
                  <a:pt x="1582385" y="4325585"/>
                  <a:pt x="1520448" y="4302609"/>
                </a:cubicBezTo>
                <a:cubicBezTo>
                  <a:pt x="1444026" y="4273638"/>
                  <a:pt x="1376096" y="4275636"/>
                  <a:pt x="1301671" y="4299612"/>
                </a:cubicBezTo>
                <a:cubicBezTo>
                  <a:pt x="1256717" y="4314097"/>
                  <a:pt x="1209266" y="4321090"/>
                  <a:pt x="1162314" y="4326584"/>
                </a:cubicBezTo>
                <a:cubicBezTo>
                  <a:pt x="1142834" y="4328582"/>
                  <a:pt x="1120856" y="4311100"/>
                  <a:pt x="1101376" y="4314097"/>
                </a:cubicBezTo>
                <a:cubicBezTo>
                  <a:pt x="1055922" y="4320091"/>
                  <a:pt x="1010968" y="4333577"/>
                  <a:pt x="966014" y="4343567"/>
                </a:cubicBezTo>
                <a:cubicBezTo>
                  <a:pt x="894587" y="4359550"/>
                  <a:pt x="826157" y="4384026"/>
                  <a:pt x="749235" y="4383526"/>
                </a:cubicBezTo>
                <a:cubicBezTo>
                  <a:pt x="664821" y="4383026"/>
                  <a:pt x="579908" y="4403006"/>
                  <a:pt x="495994" y="4417491"/>
                </a:cubicBezTo>
                <a:cubicBezTo>
                  <a:pt x="446544" y="4425983"/>
                  <a:pt x="398094" y="4441467"/>
                  <a:pt x="349144" y="4451956"/>
                </a:cubicBezTo>
                <a:cubicBezTo>
                  <a:pt x="309684" y="4459948"/>
                  <a:pt x="261233" y="4453454"/>
                  <a:pt x="231264" y="4474433"/>
                </a:cubicBezTo>
                <a:cubicBezTo>
                  <a:pt x="195301" y="4499408"/>
                  <a:pt x="163333" y="4495911"/>
                  <a:pt x="126371" y="4496411"/>
                </a:cubicBezTo>
                <a:cubicBezTo>
                  <a:pt x="84414" y="4496411"/>
                  <a:pt x="41957" y="4502904"/>
                  <a:pt x="0" y="4506900"/>
                </a:cubicBezTo>
                <a:cubicBezTo>
                  <a:pt x="17982" y="4495911"/>
                  <a:pt x="36463" y="4491915"/>
                  <a:pt x="54944" y="4485921"/>
                </a:cubicBezTo>
                <a:cubicBezTo>
                  <a:pt x="131366" y="4461446"/>
                  <a:pt x="203792" y="4421487"/>
                  <a:pt x="288705" y="4433975"/>
                </a:cubicBezTo>
                <a:cubicBezTo>
                  <a:pt x="295698" y="4434974"/>
                  <a:pt x="303191" y="4431976"/>
                  <a:pt x="310183" y="4430478"/>
                </a:cubicBezTo>
                <a:cubicBezTo>
                  <a:pt x="370622" y="4416992"/>
                  <a:pt x="431060" y="4401508"/>
                  <a:pt x="491998" y="4391018"/>
                </a:cubicBezTo>
                <a:cubicBezTo>
                  <a:pt x="624363" y="4368541"/>
                  <a:pt x="757227" y="4350060"/>
                  <a:pt x="889093" y="4326084"/>
                </a:cubicBezTo>
                <a:cubicBezTo>
                  <a:pt x="917563" y="4321090"/>
                  <a:pt x="943038" y="4299112"/>
                  <a:pt x="970010" y="4285127"/>
                </a:cubicBezTo>
                <a:cubicBezTo>
                  <a:pt x="1000978" y="4269642"/>
                  <a:pt x="1033445" y="4256656"/>
                  <a:pt x="1062915" y="4239173"/>
                </a:cubicBezTo>
                <a:cubicBezTo>
                  <a:pt x="1088389" y="4224189"/>
                  <a:pt x="1113364" y="4207206"/>
                  <a:pt x="1133843" y="4185728"/>
                </a:cubicBezTo>
                <a:cubicBezTo>
                  <a:pt x="1157319" y="4161253"/>
                  <a:pt x="1177798" y="4139775"/>
                  <a:pt x="1214760" y="4132282"/>
                </a:cubicBezTo>
                <a:cubicBezTo>
                  <a:pt x="1273700" y="4120295"/>
                  <a:pt x="1330642" y="4097818"/>
                  <a:pt x="1389082" y="4079836"/>
                </a:cubicBezTo>
                <a:cubicBezTo>
                  <a:pt x="1538430" y="4034382"/>
                  <a:pt x="1654312" y="3946971"/>
                  <a:pt x="1733730" y="3812109"/>
                </a:cubicBezTo>
                <a:cubicBezTo>
                  <a:pt x="1742222" y="3798123"/>
                  <a:pt x="1754210" y="3775147"/>
                  <a:pt x="1748216" y="3765157"/>
                </a:cubicBezTo>
                <a:cubicBezTo>
                  <a:pt x="1725239" y="3724199"/>
                  <a:pt x="1701264" y="3682242"/>
                  <a:pt x="1668297" y="3650274"/>
                </a:cubicBezTo>
                <a:cubicBezTo>
                  <a:pt x="1642823" y="3625300"/>
                  <a:pt x="1600866" y="3617807"/>
                  <a:pt x="1570397" y="3596829"/>
                </a:cubicBezTo>
                <a:cubicBezTo>
                  <a:pt x="1554913" y="3586340"/>
                  <a:pt x="1539429" y="3560866"/>
                  <a:pt x="1541427" y="3544882"/>
                </a:cubicBezTo>
                <a:cubicBezTo>
                  <a:pt x="1543425" y="3528898"/>
                  <a:pt x="1564903" y="3508419"/>
                  <a:pt x="1582385" y="3502425"/>
                </a:cubicBezTo>
                <a:cubicBezTo>
                  <a:pt x="1614352" y="3490937"/>
                  <a:pt x="1650316" y="3489438"/>
                  <a:pt x="1683781" y="3482446"/>
                </a:cubicBezTo>
                <a:cubicBezTo>
                  <a:pt x="1712252" y="3475952"/>
                  <a:pt x="1731733" y="3464464"/>
                  <a:pt x="1716248" y="3428001"/>
                </a:cubicBezTo>
                <a:cubicBezTo>
                  <a:pt x="1701264" y="3392537"/>
                  <a:pt x="1710255" y="3346085"/>
                  <a:pt x="1665300" y="3324607"/>
                </a:cubicBezTo>
                <a:cubicBezTo>
                  <a:pt x="1661804" y="3323108"/>
                  <a:pt x="1661304" y="3314117"/>
                  <a:pt x="1660306" y="3308123"/>
                </a:cubicBezTo>
                <a:cubicBezTo>
                  <a:pt x="1655311" y="3269663"/>
                  <a:pt x="1652314" y="3231202"/>
                  <a:pt x="1644821" y="3193241"/>
                </a:cubicBezTo>
                <a:cubicBezTo>
                  <a:pt x="1640326" y="3170764"/>
                  <a:pt x="1628338" y="3149785"/>
                  <a:pt x="1620346" y="3127808"/>
                </a:cubicBezTo>
                <a:cubicBezTo>
                  <a:pt x="1616850" y="3117818"/>
                  <a:pt x="1610856" y="3099337"/>
                  <a:pt x="1613353" y="3097838"/>
                </a:cubicBezTo>
                <a:cubicBezTo>
                  <a:pt x="1646819" y="3078358"/>
                  <a:pt x="1630336" y="3036900"/>
                  <a:pt x="1655810" y="3014923"/>
                </a:cubicBezTo>
                <a:cubicBezTo>
                  <a:pt x="1638328" y="3004933"/>
                  <a:pt x="1624342" y="2996442"/>
                  <a:pt x="1609857" y="2987950"/>
                </a:cubicBezTo>
                <a:cubicBezTo>
                  <a:pt x="1610356" y="2983455"/>
                  <a:pt x="1610856" y="2978460"/>
                  <a:pt x="1611355" y="2973965"/>
                </a:cubicBezTo>
                <a:cubicBezTo>
                  <a:pt x="1641325" y="2972466"/>
                  <a:pt x="1671294" y="2970968"/>
                  <a:pt x="1693272" y="2969469"/>
                </a:cubicBezTo>
                <a:cubicBezTo>
                  <a:pt x="1701763" y="2993944"/>
                  <a:pt x="1704760" y="3009928"/>
                  <a:pt x="1712252" y="3021916"/>
                </a:cubicBezTo>
                <a:cubicBezTo>
                  <a:pt x="1716248" y="3028409"/>
                  <a:pt x="1729235" y="3028909"/>
                  <a:pt x="1743221" y="3033904"/>
                </a:cubicBezTo>
                <a:cubicBezTo>
                  <a:pt x="1740723" y="3018419"/>
                  <a:pt x="1738725" y="3008929"/>
                  <a:pt x="1736727" y="2994943"/>
                </a:cubicBezTo>
                <a:cubicBezTo>
                  <a:pt x="1775688" y="2998440"/>
                  <a:pt x="1810652" y="3001936"/>
                  <a:pt x="1845616" y="3005433"/>
                </a:cubicBezTo>
                <a:cubicBezTo>
                  <a:pt x="1849113" y="2972466"/>
                  <a:pt x="1855606" y="2943496"/>
                  <a:pt x="1801162" y="2943496"/>
                </a:cubicBezTo>
                <a:cubicBezTo>
                  <a:pt x="1820642" y="2934005"/>
                  <a:pt x="1828134" y="2930009"/>
                  <a:pt x="1836625" y="2925514"/>
                </a:cubicBezTo>
                <a:cubicBezTo>
                  <a:pt x="1830632" y="2912028"/>
                  <a:pt x="1824638" y="2897542"/>
                  <a:pt x="1817145" y="2883557"/>
                </a:cubicBezTo>
                <a:cubicBezTo>
                  <a:pt x="1808654" y="2868073"/>
                  <a:pt x="1798664" y="2854087"/>
                  <a:pt x="1789673" y="2839102"/>
                </a:cubicBezTo>
                <a:cubicBezTo>
                  <a:pt x="1784679" y="2830611"/>
                  <a:pt x="1777686" y="2821620"/>
                  <a:pt x="1777186" y="2812629"/>
                </a:cubicBezTo>
                <a:cubicBezTo>
                  <a:pt x="1774689" y="2764179"/>
                  <a:pt x="1751712" y="2733210"/>
                  <a:pt x="1708756" y="2724719"/>
                </a:cubicBezTo>
                <a:cubicBezTo>
                  <a:pt x="1693771" y="2721722"/>
                  <a:pt x="1678287" y="2722222"/>
                  <a:pt x="1657808" y="2720723"/>
                </a:cubicBezTo>
                <a:cubicBezTo>
                  <a:pt x="1665300" y="2701743"/>
                  <a:pt x="1668297" y="2685259"/>
                  <a:pt x="1676789" y="2672772"/>
                </a:cubicBezTo>
                <a:cubicBezTo>
                  <a:pt x="1707757" y="2626819"/>
                  <a:pt x="1706758" y="2621824"/>
                  <a:pt x="1656309" y="2599347"/>
                </a:cubicBezTo>
                <a:cubicBezTo>
                  <a:pt x="1673292" y="2597349"/>
                  <a:pt x="1690275" y="2597349"/>
                  <a:pt x="1706758" y="2600845"/>
                </a:cubicBezTo>
                <a:cubicBezTo>
                  <a:pt x="1782681" y="2617828"/>
                  <a:pt x="1809653" y="2595351"/>
                  <a:pt x="1812650" y="2515433"/>
                </a:cubicBezTo>
                <a:cubicBezTo>
                  <a:pt x="1813649" y="2494954"/>
                  <a:pt x="1826136" y="2474474"/>
                  <a:pt x="1836625" y="2455494"/>
                </a:cubicBezTo>
                <a:cubicBezTo>
                  <a:pt x="1853109" y="2425524"/>
                  <a:pt x="1882579" y="2398552"/>
                  <a:pt x="1888572" y="2366584"/>
                </a:cubicBezTo>
                <a:cubicBezTo>
                  <a:pt x="1901559" y="2301651"/>
                  <a:pt x="1901559" y="2233720"/>
                  <a:pt x="1909052" y="2167288"/>
                </a:cubicBezTo>
                <a:cubicBezTo>
                  <a:pt x="1912049" y="2139316"/>
                  <a:pt x="1918042" y="2110346"/>
                  <a:pt x="1929031" y="2084372"/>
                </a:cubicBezTo>
                <a:cubicBezTo>
                  <a:pt x="1947013" y="2041916"/>
                  <a:pt x="1957502" y="2001957"/>
                  <a:pt x="1947013" y="1954006"/>
                </a:cubicBezTo>
                <a:cubicBezTo>
                  <a:pt x="1934526" y="1898063"/>
                  <a:pt x="1941019" y="1828134"/>
                  <a:pt x="1990968" y="1804159"/>
                </a:cubicBezTo>
                <a:cubicBezTo>
                  <a:pt x="2054403" y="1773690"/>
                  <a:pt x="2074383" y="1737726"/>
                  <a:pt x="2066391" y="1674791"/>
                </a:cubicBezTo>
                <a:cubicBezTo>
                  <a:pt x="2065891" y="1671794"/>
                  <a:pt x="2064393" y="1669296"/>
                  <a:pt x="2062895" y="1664801"/>
                </a:cubicBezTo>
                <a:cubicBezTo>
                  <a:pt x="2018440" y="1640825"/>
                  <a:pt x="1972487" y="1615851"/>
                  <a:pt x="1927033" y="1590377"/>
                </a:cubicBezTo>
                <a:cubicBezTo>
                  <a:pt x="1894566" y="1571896"/>
                  <a:pt x="1863598" y="1564403"/>
                  <a:pt x="1823639" y="1573894"/>
                </a:cubicBezTo>
                <a:cubicBezTo>
                  <a:pt x="1797166" y="1580387"/>
                  <a:pt x="1763700" y="1567900"/>
                  <a:pt x="1736228" y="1556911"/>
                </a:cubicBezTo>
                <a:cubicBezTo>
                  <a:pt x="1656309" y="1524444"/>
                  <a:pt x="1602365" y="1460010"/>
                  <a:pt x="1546422" y="1389582"/>
                </a:cubicBezTo>
                <a:cubicBezTo>
                  <a:pt x="1559908" y="1387084"/>
                  <a:pt x="1570897" y="1382089"/>
                  <a:pt x="1580387" y="1384587"/>
                </a:cubicBezTo>
                <a:cubicBezTo>
                  <a:pt x="1617849" y="1393078"/>
                  <a:pt x="1655311" y="1402069"/>
                  <a:pt x="1692273" y="1413557"/>
                </a:cubicBezTo>
                <a:cubicBezTo>
                  <a:pt x="1740723" y="1428542"/>
                  <a:pt x="1790173" y="1442528"/>
                  <a:pt x="1823139" y="1486483"/>
                </a:cubicBezTo>
                <a:cubicBezTo>
                  <a:pt x="1833629" y="1500968"/>
                  <a:pt x="1847614" y="1514454"/>
                  <a:pt x="1863099" y="1522946"/>
                </a:cubicBezTo>
                <a:cubicBezTo>
                  <a:pt x="1936024" y="1564403"/>
                  <a:pt x="2012446" y="1601366"/>
                  <a:pt x="2083374" y="1646320"/>
                </a:cubicBezTo>
                <a:cubicBezTo>
                  <a:pt x="2140815" y="1682283"/>
                  <a:pt x="2158797" y="1669296"/>
                  <a:pt x="2196758" y="1620846"/>
                </a:cubicBezTo>
                <a:cubicBezTo>
                  <a:pt x="2220733" y="1590876"/>
                  <a:pt x="2245708" y="1569398"/>
                  <a:pt x="2291661" y="1573394"/>
                </a:cubicBezTo>
                <a:cubicBezTo>
                  <a:pt x="2317135" y="1575392"/>
                  <a:pt x="2351600" y="1556911"/>
                  <a:pt x="2369582" y="1536432"/>
                </a:cubicBezTo>
                <a:cubicBezTo>
                  <a:pt x="2378073" y="1526442"/>
                  <a:pt x="2358093" y="1490978"/>
                  <a:pt x="2350601" y="1467003"/>
                </a:cubicBezTo>
                <a:cubicBezTo>
                  <a:pt x="2348603" y="1461508"/>
                  <a:pt x="2342609" y="1457013"/>
                  <a:pt x="2342609" y="1451519"/>
                </a:cubicBezTo>
                <a:cubicBezTo>
                  <a:pt x="2341610" y="1432538"/>
                  <a:pt x="2342609" y="1414057"/>
                  <a:pt x="2343109" y="1395076"/>
                </a:cubicBezTo>
                <a:cubicBezTo>
                  <a:pt x="2360091" y="1398573"/>
                  <a:pt x="2377574" y="1403567"/>
                  <a:pt x="2394556" y="1405565"/>
                </a:cubicBezTo>
                <a:cubicBezTo>
                  <a:pt x="2406544" y="1407064"/>
                  <a:pt x="2427523" y="1408063"/>
                  <a:pt x="2429520" y="1403068"/>
                </a:cubicBezTo>
                <a:cubicBezTo>
                  <a:pt x="2443007" y="1370102"/>
                  <a:pt x="2456992" y="1336136"/>
                  <a:pt x="2462487" y="1301172"/>
                </a:cubicBezTo>
                <a:cubicBezTo>
                  <a:pt x="2470978" y="1249724"/>
                  <a:pt x="2436513" y="1212263"/>
                  <a:pt x="2383567" y="1206269"/>
                </a:cubicBezTo>
                <a:cubicBezTo>
                  <a:pt x="2369582" y="1204770"/>
                  <a:pt x="2352099" y="1203771"/>
                  <a:pt x="2342609" y="1195280"/>
                </a:cubicBezTo>
                <a:cubicBezTo>
                  <a:pt x="2269684" y="1130346"/>
                  <a:pt x="2194760" y="1066911"/>
                  <a:pt x="2127828" y="996483"/>
                </a:cubicBezTo>
                <a:cubicBezTo>
                  <a:pt x="2092864" y="959521"/>
                  <a:pt x="2070886" y="910071"/>
                  <a:pt x="2044913" y="864618"/>
                </a:cubicBezTo>
                <a:cubicBezTo>
                  <a:pt x="2039918" y="855627"/>
                  <a:pt x="2042915" y="838644"/>
                  <a:pt x="2048909" y="829154"/>
                </a:cubicBezTo>
                <a:cubicBezTo>
                  <a:pt x="2051406" y="824658"/>
                  <a:pt x="2070886" y="825657"/>
                  <a:pt x="2079378" y="830153"/>
                </a:cubicBezTo>
                <a:cubicBezTo>
                  <a:pt x="2118838" y="851131"/>
                  <a:pt x="2155300" y="882100"/>
                  <a:pt x="2197258" y="895086"/>
                </a:cubicBezTo>
                <a:cubicBezTo>
                  <a:pt x="2248205" y="911070"/>
                  <a:pt x="2282171" y="940540"/>
                  <a:pt x="2314638" y="980000"/>
                </a:cubicBezTo>
                <a:cubicBezTo>
                  <a:pt x="2351100" y="1024954"/>
                  <a:pt x="2390560" y="1070907"/>
                  <a:pt x="2460988" y="1048929"/>
                </a:cubicBezTo>
                <a:cubicBezTo>
                  <a:pt x="2468481" y="1046432"/>
                  <a:pt x="2479969" y="1053924"/>
                  <a:pt x="2488460" y="1058919"/>
                </a:cubicBezTo>
                <a:cubicBezTo>
                  <a:pt x="2577370" y="1111366"/>
                  <a:pt x="2676768" y="1112365"/>
                  <a:pt x="2773669" y="1106870"/>
                </a:cubicBezTo>
                <a:cubicBezTo>
                  <a:pt x="2816126" y="1104373"/>
                  <a:pt x="2847594" y="1114862"/>
                  <a:pt x="2884556" y="1128348"/>
                </a:cubicBezTo>
                <a:cubicBezTo>
                  <a:pt x="2932008" y="1145830"/>
                  <a:pt x="2990448" y="1169806"/>
                  <a:pt x="3033404" y="1156320"/>
                </a:cubicBezTo>
                <a:cubicBezTo>
                  <a:pt x="3117818" y="1128848"/>
                  <a:pt x="3185249" y="1146830"/>
                  <a:pt x="3255677" y="1187288"/>
                </a:cubicBezTo>
                <a:cubicBezTo>
                  <a:pt x="3304128" y="1215260"/>
                  <a:pt x="3352578" y="1248226"/>
                  <a:pt x="3412517" y="1245229"/>
                </a:cubicBezTo>
                <a:cubicBezTo>
                  <a:pt x="3446982" y="1243731"/>
                  <a:pt x="3491936" y="1252222"/>
                  <a:pt x="3505422" y="1209765"/>
                </a:cubicBezTo>
                <a:cubicBezTo>
                  <a:pt x="3511916" y="1188287"/>
                  <a:pt x="3497930" y="1158318"/>
                  <a:pt x="3487441" y="1134342"/>
                </a:cubicBezTo>
                <a:cubicBezTo>
                  <a:pt x="3469459" y="1093884"/>
                  <a:pt x="3445983" y="1056422"/>
                  <a:pt x="3427502" y="1015963"/>
                </a:cubicBezTo>
                <a:cubicBezTo>
                  <a:pt x="3423506" y="1007971"/>
                  <a:pt x="3427502" y="988991"/>
                  <a:pt x="3433995" y="984495"/>
                </a:cubicBezTo>
                <a:cubicBezTo>
                  <a:pt x="3442986" y="978501"/>
                  <a:pt x="3463965" y="976503"/>
                  <a:pt x="3468960" y="981998"/>
                </a:cubicBezTo>
                <a:cubicBezTo>
                  <a:pt x="3488939" y="1003476"/>
                  <a:pt x="3505422" y="1028450"/>
                  <a:pt x="3521406" y="1052925"/>
                </a:cubicBezTo>
                <a:cubicBezTo>
                  <a:pt x="3539388" y="1080397"/>
                  <a:pt x="3548878" y="1120357"/>
                  <a:pt x="3573853" y="1134342"/>
                </a:cubicBezTo>
                <a:cubicBezTo>
                  <a:pt x="3615310" y="1157319"/>
                  <a:pt x="3630295" y="1192783"/>
                  <a:pt x="3650274" y="1229745"/>
                </a:cubicBezTo>
                <a:cubicBezTo>
                  <a:pt x="3665759" y="1258715"/>
                  <a:pt x="3688735" y="1283190"/>
                  <a:pt x="3708715" y="1309663"/>
                </a:cubicBezTo>
                <a:cubicBezTo>
                  <a:pt x="3716207" y="1308165"/>
                  <a:pt x="3723700" y="1306666"/>
                  <a:pt x="3731192" y="1304668"/>
                </a:cubicBezTo>
                <a:cubicBezTo>
                  <a:pt x="3738185" y="1280193"/>
                  <a:pt x="3748174" y="1255718"/>
                  <a:pt x="3750672" y="1230744"/>
                </a:cubicBezTo>
                <a:cubicBezTo>
                  <a:pt x="3756666" y="1179296"/>
                  <a:pt x="3732191" y="1120856"/>
                  <a:pt x="3789133" y="1082395"/>
                </a:cubicBezTo>
                <a:cubicBezTo>
                  <a:pt x="3793129" y="1079898"/>
                  <a:pt x="3792629" y="1065912"/>
                  <a:pt x="3790132" y="1058919"/>
                </a:cubicBezTo>
                <a:cubicBezTo>
                  <a:pt x="3741182" y="934546"/>
                  <a:pt x="3692731" y="810173"/>
                  <a:pt x="3641284" y="686799"/>
                </a:cubicBezTo>
                <a:cubicBezTo>
                  <a:pt x="3616309" y="626860"/>
                  <a:pt x="3587339" y="568420"/>
                  <a:pt x="3556370" y="510978"/>
                </a:cubicBezTo>
                <a:cubicBezTo>
                  <a:pt x="3508919" y="422069"/>
                  <a:pt x="3463965" y="330163"/>
                  <a:pt x="3407023" y="247248"/>
                </a:cubicBezTo>
                <a:cubicBezTo>
                  <a:pt x="3354077" y="168328"/>
                  <a:pt x="3286146" y="96901"/>
                  <a:pt x="3259673" y="0"/>
                </a:cubicBezTo>
                <a:close/>
                <a:moveTo>
                  <a:pt x="2573374" y="2496951"/>
                </a:moveTo>
                <a:cubicBezTo>
                  <a:pt x="2545902" y="2506442"/>
                  <a:pt x="2518929" y="2511936"/>
                  <a:pt x="2495453" y="2523924"/>
                </a:cubicBezTo>
                <a:cubicBezTo>
                  <a:pt x="2431518" y="2555392"/>
                  <a:pt x="2369082" y="2572374"/>
                  <a:pt x="2301651" y="2531916"/>
                </a:cubicBezTo>
                <a:cubicBezTo>
                  <a:pt x="2285168" y="2521926"/>
                  <a:pt x="2261692" y="2522925"/>
                  <a:pt x="2236218" y="2518430"/>
                </a:cubicBezTo>
                <a:cubicBezTo>
                  <a:pt x="2236218" y="2549897"/>
                  <a:pt x="2233221" y="2573873"/>
                  <a:pt x="2236717" y="2596850"/>
                </a:cubicBezTo>
                <a:cubicBezTo>
                  <a:pt x="2242711" y="2637808"/>
                  <a:pt x="2268685" y="2665280"/>
                  <a:pt x="2301651" y="2689755"/>
                </a:cubicBezTo>
                <a:cubicBezTo>
                  <a:pt x="2333618" y="2713730"/>
                  <a:pt x="2355096" y="2755687"/>
                  <a:pt x="2389561" y="2772171"/>
                </a:cubicBezTo>
                <a:cubicBezTo>
                  <a:pt x="2448501" y="2800142"/>
                  <a:pt x="2507940" y="2843598"/>
                  <a:pt x="2581865" y="2813628"/>
                </a:cubicBezTo>
                <a:cubicBezTo>
                  <a:pt x="2597849" y="2807135"/>
                  <a:pt x="2619327" y="2814128"/>
                  <a:pt x="2638307" y="2814627"/>
                </a:cubicBezTo>
                <a:cubicBezTo>
                  <a:pt x="2662782" y="2815127"/>
                  <a:pt x="2687257" y="2814627"/>
                  <a:pt x="2713730" y="2814627"/>
                </a:cubicBezTo>
                <a:cubicBezTo>
                  <a:pt x="2694750" y="2743200"/>
                  <a:pt x="2679765" y="2727716"/>
                  <a:pt x="2611834" y="2702242"/>
                </a:cubicBezTo>
                <a:cubicBezTo>
                  <a:pt x="2599847" y="2635810"/>
                  <a:pt x="2587859" y="2571375"/>
                  <a:pt x="2573374" y="2496951"/>
                </a:cubicBezTo>
                <a:close/>
                <a:moveTo>
                  <a:pt x="3195239" y="5552832"/>
                </a:moveTo>
                <a:cubicBezTo>
                  <a:pt x="3195738" y="5560825"/>
                  <a:pt x="3196238" y="5568816"/>
                  <a:pt x="3196737" y="5576808"/>
                </a:cubicBezTo>
                <a:cubicBezTo>
                  <a:pt x="3221212" y="5580304"/>
                  <a:pt x="3253180" y="5594789"/>
                  <a:pt x="3268664" y="5584300"/>
                </a:cubicBezTo>
                <a:cubicBezTo>
                  <a:pt x="3286646" y="5572312"/>
                  <a:pt x="3290642" y="5538847"/>
                  <a:pt x="3300631" y="5514372"/>
                </a:cubicBezTo>
                <a:cubicBezTo>
                  <a:pt x="3296136" y="5511375"/>
                  <a:pt x="3291641" y="5508378"/>
                  <a:pt x="3286646" y="5505381"/>
                </a:cubicBezTo>
                <a:cubicBezTo>
                  <a:pt x="3256177" y="5521365"/>
                  <a:pt x="3225708" y="5537348"/>
                  <a:pt x="3195239" y="5552832"/>
                </a:cubicBezTo>
                <a:close/>
              </a:path>
            </a:pathLst>
          </a:custGeom>
          <a:blipFill>
            <a:blip r:embed="rId2"/>
            <a:srcRect/>
            <a:stretch>
              <a:fillRect t="18" l="-969" b="18" r="-965"/>
            </a:stretch>
          </a:blip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0400" y="2006978"/>
            <a:ext cx="2565367" cy="4127122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>
            <a:off x="896635" y="3100350"/>
            <a:ext cx="2092898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产品演示文稿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896635" y="3605867"/>
            <a:ext cx="2092898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企业可以通过AI快速生成产品演示文稿，展示产品特点和优势，提升客户对产品的理解和兴趣。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322946" y="1374140"/>
            <a:ext cx="1265676" cy="1265676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>
            <a:off x="3462002" y="2006978"/>
            <a:ext cx="2565367" cy="412712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>
            <a:noFill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>
            <a:off x="3661012" y="3100350"/>
            <a:ext cx="2092898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市场分析报告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3661012" y="3605867"/>
            <a:ext cx="2092898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AI能够根据市场数据自动生成分析报告PPT，帮助企业快速了解市场动态，制定有效的营销策略。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4087324" y="1374140"/>
            <a:ext cx="1265676" cy="1265676"/>
          </a:xfrm>
          <a:prstGeom prst="ellipse">
            <a:avLst/>
          </a:prstGeom>
          <a:gradFill>
            <a:gsLst>
              <a:gs pos="0">
                <a:srgbClr val="B7CA33">
                  <a:lumMod val="60000"/>
                  <a:lumOff val="40000"/>
                </a:srgbClr>
              </a:gs>
              <a:gs pos="50000">
                <a:srgbClr val="B7CA33"/>
              </a:gs>
            </a:gsLst>
            <a:lin ang="2700000"/>
          </a:gradFill>
        </p:spPr>
        <p:txBody>
          <a:bodyPr vert="horz" anchor="ctr" wrap="none" tIns="108000" lIns="108000" bIns="108000" rIns="10800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189156" y="2006978"/>
            <a:ext cx="2565367" cy="4127122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>
            <a:off x="6393988" y="3100350"/>
            <a:ext cx="2092898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客户提案制作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393988" y="3605867"/>
            <a:ext cx="2092898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销售人员可以利用AI生成客户提案PPT，确保提案内容专业且具有说服力，提升客户合作意愿。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6851702" y="1374140"/>
            <a:ext cx="1265676" cy="1265676"/>
          </a:xfrm>
          <a:prstGeom prst="ellipse">
            <a:avLst/>
          </a:prstGeom>
          <a:gradFill>
            <a:gsLst>
              <a:gs pos="0">
                <a:srgbClr val="6DBA90">
                  <a:lumMod val="60000"/>
                  <a:lumOff val="40000"/>
                </a:srgbClr>
              </a:gs>
              <a:gs pos="50000">
                <a:srgbClr val="6DBA90"/>
              </a:gs>
            </a:gsLst>
            <a:lin ang="2700000"/>
          </a:gradFill>
        </p:spPr>
        <p:txBody>
          <a:bodyPr vert="horz" anchor="ctr" wrap="none" tIns="108000" lIns="108000" bIns="108000" rIns="10800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953533" y="2006978"/>
            <a:ext cx="2565367" cy="412712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>
            <a:noFill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>
            <a:off x="9158365" y="3100350"/>
            <a:ext cx="2092898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会议演讲支持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9158365" y="3605867"/>
            <a:ext cx="2092898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AI能够为会议演讲者生成支持性PPT，确保演讲内容结构清晰、视觉效果出众，提升演讲效果。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9603378" y="1374140"/>
            <a:ext cx="1265676" cy="1265676"/>
          </a:xfrm>
          <a:prstGeom prst="ellipse">
            <a:avLst/>
          </a:prstGeom>
          <a:gradFill>
            <a:gsLst>
              <a:gs pos="0">
                <a:srgbClr val="B7CA33">
                  <a:lumMod val="60000"/>
                  <a:lumOff val="40000"/>
                </a:srgbClr>
              </a:gs>
              <a:gs pos="50000">
                <a:srgbClr val="B7CA33"/>
              </a:gs>
            </a:gsLst>
            <a:lin ang="2700000"/>
          </a:gradFill>
        </p:spPr>
        <p:txBody>
          <a:bodyPr vert="horz" anchor="ctr" wrap="none" tIns="108000" lIns="108000" bIns="108000" rIns="108000">
            <a:normAutofit/>
          </a:bodyPr>
          <a:p>
            <a:pPr algn="ctr" marL="0"/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name="AutoShape 18" id="18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商业与营销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519311" y="1856444"/>
            <a:ext cx="7153377" cy="830997"/>
          </a:xfrm>
          <a:prstGeom prst="rect">
            <a:avLst/>
          </a:prstGeo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05.</a:t>
            </a:r>
          </a:p>
        </p:txBody>
      </p:sp>
      <p:sp>
        <p:nvSpPr>
          <p:cNvPr name="AutoShape 3" id="3"/>
          <p:cNvSpPr/>
          <p:nvPr>
            <p:ph type="body" sz="quarter" idx="1"/>
          </p:nvPr>
        </p:nvSpPr>
        <p:spPr>
          <a:xfrm>
            <a:off x="2504255" y="2754291"/>
            <a:ext cx="7153377" cy="632353"/>
          </a:xfrm>
          <a:prstGeom prst="rect">
            <a:avLst/>
          </a:prstGeom>
        </p:spPr>
        <p:txBody>
          <a:bodyPr vert="horz" anchor="t" tIns="45720" lIns="91440" bIns="45720" rIns="91440">
            <a:sp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zh-CN" b="true" i="false" sz="32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挑战与未来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技术挑战</a:t>
            </a:r>
          </a:p>
        </p:txBody>
      </p:sp>
      <p:sp>
        <p:nvSpPr>
          <p:cNvPr name="AutoShape 3" id="3"/>
          <p:cNvSpPr/>
          <p:nvPr/>
        </p:nvSpPr>
        <p:spPr>
          <a:xfrm>
            <a:off x="5130662" y="1630554"/>
            <a:ext cx="1973609" cy="1973609"/>
          </a:xfrm>
          <a:prstGeom prst="ellipse">
            <a:avLst/>
          </a:prstGeom>
          <a:gradFill>
            <a:gsLst>
              <a:gs pos="0">
                <a:srgbClr val="6DBA90">
                  <a:alpha val="0"/>
                </a:srgbClr>
              </a:gs>
              <a:gs pos="100000">
                <a:srgbClr val="6DBA90">
                  <a:alpha val="30000"/>
                </a:srgbClr>
              </a:gs>
            </a:gsLst>
            <a:lin ang="5400000"/>
          </a:gradFill>
          <a:ln>
            <a:noFill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pic>
        <p:nvPicPr>
          <p:cNvPr name="image9.jpg" id="4"/>
          <p:cNvPicPr>
            <a:picLocks noChangeAspect="true"/>
          </p:cNvPicPr>
          <p:nvPr/>
        </p:nvPicPr>
        <p:blipFill>
          <a:blip r:embed="rId2"/>
          <a:srcRect t="52475" l="48205" b="8954" r="28380"/>
          <a:stretch>
            <a:fillRect/>
          </a:stretch>
        </p:blipFill>
        <p:spPr>
          <a:xfrm>
            <a:off x="5205884" y="1693584"/>
            <a:ext cx="1805597" cy="1805597"/>
          </a:xfrm>
          <a:prstGeom prst="ellipse">
            <a:avLst/>
          </a:prstGeom>
        </p:spPr>
      </p:pic>
      <p:pic>
        <p:nvPicPr>
          <p:cNvPr name="image10.png" id="5"/>
          <p:cNvPicPr>
            <a:picLocks noChangeAspect="true"/>
          </p:cNvPicPr>
          <p:nvPr/>
        </p:nvPicPr>
        <p:blipFill>
          <a:blip r:embed="rId3"/>
          <a:srcRect t="42789" l="51277" b="36944" r="31948"/>
          <a:stretch>
            <a:fillRect/>
          </a:stretch>
        </p:blipFill>
        <p:spPr>
          <a:xfrm>
            <a:off x="5432669" y="1223856"/>
            <a:ext cx="1314179" cy="963840"/>
          </a:xfrm>
          <a:prstGeom prst="ellipse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4986383" y="1495058"/>
            <a:ext cx="2244600" cy="2244600"/>
          </a:xfrm>
          <a:prstGeom prst="ellipse">
            <a:avLst/>
          </a:prstGeom>
          <a:gradFill>
            <a:gsLst>
              <a:gs pos="0">
                <a:srgbClr val="6DBA90">
                  <a:alpha val="0"/>
                </a:srgbClr>
              </a:gs>
              <a:gs pos="100000">
                <a:srgbClr val="6DBA90">
                  <a:alpha val="30000"/>
                </a:srgbClr>
              </a:gs>
            </a:gsLst>
            <a:lin ang="5400000"/>
          </a:gradFill>
          <a:ln>
            <a:noFill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4765914" y="1265806"/>
            <a:ext cx="2703104" cy="2703104"/>
          </a:xfrm>
          <a:prstGeom prst="ellipse">
            <a:avLst/>
          </a:prstGeom>
          <a:noFill/>
          <a:ln>
            <a:gradFill>
              <a:gsLst>
                <a:gs pos="33000">
                  <a:srgbClr val="6DBA90">
                    <a:alpha val="0"/>
                  </a:srgbClr>
                </a:gs>
                <a:gs pos="100000">
                  <a:srgbClr val="6DBA90"/>
                </a:gs>
              </a:gsLst>
              <a:lin ang="5400000"/>
            </a:gradFill>
            <a:prstDash val="sysDot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3928754" y="2266831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6049130" y="4402341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8145155" y="2266830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TextBox 11" id="11"/>
          <p:cNvSpPr txBox="true"/>
          <p:nvPr/>
        </p:nvSpPr>
        <p:spPr>
          <a:xfrm>
            <a:off x="673100" y="2160247"/>
            <a:ext cx="304835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数据隐私与安全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73099" y="2532593"/>
            <a:ext cx="3048352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在PPT生成过程中，如何保护用户数据隐私和确保内容安全是AI技术面临的重要挑战。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4065425" y="4751473"/>
            <a:ext cx="407973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复杂场景的适应性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4065425" y="5123819"/>
            <a:ext cx="4079730" cy="70205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面对复杂的内容和设计需求，AI需要进一步提升适应能力，确保生成的PPT能够满足多样化场景的需求。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470548" y="2160247"/>
            <a:ext cx="304835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生成内容的质量控制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470548" y="2532593"/>
            <a:ext cx="3048352" cy="102521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确保AI生成的PPT内容准确、专业且符合用户需求，是技术开发中需要持续优化的关键问题。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5649231" y="0"/>
            <a:ext cx="3446761" cy="2554194"/>
          </a:xfrm>
          <a:custGeom>
            <a:avLst/>
            <a:gdLst/>
            <a:ahLst/>
            <a:cxnLst/>
            <a:rect r="r" b="b" t="t" l="l"/>
            <a:pathLst>
              <a:path w="2108259" h="1562308" stroke="true" fill="norm" extrusionOk="true">
                <a:moveTo>
                  <a:pt x="1016357" y="0"/>
                </a:moveTo>
                <a:lnTo>
                  <a:pt x="2108259" y="0"/>
                </a:lnTo>
                <a:lnTo>
                  <a:pt x="659020" y="1449238"/>
                </a:lnTo>
                <a:cubicBezTo>
                  <a:pt x="508260" y="1599998"/>
                  <a:pt x="263829" y="1599998"/>
                  <a:pt x="113069" y="1449238"/>
                </a:cubicBezTo>
                <a:lnTo>
                  <a:pt x="113070" y="1449239"/>
                </a:lnTo>
                <a:cubicBezTo>
                  <a:pt x="-37690" y="1298479"/>
                  <a:pt x="-37690" y="1054048"/>
                  <a:pt x="113070" y="903287"/>
                </a:cubicBezTo>
                <a:close/>
              </a:path>
            </a:pathLst>
          </a:custGeom>
          <a:solidFill>
            <a:schemeClr val="accent4">
              <a:alpha val="1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未来发展方向</a:t>
            </a:r>
          </a:p>
        </p:txBody>
      </p:sp>
      <p:sp>
        <p:nvSpPr>
          <p:cNvPr name="Freeform 4" id="4"/>
          <p:cNvSpPr/>
          <p:nvPr/>
        </p:nvSpPr>
        <p:spPr>
          <a:xfrm rot="18900000">
            <a:off x="7465108" y="4921406"/>
            <a:ext cx="4998144" cy="1266070"/>
          </a:xfrm>
          <a:custGeom>
            <a:avLst/>
            <a:gdLst/>
            <a:ahLst/>
            <a:cxnLst/>
            <a:rect r="r" b="b" t="t" l="l"/>
            <a:pathLst>
              <a:path w="4998144" h="1266070" stroke="true" fill="norm" extrusionOk="true">
                <a:moveTo>
                  <a:pt x="4812732" y="185412"/>
                </a:moveTo>
                <a:cubicBezTo>
                  <a:pt x="4927289" y="299968"/>
                  <a:pt x="4998144" y="458227"/>
                  <a:pt x="4998144" y="633035"/>
                </a:cubicBezTo>
                <a:lnTo>
                  <a:pt x="4998143" y="633035"/>
                </a:lnTo>
                <a:cubicBezTo>
                  <a:pt x="4998143" y="982651"/>
                  <a:pt x="4714724" y="1266070"/>
                  <a:pt x="4365108" y="1266070"/>
                </a:cubicBezTo>
                <a:lnTo>
                  <a:pt x="1266069" y="1266069"/>
                </a:lnTo>
                <a:lnTo>
                  <a:pt x="0" y="0"/>
                </a:lnTo>
                <a:lnTo>
                  <a:pt x="4365109" y="0"/>
                </a:lnTo>
                <a:cubicBezTo>
                  <a:pt x="4539917" y="0"/>
                  <a:pt x="4698176" y="70855"/>
                  <a:pt x="4812732" y="185412"/>
                </a:cubicBezTo>
                <a:close/>
              </a:path>
            </a:pathLst>
          </a:custGeom>
          <a:solidFill>
            <a:schemeClr val="accent1">
              <a:alpha val="60000"/>
              <a:lumMod val="20000"/>
              <a:lumOff val="8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0" y="2554194"/>
            <a:ext cx="3169780" cy="4303807"/>
          </a:xfrm>
          <a:custGeom>
            <a:avLst/>
            <a:gdLst/>
            <a:ahLst/>
            <a:cxnLst/>
            <a:rect r="r" b="b" t="t" l="l"/>
            <a:pathLst>
              <a:path w="3169780" h="4303807" stroke="true" fill="norm" extrusionOk="true">
                <a:moveTo>
                  <a:pt x="2191131" y="0"/>
                </a:moveTo>
                <a:cubicBezTo>
                  <a:pt x="2441589" y="0"/>
                  <a:pt x="2692048" y="95547"/>
                  <a:pt x="2883141" y="286640"/>
                </a:cubicBezTo>
                <a:cubicBezTo>
                  <a:pt x="3265327" y="668826"/>
                  <a:pt x="3265327" y="1288474"/>
                  <a:pt x="2883141" y="1670660"/>
                </a:cubicBezTo>
                <a:lnTo>
                  <a:pt x="249993" y="4303807"/>
                </a:lnTo>
                <a:lnTo>
                  <a:pt x="0" y="4303807"/>
                </a:lnTo>
                <a:lnTo>
                  <a:pt x="0" y="1785760"/>
                </a:lnTo>
                <a:lnTo>
                  <a:pt x="1499120" y="286640"/>
                </a:lnTo>
                <a:cubicBezTo>
                  <a:pt x="1690213" y="95547"/>
                  <a:pt x="1940672" y="0"/>
                  <a:pt x="2191131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4742798" y="1753304"/>
            <a:ext cx="3446760" cy="75405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未来AI将更加注重用户交互体验，提供更智能的编辑和设计建议，进一步提升用户使用体验。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754175" y="1389429"/>
            <a:ext cx="3446760" cy="338554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effectLst/>
                <a:latin typeface="微软雅黑"/>
                <a:ea typeface="微软雅黑"/>
              </a:rPr>
              <a:t>更智能的交互设计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8337180" y="2234188"/>
            <a:ext cx="3181719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AI生成PPT技术将逐步拓展到更多领域，如法律、医疗和科研，为不同行业提供智能化解决方案。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337180" y="1895634"/>
            <a:ext cx="3181719" cy="338554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effectLst/>
                <a:latin typeface="微软雅黑"/>
                <a:ea typeface="微软雅黑"/>
              </a:rPr>
              <a:t>跨领域应用拓展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910406" y="3703581"/>
            <a:ext cx="3279151" cy="75405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未来AI生成PPT可能与AR/VR技术结合，为用户提供沉浸式的演示体验，增强信息传递效果。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910406" y="3339706"/>
            <a:ext cx="3279151" cy="338554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effectLst/>
                <a:latin typeface="微软雅黑"/>
                <a:ea typeface="微软雅黑"/>
              </a:rPr>
              <a:t>与AR/VR技术结合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337180" y="4165009"/>
            <a:ext cx="3181719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通过不断优化算法和功能，AI将提供更高效、更个性化的PPT生成服务，满足用户日益增长的需求。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337180" y="3845911"/>
            <a:ext cx="3181719" cy="338554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effectLst/>
                <a:latin typeface="微软雅黑"/>
                <a:ea typeface="微软雅黑"/>
              </a:rPr>
              <a:t>持续优化用户体验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>
            <a:off x="0" y="1754212"/>
            <a:ext cx="5066639" cy="4133390"/>
          </a:xfrm>
          <a:custGeom>
            <a:avLst/>
            <a:gdLst/>
            <a:ahLst/>
            <a:cxnLst/>
            <a:rect r="r" b="b" t="t" l="l"/>
            <a:pathLst>
              <a:path w="8406420" h="6858000" stroke="true" fill="norm" extrusionOk="true">
                <a:moveTo>
                  <a:pt x="3259673" y="0"/>
                </a:moveTo>
                <a:cubicBezTo>
                  <a:pt x="3271661" y="0"/>
                  <a:pt x="3283149" y="0"/>
                  <a:pt x="3295137" y="0"/>
                </a:cubicBezTo>
                <a:cubicBezTo>
                  <a:pt x="3309622" y="19480"/>
                  <a:pt x="3326105" y="37462"/>
                  <a:pt x="3338592" y="57941"/>
                </a:cubicBezTo>
                <a:cubicBezTo>
                  <a:pt x="3353078" y="80917"/>
                  <a:pt x="3362069" y="106891"/>
                  <a:pt x="3377053" y="128868"/>
                </a:cubicBezTo>
                <a:cubicBezTo>
                  <a:pt x="3398032" y="159337"/>
                  <a:pt x="3424005" y="185810"/>
                  <a:pt x="3444984" y="216279"/>
                </a:cubicBezTo>
                <a:cubicBezTo>
                  <a:pt x="3510417" y="312181"/>
                  <a:pt x="3574852" y="409082"/>
                  <a:pt x="3638287" y="506483"/>
                </a:cubicBezTo>
                <a:cubicBezTo>
                  <a:pt x="3661263" y="541947"/>
                  <a:pt x="3668756" y="585902"/>
                  <a:pt x="3708215" y="612375"/>
                </a:cubicBezTo>
                <a:cubicBezTo>
                  <a:pt x="3747176" y="638848"/>
                  <a:pt x="3781141" y="672813"/>
                  <a:pt x="3818103" y="702783"/>
                </a:cubicBezTo>
                <a:cubicBezTo>
                  <a:pt x="3830091" y="712772"/>
                  <a:pt x="3844077" y="721763"/>
                  <a:pt x="3858062" y="727757"/>
                </a:cubicBezTo>
                <a:cubicBezTo>
                  <a:pt x="3904515" y="747237"/>
                  <a:pt x="3950468" y="769215"/>
                  <a:pt x="3998419" y="782701"/>
                </a:cubicBezTo>
                <a:cubicBezTo>
                  <a:pt x="4030886" y="791692"/>
                  <a:pt x="4067848" y="794189"/>
                  <a:pt x="4101314" y="789694"/>
                </a:cubicBezTo>
                <a:cubicBezTo>
                  <a:pt x="4137277" y="785199"/>
                  <a:pt x="4155759" y="731254"/>
                  <a:pt x="4134281" y="702283"/>
                </a:cubicBezTo>
                <a:cubicBezTo>
                  <a:pt x="4066350" y="612375"/>
                  <a:pt x="3997420" y="523466"/>
                  <a:pt x="3928491" y="434556"/>
                </a:cubicBezTo>
                <a:cubicBezTo>
                  <a:pt x="3923995" y="428563"/>
                  <a:pt x="3917502" y="424567"/>
                  <a:pt x="3913006" y="419072"/>
                </a:cubicBezTo>
                <a:cubicBezTo>
                  <a:pt x="3902018" y="405087"/>
                  <a:pt x="3891528" y="391101"/>
                  <a:pt x="3881039" y="377115"/>
                </a:cubicBezTo>
                <a:cubicBezTo>
                  <a:pt x="3886034" y="372620"/>
                  <a:pt x="3891029" y="368624"/>
                  <a:pt x="3896523" y="364128"/>
                </a:cubicBezTo>
                <a:cubicBezTo>
                  <a:pt x="3899520" y="371121"/>
                  <a:pt x="3901019" y="379113"/>
                  <a:pt x="3905514" y="384607"/>
                </a:cubicBezTo>
                <a:cubicBezTo>
                  <a:pt x="3979439" y="471519"/>
                  <a:pt x="4053363" y="558930"/>
                  <a:pt x="4129286" y="644842"/>
                </a:cubicBezTo>
                <a:cubicBezTo>
                  <a:pt x="4142272" y="659327"/>
                  <a:pt x="4172741" y="679806"/>
                  <a:pt x="4180233" y="674811"/>
                </a:cubicBezTo>
                <a:cubicBezTo>
                  <a:pt x="4229184" y="642344"/>
                  <a:pt x="4282130" y="645341"/>
                  <a:pt x="4336075" y="642344"/>
                </a:cubicBezTo>
                <a:cubicBezTo>
                  <a:pt x="4359051" y="641345"/>
                  <a:pt x="4385025" y="632854"/>
                  <a:pt x="4378531" y="599888"/>
                </a:cubicBezTo>
                <a:cubicBezTo>
                  <a:pt x="4374535" y="578909"/>
                  <a:pt x="4368541" y="556932"/>
                  <a:pt x="4357553" y="538950"/>
                </a:cubicBezTo>
                <a:cubicBezTo>
                  <a:pt x="4306605" y="456035"/>
                  <a:pt x="4253659" y="374618"/>
                  <a:pt x="4200713" y="292701"/>
                </a:cubicBezTo>
                <a:cubicBezTo>
                  <a:pt x="4177237" y="256238"/>
                  <a:pt x="4150764" y="222273"/>
                  <a:pt x="4127288" y="185810"/>
                </a:cubicBezTo>
                <a:cubicBezTo>
                  <a:pt x="4118297" y="171825"/>
                  <a:pt x="4112303" y="155341"/>
                  <a:pt x="4107807" y="139358"/>
                </a:cubicBezTo>
                <a:cubicBezTo>
                  <a:pt x="4106809" y="135861"/>
                  <a:pt x="4123292" y="123874"/>
                  <a:pt x="4124790" y="124873"/>
                </a:cubicBezTo>
                <a:cubicBezTo>
                  <a:pt x="4139276" y="135861"/>
                  <a:pt x="4154760" y="146850"/>
                  <a:pt x="4164749" y="161335"/>
                </a:cubicBezTo>
                <a:cubicBezTo>
                  <a:pt x="4181732" y="185810"/>
                  <a:pt x="4194219" y="213782"/>
                  <a:pt x="4209704" y="239256"/>
                </a:cubicBezTo>
                <a:cubicBezTo>
                  <a:pt x="4221192" y="258236"/>
                  <a:pt x="4235178" y="275719"/>
                  <a:pt x="4247165" y="294200"/>
                </a:cubicBezTo>
                <a:cubicBezTo>
                  <a:pt x="4287624" y="356137"/>
                  <a:pt x="4324087" y="421570"/>
                  <a:pt x="4369041" y="480010"/>
                </a:cubicBezTo>
                <a:cubicBezTo>
                  <a:pt x="4402507" y="523466"/>
                  <a:pt x="4435473" y="520469"/>
                  <a:pt x="4478429" y="487003"/>
                </a:cubicBezTo>
                <a:cubicBezTo>
                  <a:pt x="4533373" y="444047"/>
                  <a:pt x="4589816" y="403089"/>
                  <a:pt x="4645259" y="360632"/>
                </a:cubicBezTo>
                <a:cubicBezTo>
                  <a:pt x="4658246" y="350642"/>
                  <a:pt x="4667237" y="335657"/>
                  <a:pt x="4678725" y="322671"/>
                </a:cubicBezTo>
                <a:cubicBezTo>
                  <a:pt x="4693710" y="328665"/>
                  <a:pt x="4713190" y="344648"/>
                  <a:pt x="4730672" y="342151"/>
                </a:cubicBezTo>
                <a:cubicBezTo>
                  <a:pt x="4814586" y="330662"/>
                  <a:pt x="4899499" y="320673"/>
                  <a:pt x="4980917" y="297197"/>
                </a:cubicBezTo>
                <a:cubicBezTo>
                  <a:pt x="5044851" y="278716"/>
                  <a:pt x="5103292" y="238257"/>
                  <a:pt x="5172221" y="273221"/>
                </a:cubicBezTo>
                <a:cubicBezTo>
                  <a:pt x="5198694" y="286707"/>
                  <a:pt x="5224168" y="301692"/>
                  <a:pt x="5248643" y="318675"/>
                </a:cubicBezTo>
                <a:cubicBezTo>
                  <a:pt x="5356533" y="394098"/>
                  <a:pt x="5452935" y="478512"/>
                  <a:pt x="5476411" y="618369"/>
                </a:cubicBezTo>
                <a:cubicBezTo>
                  <a:pt x="5479407" y="637849"/>
                  <a:pt x="5485402" y="659327"/>
                  <a:pt x="5496890" y="674811"/>
                </a:cubicBezTo>
                <a:cubicBezTo>
                  <a:pt x="5534851" y="723761"/>
                  <a:pt x="5586298" y="754730"/>
                  <a:pt x="5644239" y="776707"/>
                </a:cubicBezTo>
                <a:cubicBezTo>
                  <a:pt x="5687695" y="793190"/>
                  <a:pt x="5729653" y="797186"/>
                  <a:pt x="5775605" y="786198"/>
                </a:cubicBezTo>
                <a:cubicBezTo>
                  <a:pt x="5794586" y="781702"/>
                  <a:pt x="5819061" y="793190"/>
                  <a:pt x="5838541" y="802681"/>
                </a:cubicBezTo>
                <a:cubicBezTo>
                  <a:pt x="5855524" y="810673"/>
                  <a:pt x="5867512" y="828654"/>
                  <a:pt x="5883995" y="836147"/>
                </a:cubicBezTo>
                <a:cubicBezTo>
                  <a:pt x="5895982" y="841641"/>
                  <a:pt x="5917461" y="842640"/>
                  <a:pt x="5926451" y="835148"/>
                </a:cubicBezTo>
                <a:cubicBezTo>
                  <a:pt x="5980896" y="790193"/>
                  <a:pt x="6042333" y="786697"/>
                  <a:pt x="6107267" y="800183"/>
                </a:cubicBezTo>
                <a:cubicBezTo>
                  <a:pt x="6149224" y="808675"/>
                  <a:pt x="6190182" y="824159"/>
                  <a:pt x="6232140" y="826656"/>
                </a:cubicBezTo>
                <a:cubicBezTo>
                  <a:pt x="6272099" y="828654"/>
                  <a:pt x="6304066" y="842140"/>
                  <a:pt x="6329041" y="869113"/>
                </a:cubicBezTo>
                <a:cubicBezTo>
                  <a:pt x="6358011" y="899582"/>
                  <a:pt x="6383985" y="933547"/>
                  <a:pt x="6407460" y="968511"/>
                </a:cubicBezTo>
                <a:cubicBezTo>
                  <a:pt x="6466401" y="1055922"/>
                  <a:pt x="6545819" y="1090887"/>
                  <a:pt x="6647216" y="1070408"/>
                </a:cubicBezTo>
                <a:cubicBezTo>
                  <a:pt x="6707155" y="1058420"/>
                  <a:pt x="6798062" y="1116860"/>
                  <a:pt x="6812547" y="1176299"/>
                </a:cubicBezTo>
                <a:cubicBezTo>
                  <a:pt x="6820539" y="1209266"/>
                  <a:pt x="6828031" y="1240234"/>
                  <a:pt x="6795564" y="1268206"/>
                </a:cubicBezTo>
                <a:cubicBezTo>
                  <a:pt x="6787572" y="1275198"/>
                  <a:pt x="6792068" y="1303669"/>
                  <a:pt x="6798562" y="1318654"/>
                </a:cubicBezTo>
                <a:cubicBezTo>
                  <a:pt x="6831028" y="1393078"/>
                  <a:pt x="6874983" y="1463007"/>
                  <a:pt x="6897460" y="1539928"/>
                </a:cubicBezTo>
                <a:cubicBezTo>
                  <a:pt x="6923434" y="1629836"/>
                  <a:pt x="6979876" y="1674791"/>
                  <a:pt x="7064789" y="1693771"/>
                </a:cubicBezTo>
                <a:cubicBezTo>
                  <a:pt x="7077277" y="1696768"/>
                  <a:pt x="7097756" y="1693272"/>
                  <a:pt x="7104749" y="1684780"/>
                </a:cubicBezTo>
                <a:cubicBezTo>
                  <a:pt x="7127226" y="1658807"/>
                  <a:pt x="7142710" y="1626840"/>
                  <a:pt x="7165187" y="1600866"/>
                </a:cubicBezTo>
                <a:cubicBezTo>
                  <a:pt x="7207144" y="1552415"/>
                  <a:pt x="7251599" y="1505963"/>
                  <a:pt x="7295054" y="1459011"/>
                </a:cubicBezTo>
                <a:cubicBezTo>
                  <a:pt x="7299550" y="1454016"/>
                  <a:pt x="7304045" y="1448022"/>
                  <a:pt x="7310039" y="1446024"/>
                </a:cubicBezTo>
                <a:cubicBezTo>
                  <a:pt x="7333515" y="1437033"/>
                  <a:pt x="7357491" y="1429541"/>
                  <a:pt x="7382965" y="1421050"/>
                </a:cubicBezTo>
                <a:cubicBezTo>
                  <a:pt x="7370977" y="1434536"/>
                  <a:pt x="7358989" y="1451019"/>
                  <a:pt x="7344504" y="1464006"/>
                </a:cubicBezTo>
                <a:cubicBezTo>
                  <a:pt x="7318031" y="1486982"/>
                  <a:pt x="7286563" y="1504964"/>
                  <a:pt x="7263087" y="1530438"/>
                </a:cubicBezTo>
                <a:cubicBezTo>
                  <a:pt x="7219132" y="1578389"/>
                  <a:pt x="7179672" y="1630835"/>
                  <a:pt x="7137216" y="1680784"/>
                </a:cubicBezTo>
                <a:cubicBezTo>
                  <a:pt x="7115738" y="1705759"/>
                  <a:pt x="7106747" y="1732232"/>
                  <a:pt x="7132221" y="1757206"/>
                </a:cubicBezTo>
                <a:cubicBezTo>
                  <a:pt x="7158194" y="1782181"/>
                  <a:pt x="7190161" y="1800662"/>
                  <a:pt x="7216135" y="1825137"/>
                </a:cubicBezTo>
                <a:cubicBezTo>
                  <a:pt x="7234117" y="1842120"/>
                  <a:pt x="7260590" y="1866095"/>
                  <a:pt x="7258592" y="1884077"/>
                </a:cubicBezTo>
                <a:cubicBezTo>
                  <a:pt x="7250600" y="1946014"/>
                  <a:pt x="7278572" y="1985973"/>
                  <a:pt x="7321028" y="2021936"/>
                </a:cubicBezTo>
                <a:cubicBezTo>
                  <a:pt x="7384963" y="2075382"/>
                  <a:pt x="7458887" y="2119836"/>
                  <a:pt x="7473373" y="2214739"/>
                </a:cubicBezTo>
                <a:cubicBezTo>
                  <a:pt x="7476869" y="2236717"/>
                  <a:pt x="7500845" y="2257696"/>
                  <a:pt x="7519825" y="2273679"/>
                </a:cubicBezTo>
                <a:cubicBezTo>
                  <a:pt x="7536308" y="2287665"/>
                  <a:pt x="7561782" y="2291661"/>
                  <a:pt x="7578266" y="2305647"/>
                </a:cubicBezTo>
                <a:cubicBezTo>
                  <a:pt x="7597246" y="2321131"/>
                  <a:pt x="7610732" y="2323129"/>
                  <a:pt x="7625717" y="2303649"/>
                </a:cubicBezTo>
                <a:cubicBezTo>
                  <a:pt x="7644697" y="2278674"/>
                  <a:pt x="7663678" y="2253200"/>
                  <a:pt x="7682659" y="2227726"/>
                </a:cubicBezTo>
                <a:cubicBezTo>
                  <a:pt x="7679662" y="2253700"/>
                  <a:pt x="7670172" y="2277176"/>
                  <a:pt x="7659682" y="2299653"/>
                </a:cubicBezTo>
                <a:cubicBezTo>
                  <a:pt x="7646196" y="2327125"/>
                  <a:pt x="7641701" y="2348603"/>
                  <a:pt x="7681660" y="2357094"/>
                </a:cubicBezTo>
                <a:cubicBezTo>
                  <a:pt x="7712129" y="2363588"/>
                  <a:pt x="7725615" y="2383567"/>
                  <a:pt x="7721619" y="2417033"/>
                </a:cubicBezTo>
                <a:cubicBezTo>
                  <a:pt x="7718622" y="2442008"/>
                  <a:pt x="7724117" y="2467981"/>
                  <a:pt x="7726614" y="2498949"/>
                </a:cubicBezTo>
                <a:cubicBezTo>
                  <a:pt x="7773067" y="2468980"/>
                  <a:pt x="7809529" y="2445504"/>
                  <a:pt x="7846492" y="2421528"/>
                </a:cubicBezTo>
                <a:cubicBezTo>
                  <a:pt x="7848490" y="2424525"/>
                  <a:pt x="7850987" y="2427023"/>
                  <a:pt x="7852985" y="2430020"/>
                </a:cubicBezTo>
                <a:cubicBezTo>
                  <a:pt x="7828011" y="2459989"/>
                  <a:pt x="7803536" y="2489959"/>
                  <a:pt x="7777062" y="2521926"/>
                </a:cubicBezTo>
                <a:cubicBezTo>
                  <a:pt x="7809030" y="2558888"/>
                  <a:pt x="7768072" y="2574872"/>
                  <a:pt x="7748592" y="2599846"/>
                </a:cubicBezTo>
                <a:cubicBezTo>
                  <a:pt x="7740101" y="2610835"/>
                  <a:pt x="7730610" y="2636309"/>
                  <a:pt x="7734606" y="2639306"/>
                </a:cubicBezTo>
                <a:cubicBezTo>
                  <a:pt x="7747593" y="2649795"/>
                  <a:pt x="7766074" y="2658287"/>
                  <a:pt x="7782557" y="2658287"/>
                </a:cubicBezTo>
                <a:cubicBezTo>
                  <a:pt x="7796543" y="2658287"/>
                  <a:pt x="7810529" y="2644301"/>
                  <a:pt x="7825014" y="2638307"/>
                </a:cubicBezTo>
                <a:cubicBezTo>
                  <a:pt x="7858979" y="2623822"/>
                  <a:pt x="7893444" y="2610835"/>
                  <a:pt x="7927409" y="2596850"/>
                </a:cubicBezTo>
                <a:cubicBezTo>
                  <a:pt x="7930406" y="2602843"/>
                  <a:pt x="7933403" y="2608837"/>
                  <a:pt x="7936400" y="2614831"/>
                </a:cubicBezTo>
                <a:cubicBezTo>
                  <a:pt x="7913923" y="2628317"/>
                  <a:pt x="7890946" y="2640805"/>
                  <a:pt x="7869468" y="2655789"/>
                </a:cubicBezTo>
                <a:cubicBezTo>
                  <a:pt x="7848989" y="2670274"/>
                  <a:pt x="7826013" y="2684760"/>
                  <a:pt x="7811527" y="2704240"/>
                </a:cubicBezTo>
                <a:cubicBezTo>
                  <a:pt x="7794545" y="2727716"/>
                  <a:pt x="7786553" y="2757186"/>
                  <a:pt x="7772067" y="2783159"/>
                </a:cubicBezTo>
                <a:cubicBezTo>
                  <a:pt x="7756583" y="2810132"/>
                  <a:pt x="7741099" y="2832109"/>
                  <a:pt x="7769570" y="2863078"/>
                </a:cubicBezTo>
                <a:cubicBezTo>
                  <a:pt x="7787052" y="2882058"/>
                  <a:pt x="7801038" y="2911029"/>
                  <a:pt x="7803536" y="2936503"/>
                </a:cubicBezTo>
                <a:cubicBezTo>
                  <a:pt x="7807532" y="2974464"/>
                  <a:pt x="7832006" y="3020417"/>
                  <a:pt x="7781558" y="3050886"/>
                </a:cubicBezTo>
                <a:cubicBezTo>
                  <a:pt x="7776563" y="3053883"/>
                  <a:pt x="7784055" y="3077859"/>
                  <a:pt x="7786053" y="3091844"/>
                </a:cubicBezTo>
                <a:cubicBezTo>
                  <a:pt x="7815024" y="3085351"/>
                  <a:pt x="7845493" y="3082853"/>
                  <a:pt x="7871965" y="3070866"/>
                </a:cubicBezTo>
                <a:cubicBezTo>
                  <a:pt x="7890447" y="3062374"/>
                  <a:pt x="7901436" y="3038898"/>
                  <a:pt x="7918418" y="3026411"/>
                </a:cubicBezTo>
                <a:cubicBezTo>
                  <a:pt x="7974361" y="2984454"/>
                  <a:pt x="8034300" y="2947491"/>
                  <a:pt x="8065768" y="2880560"/>
                </a:cubicBezTo>
                <a:cubicBezTo>
                  <a:pt x="8068765" y="2874067"/>
                  <a:pt x="8079754" y="2871569"/>
                  <a:pt x="8086247" y="2866075"/>
                </a:cubicBezTo>
                <a:cubicBezTo>
                  <a:pt x="8097236" y="2857084"/>
                  <a:pt x="8110223" y="2848592"/>
                  <a:pt x="8117715" y="2837104"/>
                </a:cubicBezTo>
                <a:cubicBezTo>
                  <a:pt x="8131201" y="2816625"/>
                  <a:pt x="8140691" y="2793149"/>
                  <a:pt x="8153678" y="2772670"/>
                </a:cubicBezTo>
                <a:cubicBezTo>
                  <a:pt x="8166665" y="2752191"/>
                  <a:pt x="8195136" y="2732211"/>
                  <a:pt x="8194137" y="2713231"/>
                </a:cubicBezTo>
                <a:cubicBezTo>
                  <a:pt x="8191140" y="2654291"/>
                  <a:pt x="8226604" y="2642303"/>
                  <a:pt x="8271058" y="2635310"/>
                </a:cubicBezTo>
                <a:cubicBezTo>
                  <a:pt x="8282547" y="2633812"/>
                  <a:pt x="8294535" y="2635310"/>
                  <a:pt x="8306522" y="2635810"/>
                </a:cubicBezTo>
                <a:cubicBezTo>
                  <a:pt x="8306023" y="2650795"/>
                  <a:pt x="8309519" y="2667278"/>
                  <a:pt x="8304025" y="2680264"/>
                </a:cubicBezTo>
                <a:cubicBezTo>
                  <a:pt x="8299030" y="2692751"/>
                  <a:pt x="8286043" y="2703241"/>
                  <a:pt x="8275054" y="2712731"/>
                </a:cubicBezTo>
                <a:cubicBezTo>
                  <a:pt x="8152679" y="2817125"/>
                  <a:pt x="8050783" y="2939500"/>
                  <a:pt x="7952883" y="3066370"/>
                </a:cubicBezTo>
                <a:cubicBezTo>
                  <a:pt x="7941894" y="3080855"/>
                  <a:pt x="7939897" y="3102833"/>
                  <a:pt x="7933902" y="3121314"/>
                </a:cubicBezTo>
                <a:cubicBezTo>
                  <a:pt x="7952384" y="3127308"/>
                  <a:pt x="7970865" y="3138297"/>
                  <a:pt x="7988846" y="3137797"/>
                </a:cubicBezTo>
                <a:cubicBezTo>
                  <a:pt x="8031303" y="3136299"/>
                  <a:pt x="8045289" y="3161274"/>
                  <a:pt x="8059274" y="3194739"/>
                </a:cubicBezTo>
                <a:cubicBezTo>
                  <a:pt x="8072761" y="3227706"/>
                  <a:pt x="8051782" y="3234698"/>
                  <a:pt x="8032302" y="3248185"/>
                </a:cubicBezTo>
                <a:cubicBezTo>
                  <a:pt x="8025309" y="3252680"/>
                  <a:pt x="8021813" y="3265167"/>
                  <a:pt x="8020814" y="3274658"/>
                </a:cubicBezTo>
                <a:cubicBezTo>
                  <a:pt x="8015320" y="3333098"/>
                  <a:pt x="8080253" y="3393536"/>
                  <a:pt x="8138194" y="3386044"/>
                </a:cubicBezTo>
                <a:cubicBezTo>
                  <a:pt x="8148184" y="3384545"/>
                  <a:pt x="8159172" y="3388042"/>
                  <a:pt x="8169662" y="3389041"/>
                </a:cubicBezTo>
                <a:cubicBezTo>
                  <a:pt x="8147185" y="3409021"/>
                  <a:pt x="8120712" y="3416014"/>
                  <a:pt x="8099234" y="3430499"/>
                </a:cubicBezTo>
                <a:cubicBezTo>
                  <a:pt x="8083250" y="3440988"/>
                  <a:pt x="8065269" y="3459969"/>
                  <a:pt x="8062272" y="3477451"/>
                </a:cubicBezTo>
                <a:cubicBezTo>
                  <a:pt x="8055778" y="3516910"/>
                  <a:pt x="8057277" y="3557869"/>
                  <a:pt x="8056777" y="3597828"/>
                </a:cubicBezTo>
                <a:cubicBezTo>
                  <a:pt x="8056278" y="3618307"/>
                  <a:pt x="8053780" y="3639785"/>
                  <a:pt x="8059274" y="3658766"/>
                </a:cubicBezTo>
                <a:cubicBezTo>
                  <a:pt x="8067766" y="3689734"/>
                  <a:pt x="8081252" y="3719703"/>
                  <a:pt x="8094239" y="3749673"/>
                </a:cubicBezTo>
                <a:cubicBezTo>
                  <a:pt x="8105228" y="3775646"/>
                  <a:pt x="8106227" y="3798123"/>
                  <a:pt x="8083250" y="3819102"/>
                </a:cubicBezTo>
                <a:cubicBezTo>
                  <a:pt x="8075758" y="3826095"/>
                  <a:pt x="8068765" y="3842079"/>
                  <a:pt x="8071262" y="3851069"/>
                </a:cubicBezTo>
                <a:cubicBezTo>
                  <a:pt x="8093739" y="3931987"/>
                  <a:pt x="8092241" y="3939479"/>
                  <a:pt x="8032802" y="3981936"/>
                </a:cubicBezTo>
                <a:cubicBezTo>
                  <a:pt x="8048286" y="4023393"/>
                  <a:pt x="8062771" y="4065351"/>
                  <a:pt x="8079254" y="4105809"/>
                </a:cubicBezTo>
                <a:cubicBezTo>
                  <a:pt x="8104728" y="4168745"/>
                  <a:pt x="8124708" y="4171242"/>
                  <a:pt x="8171160" y="4120295"/>
                </a:cubicBezTo>
                <a:cubicBezTo>
                  <a:pt x="8199132" y="4089826"/>
                  <a:pt x="8218612" y="4092823"/>
                  <a:pt x="8233597" y="4132282"/>
                </a:cubicBezTo>
                <a:cubicBezTo>
                  <a:pt x="8249581" y="4173740"/>
                  <a:pt x="8264565" y="4215697"/>
                  <a:pt x="8279050" y="4257155"/>
                </a:cubicBezTo>
                <a:cubicBezTo>
                  <a:pt x="8280549" y="4261151"/>
                  <a:pt x="8275554" y="4267145"/>
                  <a:pt x="8276053" y="4272140"/>
                </a:cubicBezTo>
                <a:cubicBezTo>
                  <a:pt x="8278051" y="4293618"/>
                  <a:pt x="8275554" y="4317094"/>
                  <a:pt x="8283546" y="4335575"/>
                </a:cubicBezTo>
                <a:cubicBezTo>
                  <a:pt x="8305024" y="4385524"/>
                  <a:pt x="8332496" y="4432476"/>
                  <a:pt x="8280549" y="4481426"/>
                </a:cubicBezTo>
                <a:cubicBezTo>
                  <a:pt x="8271058" y="4490417"/>
                  <a:pt x="8269060" y="4510896"/>
                  <a:pt x="8268061" y="4525881"/>
                </a:cubicBezTo>
                <a:cubicBezTo>
                  <a:pt x="8266063" y="4555351"/>
                  <a:pt x="8267562" y="4584821"/>
                  <a:pt x="8267562" y="4613791"/>
                </a:cubicBezTo>
                <a:cubicBezTo>
                  <a:pt x="8267562" y="4634270"/>
                  <a:pt x="8263067" y="4649255"/>
                  <a:pt x="8237093" y="4642262"/>
                </a:cubicBezTo>
                <a:cubicBezTo>
                  <a:pt x="8229601" y="4626278"/>
                  <a:pt x="8221609" y="4610794"/>
                  <a:pt x="8214116" y="4594810"/>
                </a:cubicBezTo>
                <a:cubicBezTo>
                  <a:pt x="8204126" y="4573332"/>
                  <a:pt x="8194637" y="4551854"/>
                  <a:pt x="8185146" y="4529877"/>
                </a:cubicBezTo>
                <a:cubicBezTo>
                  <a:pt x="8162170" y="4596309"/>
                  <a:pt x="8184647" y="4635768"/>
                  <a:pt x="8237593" y="4641762"/>
                </a:cubicBezTo>
                <a:cubicBezTo>
                  <a:pt x="8255075" y="4666737"/>
                  <a:pt x="8277552" y="4677226"/>
                  <a:pt x="8294035" y="4659244"/>
                </a:cubicBezTo>
                <a:cubicBezTo>
                  <a:pt x="8320009" y="4630274"/>
                  <a:pt x="8338989" y="4642761"/>
                  <a:pt x="8354474" y="4652751"/>
                </a:cubicBezTo>
                <a:cubicBezTo>
                  <a:pt x="8359468" y="4677726"/>
                  <a:pt x="8361966" y="4696706"/>
                  <a:pt x="8366961" y="4714688"/>
                </a:cubicBezTo>
                <a:cubicBezTo>
                  <a:pt x="8380946" y="4764637"/>
                  <a:pt x="8398927" y="4814086"/>
                  <a:pt x="8409417" y="4865034"/>
                </a:cubicBezTo>
                <a:cubicBezTo>
                  <a:pt x="8412414" y="4881018"/>
                  <a:pt x="8400426" y="4907991"/>
                  <a:pt x="8386940" y="4916982"/>
                </a:cubicBezTo>
                <a:cubicBezTo>
                  <a:pt x="8362465" y="4933964"/>
                  <a:pt x="8331496" y="4940957"/>
                  <a:pt x="8303525" y="4952445"/>
                </a:cubicBezTo>
                <a:cubicBezTo>
                  <a:pt x="8305024" y="4957940"/>
                  <a:pt x="8306522" y="4963434"/>
                  <a:pt x="8308520" y="4968928"/>
                </a:cubicBezTo>
                <a:cubicBezTo>
                  <a:pt x="8335493" y="4965432"/>
                  <a:pt x="8362465" y="4961436"/>
                  <a:pt x="8387939" y="4957940"/>
                </a:cubicBezTo>
                <a:cubicBezTo>
                  <a:pt x="8389937" y="4971426"/>
                  <a:pt x="8398927" y="4991405"/>
                  <a:pt x="8393433" y="4997399"/>
                </a:cubicBezTo>
                <a:cubicBezTo>
                  <a:pt x="8361466" y="5030865"/>
                  <a:pt x="8330498" y="5072323"/>
                  <a:pt x="8290039" y="5089306"/>
                </a:cubicBezTo>
                <a:cubicBezTo>
                  <a:pt x="8253077" y="5104790"/>
                  <a:pt x="8234096" y="5125768"/>
                  <a:pt x="8219111" y="5157736"/>
                </a:cubicBezTo>
                <a:cubicBezTo>
                  <a:pt x="8197134" y="5206187"/>
                  <a:pt x="8176655" y="5256136"/>
                  <a:pt x="8152180" y="5303587"/>
                </a:cubicBezTo>
                <a:cubicBezTo>
                  <a:pt x="8144188" y="5319071"/>
                  <a:pt x="8127705" y="5339051"/>
                  <a:pt x="8113719" y="5340050"/>
                </a:cubicBezTo>
                <a:cubicBezTo>
                  <a:pt x="8065768" y="5343046"/>
                  <a:pt x="8017318" y="5338051"/>
                  <a:pt x="7969366" y="5336553"/>
                </a:cubicBezTo>
                <a:cubicBezTo>
                  <a:pt x="7952883" y="5336054"/>
                  <a:pt x="7936400" y="5336553"/>
                  <a:pt x="7920916" y="5336553"/>
                </a:cubicBezTo>
                <a:cubicBezTo>
                  <a:pt x="7955880" y="5381008"/>
                  <a:pt x="7993841" y="5417970"/>
                  <a:pt x="8017318" y="5462425"/>
                </a:cubicBezTo>
                <a:cubicBezTo>
                  <a:pt x="8046288" y="5516370"/>
                  <a:pt x="8079254" y="5557328"/>
                  <a:pt x="8141191" y="5572312"/>
                </a:cubicBezTo>
                <a:cubicBezTo>
                  <a:pt x="8177654" y="5580804"/>
                  <a:pt x="8199132" y="5607776"/>
                  <a:pt x="8199132" y="5644739"/>
                </a:cubicBezTo>
                <a:cubicBezTo>
                  <a:pt x="8199132" y="5660223"/>
                  <a:pt x="8188642" y="5682200"/>
                  <a:pt x="8175656" y="5690192"/>
                </a:cubicBezTo>
                <a:cubicBezTo>
                  <a:pt x="8164167" y="5697185"/>
                  <a:pt x="8133698" y="5695687"/>
                  <a:pt x="8128704" y="5687695"/>
                </a:cubicBezTo>
                <a:cubicBezTo>
                  <a:pt x="8109723" y="5654728"/>
                  <a:pt x="8087246" y="5661222"/>
                  <a:pt x="8063270" y="5675707"/>
                </a:cubicBezTo>
                <a:cubicBezTo>
                  <a:pt x="8030304" y="5695187"/>
                  <a:pt x="8016818" y="5682200"/>
                  <a:pt x="8001334" y="5650233"/>
                </a:cubicBezTo>
                <a:cubicBezTo>
                  <a:pt x="7986349" y="5619265"/>
                  <a:pt x="7964371" y="5576309"/>
                  <a:pt x="7936899" y="5568816"/>
                </a:cubicBezTo>
                <a:cubicBezTo>
                  <a:pt x="7876960" y="5552832"/>
                  <a:pt x="7835004" y="5514372"/>
                  <a:pt x="7791048" y="5478409"/>
                </a:cubicBezTo>
                <a:cubicBezTo>
                  <a:pt x="7745095" y="5440447"/>
                  <a:pt x="7734606" y="5442445"/>
                  <a:pt x="7690651" y="5480406"/>
                </a:cubicBezTo>
                <a:cubicBezTo>
                  <a:pt x="7642200" y="5521864"/>
                  <a:pt x="7585259" y="5553832"/>
                  <a:pt x="7532812" y="5590794"/>
                </a:cubicBezTo>
                <a:cubicBezTo>
                  <a:pt x="7520824" y="5599285"/>
                  <a:pt x="7502843" y="5610274"/>
                  <a:pt x="7501843" y="5621263"/>
                </a:cubicBezTo>
                <a:cubicBezTo>
                  <a:pt x="7500845" y="5633251"/>
                  <a:pt x="7513332" y="5652231"/>
                  <a:pt x="7525320" y="5658724"/>
                </a:cubicBezTo>
                <a:cubicBezTo>
                  <a:pt x="7555289" y="5675207"/>
                  <a:pt x="7562782" y="5691691"/>
                  <a:pt x="7554789" y="5728154"/>
                </a:cubicBezTo>
                <a:cubicBezTo>
                  <a:pt x="7545299" y="5771110"/>
                  <a:pt x="7520824" y="5785595"/>
                  <a:pt x="7484861" y="5793087"/>
                </a:cubicBezTo>
                <a:cubicBezTo>
                  <a:pt x="7445901" y="5801579"/>
                  <a:pt x="7430417" y="5775105"/>
                  <a:pt x="7415931" y="5746635"/>
                </a:cubicBezTo>
                <a:cubicBezTo>
                  <a:pt x="7410437" y="5735646"/>
                  <a:pt x="7405442" y="5724657"/>
                  <a:pt x="7400447" y="5713668"/>
                </a:cubicBezTo>
                <a:cubicBezTo>
                  <a:pt x="7396950" y="5754127"/>
                  <a:pt x="7401945" y="5792587"/>
                  <a:pt x="7408938" y="5830549"/>
                </a:cubicBezTo>
                <a:cubicBezTo>
                  <a:pt x="7413933" y="5857022"/>
                  <a:pt x="7415931" y="5888989"/>
                  <a:pt x="7459387" y="5873505"/>
                </a:cubicBezTo>
                <a:cubicBezTo>
                  <a:pt x="7464382" y="5871507"/>
                  <a:pt x="7478368" y="5882996"/>
                  <a:pt x="7481364" y="5890488"/>
                </a:cubicBezTo>
                <a:cubicBezTo>
                  <a:pt x="7489356" y="5909968"/>
                  <a:pt x="7496848" y="5930947"/>
                  <a:pt x="7499346" y="5952424"/>
                </a:cubicBezTo>
                <a:cubicBezTo>
                  <a:pt x="7506838" y="6025850"/>
                  <a:pt x="7484361" y="6101772"/>
                  <a:pt x="7517327" y="6173699"/>
                </a:cubicBezTo>
                <a:cubicBezTo>
                  <a:pt x="7521324" y="6182190"/>
                  <a:pt x="7520325" y="6196176"/>
                  <a:pt x="7515829" y="6203668"/>
                </a:cubicBezTo>
                <a:cubicBezTo>
                  <a:pt x="7511334" y="6210661"/>
                  <a:pt x="7495350" y="6217654"/>
                  <a:pt x="7489855" y="6214657"/>
                </a:cubicBezTo>
                <a:cubicBezTo>
                  <a:pt x="7474371" y="6206166"/>
                  <a:pt x="7461884" y="6192680"/>
                  <a:pt x="7447899" y="6180692"/>
                </a:cubicBezTo>
                <a:cubicBezTo>
                  <a:pt x="7456889" y="6171201"/>
                  <a:pt x="7466879" y="6162710"/>
                  <a:pt x="7474371" y="6152220"/>
                </a:cubicBezTo>
                <a:cubicBezTo>
                  <a:pt x="7478867" y="6146227"/>
                  <a:pt x="7482863" y="6136736"/>
                  <a:pt x="7481864" y="6129743"/>
                </a:cubicBezTo>
                <a:cubicBezTo>
                  <a:pt x="7477868" y="6104269"/>
                  <a:pt x="7475870" y="6077797"/>
                  <a:pt x="7466380" y="6054320"/>
                </a:cubicBezTo>
                <a:cubicBezTo>
                  <a:pt x="7443903" y="5999876"/>
                  <a:pt x="7416930" y="5946930"/>
                  <a:pt x="7391956" y="5893485"/>
                </a:cubicBezTo>
                <a:cubicBezTo>
                  <a:pt x="7371976" y="5850529"/>
                  <a:pt x="7352996" y="5806573"/>
                  <a:pt x="7332516" y="5763617"/>
                </a:cubicBezTo>
                <a:cubicBezTo>
                  <a:pt x="7326522" y="5751130"/>
                  <a:pt x="7318531" y="5737644"/>
                  <a:pt x="7307542" y="5730151"/>
                </a:cubicBezTo>
                <a:cubicBezTo>
                  <a:pt x="7279071" y="5711171"/>
                  <a:pt x="7248103" y="5694688"/>
                  <a:pt x="7213138" y="5674708"/>
                </a:cubicBezTo>
                <a:cubicBezTo>
                  <a:pt x="7196156" y="5715167"/>
                  <a:pt x="7172180" y="5760121"/>
                  <a:pt x="7158694" y="5808072"/>
                </a:cubicBezTo>
                <a:cubicBezTo>
                  <a:pt x="7149203" y="5841538"/>
                  <a:pt x="7118235" y="5880498"/>
                  <a:pt x="7164688" y="5911466"/>
                </a:cubicBezTo>
                <a:cubicBezTo>
                  <a:pt x="7140712" y="5934942"/>
                  <a:pt x="7127725" y="5953923"/>
                  <a:pt x="7149703" y="5985891"/>
                </a:cubicBezTo>
                <a:cubicBezTo>
                  <a:pt x="7162689" y="6004871"/>
                  <a:pt x="7170682" y="6033841"/>
                  <a:pt x="7143709" y="6054820"/>
                </a:cubicBezTo>
                <a:cubicBezTo>
                  <a:pt x="7113740" y="6078796"/>
                  <a:pt x="7083770" y="6102771"/>
                  <a:pt x="7054300" y="6127746"/>
                </a:cubicBezTo>
                <a:cubicBezTo>
                  <a:pt x="6990365" y="6182190"/>
                  <a:pt x="6925432" y="6233138"/>
                  <a:pt x="6831528" y="6221650"/>
                </a:cubicBezTo>
                <a:cubicBezTo>
                  <a:pt x="6833026" y="6247124"/>
                  <a:pt x="6835523" y="6268602"/>
                  <a:pt x="6835523" y="6290580"/>
                </a:cubicBezTo>
                <a:cubicBezTo>
                  <a:pt x="6835523" y="6297073"/>
                  <a:pt x="6830528" y="6307562"/>
                  <a:pt x="6825034" y="6309560"/>
                </a:cubicBezTo>
                <a:cubicBezTo>
                  <a:pt x="6819540" y="6311558"/>
                  <a:pt x="6810049" y="6306563"/>
                  <a:pt x="6804555" y="6302067"/>
                </a:cubicBezTo>
                <a:cubicBezTo>
                  <a:pt x="6788572" y="6287583"/>
                  <a:pt x="6774086" y="6272098"/>
                  <a:pt x="6748113" y="6246125"/>
                </a:cubicBezTo>
                <a:cubicBezTo>
                  <a:pt x="6734127" y="6286583"/>
                  <a:pt x="6720641" y="6314055"/>
                  <a:pt x="6716645" y="6342527"/>
                </a:cubicBezTo>
                <a:cubicBezTo>
                  <a:pt x="6708653" y="6398969"/>
                  <a:pt x="6673189" y="6431935"/>
                  <a:pt x="6618245" y="6436430"/>
                </a:cubicBezTo>
                <a:cubicBezTo>
                  <a:pt x="6553311" y="6441925"/>
                  <a:pt x="6492374" y="6431436"/>
                  <a:pt x="6440427" y="6393974"/>
                </a:cubicBezTo>
                <a:cubicBezTo>
                  <a:pt x="6389479" y="6357011"/>
                  <a:pt x="6343525" y="6313057"/>
                  <a:pt x="6290580" y="6267603"/>
                </a:cubicBezTo>
                <a:cubicBezTo>
                  <a:pt x="6290580" y="6267603"/>
                  <a:pt x="6288082" y="6279091"/>
                  <a:pt x="6281089" y="6286084"/>
                </a:cubicBezTo>
                <a:cubicBezTo>
                  <a:pt x="6263108" y="6303566"/>
                  <a:pt x="6240131" y="6335534"/>
                  <a:pt x="6224647" y="6332537"/>
                </a:cubicBezTo>
                <a:cubicBezTo>
                  <a:pt x="6140733" y="6317052"/>
                  <a:pt x="6056819" y="6296573"/>
                  <a:pt x="6006370" y="6215656"/>
                </a:cubicBezTo>
                <a:cubicBezTo>
                  <a:pt x="5993882" y="6195676"/>
                  <a:pt x="5977899" y="6177195"/>
                  <a:pt x="5960417" y="6161711"/>
                </a:cubicBezTo>
                <a:cubicBezTo>
                  <a:pt x="5907471" y="6114259"/>
                  <a:pt x="5852028" y="6069805"/>
                  <a:pt x="5799581" y="6022353"/>
                </a:cubicBezTo>
                <a:cubicBezTo>
                  <a:pt x="5759622" y="5985891"/>
                  <a:pt x="5677206" y="5971905"/>
                  <a:pt x="5631752" y="6000376"/>
                </a:cubicBezTo>
                <a:cubicBezTo>
                  <a:pt x="5617767" y="6009366"/>
                  <a:pt x="5600784" y="6023852"/>
                  <a:pt x="5597787" y="6038836"/>
                </a:cubicBezTo>
                <a:cubicBezTo>
                  <a:pt x="5590794" y="6077297"/>
                  <a:pt x="5586798" y="6116757"/>
                  <a:pt x="5588796" y="6155717"/>
                </a:cubicBezTo>
                <a:cubicBezTo>
                  <a:pt x="5590295" y="6192680"/>
                  <a:pt x="5585300" y="6224147"/>
                  <a:pt x="5551334" y="6242129"/>
                </a:cubicBezTo>
                <a:cubicBezTo>
                  <a:pt x="5513373" y="6262108"/>
                  <a:pt x="5495891" y="6229641"/>
                  <a:pt x="5479407" y="6205666"/>
                </a:cubicBezTo>
                <a:cubicBezTo>
                  <a:pt x="5457430" y="6173699"/>
                  <a:pt x="5435952" y="6172200"/>
                  <a:pt x="5406981" y="6196176"/>
                </a:cubicBezTo>
                <a:cubicBezTo>
                  <a:pt x="5388500" y="6211160"/>
                  <a:pt x="5370020" y="6219652"/>
                  <a:pt x="5347043" y="6196176"/>
                </a:cubicBezTo>
                <a:cubicBezTo>
                  <a:pt x="5337053" y="6185687"/>
                  <a:pt x="5313078" y="6185687"/>
                  <a:pt x="5295595" y="6185687"/>
                </a:cubicBezTo>
                <a:cubicBezTo>
                  <a:pt x="5228664" y="6186186"/>
                  <a:pt x="5200692" y="6239631"/>
                  <a:pt x="5166227" y="6284086"/>
                </a:cubicBezTo>
                <a:cubicBezTo>
                  <a:pt x="5156737" y="6296074"/>
                  <a:pt x="5142252" y="6305564"/>
                  <a:pt x="5127767" y="6311558"/>
                </a:cubicBezTo>
                <a:cubicBezTo>
                  <a:pt x="5123771" y="6313556"/>
                  <a:pt x="5105289" y="6297073"/>
                  <a:pt x="5106788" y="6294076"/>
                </a:cubicBezTo>
                <a:cubicBezTo>
                  <a:pt x="5113781" y="6278092"/>
                  <a:pt x="5122272" y="6262608"/>
                  <a:pt x="5133760" y="6249621"/>
                </a:cubicBezTo>
                <a:cubicBezTo>
                  <a:pt x="5150743" y="6230641"/>
                  <a:pt x="5171222" y="6214657"/>
                  <a:pt x="5190203" y="6197175"/>
                </a:cubicBezTo>
                <a:cubicBezTo>
                  <a:pt x="5188205" y="6190682"/>
                  <a:pt x="5185708" y="6184188"/>
                  <a:pt x="5183710" y="6177695"/>
                </a:cubicBezTo>
                <a:cubicBezTo>
                  <a:pt x="5141752" y="6177695"/>
                  <a:pt x="5098796" y="6172700"/>
                  <a:pt x="5057838" y="6179193"/>
                </a:cubicBezTo>
                <a:cubicBezTo>
                  <a:pt x="5012384" y="6186186"/>
                  <a:pt x="4969428" y="6206665"/>
                  <a:pt x="4923975" y="6215157"/>
                </a:cubicBezTo>
                <a:cubicBezTo>
                  <a:pt x="4851049" y="6228143"/>
                  <a:pt x="4796605" y="6273097"/>
                  <a:pt x="4738664" y="6312557"/>
                </a:cubicBezTo>
                <a:cubicBezTo>
                  <a:pt x="4727675" y="6320050"/>
                  <a:pt x="4717186" y="6336532"/>
                  <a:pt x="4716686" y="6349519"/>
                </a:cubicBezTo>
                <a:cubicBezTo>
                  <a:pt x="4715188" y="6399968"/>
                  <a:pt x="4679724" y="6420946"/>
                  <a:pt x="4645759" y="6447420"/>
                </a:cubicBezTo>
                <a:cubicBezTo>
                  <a:pt x="4612293" y="6473892"/>
                  <a:pt x="4576330" y="6501864"/>
                  <a:pt x="4555351" y="6537328"/>
                </a:cubicBezTo>
                <a:cubicBezTo>
                  <a:pt x="4504403" y="6624739"/>
                  <a:pt x="4461946" y="6717144"/>
                  <a:pt x="4413995" y="6806553"/>
                </a:cubicBezTo>
                <a:cubicBezTo>
                  <a:pt x="4403006" y="6827032"/>
                  <a:pt x="4383526" y="6842516"/>
                  <a:pt x="4368042" y="6860498"/>
                </a:cubicBezTo>
                <a:cubicBezTo>
                  <a:pt x="4364046" y="6858000"/>
                  <a:pt x="4359551" y="6855503"/>
                  <a:pt x="4355555" y="6853005"/>
                </a:cubicBezTo>
                <a:cubicBezTo>
                  <a:pt x="4357053" y="6845014"/>
                  <a:pt x="4356054" y="6835024"/>
                  <a:pt x="4360550" y="6828530"/>
                </a:cubicBezTo>
                <a:cubicBezTo>
                  <a:pt x="4377033" y="6804055"/>
                  <a:pt x="4398511" y="6782577"/>
                  <a:pt x="4410998" y="6756104"/>
                </a:cubicBezTo>
                <a:cubicBezTo>
                  <a:pt x="4455952" y="6662200"/>
                  <a:pt x="4496910" y="6566797"/>
                  <a:pt x="4541865" y="6472893"/>
                </a:cubicBezTo>
                <a:cubicBezTo>
                  <a:pt x="4567838" y="6417950"/>
                  <a:pt x="4553852" y="6364504"/>
                  <a:pt x="4539367" y="6312057"/>
                </a:cubicBezTo>
                <a:cubicBezTo>
                  <a:pt x="4535371" y="6298072"/>
                  <a:pt x="4512395" y="6279590"/>
                  <a:pt x="4498409" y="6280590"/>
                </a:cubicBezTo>
                <a:cubicBezTo>
                  <a:pt x="4469938" y="6281588"/>
                  <a:pt x="4437971" y="6288581"/>
                  <a:pt x="4413995" y="6303067"/>
                </a:cubicBezTo>
                <a:cubicBezTo>
                  <a:pt x="4381528" y="6323046"/>
                  <a:pt x="4356054" y="6353016"/>
                  <a:pt x="4312598" y="6331038"/>
                </a:cubicBezTo>
                <a:cubicBezTo>
                  <a:pt x="4306605" y="6328041"/>
                  <a:pt x="4293618" y="6334035"/>
                  <a:pt x="4287125" y="6339529"/>
                </a:cubicBezTo>
                <a:cubicBezTo>
                  <a:pt x="4216197" y="6402965"/>
                  <a:pt x="4146268" y="6466899"/>
                  <a:pt x="4076340" y="6531334"/>
                </a:cubicBezTo>
                <a:cubicBezTo>
                  <a:pt x="4054862" y="6551313"/>
                  <a:pt x="4038878" y="6580284"/>
                  <a:pt x="3989428" y="6574290"/>
                </a:cubicBezTo>
                <a:cubicBezTo>
                  <a:pt x="4030886" y="6527837"/>
                  <a:pt x="4065850" y="6487379"/>
                  <a:pt x="4102313" y="6447919"/>
                </a:cubicBezTo>
                <a:cubicBezTo>
                  <a:pt x="4135279" y="6412455"/>
                  <a:pt x="4163750" y="6366002"/>
                  <a:pt x="4204709" y="6347522"/>
                </a:cubicBezTo>
                <a:cubicBezTo>
                  <a:pt x="4259653" y="6322547"/>
                  <a:pt x="4295616" y="6282588"/>
                  <a:pt x="4332079" y="6240131"/>
                </a:cubicBezTo>
                <a:cubicBezTo>
                  <a:pt x="4344566" y="6225646"/>
                  <a:pt x="4394515" y="6209162"/>
                  <a:pt x="4338572" y="6184188"/>
                </a:cubicBezTo>
                <a:cubicBezTo>
                  <a:pt x="4335076" y="6182690"/>
                  <a:pt x="4336075" y="6170702"/>
                  <a:pt x="4336075" y="6163210"/>
                </a:cubicBezTo>
                <a:cubicBezTo>
                  <a:pt x="4335575" y="6142731"/>
                  <a:pt x="4336574" y="6122251"/>
                  <a:pt x="4335575" y="6101273"/>
                </a:cubicBezTo>
                <a:cubicBezTo>
                  <a:pt x="4332079" y="6019856"/>
                  <a:pt x="4287125" y="5988887"/>
                  <a:pt x="4218195" y="6030845"/>
                </a:cubicBezTo>
                <a:cubicBezTo>
                  <a:pt x="4124291" y="6088286"/>
                  <a:pt x="4035381" y="6153719"/>
                  <a:pt x="3947471" y="6219652"/>
                </a:cubicBezTo>
                <a:cubicBezTo>
                  <a:pt x="3887532" y="6264606"/>
                  <a:pt x="3833587" y="6317052"/>
                  <a:pt x="3775646" y="6364504"/>
                </a:cubicBezTo>
                <a:cubicBezTo>
                  <a:pt x="3765157" y="6372995"/>
                  <a:pt x="3747675" y="6372995"/>
                  <a:pt x="3733190" y="6376991"/>
                </a:cubicBezTo>
                <a:cubicBezTo>
                  <a:pt x="3740183" y="6358011"/>
                  <a:pt x="3750173" y="6345523"/>
                  <a:pt x="3762160" y="6335034"/>
                </a:cubicBezTo>
                <a:cubicBezTo>
                  <a:pt x="3806115" y="6296573"/>
                  <a:pt x="3852568" y="6260610"/>
                  <a:pt x="3894026" y="6219652"/>
                </a:cubicBezTo>
                <a:cubicBezTo>
                  <a:pt x="3932486" y="6181690"/>
                  <a:pt x="3962955" y="6136736"/>
                  <a:pt x="3954963" y="6077297"/>
                </a:cubicBezTo>
                <a:cubicBezTo>
                  <a:pt x="3854066" y="6072302"/>
                  <a:pt x="3832588" y="6163709"/>
                  <a:pt x="3776146" y="6216655"/>
                </a:cubicBezTo>
                <a:cubicBezTo>
                  <a:pt x="3770152" y="6201670"/>
                  <a:pt x="3766156" y="6187685"/>
                  <a:pt x="3770651" y="6176196"/>
                </a:cubicBezTo>
                <a:cubicBezTo>
                  <a:pt x="3785636" y="6138734"/>
                  <a:pt x="3806615" y="6103271"/>
                  <a:pt x="3818603" y="6065310"/>
                </a:cubicBezTo>
                <a:cubicBezTo>
                  <a:pt x="3824597" y="6045829"/>
                  <a:pt x="3816105" y="6021354"/>
                  <a:pt x="3814607" y="5999377"/>
                </a:cubicBezTo>
                <a:cubicBezTo>
                  <a:pt x="3796625" y="6005371"/>
                  <a:pt x="3775147" y="6006869"/>
                  <a:pt x="3761661" y="6018357"/>
                </a:cubicBezTo>
                <a:cubicBezTo>
                  <a:pt x="3713210" y="6058816"/>
                  <a:pt x="3660764" y="6065809"/>
                  <a:pt x="3601824" y="6047327"/>
                </a:cubicBezTo>
                <a:cubicBezTo>
                  <a:pt x="3538389" y="6027348"/>
                  <a:pt x="3527899" y="6033841"/>
                  <a:pt x="3506921" y="6111762"/>
                </a:cubicBezTo>
                <a:cubicBezTo>
                  <a:pt x="3486442" y="6094280"/>
                  <a:pt x="3464464" y="6083291"/>
                  <a:pt x="3456972" y="6065809"/>
                </a:cubicBezTo>
                <a:cubicBezTo>
                  <a:pt x="3452976" y="6056818"/>
                  <a:pt x="3475952" y="6023352"/>
                  <a:pt x="3485443" y="6023852"/>
                </a:cubicBezTo>
                <a:cubicBezTo>
                  <a:pt x="3533893" y="6026349"/>
                  <a:pt x="3554372" y="5995880"/>
                  <a:pt x="3575850" y="5959917"/>
                </a:cubicBezTo>
                <a:cubicBezTo>
                  <a:pt x="3519408" y="5932945"/>
                  <a:pt x="3468460" y="5933444"/>
                  <a:pt x="3419510" y="5971905"/>
                </a:cubicBezTo>
                <a:cubicBezTo>
                  <a:pt x="3382048" y="6001874"/>
                  <a:pt x="3345086" y="6032843"/>
                  <a:pt x="3304627" y="6057317"/>
                </a:cubicBezTo>
                <a:cubicBezTo>
                  <a:pt x="3274658" y="6075799"/>
                  <a:pt x="3236197" y="6080794"/>
                  <a:pt x="3205728" y="6098775"/>
                </a:cubicBezTo>
                <a:cubicBezTo>
                  <a:pt x="3111324" y="6154718"/>
                  <a:pt x="3019918" y="6216155"/>
                  <a:pt x="2925514" y="6272098"/>
                </a:cubicBezTo>
                <a:cubicBezTo>
                  <a:pt x="2842099" y="6321548"/>
                  <a:pt x="2756686" y="6367501"/>
                  <a:pt x="2671274" y="6413454"/>
                </a:cubicBezTo>
                <a:cubicBezTo>
                  <a:pt x="2650295" y="6424443"/>
                  <a:pt x="2626819" y="6430437"/>
                  <a:pt x="2598348" y="6441425"/>
                </a:cubicBezTo>
                <a:cubicBezTo>
                  <a:pt x="2600346" y="6424943"/>
                  <a:pt x="2598348" y="6414453"/>
                  <a:pt x="2602344" y="6411955"/>
                </a:cubicBezTo>
                <a:cubicBezTo>
                  <a:pt x="2623323" y="6396471"/>
                  <a:pt x="2645300" y="6382486"/>
                  <a:pt x="2667777" y="6368999"/>
                </a:cubicBezTo>
                <a:cubicBezTo>
                  <a:pt x="2746697" y="6323046"/>
                  <a:pt x="2825616" y="6277093"/>
                  <a:pt x="2904536" y="6231140"/>
                </a:cubicBezTo>
                <a:cubicBezTo>
                  <a:pt x="2920020" y="6222149"/>
                  <a:pt x="2947492" y="6214157"/>
                  <a:pt x="2948990" y="6202669"/>
                </a:cubicBezTo>
                <a:cubicBezTo>
                  <a:pt x="2953486" y="6169703"/>
                  <a:pt x="2972966" y="6172700"/>
                  <a:pt x="2995443" y="6170203"/>
                </a:cubicBezTo>
                <a:cubicBezTo>
                  <a:pt x="3019418" y="6167205"/>
                  <a:pt x="3042395" y="6159213"/>
                  <a:pt x="3065871" y="6152720"/>
                </a:cubicBezTo>
                <a:cubicBezTo>
                  <a:pt x="3069867" y="6151721"/>
                  <a:pt x="3073363" y="6149224"/>
                  <a:pt x="3078358" y="6147225"/>
                </a:cubicBezTo>
                <a:cubicBezTo>
                  <a:pt x="3064872" y="6135238"/>
                  <a:pt x="3056381" y="6127746"/>
                  <a:pt x="3044393" y="6117256"/>
                </a:cubicBezTo>
                <a:cubicBezTo>
                  <a:pt x="3058878" y="6104269"/>
                  <a:pt x="3069367" y="6091283"/>
                  <a:pt x="3082354" y="6083790"/>
                </a:cubicBezTo>
                <a:cubicBezTo>
                  <a:pt x="3158277" y="6040834"/>
                  <a:pt x="3236697" y="6001375"/>
                  <a:pt x="3311620" y="5955921"/>
                </a:cubicBezTo>
                <a:cubicBezTo>
                  <a:pt x="3354576" y="5929448"/>
                  <a:pt x="3393037" y="5894983"/>
                  <a:pt x="3430998" y="5861517"/>
                </a:cubicBezTo>
                <a:cubicBezTo>
                  <a:pt x="3438491" y="5855024"/>
                  <a:pt x="3441488" y="5834045"/>
                  <a:pt x="3436992" y="5825554"/>
                </a:cubicBezTo>
                <a:cubicBezTo>
                  <a:pt x="3423506" y="5801079"/>
                  <a:pt x="3367063" y="5788592"/>
                  <a:pt x="3340591" y="5801079"/>
                </a:cubicBezTo>
                <a:cubicBezTo>
                  <a:pt x="3250183" y="5843036"/>
                  <a:pt x="3161773" y="5890987"/>
                  <a:pt x="3068368" y="5925452"/>
                </a:cubicBezTo>
                <a:cubicBezTo>
                  <a:pt x="2973965" y="5960417"/>
                  <a:pt x="2902538" y="6019356"/>
                  <a:pt x="2844097" y="6098276"/>
                </a:cubicBezTo>
                <a:cubicBezTo>
                  <a:pt x="2837604" y="6106767"/>
                  <a:pt x="2838603" y="6121252"/>
                  <a:pt x="2835606" y="6134239"/>
                </a:cubicBezTo>
                <a:cubicBezTo>
                  <a:pt x="2774668" y="6095279"/>
                  <a:pt x="2768674" y="6156217"/>
                  <a:pt x="2746197" y="6190682"/>
                </a:cubicBezTo>
                <a:cubicBezTo>
                  <a:pt x="2740203" y="6200671"/>
                  <a:pt x="2732711" y="6211660"/>
                  <a:pt x="2723221" y="6216655"/>
                </a:cubicBezTo>
                <a:cubicBezTo>
                  <a:pt x="2707736" y="6225146"/>
                  <a:pt x="2689755" y="6228643"/>
                  <a:pt x="2660785" y="6238133"/>
                </a:cubicBezTo>
                <a:cubicBezTo>
                  <a:pt x="2703741" y="6122251"/>
                  <a:pt x="2754689" y="6031843"/>
                  <a:pt x="2842599" y="5964412"/>
                </a:cubicBezTo>
                <a:cubicBezTo>
                  <a:pt x="2859582" y="5951426"/>
                  <a:pt x="2869571" y="5927450"/>
                  <a:pt x="2880061" y="5906971"/>
                </a:cubicBezTo>
                <a:cubicBezTo>
                  <a:pt x="2896544" y="5874504"/>
                  <a:pt x="2910030" y="5841038"/>
                  <a:pt x="2924515" y="5808072"/>
                </a:cubicBezTo>
                <a:cubicBezTo>
                  <a:pt x="2927512" y="5801079"/>
                  <a:pt x="2929011" y="5793587"/>
                  <a:pt x="2932507" y="5782098"/>
                </a:cubicBezTo>
                <a:cubicBezTo>
                  <a:pt x="2911029" y="5782098"/>
                  <a:pt x="2894046" y="5782098"/>
                  <a:pt x="2868073" y="5782098"/>
                </a:cubicBezTo>
                <a:cubicBezTo>
                  <a:pt x="2891049" y="5763118"/>
                  <a:pt x="2907033" y="5749631"/>
                  <a:pt x="2914525" y="5743138"/>
                </a:cubicBezTo>
                <a:cubicBezTo>
                  <a:pt x="2914525" y="5724158"/>
                  <a:pt x="2911029" y="5707175"/>
                  <a:pt x="2915025" y="5705177"/>
                </a:cubicBezTo>
                <a:cubicBezTo>
                  <a:pt x="2944994" y="5689693"/>
                  <a:pt x="2934505" y="5664718"/>
                  <a:pt x="2928511" y="5644239"/>
                </a:cubicBezTo>
                <a:cubicBezTo>
                  <a:pt x="2915525" y="5596288"/>
                  <a:pt x="2856584" y="5566818"/>
                  <a:pt x="2871569" y="5506380"/>
                </a:cubicBezTo>
                <a:cubicBezTo>
                  <a:pt x="2871569" y="5505381"/>
                  <a:pt x="2867074" y="5503383"/>
                  <a:pt x="2868073" y="5503883"/>
                </a:cubicBezTo>
                <a:cubicBezTo>
                  <a:pt x="2832110" y="5519367"/>
                  <a:pt x="2798644" y="5533852"/>
                  <a:pt x="2762680" y="5549336"/>
                </a:cubicBezTo>
                <a:cubicBezTo>
                  <a:pt x="2749194" y="5511874"/>
                  <a:pt x="2766177" y="5489397"/>
                  <a:pt x="2792150" y="5491895"/>
                </a:cubicBezTo>
                <a:cubicBezTo>
                  <a:pt x="2830112" y="5495391"/>
                  <a:pt x="2838603" y="5471915"/>
                  <a:pt x="2852089" y="5451935"/>
                </a:cubicBezTo>
                <a:cubicBezTo>
                  <a:pt x="2821620" y="5383506"/>
                  <a:pt x="2778165" y="5353536"/>
                  <a:pt x="2701742" y="5375513"/>
                </a:cubicBezTo>
                <a:cubicBezTo>
                  <a:pt x="2661284" y="5387501"/>
                  <a:pt x="2607838" y="5396492"/>
                  <a:pt x="2573873" y="5379509"/>
                </a:cubicBezTo>
                <a:cubicBezTo>
                  <a:pt x="2488460" y="5337053"/>
                  <a:pt x="2405045" y="5362527"/>
                  <a:pt x="2325127" y="5376513"/>
                </a:cubicBezTo>
                <a:cubicBezTo>
                  <a:pt x="2263190" y="5387501"/>
                  <a:pt x="2206248" y="5432455"/>
                  <a:pt x="2148807" y="5465921"/>
                </a:cubicBezTo>
                <a:cubicBezTo>
                  <a:pt x="2071386" y="5511375"/>
                  <a:pt x="1995963" y="5560825"/>
                  <a:pt x="1919541" y="5608276"/>
                </a:cubicBezTo>
                <a:cubicBezTo>
                  <a:pt x="1883078" y="5630753"/>
                  <a:pt x="1846615" y="5653730"/>
                  <a:pt x="1809154" y="5673709"/>
                </a:cubicBezTo>
                <a:cubicBezTo>
                  <a:pt x="1799164" y="5678704"/>
                  <a:pt x="1784679" y="5674708"/>
                  <a:pt x="1771692" y="5674708"/>
                </a:cubicBezTo>
                <a:cubicBezTo>
                  <a:pt x="1769194" y="5671212"/>
                  <a:pt x="1766697" y="5668215"/>
                  <a:pt x="1764199" y="5664718"/>
                </a:cubicBezTo>
                <a:cubicBezTo>
                  <a:pt x="1780183" y="5646737"/>
                  <a:pt x="1794668" y="5625758"/>
                  <a:pt x="1813150" y="5611273"/>
                </a:cubicBezTo>
                <a:cubicBezTo>
                  <a:pt x="1869592" y="5566818"/>
                  <a:pt x="1927033" y="5523862"/>
                  <a:pt x="1985474" y="5482404"/>
                </a:cubicBezTo>
                <a:cubicBezTo>
                  <a:pt x="2035922" y="5446441"/>
                  <a:pt x="2088369" y="5412975"/>
                  <a:pt x="2140815" y="5380508"/>
                </a:cubicBezTo>
                <a:cubicBezTo>
                  <a:pt x="2156299" y="5371018"/>
                  <a:pt x="2176778" y="5370518"/>
                  <a:pt x="2192762" y="5361528"/>
                </a:cubicBezTo>
                <a:cubicBezTo>
                  <a:pt x="2240713" y="5335055"/>
                  <a:pt x="2286666" y="5305085"/>
                  <a:pt x="2335616" y="5279611"/>
                </a:cubicBezTo>
                <a:cubicBezTo>
                  <a:pt x="2409041" y="5241650"/>
                  <a:pt x="2487461" y="5211181"/>
                  <a:pt x="2524424" y="5127267"/>
                </a:cubicBezTo>
                <a:cubicBezTo>
                  <a:pt x="2485963" y="5081314"/>
                  <a:pt x="2451498" y="5072822"/>
                  <a:pt x="2401549" y="5100794"/>
                </a:cubicBezTo>
                <a:cubicBezTo>
                  <a:pt x="2348103" y="5130264"/>
                  <a:pt x="2297655" y="5165228"/>
                  <a:pt x="2242212" y="5190202"/>
                </a:cubicBezTo>
                <a:cubicBezTo>
                  <a:pt x="2110846" y="5249642"/>
                  <a:pt x="1966493" y="5282109"/>
                  <a:pt x="1854108" y="5381507"/>
                </a:cubicBezTo>
                <a:cubicBezTo>
                  <a:pt x="1846615" y="5388000"/>
                  <a:pt x="1825637" y="5379010"/>
                  <a:pt x="1811151" y="5377012"/>
                </a:cubicBezTo>
                <a:cubicBezTo>
                  <a:pt x="1818144" y="5366023"/>
                  <a:pt x="1822640" y="5350039"/>
                  <a:pt x="1832630" y="5344545"/>
                </a:cubicBezTo>
                <a:cubicBezTo>
                  <a:pt x="1892568" y="5312578"/>
                  <a:pt x="1954006" y="5284107"/>
                  <a:pt x="2014444" y="5253138"/>
                </a:cubicBezTo>
                <a:cubicBezTo>
                  <a:pt x="2056401" y="5231660"/>
                  <a:pt x="2105351" y="5218674"/>
                  <a:pt x="2126330" y="5169723"/>
                </a:cubicBezTo>
                <a:cubicBezTo>
                  <a:pt x="2087370" y="5147246"/>
                  <a:pt x="2109847" y="5128766"/>
                  <a:pt x="2131325" y="5112282"/>
                </a:cubicBezTo>
                <a:cubicBezTo>
                  <a:pt x="2174780" y="5078816"/>
                  <a:pt x="2175280" y="5051844"/>
                  <a:pt x="2126330" y="5028867"/>
                </a:cubicBezTo>
                <a:cubicBezTo>
                  <a:pt x="2098358" y="5015881"/>
                  <a:pt x="2062895" y="5012384"/>
                  <a:pt x="2030927" y="5013882"/>
                </a:cubicBezTo>
                <a:cubicBezTo>
                  <a:pt x="1965993" y="5016880"/>
                  <a:pt x="1900061" y="5021375"/>
                  <a:pt x="1836126" y="5034362"/>
                </a:cubicBezTo>
                <a:cubicBezTo>
                  <a:pt x="1778685" y="5046349"/>
                  <a:pt x="1723241" y="5068327"/>
                  <a:pt x="1668297" y="5089805"/>
                </a:cubicBezTo>
                <a:cubicBezTo>
                  <a:pt x="1629337" y="5104790"/>
                  <a:pt x="1592874" y="5125768"/>
                  <a:pt x="1555413" y="5143750"/>
                </a:cubicBezTo>
                <a:cubicBezTo>
                  <a:pt x="1551417" y="5138755"/>
                  <a:pt x="1547421" y="5133260"/>
                  <a:pt x="1542925" y="5128266"/>
                </a:cubicBezTo>
                <a:cubicBezTo>
                  <a:pt x="1551916" y="5116778"/>
                  <a:pt x="1558410" y="5100794"/>
                  <a:pt x="1570397" y="5094301"/>
                </a:cubicBezTo>
                <a:cubicBezTo>
                  <a:pt x="1611355" y="5071324"/>
                  <a:pt x="1654312" y="5051844"/>
                  <a:pt x="1696269" y="5030865"/>
                </a:cubicBezTo>
                <a:cubicBezTo>
                  <a:pt x="1792171" y="4982914"/>
                  <a:pt x="1888073" y="4933465"/>
                  <a:pt x="1984475" y="4886512"/>
                </a:cubicBezTo>
                <a:cubicBezTo>
                  <a:pt x="2009449" y="4874525"/>
                  <a:pt x="2038419" y="4869030"/>
                  <a:pt x="2065392" y="4861039"/>
                </a:cubicBezTo>
                <a:cubicBezTo>
                  <a:pt x="2074882" y="4858541"/>
                  <a:pt x="2087869" y="4854545"/>
                  <a:pt x="2095361" y="4858541"/>
                </a:cubicBezTo>
                <a:cubicBezTo>
                  <a:pt x="2147808" y="4886512"/>
                  <a:pt x="2189266" y="4853546"/>
                  <a:pt x="2231722" y="4834066"/>
                </a:cubicBezTo>
                <a:cubicBezTo>
                  <a:pt x="2252201" y="4824576"/>
                  <a:pt x="2271182" y="4807094"/>
                  <a:pt x="2253700" y="4778123"/>
                </a:cubicBezTo>
                <a:cubicBezTo>
                  <a:pt x="2240214" y="4756146"/>
                  <a:pt x="2231223" y="4731671"/>
                  <a:pt x="2215239" y="4711691"/>
                </a:cubicBezTo>
                <a:cubicBezTo>
                  <a:pt x="2204250" y="4698205"/>
                  <a:pt x="2185270" y="4682221"/>
                  <a:pt x="2170285" y="4682221"/>
                </a:cubicBezTo>
                <a:cubicBezTo>
                  <a:pt x="2100356" y="4682721"/>
                  <a:pt x="2028430" y="4679224"/>
                  <a:pt x="1960999" y="4693709"/>
                </a:cubicBezTo>
                <a:cubicBezTo>
                  <a:pt x="1825637" y="4723179"/>
                  <a:pt x="1693272" y="4764637"/>
                  <a:pt x="1558909" y="4799102"/>
                </a:cubicBezTo>
                <a:cubicBezTo>
                  <a:pt x="1513955" y="4810590"/>
                  <a:pt x="1468002" y="4815585"/>
                  <a:pt x="1422049" y="4821579"/>
                </a:cubicBezTo>
                <a:cubicBezTo>
                  <a:pt x="1338634" y="4832068"/>
                  <a:pt x="1255219" y="4842058"/>
                  <a:pt x="1182793" y="4891507"/>
                </a:cubicBezTo>
                <a:cubicBezTo>
                  <a:pt x="1137839" y="4922476"/>
                  <a:pt x="1092385" y="4953944"/>
                  <a:pt x="1031447" y="4928969"/>
                </a:cubicBezTo>
                <a:cubicBezTo>
                  <a:pt x="1020958" y="4924973"/>
                  <a:pt x="1002477" y="4936462"/>
                  <a:pt x="989490" y="4943954"/>
                </a:cubicBezTo>
                <a:cubicBezTo>
                  <a:pt x="965515" y="4957440"/>
                  <a:pt x="944036" y="4978918"/>
                  <a:pt x="918563" y="4987410"/>
                </a:cubicBezTo>
                <a:cubicBezTo>
                  <a:pt x="828654" y="5016380"/>
                  <a:pt x="736748" y="5041354"/>
                  <a:pt x="645841" y="5067328"/>
                </a:cubicBezTo>
                <a:cubicBezTo>
                  <a:pt x="613374" y="5076818"/>
                  <a:pt x="580907" y="5088806"/>
                  <a:pt x="547441" y="5092802"/>
                </a:cubicBezTo>
                <a:cubicBezTo>
                  <a:pt x="522467" y="5095799"/>
                  <a:pt x="494995" y="5090804"/>
                  <a:pt x="470020" y="5085310"/>
                </a:cubicBezTo>
                <a:cubicBezTo>
                  <a:pt x="438552" y="5078317"/>
                  <a:pt x="408084" y="5067328"/>
                  <a:pt x="377615" y="5057838"/>
                </a:cubicBezTo>
                <a:cubicBezTo>
                  <a:pt x="376616" y="5054341"/>
                  <a:pt x="375617" y="5050345"/>
                  <a:pt x="374618" y="5046849"/>
                </a:cubicBezTo>
                <a:cubicBezTo>
                  <a:pt x="413578" y="5030366"/>
                  <a:pt x="451539" y="5008888"/>
                  <a:pt x="492497" y="4998898"/>
                </a:cubicBezTo>
                <a:cubicBezTo>
                  <a:pt x="572416" y="4979917"/>
                  <a:pt x="654332" y="4971426"/>
                  <a:pt x="733751" y="4951446"/>
                </a:cubicBezTo>
                <a:cubicBezTo>
                  <a:pt x="813170" y="4930967"/>
                  <a:pt x="891091" y="4902996"/>
                  <a:pt x="968512" y="4876023"/>
                </a:cubicBezTo>
                <a:cubicBezTo>
                  <a:pt x="1072405" y="4839561"/>
                  <a:pt x="1174302" y="4798602"/>
                  <a:pt x="1278695" y="4764137"/>
                </a:cubicBezTo>
                <a:cubicBezTo>
                  <a:pt x="1378094" y="4730672"/>
                  <a:pt x="1485484" y="4718684"/>
                  <a:pt x="1565902" y="4640763"/>
                </a:cubicBezTo>
                <a:cubicBezTo>
                  <a:pt x="1584383" y="4622782"/>
                  <a:pt x="1604363" y="4604301"/>
                  <a:pt x="1627339" y="4594810"/>
                </a:cubicBezTo>
                <a:cubicBezTo>
                  <a:pt x="1714250" y="4557848"/>
                  <a:pt x="1763201" y="4476931"/>
                  <a:pt x="1834628" y="4421987"/>
                </a:cubicBezTo>
                <a:cubicBezTo>
                  <a:pt x="1869592" y="4395014"/>
                  <a:pt x="1863099" y="4367043"/>
                  <a:pt x="1822140" y="4351059"/>
                </a:cubicBezTo>
                <a:cubicBezTo>
                  <a:pt x="1790672" y="4338572"/>
                  <a:pt x="1755708" y="4332578"/>
                  <a:pt x="1722242" y="4328083"/>
                </a:cubicBezTo>
                <a:cubicBezTo>
                  <a:pt x="1654811" y="4319092"/>
                  <a:pt x="1582385" y="4325585"/>
                  <a:pt x="1520448" y="4302609"/>
                </a:cubicBezTo>
                <a:cubicBezTo>
                  <a:pt x="1444026" y="4273638"/>
                  <a:pt x="1376096" y="4275636"/>
                  <a:pt x="1301671" y="4299612"/>
                </a:cubicBezTo>
                <a:cubicBezTo>
                  <a:pt x="1256717" y="4314097"/>
                  <a:pt x="1209266" y="4321090"/>
                  <a:pt x="1162314" y="4326584"/>
                </a:cubicBezTo>
                <a:cubicBezTo>
                  <a:pt x="1142834" y="4328582"/>
                  <a:pt x="1120856" y="4311100"/>
                  <a:pt x="1101376" y="4314097"/>
                </a:cubicBezTo>
                <a:cubicBezTo>
                  <a:pt x="1055922" y="4320091"/>
                  <a:pt x="1010968" y="4333577"/>
                  <a:pt x="966014" y="4343567"/>
                </a:cubicBezTo>
                <a:cubicBezTo>
                  <a:pt x="894587" y="4359550"/>
                  <a:pt x="826157" y="4384026"/>
                  <a:pt x="749235" y="4383526"/>
                </a:cubicBezTo>
                <a:cubicBezTo>
                  <a:pt x="664821" y="4383026"/>
                  <a:pt x="579908" y="4403006"/>
                  <a:pt x="495994" y="4417491"/>
                </a:cubicBezTo>
                <a:cubicBezTo>
                  <a:pt x="446544" y="4425983"/>
                  <a:pt x="398094" y="4441467"/>
                  <a:pt x="349144" y="4451956"/>
                </a:cubicBezTo>
                <a:cubicBezTo>
                  <a:pt x="309684" y="4459948"/>
                  <a:pt x="261233" y="4453454"/>
                  <a:pt x="231264" y="4474433"/>
                </a:cubicBezTo>
                <a:cubicBezTo>
                  <a:pt x="195301" y="4499408"/>
                  <a:pt x="163333" y="4495911"/>
                  <a:pt x="126371" y="4496411"/>
                </a:cubicBezTo>
                <a:cubicBezTo>
                  <a:pt x="84414" y="4496411"/>
                  <a:pt x="41957" y="4502904"/>
                  <a:pt x="0" y="4506900"/>
                </a:cubicBezTo>
                <a:cubicBezTo>
                  <a:pt x="17982" y="4495911"/>
                  <a:pt x="36463" y="4491915"/>
                  <a:pt x="54944" y="4485921"/>
                </a:cubicBezTo>
                <a:cubicBezTo>
                  <a:pt x="131366" y="4461446"/>
                  <a:pt x="203792" y="4421487"/>
                  <a:pt x="288705" y="4433975"/>
                </a:cubicBezTo>
                <a:cubicBezTo>
                  <a:pt x="295698" y="4434974"/>
                  <a:pt x="303191" y="4431976"/>
                  <a:pt x="310183" y="4430478"/>
                </a:cubicBezTo>
                <a:cubicBezTo>
                  <a:pt x="370622" y="4416992"/>
                  <a:pt x="431060" y="4401508"/>
                  <a:pt x="491998" y="4391018"/>
                </a:cubicBezTo>
                <a:cubicBezTo>
                  <a:pt x="624363" y="4368541"/>
                  <a:pt x="757227" y="4350060"/>
                  <a:pt x="889093" y="4326084"/>
                </a:cubicBezTo>
                <a:cubicBezTo>
                  <a:pt x="917563" y="4321090"/>
                  <a:pt x="943038" y="4299112"/>
                  <a:pt x="970010" y="4285127"/>
                </a:cubicBezTo>
                <a:cubicBezTo>
                  <a:pt x="1000978" y="4269642"/>
                  <a:pt x="1033445" y="4256656"/>
                  <a:pt x="1062915" y="4239173"/>
                </a:cubicBezTo>
                <a:cubicBezTo>
                  <a:pt x="1088389" y="4224189"/>
                  <a:pt x="1113364" y="4207206"/>
                  <a:pt x="1133843" y="4185728"/>
                </a:cubicBezTo>
                <a:cubicBezTo>
                  <a:pt x="1157319" y="4161253"/>
                  <a:pt x="1177798" y="4139775"/>
                  <a:pt x="1214760" y="4132282"/>
                </a:cubicBezTo>
                <a:cubicBezTo>
                  <a:pt x="1273700" y="4120295"/>
                  <a:pt x="1330642" y="4097818"/>
                  <a:pt x="1389082" y="4079836"/>
                </a:cubicBezTo>
                <a:cubicBezTo>
                  <a:pt x="1538430" y="4034382"/>
                  <a:pt x="1654312" y="3946971"/>
                  <a:pt x="1733730" y="3812109"/>
                </a:cubicBezTo>
                <a:cubicBezTo>
                  <a:pt x="1742222" y="3798123"/>
                  <a:pt x="1754210" y="3775147"/>
                  <a:pt x="1748216" y="3765157"/>
                </a:cubicBezTo>
                <a:cubicBezTo>
                  <a:pt x="1725239" y="3724199"/>
                  <a:pt x="1701264" y="3682242"/>
                  <a:pt x="1668297" y="3650274"/>
                </a:cubicBezTo>
                <a:cubicBezTo>
                  <a:pt x="1642823" y="3625300"/>
                  <a:pt x="1600866" y="3617807"/>
                  <a:pt x="1570397" y="3596829"/>
                </a:cubicBezTo>
                <a:cubicBezTo>
                  <a:pt x="1554913" y="3586340"/>
                  <a:pt x="1539429" y="3560866"/>
                  <a:pt x="1541427" y="3544882"/>
                </a:cubicBezTo>
                <a:cubicBezTo>
                  <a:pt x="1543425" y="3528898"/>
                  <a:pt x="1564903" y="3508419"/>
                  <a:pt x="1582385" y="3502425"/>
                </a:cubicBezTo>
                <a:cubicBezTo>
                  <a:pt x="1614352" y="3490937"/>
                  <a:pt x="1650316" y="3489438"/>
                  <a:pt x="1683781" y="3482446"/>
                </a:cubicBezTo>
                <a:cubicBezTo>
                  <a:pt x="1712252" y="3475952"/>
                  <a:pt x="1731733" y="3464464"/>
                  <a:pt x="1716248" y="3428001"/>
                </a:cubicBezTo>
                <a:cubicBezTo>
                  <a:pt x="1701264" y="3392537"/>
                  <a:pt x="1710255" y="3346085"/>
                  <a:pt x="1665300" y="3324607"/>
                </a:cubicBezTo>
                <a:cubicBezTo>
                  <a:pt x="1661804" y="3323108"/>
                  <a:pt x="1661304" y="3314117"/>
                  <a:pt x="1660306" y="3308123"/>
                </a:cubicBezTo>
                <a:cubicBezTo>
                  <a:pt x="1655311" y="3269663"/>
                  <a:pt x="1652314" y="3231202"/>
                  <a:pt x="1644821" y="3193241"/>
                </a:cubicBezTo>
                <a:cubicBezTo>
                  <a:pt x="1640326" y="3170764"/>
                  <a:pt x="1628338" y="3149785"/>
                  <a:pt x="1620346" y="3127808"/>
                </a:cubicBezTo>
                <a:cubicBezTo>
                  <a:pt x="1616850" y="3117818"/>
                  <a:pt x="1610856" y="3099337"/>
                  <a:pt x="1613353" y="3097838"/>
                </a:cubicBezTo>
                <a:cubicBezTo>
                  <a:pt x="1646819" y="3078358"/>
                  <a:pt x="1630336" y="3036900"/>
                  <a:pt x="1655810" y="3014923"/>
                </a:cubicBezTo>
                <a:cubicBezTo>
                  <a:pt x="1638328" y="3004933"/>
                  <a:pt x="1624342" y="2996442"/>
                  <a:pt x="1609857" y="2987950"/>
                </a:cubicBezTo>
                <a:cubicBezTo>
                  <a:pt x="1610356" y="2983455"/>
                  <a:pt x="1610856" y="2978460"/>
                  <a:pt x="1611355" y="2973965"/>
                </a:cubicBezTo>
                <a:cubicBezTo>
                  <a:pt x="1641325" y="2972466"/>
                  <a:pt x="1671294" y="2970968"/>
                  <a:pt x="1693272" y="2969469"/>
                </a:cubicBezTo>
                <a:cubicBezTo>
                  <a:pt x="1701763" y="2993944"/>
                  <a:pt x="1704760" y="3009928"/>
                  <a:pt x="1712252" y="3021916"/>
                </a:cubicBezTo>
                <a:cubicBezTo>
                  <a:pt x="1716248" y="3028409"/>
                  <a:pt x="1729235" y="3028909"/>
                  <a:pt x="1743221" y="3033904"/>
                </a:cubicBezTo>
                <a:cubicBezTo>
                  <a:pt x="1740723" y="3018419"/>
                  <a:pt x="1738725" y="3008929"/>
                  <a:pt x="1736727" y="2994943"/>
                </a:cubicBezTo>
                <a:cubicBezTo>
                  <a:pt x="1775688" y="2998440"/>
                  <a:pt x="1810652" y="3001936"/>
                  <a:pt x="1845616" y="3005433"/>
                </a:cubicBezTo>
                <a:cubicBezTo>
                  <a:pt x="1849113" y="2972466"/>
                  <a:pt x="1855606" y="2943496"/>
                  <a:pt x="1801162" y="2943496"/>
                </a:cubicBezTo>
                <a:cubicBezTo>
                  <a:pt x="1820642" y="2934005"/>
                  <a:pt x="1828134" y="2930009"/>
                  <a:pt x="1836625" y="2925514"/>
                </a:cubicBezTo>
                <a:cubicBezTo>
                  <a:pt x="1830632" y="2912028"/>
                  <a:pt x="1824638" y="2897542"/>
                  <a:pt x="1817145" y="2883557"/>
                </a:cubicBezTo>
                <a:cubicBezTo>
                  <a:pt x="1808654" y="2868073"/>
                  <a:pt x="1798664" y="2854087"/>
                  <a:pt x="1789673" y="2839102"/>
                </a:cubicBezTo>
                <a:cubicBezTo>
                  <a:pt x="1784679" y="2830611"/>
                  <a:pt x="1777686" y="2821620"/>
                  <a:pt x="1777186" y="2812629"/>
                </a:cubicBezTo>
                <a:cubicBezTo>
                  <a:pt x="1774689" y="2764179"/>
                  <a:pt x="1751712" y="2733210"/>
                  <a:pt x="1708756" y="2724719"/>
                </a:cubicBezTo>
                <a:cubicBezTo>
                  <a:pt x="1693771" y="2721722"/>
                  <a:pt x="1678287" y="2722222"/>
                  <a:pt x="1657808" y="2720723"/>
                </a:cubicBezTo>
                <a:cubicBezTo>
                  <a:pt x="1665300" y="2701743"/>
                  <a:pt x="1668297" y="2685259"/>
                  <a:pt x="1676789" y="2672772"/>
                </a:cubicBezTo>
                <a:cubicBezTo>
                  <a:pt x="1707757" y="2626819"/>
                  <a:pt x="1706758" y="2621824"/>
                  <a:pt x="1656309" y="2599347"/>
                </a:cubicBezTo>
                <a:cubicBezTo>
                  <a:pt x="1673292" y="2597349"/>
                  <a:pt x="1690275" y="2597349"/>
                  <a:pt x="1706758" y="2600845"/>
                </a:cubicBezTo>
                <a:cubicBezTo>
                  <a:pt x="1782681" y="2617828"/>
                  <a:pt x="1809653" y="2595351"/>
                  <a:pt x="1812650" y="2515433"/>
                </a:cubicBezTo>
                <a:cubicBezTo>
                  <a:pt x="1813649" y="2494954"/>
                  <a:pt x="1826136" y="2474474"/>
                  <a:pt x="1836625" y="2455494"/>
                </a:cubicBezTo>
                <a:cubicBezTo>
                  <a:pt x="1853109" y="2425524"/>
                  <a:pt x="1882579" y="2398552"/>
                  <a:pt x="1888572" y="2366584"/>
                </a:cubicBezTo>
                <a:cubicBezTo>
                  <a:pt x="1901559" y="2301651"/>
                  <a:pt x="1901559" y="2233720"/>
                  <a:pt x="1909052" y="2167288"/>
                </a:cubicBezTo>
                <a:cubicBezTo>
                  <a:pt x="1912049" y="2139316"/>
                  <a:pt x="1918042" y="2110346"/>
                  <a:pt x="1929031" y="2084372"/>
                </a:cubicBezTo>
                <a:cubicBezTo>
                  <a:pt x="1947013" y="2041916"/>
                  <a:pt x="1957502" y="2001957"/>
                  <a:pt x="1947013" y="1954006"/>
                </a:cubicBezTo>
                <a:cubicBezTo>
                  <a:pt x="1934526" y="1898063"/>
                  <a:pt x="1941019" y="1828134"/>
                  <a:pt x="1990968" y="1804159"/>
                </a:cubicBezTo>
                <a:cubicBezTo>
                  <a:pt x="2054403" y="1773690"/>
                  <a:pt x="2074383" y="1737726"/>
                  <a:pt x="2066391" y="1674791"/>
                </a:cubicBezTo>
                <a:cubicBezTo>
                  <a:pt x="2065891" y="1671794"/>
                  <a:pt x="2064393" y="1669296"/>
                  <a:pt x="2062895" y="1664801"/>
                </a:cubicBezTo>
                <a:cubicBezTo>
                  <a:pt x="2018440" y="1640825"/>
                  <a:pt x="1972487" y="1615851"/>
                  <a:pt x="1927033" y="1590377"/>
                </a:cubicBezTo>
                <a:cubicBezTo>
                  <a:pt x="1894566" y="1571896"/>
                  <a:pt x="1863598" y="1564403"/>
                  <a:pt x="1823639" y="1573894"/>
                </a:cubicBezTo>
                <a:cubicBezTo>
                  <a:pt x="1797166" y="1580387"/>
                  <a:pt x="1763700" y="1567900"/>
                  <a:pt x="1736228" y="1556911"/>
                </a:cubicBezTo>
                <a:cubicBezTo>
                  <a:pt x="1656309" y="1524444"/>
                  <a:pt x="1602365" y="1460010"/>
                  <a:pt x="1546422" y="1389582"/>
                </a:cubicBezTo>
                <a:cubicBezTo>
                  <a:pt x="1559908" y="1387084"/>
                  <a:pt x="1570897" y="1382089"/>
                  <a:pt x="1580387" y="1384587"/>
                </a:cubicBezTo>
                <a:cubicBezTo>
                  <a:pt x="1617849" y="1393078"/>
                  <a:pt x="1655311" y="1402069"/>
                  <a:pt x="1692273" y="1413557"/>
                </a:cubicBezTo>
                <a:cubicBezTo>
                  <a:pt x="1740723" y="1428542"/>
                  <a:pt x="1790173" y="1442528"/>
                  <a:pt x="1823139" y="1486483"/>
                </a:cubicBezTo>
                <a:cubicBezTo>
                  <a:pt x="1833629" y="1500968"/>
                  <a:pt x="1847614" y="1514454"/>
                  <a:pt x="1863099" y="1522946"/>
                </a:cubicBezTo>
                <a:cubicBezTo>
                  <a:pt x="1936024" y="1564403"/>
                  <a:pt x="2012446" y="1601366"/>
                  <a:pt x="2083374" y="1646320"/>
                </a:cubicBezTo>
                <a:cubicBezTo>
                  <a:pt x="2140815" y="1682283"/>
                  <a:pt x="2158797" y="1669296"/>
                  <a:pt x="2196758" y="1620846"/>
                </a:cubicBezTo>
                <a:cubicBezTo>
                  <a:pt x="2220733" y="1590876"/>
                  <a:pt x="2245708" y="1569398"/>
                  <a:pt x="2291661" y="1573394"/>
                </a:cubicBezTo>
                <a:cubicBezTo>
                  <a:pt x="2317135" y="1575392"/>
                  <a:pt x="2351600" y="1556911"/>
                  <a:pt x="2369582" y="1536432"/>
                </a:cubicBezTo>
                <a:cubicBezTo>
                  <a:pt x="2378073" y="1526442"/>
                  <a:pt x="2358093" y="1490978"/>
                  <a:pt x="2350601" y="1467003"/>
                </a:cubicBezTo>
                <a:cubicBezTo>
                  <a:pt x="2348603" y="1461508"/>
                  <a:pt x="2342609" y="1457013"/>
                  <a:pt x="2342609" y="1451519"/>
                </a:cubicBezTo>
                <a:cubicBezTo>
                  <a:pt x="2341610" y="1432538"/>
                  <a:pt x="2342609" y="1414057"/>
                  <a:pt x="2343109" y="1395076"/>
                </a:cubicBezTo>
                <a:cubicBezTo>
                  <a:pt x="2360091" y="1398573"/>
                  <a:pt x="2377574" y="1403567"/>
                  <a:pt x="2394556" y="1405565"/>
                </a:cubicBezTo>
                <a:cubicBezTo>
                  <a:pt x="2406544" y="1407064"/>
                  <a:pt x="2427523" y="1408063"/>
                  <a:pt x="2429520" y="1403068"/>
                </a:cubicBezTo>
                <a:cubicBezTo>
                  <a:pt x="2443007" y="1370102"/>
                  <a:pt x="2456992" y="1336136"/>
                  <a:pt x="2462487" y="1301172"/>
                </a:cubicBezTo>
                <a:cubicBezTo>
                  <a:pt x="2470978" y="1249724"/>
                  <a:pt x="2436513" y="1212263"/>
                  <a:pt x="2383567" y="1206269"/>
                </a:cubicBezTo>
                <a:cubicBezTo>
                  <a:pt x="2369582" y="1204770"/>
                  <a:pt x="2352099" y="1203771"/>
                  <a:pt x="2342609" y="1195280"/>
                </a:cubicBezTo>
                <a:cubicBezTo>
                  <a:pt x="2269684" y="1130346"/>
                  <a:pt x="2194760" y="1066911"/>
                  <a:pt x="2127828" y="996483"/>
                </a:cubicBezTo>
                <a:cubicBezTo>
                  <a:pt x="2092864" y="959521"/>
                  <a:pt x="2070886" y="910071"/>
                  <a:pt x="2044913" y="864618"/>
                </a:cubicBezTo>
                <a:cubicBezTo>
                  <a:pt x="2039918" y="855627"/>
                  <a:pt x="2042915" y="838644"/>
                  <a:pt x="2048909" y="829154"/>
                </a:cubicBezTo>
                <a:cubicBezTo>
                  <a:pt x="2051406" y="824658"/>
                  <a:pt x="2070886" y="825657"/>
                  <a:pt x="2079378" y="830153"/>
                </a:cubicBezTo>
                <a:cubicBezTo>
                  <a:pt x="2118838" y="851131"/>
                  <a:pt x="2155300" y="882100"/>
                  <a:pt x="2197258" y="895086"/>
                </a:cubicBezTo>
                <a:cubicBezTo>
                  <a:pt x="2248205" y="911070"/>
                  <a:pt x="2282171" y="940540"/>
                  <a:pt x="2314638" y="980000"/>
                </a:cubicBezTo>
                <a:cubicBezTo>
                  <a:pt x="2351100" y="1024954"/>
                  <a:pt x="2390560" y="1070907"/>
                  <a:pt x="2460988" y="1048929"/>
                </a:cubicBezTo>
                <a:cubicBezTo>
                  <a:pt x="2468481" y="1046432"/>
                  <a:pt x="2479969" y="1053924"/>
                  <a:pt x="2488460" y="1058919"/>
                </a:cubicBezTo>
                <a:cubicBezTo>
                  <a:pt x="2577370" y="1111366"/>
                  <a:pt x="2676768" y="1112365"/>
                  <a:pt x="2773669" y="1106870"/>
                </a:cubicBezTo>
                <a:cubicBezTo>
                  <a:pt x="2816126" y="1104373"/>
                  <a:pt x="2847594" y="1114862"/>
                  <a:pt x="2884556" y="1128348"/>
                </a:cubicBezTo>
                <a:cubicBezTo>
                  <a:pt x="2932008" y="1145830"/>
                  <a:pt x="2990448" y="1169806"/>
                  <a:pt x="3033404" y="1156320"/>
                </a:cubicBezTo>
                <a:cubicBezTo>
                  <a:pt x="3117818" y="1128848"/>
                  <a:pt x="3185249" y="1146830"/>
                  <a:pt x="3255677" y="1187288"/>
                </a:cubicBezTo>
                <a:cubicBezTo>
                  <a:pt x="3304128" y="1215260"/>
                  <a:pt x="3352578" y="1248226"/>
                  <a:pt x="3412517" y="1245229"/>
                </a:cubicBezTo>
                <a:cubicBezTo>
                  <a:pt x="3446982" y="1243731"/>
                  <a:pt x="3491936" y="1252222"/>
                  <a:pt x="3505422" y="1209765"/>
                </a:cubicBezTo>
                <a:cubicBezTo>
                  <a:pt x="3511916" y="1188287"/>
                  <a:pt x="3497930" y="1158318"/>
                  <a:pt x="3487441" y="1134342"/>
                </a:cubicBezTo>
                <a:cubicBezTo>
                  <a:pt x="3469459" y="1093884"/>
                  <a:pt x="3445983" y="1056422"/>
                  <a:pt x="3427502" y="1015963"/>
                </a:cubicBezTo>
                <a:cubicBezTo>
                  <a:pt x="3423506" y="1007971"/>
                  <a:pt x="3427502" y="988991"/>
                  <a:pt x="3433995" y="984495"/>
                </a:cubicBezTo>
                <a:cubicBezTo>
                  <a:pt x="3442986" y="978501"/>
                  <a:pt x="3463965" y="976503"/>
                  <a:pt x="3468960" y="981998"/>
                </a:cubicBezTo>
                <a:cubicBezTo>
                  <a:pt x="3488939" y="1003476"/>
                  <a:pt x="3505422" y="1028450"/>
                  <a:pt x="3521406" y="1052925"/>
                </a:cubicBezTo>
                <a:cubicBezTo>
                  <a:pt x="3539388" y="1080397"/>
                  <a:pt x="3548878" y="1120357"/>
                  <a:pt x="3573853" y="1134342"/>
                </a:cubicBezTo>
                <a:cubicBezTo>
                  <a:pt x="3615310" y="1157319"/>
                  <a:pt x="3630295" y="1192783"/>
                  <a:pt x="3650274" y="1229745"/>
                </a:cubicBezTo>
                <a:cubicBezTo>
                  <a:pt x="3665759" y="1258715"/>
                  <a:pt x="3688735" y="1283190"/>
                  <a:pt x="3708715" y="1309663"/>
                </a:cubicBezTo>
                <a:cubicBezTo>
                  <a:pt x="3716207" y="1308165"/>
                  <a:pt x="3723700" y="1306666"/>
                  <a:pt x="3731192" y="1304668"/>
                </a:cubicBezTo>
                <a:cubicBezTo>
                  <a:pt x="3738185" y="1280193"/>
                  <a:pt x="3748174" y="1255718"/>
                  <a:pt x="3750672" y="1230744"/>
                </a:cubicBezTo>
                <a:cubicBezTo>
                  <a:pt x="3756666" y="1179296"/>
                  <a:pt x="3732191" y="1120856"/>
                  <a:pt x="3789133" y="1082395"/>
                </a:cubicBezTo>
                <a:cubicBezTo>
                  <a:pt x="3793129" y="1079898"/>
                  <a:pt x="3792629" y="1065912"/>
                  <a:pt x="3790132" y="1058919"/>
                </a:cubicBezTo>
                <a:cubicBezTo>
                  <a:pt x="3741182" y="934546"/>
                  <a:pt x="3692731" y="810173"/>
                  <a:pt x="3641284" y="686799"/>
                </a:cubicBezTo>
                <a:cubicBezTo>
                  <a:pt x="3616309" y="626860"/>
                  <a:pt x="3587339" y="568420"/>
                  <a:pt x="3556370" y="510978"/>
                </a:cubicBezTo>
                <a:cubicBezTo>
                  <a:pt x="3508919" y="422069"/>
                  <a:pt x="3463965" y="330163"/>
                  <a:pt x="3407023" y="247248"/>
                </a:cubicBezTo>
                <a:cubicBezTo>
                  <a:pt x="3354077" y="168328"/>
                  <a:pt x="3286146" y="96901"/>
                  <a:pt x="3259673" y="0"/>
                </a:cubicBezTo>
                <a:close/>
                <a:moveTo>
                  <a:pt x="2573374" y="2496951"/>
                </a:moveTo>
                <a:cubicBezTo>
                  <a:pt x="2545902" y="2506442"/>
                  <a:pt x="2518929" y="2511936"/>
                  <a:pt x="2495453" y="2523924"/>
                </a:cubicBezTo>
                <a:cubicBezTo>
                  <a:pt x="2431518" y="2555392"/>
                  <a:pt x="2369082" y="2572374"/>
                  <a:pt x="2301651" y="2531916"/>
                </a:cubicBezTo>
                <a:cubicBezTo>
                  <a:pt x="2285168" y="2521926"/>
                  <a:pt x="2261692" y="2522925"/>
                  <a:pt x="2236218" y="2518430"/>
                </a:cubicBezTo>
                <a:cubicBezTo>
                  <a:pt x="2236218" y="2549897"/>
                  <a:pt x="2233221" y="2573873"/>
                  <a:pt x="2236717" y="2596850"/>
                </a:cubicBezTo>
                <a:cubicBezTo>
                  <a:pt x="2242711" y="2637808"/>
                  <a:pt x="2268685" y="2665280"/>
                  <a:pt x="2301651" y="2689755"/>
                </a:cubicBezTo>
                <a:cubicBezTo>
                  <a:pt x="2333618" y="2713730"/>
                  <a:pt x="2355096" y="2755687"/>
                  <a:pt x="2389561" y="2772171"/>
                </a:cubicBezTo>
                <a:cubicBezTo>
                  <a:pt x="2448501" y="2800142"/>
                  <a:pt x="2507940" y="2843598"/>
                  <a:pt x="2581865" y="2813628"/>
                </a:cubicBezTo>
                <a:cubicBezTo>
                  <a:pt x="2597849" y="2807135"/>
                  <a:pt x="2619327" y="2814128"/>
                  <a:pt x="2638307" y="2814627"/>
                </a:cubicBezTo>
                <a:cubicBezTo>
                  <a:pt x="2662782" y="2815127"/>
                  <a:pt x="2687257" y="2814627"/>
                  <a:pt x="2713730" y="2814627"/>
                </a:cubicBezTo>
                <a:cubicBezTo>
                  <a:pt x="2694750" y="2743200"/>
                  <a:pt x="2679765" y="2727716"/>
                  <a:pt x="2611834" y="2702242"/>
                </a:cubicBezTo>
                <a:cubicBezTo>
                  <a:pt x="2599847" y="2635810"/>
                  <a:pt x="2587859" y="2571375"/>
                  <a:pt x="2573374" y="2496951"/>
                </a:cubicBezTo>
                <a:close/>
                <a:moveTo>
                  <a:pt x="3195239" y="5552832"/>
                </a:moveTo>
                <a:cubicBezTo>
                  <a:pt x="3195738" y="5560825"/>
                  <a:pt x="3196238" y="5568816"/>
                  <a:pt x="3196737" y="5576808"/>
                </a:cubicBezTo>
                <a:cubicBezTo>
                  <a:pt x="3221212" y="5580304"/>
                  <a:pt x="3253180" y="5594789"/>
                  <a:pt x="3268664" y="5584300"/>
                </a:cubicBezTo>
                <a:cubicBezTo>
                  <a:pt x="3286646" y="5572312"/>
                  <a:pt x="3290642" y="5538847"/>
                  <a:pt x="3300631" y="5514372"/>
                </a:cubicBezTo>
                <a:cubicBezTo>
                  <a:pt x="3296136" y="5511375"/>
                  <a:pt x="3291641" y="5508378"/>
                  <a:pt x="3286646" y="5505381"/>
                </a:cubicBezTo>
                <a:cubicBezTo>
                  <a:pt x="3256177" y="5521365"/>
                  <a:pt x="3225708" y="5537348"/>
                  <a:pt x="3195239" y="5552832"/>
                </a:cubicBezTo>
                <a:close/>
              </a:path>
            </a:pathLst>
          </a:custGeom>
          <a:blipFill>
            <a:blip r:embed="rId2"/>
            <a:srcRect/>
            <a:stretch>
              <a:fillRect t="-42029" l="20" b="-41771" r="20"/>
            </a:stretch>
          </a:blip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519311" y="1856444"/>
            <a:ext cx="7153377" cy="830997"/>
          </a:xfrm>
          <a:prstGeom prst="rect">
            <a:avLst/>
          </a:prstGeo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06.</a:t>
            </a:r>
          </a:p>
        </p:txBody>
      </p:sp>
      <p:sp>
        <p:nvSpPr>
          <p:cNvPr name="AutoShape 3" id="3"/>
          <p:cNvSpPr/>
          <p:nvPr>
            <p:ph type="body" sz="quarter" idx="1"/>
          </p:nvPr>
        </p:nvSpPr>
        <p:spPr>
          <a:xfrm>
            <a:off x="2504255" y="2754291"/>
            <a:ext cx="7153377" cy="632353"/>
          </a:xfrm>
          <a:prstGeom prst="rect">
            <a:avLst/>
          </a:prstGeom>
        </p:spPr>
        <p:txBody>
          <a:bodyPr vert="horz" anchor="t" tIns="45720" lIns="91440" bIns="45720" rIns="91440">
            <a:sp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zh-CN" b="true" i="false" sz="32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结论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总结</a:t>
            </a:r>
          </a:p>
        </p:txBody>
      </p:sp>
      <p:cxnSp>
        <p:nvCxnSpPr>
          <p:cNvPr name="Connector 3" id="3"/>
          <p:cNvCxnSpPr/>
          <p:nvPr/>
        </p:nvCxnSpPr>
        <p:spPr>
          <a:xfrm flipV="true">
            <a:off x="666750" y="4451904"/>
            <a:ext cx="926281" cy="1369962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name="Connector 4" id="4"/>
          <p:cNvCxnSpPr/>
          <p:nvPr/>
        </p:nvCxnSpPr>
        <p:spPr>
          <a:xfrm>
            <a:off x="1593031" y="4451904"/>
            <a:ext cx="2693219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name="Connector 5" id="5"/>
          <p:cNvCxnSpPr/>
          <p:nvPr/>
        </p:nvCxnSpPr>
        <p:spPr>
          <a:xfrm flipV="true">
            <a:off x="4286250" y="3081941"/>
            <a:ext cx="926281" cy="1369962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name="Connector 6" id="6"/>
          <p:cNvCxnSpPr/>
          <p:nvPr/>
        </p:nvCxnSpPr>
        <p:spPr>
          <a:xfrm>
            <a:off x="5212531" y="3081941"/>
            <a:ext cx="2693219" cy="0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cxnSp>
        <p:nvCxnSpPr>
          <p:cNvPr name="Connector 7" id="7"/>
          <p:cNvCxnSpPr/>
          <p:nvPr/>
        </p:nvCxnSpPr>
        <p:spPr>
          <a:xfrm flipV="true">
            <a:off x="7905750" y="1711979"/>
            <a:ext cx="926281" cy="1369962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cxnSp>
        <p:nvCxnSpPr>
          <p:cNvPr name="Connector 8" id="8"/>
          <p:cNvCxnSpPr/>
          <p:nvPr/>
        </p:nvCxnSpPr>
        <p:spPr>
          <a:xfrm>
            <a:off x="8832031" y="1711979"/>
            <a:ext cx="2693219" cy="0"/>
          </a:xfrm>
          <a:prstGeom prst="line">
            <a:avLst/>
          </a:prstGeom>
          <a:ln w="9525">
            <a:solidFill>
              <a:schemeClr val="accent3"/>
            </a:solidFill>
          </a:ln>
        </p:spPr>
      </p:cxnSp>
      <p:sp>
        <p:nvSpPr>
          <p:cNvPr name="AutoShape 9" id="9"/>
          <p:cNvSpPr/>
          <p:nvPr/>
        </p:nvSpPr>
        <p:spPr>
          <a:xfrm>
            <a:off x="1491432" y="4350304"/>
            <a:ext cx="203198" cy="2031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5110932" y="2980341"/>
            <a:ext cx="203198" cy="2031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8730432" y="1610379"/>
            <a:ext cx="203198" cy="2031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593031" y="4743684"/>
            <a:ext cx="2693219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AI生成PPT的核心价值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593031" y="5082239"/>
            <a:ext cx="2693219" cy="134652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AI生成PPT的核心价值在于提升效率、降低成本、优化设计，为用户提供智能化、专业化的演示文稿制作解决方案。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1779119" y="3975722"/>
            <a:ext cx="527710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24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5212531" y="3459300"/>
            <a:ext cx="2693219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当前成果与局限性</a:t>
            </a:r>
          </a:p>
        </p:txBody>
      </p:sp>
      <p:sp>
        <p:nvSpPr>
          <p:cNvPr name="AutoShape 16" id="16"/>
          <p:cNvSpPr/>
          <p:nvPr/>
        </p:nvSpPr>
        <p:spPr>
          <a:xfrm>
            <a:off x="5212531" y="3797855"/>
            <a:ext cx="2693219" cy="134652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当前AI生成PPT技术已取得显著成果，但在复杂场景适应性和内容质量控制方面仍存在一定局限性。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5398619" y="2605759"/>
            <a:ext cx="527709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2400" baseline="0" u="none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8832031" y="2089337"/>
            <a:ext cx="2693219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name="AutoShape 19" id="19"/>
          <p:cNvSpPr/>
          <p:nvPr/>
        </p:nvSpPr>
        <p:spPr>
          <a:xfrm>
            <a:off x="8832031" y="2427892"/>
            <a:ext cx="2693219" cy="134652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随着技术的不断进步，AI生成PPT将在更多领域得到应用，为用户提供更智能、更高效的演示文稿制作体验。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9018119" y="1222678"/>
            <a:ext cx="527709" cy="461665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2400" baseline="0" u="none">
                <a:solidFill>
                  <a:schemeClr val="accent3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6DBA90">
                <a:lumMod val="20000"/>
                <a:lumOff val="80000"/>
              </a:srgbClr>
            </a:gs>
            <a:gs pos="50000">
              <a:srgbClr val="FFFFFF"/>
            </a:gs>
            <a:gs pos="100000">
              <a:srgbClr val="6DBA90">
                <a:lumMod val="20000"/>
                <a:lumOff val="8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行动建议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2225268" y="2712545"/>
            <a:ext cx="979128" cy="979948"/>
            <a:chOff x="3287425" y="3613920"/>
            <a:chExt cx="648499" cy="649042"/>
          </a:xfrm>
        </p:grpSpPr>
        <p:sp>
          <p:nvSpPr>
            <p:cNvPr name="AutoShape 4" id="4"/>
            <p:cNvSpPr/>
            <p:nvPr/>
          </p:nvSpPr>
          <p:spPr>
            <a:xfrm>
              <a:off x="3287425" y="3613920"/>
              <a:ext cx="648499" cy="64904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3362252" y="3688810"/>
              <a:ext cx="498845" cy="49926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FFFFFF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2825615" y="2195896"/>
            <a:ext cx="1142742" cy="1629867"/>
            <a:chOff x="3732213" y="2166938"/>
            <a:chExt cx="1679575" cy="2395538"/>
          </a:xfrm>
        </p:grpSpPr>
        <p:sp>
          <p:nvSpPr>
            <p:cNvPr name="Freeform 7" id="7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2647399" y="1687496"/>
            <a:ext cx="1497014" cy="708544"/>
            <a:chOff x="1576436" y="2533941"/>
            <a:chExt cx="1338219" cy="633386"/>
          </a:xfrm>
        </p:grpSpPr>
        <p:grpSp>
          <p:nvGrpSpPr>
            <p:cNvPr name="Group 11" id="11"/>
            <p:cNvGrpSpPr/>
            <p:nvPr/>
          </p:nvGrpSpPr>
          <p:grpSpPr>
            <a:xfrm>
              <a:off x="1576436" y="2533941"/>
              <a:ext cx="1338219" cy="546488"/>
              <a:chOff x="1576436" y="2571750"/>
              <a:chExt cx="1338219" cy="546488"/>
            </a:xfrm>
          </p:grpSpPr>
          <p:sp>
            <p:nvSpPr>
              <p:cNvPr name="Freeform 12" id="12"/>
              <p:cNvSpPr/>
              <p:nvPr/>
            </p:nvSpPr>
            <p:spPr>
              <a:xfrm>
                <a:off x="1576436" y="2571750"/>
                <a:ext cx="670075" cy="539730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3">
                  <a:alpha val="66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3" id="13"/>
              <p:cNvSpPr/>
              <p:nvPr/>
            </p:nvSpPr>
            <p:spPr>
              <a:xfrm>
                <a:off x="2246511" y="2571750"/>
                <a:ext cx="668144" cy="546488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3">
                  <a:alpha val="49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>
              <a:off x="1576436" y="2648839"/>
              <a:ext cx="1338219" cy="518488"/>
              <a:chOff x="1576436" y="2686648"/>
              <a:chExt cx="1338219" cy="518488"/>
            </a:xfrm>
          </p:grpSpPr>
          <p:sp>
            <p:nvSpPr>
              <p:cNvPr name="Freeform 15" id="15"/>
              <p:cNvSpPr/>
              <p:nvPr/>
            </p:nvSpPr>
            <p:spPr>
              <a:xfrm>
                <a:off x="2246511" y="2693406"/>
                <a:ext cx="668144" cy="511729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3">
                  <a:alpha val="57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6" id="16"/>
              <p:cNvSpPr/>
              <p:nvPr/>
            </p:nvSpPr>
            <p:spPr>
              <a:xfrm>
                <a:off x="1576436" y="2686648"/>
                <a:ext cx="670075" cy="518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3">
                  <a:alpha val="31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>
            <a:off x="7867259" y="2712545"/>
            <a:ext cx="979128" cy="979948"/>
            <a:chOff x="5249342" y="1406453"/>
            <a:chExt cx="648499" cy="649042"/>
          </a:xfrm>
        </p:grpSpPr>
        <p:sp>
          <p:nvSpPr>
            <p:cNvPr name="AutoShape 18" id="18"/>
            <p:cNvSpPr/>
            <p:nvPr/>
          </p:nvSpPr>
          <p:spPr>
            <a:xfrm>
              <a:off x="5249342" y="1406453"/>
              <a:ext cx="648499" cy="649042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5324169" y="1481343"/>
              <a:ext cx="498845" cy="49926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FFFFFF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8481742" y="2195896"/>
            <a:ext cx="1142742" cy="1629867"/>
            <a:chOff x="3732213" y="2166938"/>
            <a:chExt cx="1679575" cy="2395538"/>
          </a:xfrm>
        </p:grpSpPr>
        <p:sp>
          <p:nvSpPr>
            <p:cNvPr name="Freeform 21" id="21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24" id="24"/>
          <p:cNvGrpSpPr/>
          <p:nvPr/>
        </p:nvGrpSpPr>
        <p:grpSpPr>
          <a:xfrm>
            <a:off x="8303526" y="1687171"/>
            <a:ext cx="1497014" cy="708544"/>
            <a:chOff x="6533739" y="2526030"/>
            <a:chExt cx="1338219" cy="633386"/>
          </a:xfrm>
        </p:grpSpPr>
        <p:grpSp>
          <p:nvGrpSpPr>
            <p:cNvPr name="Group 25" id="25"/>
            <p:cNvGrpSpPr/>
            <p:nvPr/>
          </p:nvGrpSpPr>
          <p:grpSpPr>
            <a:xfrm>
              <a:off x="6533739" y="2526030"/>
              <a:ext cx="1338219" cy="546488"/>
              <a:chOff x="3470275" y="1419225"/>
              <a:chExt cx="2200275" cy="898525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3470275" y="1419225"/>
                <a:ext cx="1101725" cy="887413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4">
                  <a:alpha val="66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7" id="27"/>
              <p:cNvSpPr/>
              <p:nvPr/>
            </p:nvSpPr>
            <p:spPr>
              <a:xfrm>
                <a:off x="4572000" y="1419225"/>
                <a:ext cx="1098550" cy="89852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4">
                  <a:alpha val="49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>
              <a:off x="6533739" y="2640928"/>
              <a:ext cx="1338219" cy="518488"/>
              <a:chOff x="3470275" y="1608138"/>
              <a:chExt cx="2200275" cy="852488"/>
            </a:xfrm>
          </p:grpSpPr>
          <p:sp>
            <p:nvSpPr>
              <p:cNvPr name="Freeform 29" id="29"/>
              <p:cNvSpPr/>
              <p:nvPr/>
            </p:nvSpPr>
            <p:spPr>
              <a:xfrm>
                <a:off x="4572000" y="1619250"/>
                <a:ext cx="1098550" cy="84137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4">
                  <a:alpha val="57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0" id="30"/>
              <p:cNvSpPr/>
              <p:nvPr/>
            </p:nvSpPr>
            <p:spPr>
              <a:xfrm>
                <a:off x="3470275" y="1608138"/>
                <a:ext cx="1101725" cy="852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4">
                  <a:alpha val="31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>
            <a:off x="5019291" y="2712545"/>
            <a:ext cx="979128" cy="979948"/>
            <a:chOff x="3287425" y="1417883"/>
            <a:chExt cx="648499" cy="649042"/>
          </a:xfrm>
        </p:grpSpPr>
        <p:sp>
          <p:nvSpPr>
            <p:cNvPr name="AutoShape 32" id="32"/>
            <p:cNvSpPr/>
            <p:nvPr/>
          </p:nvSpPr>
          <p:spPr>
            <a:xfrm>
              <a:off x="3287425" y="1417883"/>
              <a:ext cx="648499" cy="64904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33" id="33"/>
            <p:cNvSpPr/>
            <p:nvPr/>
          </p:nvSpPr>
          <p:spPr>
            <a:xfrm>
              <a:off x="3362252" y="1492773"/>
              <a:ext cx="498845" cy="4992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FFFFFF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>
            <a:off x="5618156" y="2197203"/>
            <a:ext cx="1149360" cy="1639303"/>
            <a:chOff x="3732213" y="2166938"/>
            <a:chExt cx="1679575" cy="2395538"/>
          </a:xfrm>
        </p:grpSpPr>
        <p:sp>
          <p:nvSpPr>
            <p:cNvPr name="Freeform 35" id="35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38" id="38"/>
          <p:cNvGrpSpPr/>
          <p:nvPr/>
        </p:nvGrpSpPr>
        <p:grpSpPr>
          <a:xfrm>
            <a:off x="5438907" y="1685532"/>
            <a:ext cx="1505682" cy="712647"/>
            <a:chOff x="3615309" y="1918566"/>
            <a:chExt cx="1913383" cy="905614"/>
          </a:xfrm>
        </p:grpSpPr>
        <p:grpSp>
          <p:nvGrpSpPr>
            <p:cNvPr name="Group 39" id="39"/>
            <p:cNvGrpSpPr/>
            <p:nvPr/>
          </p:nvGrpSpPr>
          <p:grpSpPr>
            <a:xfrm>
              <a:off x="3615309" y="1918566"/>
              <a:ext cx="1913383" cy="781367"/>
              <a:chOff x="3470275" y="1419225"/>
              <a:chExt cx="2200275" cy="898525"/>
            </a:xfrm>
          </p:grpSpPr>
          <p:sp>
            <p:nvSpPr>
              <p:cNvPr name="Freeform 40" id="40"/>
              <p:cNvSpPr/>
              <p:nvPr/>
            </p:nvSpPr>
            <p:spPr>
              <a:xfrm>
                <a:off x="3470275" y="1419225"/>
                <a:ext cx="1101725" cy="887413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1">
                  <a:alpha val="66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1" id="41"/>
              <p:cNvSpPr/>
              <p:nvPr/>
            </p:nvSpPr>
            <p:spPr>
              <a:xfrm>
                <a:off x="4572000" y="1419225"/>
                <a:ext cx="1098550" cy="89852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1">
                  <a:alpha val="49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>
              <a:off x="3615309" y="2082847"/>
              <a:ext cx="1913383" cy="741333"/>
              <a:chOff x="3470275" y="1608138"/>
              <a:chExt cx="2200275" cy="852488"/>
            </a:xfrm>
          </p:grpSpPr>
          <p:sp>
            <p:nvSpPr>
              <p:cNvPr name="Freeform 43" id="43"/>
              <p:cNvSpPr/>
              <p:nvPr/>
            </p:nvSpPr>
            <p:spPr>
              <a:xfrm>
                <a:off x="4572000" y="1619250"/>
                <a:ext cx="1098550" cy="84137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1">
                  <a:alpha val="57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4" id="44"/>
              <p:cNvSpPr/>
              <p:nvPr/>
            </p:nvSpPr>
            <p:spPr>
              <a:xfrm>
                <a:off x="3470275" y="1608138"/>
                <a:ext cx="1101725" cy="852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1">
                  <a:alpha val="31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sp>
        <p:nvSpPr>
          <p:cNvPr name="TextBox 45" id="45"/>
          <p:cNvSpPr txBox="true"/>
          <p:nvPr/>
        </p:nvSpPr>
        <p:spPr>
          <a:xfrm>
            <a:off x="5164703" y="4450246"/>
            <a:ext cx="2054090" cy="1577355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通过学习和借鉴成功案例，用户可以更好地掌握AI生成PPT的使用技巧，提升演示文稿的质量和效果。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>
            <a:off x="5164703" y="4029838"/>
            <a:ext cx="2054090" cy="246221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最佳实践与案例分享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2369940" y="4450246"/>
            <a:ext cx="2054090" cy="1577355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用户可以通过注册相关平台或下载应用程序，输入主题或关键词，即可快速生成PPT，体验智能化制作流程。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>
            <a:off x="2369940" y="4029838"/>
            <a:ext cx="2054090" cy="279400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3"/>
                </a:solidFill>
                <a:latin typeface="微软雅黑"/>
                <a:ea typeface="微软雅黑"/>
              </a:rPr>
              <a:t>如何开始使用AI生成PPT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8026068" y="4450244"/>
            <a:ext cx="2054090" cy="1577355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用户应持续关注AI生成PPT技术的最新进展，及时了解新功能和应用场景，充分利用技术带来的便利。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>
            <a:off x="8026068" y="4029836"/>
            <a:ext cx="2054090" cy="246221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持续关注技术发展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2752">
              <a:srgbClr val="6DBA90">
                <a:lumMod val="20000"/>
                <a:lumOff val="80000"/>
              </a:srgbClr>
            </a:gs>
            <a:gs pos="61000">
              <a:srgbClr val="FFFFFF"/>
            </a:gs>
            <a:gs pos="95000">
              <a:srgbClr val="6DBA90">
                <a:alpha val="68000"/>
                <a:lumMod val="60000"/>
                <a:lumOff val="4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812926" y="1089025"/>
            <a:ext cx="8553449" cy="1590675"/>
          </a:xfr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60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482726" y="3022541"/>
            <a:ext cx="9213849" cy="471747"/>
          </a:xfrm>
          <a:prstGeom prst="roundRect">
            <a:avLst>
              <a:gd name="adj" fmla="val 0"/>
            </a:avLst>
          </a:prstGeom>
        </p:spPr>
        <p:txBody>
          <a:bodyPr anchor="t" rtlCol="false" vert="horz" tIns="45720" lIns="91440" bIns="45720" rIns="91440">
            <a:normAutofit/>
          </a:bodyPr>
          <a:lstStyle/>
          <a:p>
            <a:pPr algn="ctr" indent="0" marL="0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—— </a:t>
            </a:r>
            <a:r>
              <a:rPr lang="zh-CN" b="false" i="false" sz="1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汇报人</a:t>
            </a: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——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6DBA90"/>
      </a:accent1>
      <a:accent2>
        <a:srgbClr val="B7CA33"/>
      </a:accent2>
      <a:accent3>
        <a:srgbClr val="6FB288"/>
      </a:accent3>
      <a:accent4>
        <a:srgbClr val="38896B"/>
      </a:accent4>
      <a:accent5>
        <a:srgbClr val="A2A19A"/>
      </a:accent5>
      <a:accent6>
        <a:srgbClr val="605E5C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