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10" Target="ppt/slideLayouts/slideLayout7.xml" Type="http://schemas.openxmlformats.org/officeDocument/2006/relationships/slideLayou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Relationship Id="rId5" Target="ppt/slideLayouts/slideLayout2.xml" Type="http://schemas.openxmlformats.org/officeDocument/2006/relationships/slideLayout"/><Relationship Id="rId6" Target="ppt/slideLayouts/slideLayout3.xml" Type="http://schemas.openxmlformats.org/officeDocument/2006/relationships/slideLayout"/><Relationship Id="rId7" Target="ppt/slideLayouts/slideLayout4.xml" Type="http://schemas.openxmlformats.org/officeDocument/2006/relationships/slideLayout"/><Relationship Id="rId8" Target="ppt/slideLayouts/slideLayout5.xml" Type="http://schemas.openxmlformats.org/officeDocument/2006/relationships/slideLayout"/><Relationship Id="rId9" Target="ppt/slideLayouts/slideLayout6.xml" Type="http://schemas.openxmlformats.org/officeDocument/2006/relationships/slideLayout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114" d="100"/>
          <a:sy n="114" d="100"/>
        </p:scale>
        <p:origin x="912" y="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2.png" Type="http://schemas.openxmlformats.org/officeDocument/2006/relationships/image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2.png" Type="http://schemas.openxmlformats.org/officeDocument/2006/relationships/image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2.png" Type="http://schemas.openxmlformats.org/officeDocument/2006/relationships/image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gradFill>
          <a:gsLst>
            <a:gs pos="0">
              <a:srgbClr val="AE94FF">
                <a:lumMod val="40000"/>
                <a:lumOff val="60000"/>
              </a:srgbClr>
            </a:gs>
            <a:gs pos="100000">
              <a:srgbClr val="3ED0E8">
                <a:lumMod val="40000"/>
                <a:lumOff val="6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dt" sz="half" idx="10"/>
          </p:nvPr>
        </p:nvSpPr>
        <p:spPr>
          <a:xfrm>
            <a:off x="4718050" y="6409690"/>
            <a:ext cx="2743200" cy="274320"/>
          </a:xfrm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3" id="3"/>
          <p:cNvSpPr/>
          <p:nvPr>
            <p:ph type="ftr" sz="quarter" idx="11"/>
          </p:nvPr>
        </p:nvSpPr>
        <p:spPr>
          <a:xfrm>
            <a:off x="660399" y="6409690"/>
            <a:ext cx="3657600" cy="274320"/>
          </a:xfrm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AutoShape 4" id="4"/>
          <p:cNvSpPr/>
          <p:nvPr>
            <p:ph type="sldNum" sz="quarter" idx="12"/>
          </p:nvPr>
        </p:nvSpPr>
        <p:spPr>
          <a:xfrm>
            <a:off x="7861300" y="6409690"/>
            <a:ext cx="3657600" cy="274320"/>
          </a:xfrm>
        </p:spPr>
        <p:txBody>
          <a:bodyPr vert="horz" anchor="ctr" tIns="45720" lIns="91440" bIns="45720" rIns="91440">
            <a:normAutofit/>
          </a:bodyPr>
          <a:p>
            <a:pPr algn="r" marL="0"/>
            <a:fld type="slidenum" id="{3386411A-70EE-422D-B97C-F56BEE3FF077}">
              <a:rPr lang="en-US" b="false" i="false" sz="1200" baseline="0" u="none">
                <a:solidFill>
                  <a:srgbClr val="2F2F2F">
                    <a:tint val="75000"/>
                  </a:srgbClr>
                </a:solidFill>
                <a:latin typeface="Arial"/>
                <a:ea typeface="Arial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2F2F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r="r" b="b" t="t" l="l"/>
            <a:pathLst>
              <a:path w="12192000" h="6858000" stroke="true" fill="norm" extrusionOk="true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/>
            <a:stretch>
              <a:fillRect t="-4259" l="0" b="-10371" r="0"/>
            </a:stretch>
          </a:blipFill>
          <a:ln cap="flat" cmpd="sng">
            <a:prstDash val="solid"/>
          </a:ln>
        </p:spPr>
        <p:txBody>
          <a:bodyPr vert="horz" anchor="ctr" wrap="square" tIns="45720" lIns="91440" bIns="45720" rIns="91440">
            <a:noAutofit/>
          </a:bodyPr>
          <a:p>
            <a:pPr algn="ctr" marL="0"/>
          </a:p>
        </p:txBody>
      </p:sp>
      <p:sp>
        <p:nvSpPr>
          <p:cNvPr name="AutoShape 3" id="3"/>
          <p:cNvSpPr/>
          <p:nvPr>
            <p:ph type="ctrTitle"/>
          </p:nvPr>
        </p:nvSpPr>
        <p:spPr>
          <a:xfrm>
            <a:off x="1718129" y="1219201"/>
            <a:ext cx="8743042" cy="1880308"/>
          </a:xfrm>
          <a:prstGeom prst="rect">
            <a:avLst/>
          </a:prstGeom>
        </p:spPr>
        <p:txBody>
          <a:bodyPr vert="horz" anchor="b" wrap="square" tIns="45720" lIns="91440" bIns="45720" rIns="91440">
            <a:normAutofit/>
          </a:bodyPr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b="true" i="false" sz="6000" baseline="0" u="none">
                <a:solidFill>
                  <a:srgbClr val="FFFFFF"/>
                </a:solidFill>
                <a:latin typeface="Arial"/>
                <a:ea typeface="Arial"/>
              </a:rPr>
              <a:t>Click to add title</a:t>
            </a:r>
          </a:p>
        </p:txBody>
      </p:sp>
      <p:sp>
        <p:nvSpPr>
          <p:cNvPr name="AutoShape 4" id="4"/>
          <p:cNvSpPr/>
          <p:nvPr>
            <p:ph type="subTitle" sz="quarter" idx="1"/>
          </p:nvPr>
        </p:nvSpPr>
        <p:spPr>
          <a:xfrm>
            <a:off x="3646714" y="3398343"/>
            <a:ext cx="4898572" cy="67978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9D4C"/>
              </a:gs>
              <a:gs pos="100000">
                <a:srgbClr val="3ED0E8"/>
              </a:gs>
            </a:gsLst>
            <a:lin ang="10800000"/>
          </a:gradFill>
        </p:spPr>
        <p:txBody>
          <a:bodyPr vert="horz" anchor="ctr" wrap="square" tIns="45720" lIns="91440" bIns="45720" rIns="91440">
            <a:normAutofit/>
          </a:bodyPr>
          <a:p>
            <a:pPr algn="ctr" indent="0" marL="0">
              <a:lnSpc>
                <a:spcPct val="100000"/>
              </a:lnSpc>
              <a:spcBef>
                <a:spcPts val="1000"/>
              </a:spcBef>
            </a:pPr>
            <a:r>
              <a:rPr lang="en-US" b="false" i="false" sz="2400" baseline="0" u="none">
                <a:solidFill>
                  <a:srgbClr val="FFFFFF"/>
                </a:solidFill>
                <a:latin typeface="Arial"/>
                <a:ea typeface="Arial"/>
              </a:rPr>
              <a:t>Click to add subtitle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bg>
      <p:bgPr>
        <a:gradFill>
          <a:gsLst>
            <a:gs pos="0">
              <a:srgbClr val="AE94FF">
                <a:lumMod val="40000"/>
                <a:lumOff val="60000"/>
              </a:srgbClr>
            </a:gs>
            <a:gs pos="100000">
              <a:srgbClr val="3ED0E8">
                <a:lumMod val="40000"/>
                <a:lumOff val="6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0400" y="128587"/>
            <a:ext cx="10858500" cy="900112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b="true" i="false" sz="2800" baseline="0" u="none">
                <a:solidFill>
                  <a:srgbClr val="2F2F2F"/>
                </a:solidFill>
                <a:latin typeface="Arial"/>
                <a:ea typeface="Arial"/>
              </a:rPr>
              <a:t>Click to add title</a:t>
            </a:r>
          </a:p>
        </p:txBody>
      </p:sp>
      <p:sp>
        <p:nvSpPr>
          <p:cNvPr name="AutoShape 3" id="3"/>
          <p:cNvSpPr/>
          <p:nvPr>
            <p:ph type="obj" idx="1"/>
          </p:nvPr>
        </p:nvSpPr>
        <p:spPr>
          <a:xfrm>
            <a:off x="660400" y="1130300"/>
            <a:ext cx="10858500" cy="5003800"/>
          </a:xfrm>
        </p:spPr>
        <p:txBody>
          <a:bodyPr vert="horz" anchor="t" tIns="45720" lIns="91440" bIns="45720" rIns="91440">
            <a:normAutofit/>
          </a:bodyPr>
          <a:p>
            <a:pPr algn="l" indent="-228600" marL="228600">
              <a:lnSpc>
                <a:spcPct val="120000"/>
              </a:lnSpc>
              <a:spcBef>
                <a:spcPts val="1000"/>
              </a:spcBef>
            </a:pPr>
            <a:r>
              <a:rPr lang="en-US" b="false" i="false" sz="1800" baseline="0" u="none">
                <a:solidFill>
                  <a:srgbClr val="2F2F2F"/>
                </a:solidFill>
                <a:latin typeface="Arial"/>
                <a:ea typeface="Arial"/>
              </a:rPr>
              <a:t>Click to add text</a:t>
            </a:r>
          </a:p>
          <a:p>
            <a:pPr algn="l" indent="-228600" lvl="1" marL="685800">
              <a:lnSpc>
                <a:spcPct val="120000"/>
              </a:lnSpc>
              <a:spcBef>
                <a:spcPts val="500"/>
              </a:spcBef>
            </a:pPr>
            <a:r>
              <a:rPr lang="en-US" b="false" i="false" sz="1600" baseline="0" u="none">
                <a:solidFill>
                  <a:srgbClr val="2F2F2F"/>
                </a:solidFill>
                <a:latin typeface="Arial"/>
                <a:ea typeface="Arial"/>
              </a:rPr>
              <a:t>Second level</a:t>
            </a:r>
          </a:p>
          <a:p>
            <a:pPr algn="l" indent="-228600" lvl="2" marL="1143000">
              <a:lnSpc>
                <a:spcPct val="120000"/>
              </a:lnSpc>
              <a:spcBef>
                <a:spcPts val="500"/>
              </a:spcBef>
            </a:pPr>
            <a:r>
              <a:rPr lang="en-US" b="false" i="false" sz="1400" baseline="0" u="none">
                <a:solidFill>
                  <a:srgbClr val="2F2F2F"/>
                </a:solidFill>
                <a:latin typeface="Arial"/>
                <a:ea typeface="Arial"/>
              </a:rPr>
              <a:t>Third level</a:t>
            </a:r>
          </a:p>
          <a:p>
            <a:pPr algn="l" indent="-228600" lvl="3" marL="1600200">
              <a:lnSpc>
                <a:spcPct val="120000"/>
              </a:lnSpc>
              <a:spcBef>
                <a:spcPts val="500"/>
              </a:spcBef>
            </a:pPr>
            <a:r>
              <a:rPr lang="en-US" b="false" i="false" sz="1200" baseline="0" u="none">
                <a:solidFill>
                  <a:srgbClr val="2F2F2F"/>
                </a:solidFill>
                <a:latin typeface="Arial"/>
                <a:ea typeface="Arial"/>
              </a:rPr>
              <a:t>Fourth level</a:t>
            </a:r>
          </a:p>
          <a:p>
            <a:pPr algn="l" indent="-228600" lvl="4" marL="2057400">
              <a:lnSpc>
                <a:spcPct val="120000"/>
              </a:lnSpc>
              <a:spcBef>
                <a:spcPts val="500"/>
              </a:spcBef>
            </a:pPr>
            <a:r>
              <a:rPr lang="en-US" b="false" i="false" sz="1200" baseline="0" u="none">
                <a:solidFill>
                  <a:srgbClr val="2F2F2F"/>
                </a:solidFill>
                <a:latin typeface="Arial"/>
                <a:ea typeface="Arial"/>
              </a:rPr>
              <a:t>Fifth level</a:t>
            </a:r>
          </a:p>
        </p:txBody>
      </p:sp>
      <p:sp>
        <p:nvSpPr>
          <p:cNvPr name="AutoShape 4" id="4"/>
          <p:cNvSpPr/>
          <p:nvPr>
            <p:ph type="dt" sz="half" idx="10"/>
          </p:nvPr>
        </p:nvSpPr>
        <p:spPr>
          <a:xfrm>
            <a:off x="4718050" y="6409690"/>
            <a:ext cx="2743200" cy="274320"/>
          </a:xfrm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5" id="5"/>
          <p:cNvSpPr/>
          <p:nvPr>
            <p:ph type="ftr" sz="quarter" idx="11"/>
          </p:nvPr>
        </p:nvSpPr>
        <p:spPr>
          <a:xfrm>
            <a:off x="660399" y="6409690"/>
            <a:ext cx="3657600" cy="274320"/>
          </a:xfrm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AutoShape 6" id="6"/>
          <p:cNvSpPr/>
          <p:nvPr>
            <p:ph type="sldNum" sz="quarter" idx="12"/>
          </p:nvPr>
        </p:nvSpPr>
        <p:spPr>
          <a:xfrm>
            <a:off x="7861300" y="6409690"/>
            <a:ext cx="3657600" cy="274320"/>
          </a:xfrm>
        </p:spPr>
        <p:txBody>
          <a:bodyPr vert="horz" anchor="ctr" tIns="45720" lIns="91440" bIns="45720" rIns="91440">
            <a:normAutofit/>
          </a:bodyPr>
          <a:p>
            <a:pPr algn="r" marL="0"/>
            <a:fld type="slidenum" id="{3386411A-70EE-422D-B97C-F56BEE3FF077}">
              <a:rPr lang="en-US" b="false" i="false" sz="1200" baseline="0" u="none">
                <a:solidFill>
                  <a:srgbClr val="2F2F2F">
                    <a:tint val="75000"/>
                  </a:srgbClr>
                </a:solidFill>
                <a:latin typeface="Arial"/>
                <a:ea typeface="Arial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showMasterSp="false">
  <p:cSld name="Agenda">
    <p:bg>
      <p:bgPr>
        <a:gradFill>
          <a:gsLst>
            <a:gs pos="0">
              <a:srgbClr val="AE94FF">
                <a:lumMod val="40000"/>
                <a:lumOff val="60000"/>
              </a:srgbClr>
            </a:gs>
            <a:gs pos="100000">
              <a:srgbClr val="3ED0E8">
                <a:lumMod val="40000"/>
                <a:lumOff val="6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1328414" y="1500189"/>
            <a:ext cx="2061861" cy="864515"/>
          </a:xfrm>
          <a:prstGeom prst="rect">
            <a:avLst/>
          </a:prstGeom>
          <a:noFill/>
        </p:spPr>
        <p:txBody>
          <a:bodyPr vert="horz" anchor="t" tIns="45720" lIns="91440" bIns="45720" rIns="91440">
            <a:normAutofit/>
          </a:bodyPr>
          <a:p>
            <a:pPr algn="r">
              <a:lnSpc>
                <a:spcPct val="100000"/>
              </a:lnSpc>
              <a:spcBef>
                <a:spcPct val="0"/>
              </a:spcBef>
            </a:pPr>
            <a:r>
              <a:rPr lang="en-US" b="true" i="false" sz="2800" baseline="0" u="none">
                <a:solidFill>
                  <a:srgbClr val="2F2F2F"/>
                </a:solidFill>
                <a:latin typeface="Arial"/>
                <a:ea typeface="Arial"/>
              </a:rPr>
              <a:t>Agenda</a:t>
            </a:r>
          </a:p>
        </p:txBody>
      </p:sp>
      <p:sp>
        <p:nvSpPr>
          <p:cNvPr name="AutoShape 3" id="3"/>
          <p:cNvSpPr/>
          <p:nvPr>
            <p:ph type="obj" sz="quarter" idx="1"/>
          </p:nvPr>
        </p:nvSpPr>
        <p:spPr>
          <a:xfrm>
            <a:off x="3638391" y="1500189"/>
            <a:ext cx="7880509" cy="4633912"/>
          </a:xfrm>
        </p:spPr>
        <p:txBody>
          <a:bodyPr vert="horz" anchor="t" tIns="45720" lIns="91440" bIns="45720" rIns="91440">
            <a:normAutofit/>
          </a:bodyPr>
          <a:p>
            <a:pPr algn="l" indent="-342900" marL="342900">
              <a:lnSpc>
                <a:spcPct val="100000"/>
              </a:lnSpc>
              <a:spcBef>
                <a:spcPts val="1000"/>
              </a:spcBef>
            </a:pPr>
            <a:r>
              <a:rPr lang="en-US" b="false" i="false" sz="1800" baseline="0" u="none">
                <a:solidFill>
                  <a:srgbClr val="2F2F2F"/>
                </a:solidFill>
                <a:latin typeface="Arial"/>
                <a:ea typeface="Arial"/>
              </a:rPr>
              <a:t>Click to add text</a:t>
            </a:r>
          </a:p>
          <a:p>
            <a:pPr algn="l" indent="-342900" lvl="1" marL="800100">
              <a:lnSpc>
                <a:spcPct val="100000"/>
              </a:lnSpc>
              <a:spcBef>
                <a:spcPts val="500"/>
              </a:spcBef>
            </a:pPr>
            <a:r>
              <a:rPr lang="en-US" b="false" i="false" sz="1600" baseline="0" u="none">
                <a:solidFill>
                  <a:srgbClr val="2F2F2F"/>
                </a:solidFill>
                <a:latin typeface="Arial"/>
                <a:ea typeface="Arial"/>
              </a:rPr>
              <a:t>Second level</a:t>
            </a:r>
          </a:p>
          <a:p>
            <a:pPr algn="l" indent="-342900" lvl="2" marL="1257300">
              <a:lnSpc>
                <a:spcPct val="100000"/>
              </a:lnSpc>
              <a:spcBef>
                <a:spcPts val="500"/>
              </a:spcBef>
            </a:pPr>
            <a:r>
              <a:rPr lang="en-US" b="false" i="false" sz="1400" baseline="0" u="none">
                <a:solidFill>
                  <a:srgbClr val="2F2F2F"/>
                </a:solidFill>
                <a:latin typeface="Arial"/>
                <a:ea typeface="Arial"/>
              </a:rPr>
              <a:t>Third level</a:t>
            </a:r>
          </a:p>
          <a:p>
            <a:pPr algn="l" indent="-228600" lvl="3" marL="1600200">
              <a:lnSpc>
                <a:spcPct val="100000"/>
              </a:lnSpc>
              <a:spcBef>
                <a:spcPts val="500"/>
              </a:spcBef>
            </a:pPr>
            <a:r>
              <a:rPr lang="en-US" b="false" i="false" sz="1200" baseline="0" u="none">
                <a:solidFill>
                  <a:srgbClr val="2F2F2F"/>
                </a:solidFill>
                <a:latin typeface="Arial"/>
                <a:ea typeface="Arial"/>
              </a:rPr>
              <a:t>Fourth level</a:t>
            </a:r>
          </a:p>
          <a:p>
            <a:pPr algn="l" indent="-228600" lvl="4" marL="2057400">
              <a:lnSpc>
                <a:spcPct val="100000"/>
              </a:lnSpc>
              <a:spcBef>
                <a:spcPts val="500"/>
              </a:spcBef>
            </a:pPr>
            <a:r>
              <a:rPr lang="en-US" b="false" i="false" sz="1200" baseline="0" u="none">
                <a:solidFill>
                  <a:srgbClr val="2F2F2F"/>
                </a:solidFill>
                <a:latin typeface="Arial"/>
                <a:ea typeface="Arial"/>
              </a:rPr>
              <a:t>Fifth level</a:t>
            </a:r>
          </a:p>
        </p:txBody>
      </p:sp>
      <p:sp>
        <p:nvSpPr>
          <p:cNvPr name="AutoShape 4" id="4"/>
          <p:cNvSpPr/>
          <p:nvPr>
            <p:ph type="dt" sz="half" idx="10"/>
          </p:nvPr>
        </p:nvSpPr>
        <p:spPr>
          <a:xfrm>
            <a:off x="4718050" y="6409690"/>
            <a:ext cx="2743200" cy="274320"/>
          </a:xfrm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5" id="5"/>
          <p:cNvSpPr/>
          <p:nvPr>
            <p:ph type="ftr" sz="quarter" idx="11"/>
          </p:nvPr>
        </p:nvSpPr>
        <p:spPr>
          <a:xfrm>
            <a:off x="660399" y="6409690"/>
            <a:ext cx="3657600" cy="274320"/>
          </a:xfrm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AutoShape 6" id="6"/>
          <p:cNvSpPr/>
          <p:nvPr>
            <p:ph type="sldNum" sz="quarter" idx="12"/>
          </p:nvPr>
        </p:nvSpPr>
        <p:spPr>
          <a:xfrm>
            <a:off x="7861300" y="6409690"/>
            <a:ext cx="3657600" cy="274320"/>
          </a:xfrm>
        </p:spPr>
        <p:txBody>
          <a:bodyPr vert="horz" anchor="ctr" tIns="45720" lIns="91440" bIns="45720" rIns="91440">
            <a:normAutofit/>
          </a:bodyPr>
          <a:p>
            <a:pPr algn="r" marL="0"/>
            <a:fld type="slidenum" id="{3386411A-70EE-422D-B97C-F56BEE3FF077}">
              <a:rPr lang="en-US" b="false" i="false" sz="1200" baseline="0" u="none">
                <a:solidFill>
                  <a:srgbClr val="2F2F2F">
                    <a:tint val="75000"/>
                  </a:srgbClr>
                </a:solidFill>
                <a:latin typeface="Arial"/>
                <a:ea typeface="Arial"/>
              </a:rPr>
              <a:t>‹#›</a:t>
            </a:fld>
          </a:p>
        </p:txBody>
      </p:sp>
      <p:cxnSp>
        <p:nvCxnSpPr>
          <p:cNvPr name="Connector 7" id="7"/>
          <p:cNvCxnSpPr/>
          <p:nvPr/>
        </p:nvCxnSpPr>
        <p:spPr>
          <a:xfrm>
            <a:off x="3514333" y="1500188"/>
            <a:ext cx="0" cy="4633913"/>
          </a:xfrm>
          <a:prstGeom prst="line">
            <a:avLst/>
          </a:prstGeom>
          <a:solidFill>
            <a:srgbClr val="FFCC00"/>
          </a:solidFill>
          <a:ln w="3175" cap="flat">
            <a:solidFill>
              <a:srgbClr val="778495">
                <a:alpha val="50000"/>
              </a:srgbClr>
            </a:solidFill>
            <a:prstDash val="solid"/>
          </a:ln>
        </p:spPr>
      </p:cxnSp>
      <p:sp>
        <p:nvSpPr>
          <p:cNvPr name="Freeform 8" id="8"/>
          <p:cNvSpPr/>
          <p:nvPr/>
        </p:nvSpPr>
        <p:spPr>
          <a:xfrm>
            <a:off x="2519770" y="5219207"/>
            <a:ext cx="870506" cy="915667"/>
          </a:xfrm>
          <a:custGeom>
            <a:avLst/>
            <a:gdLst/>
            <a:ahLst/>
            <a:cxnLst/>
            <a:rect r="r" b="b" t="t" l="l"/>
            <a:pathLst>
              <a:path w="5127" h="5401" stroke="true" fill="norm" extrusionOk="true">
                <a:moveTo>
                  <a:pt x="3473" y="1608"/>
                </a:moveTo>
                <a:cubicBezTo>
                  <a:pt x="3473" y="1674"/>
                  <a:pt x="3419" y="1728"/>
                  <a:pt x="3353" y="1728"/>
                </a:cubicBezTo>
                <a:lnTo>
                  <a:pt x="2303" y="1728"/>
                </a:lnTo>
                <a:cubicBezTo>
                  <a:pt x="2236" y="1728"/>
                  <a:pt x="2183" y="1674"/>
                  <a:pt x="2183" y="1608"/>
                </a:cubicBezTo>
                <a:cubicBezTo>
                  <a:pt x="2183" y="1542"/>
                  <a:pt x="2236" y="1488"/>
                  <a:pt x="2303" y="1488"/>
                </a:cubicBezTo>
                <a:lnTo>
                  <a:pt x="3353" y="1488"/>
                </a:lnTo>
                <a:cubicBezTo>
                  <a:pt x="3419" y="1488"/>
                  <a:pt x="3473" y="1542"/>
                  <a:pt x="3473" y="1608"/>
                </a:cubicBezTo>
                <a:close/>
                <a:moveTo>
                  <a:pt x="3103" y="2231"/>
                </a:moveTo>
                <a:cubicBezTo>
                  <a:pt x="3170" y="2231"/>
                  <a:pt x="3223" y="2178"/>
                  <a:pt x="3223" y="2111"/>
                </a:cubicBezTo>
                <a:cubicBezTo>
                  <a:pt x="3223" y="2045"/>
                  <a:pt x="3170" y="1991"/>
                  <a:pt x="3103" y="1991"/>
                </a:cubicBezTo>
                <a:lnTo>
                  <a:pt x="2552" y="1991"/>
                </a:lnTo>
                <a:cubicBezTo>
                  <a:pt x="2486" y="1991"/>
                  <a:pt x="2432" y="2045"/>
                  <a:pt x="2432" y="2111"/>
                </a:cubicBezTo>
                <a:cubicBezTo>
                  <a:pt x="2432" y="2178"/>
                  <a:pt x="2486" y="2231"/>
                  <a:pt x="2552" y="2231"/>
                </a:cubicBezTo>
                <a:lnTo>
                  <a:pt x="3103" y="2231"/>
                </a:lnTo>
                <a:close/>
                <a:moveTo>
                  <a:pt x="3473" y="2768"/>
                </a:moveTo>
                <a:cubicBezTo>
                  <a:pt x="3473" y="2701"/>
                  <a:pt x="3419" y="2648"/>
                  <a:pt x="3353" y="2648"/>
                </a:cubicBezTo>
                <a:lnTo>
                  <a:pt x="2303" y="2648"/>
                </a:lnTo>
                <a:cubicBezTo>
                  <a:pt x="2236" y="2648"/>
                  <a:pt x="2183" y="2701"/>
                  <a:pt x="2183" y="2768"/>
                </a:cubicBezTo>
                <a:cubicBezTo>
                  <a:pt x="2183" y="2834"/>
                  <a:pt x="2236" y="2888"/>
                  <a:pt x="2303" y="2888"/>
                </a:cubicBezTo>
                <a:lnTo>
                  <a:pt x="3353" y="2888"/>
                </a:lnTo>
                <a:cubicBezTo>
                  <a:pt x="3419" y="2888"/>
                  <a:pt x="3473" y="2834"/>
                  <a:pt x="3473" y="2768"/>
                </a:cubicBezTo>
                <a:close/>
                <a:moveTo>
                  <a:pt x="2552" y="3151"/>
                </a:moveTo>
                <a:cubicBezTo>
                  <a:pt x="2486" y="3151"/>
                  <a:pt x="2432" y="3205"/>
                  <a:pt x="2432" y="3271"/>
                </a:cubicBezTo>
                <a:cubicBezTo>
                  <a:pt x="2432" y="3338"/>
                  <a:pt x="2486" y="3391"/>
                  <a:pt x="2552" y="3391"/>
                </a:cubicBezTo>
                <a:lnTo>
                  <a:pt x="3103" y="3391"/>
                </a:lnTo>
                <a:cubicBezTo>
                  <a:pt x="3170" y="3391"/>
                  <a:pt x="3223" y="3338"/>
                  <a:pt x="3223" y="3271"/>
                </a:cubicBezTo>
                <a:cubicBezTo>
                  <a:pt x="3223" y="3205"/>
                  <a:pt x="3170" y="3151"/>
                  <a:pt x="3103" y="3151"/>
                </a:cubicBezTo>
                <a:lnTo>
                  <a:pt x="2552" y="3151"/>
                </a:lnTo>
                <a:close/>
                <a:moveTo>
                  <a:pt x="4448" y="700"/>
                </a:moveTo>
                <a:lnTo>
                  <a:pt x="4448" y="1442"/>
                </a:lnTo>
                <a:cubicBezTo>
                  <a:pt x="4448" y="1509"/>
                  <a:pt x="4501" y="1562"/>
                  <a:pt x="4568" y="1562"/>
                </a:cubicBezTo>
                <a:cubicBezTo>
                  <a:pt x="4634" y="1562"/>
                  <a:pt x="4688" y="1509"/>
                  <a:pt x="4688" y="1442"/>
                </a:cubicBezTo>
                <a:lnTo>
                  <a:pt x="4688" y="700"/>
                </a:lnTo>
                <a:cubicBezTo>
                  <a:pt x="4688" y="314"/>
                  <a:pt x="4374" y="0"/>
                  <a:pt x="3988" y="0"/>
                </a:cubicBezTo>
                <a:lnTo>
                  <a:pt x="604" y="0"/>
                </a:lnTo>
                <a:cubicBezTo>
                  <a:pt x="271" y="0"/>
                  <a:pt x="0" y="271"/>
                  <a:pt x="0" y="604"/>
                </a:cubicBezTo>
                <a:lnTo>
                  <a:pt x="0" y="1672"/>
                </a:lnTo>
                <a:cubicBezTo>
                  <a:pt x="0" y="1738"/>
                  <a:pt x="53" y="1792"/>
                  <a:pt x="120" y="1792"/>
                </a:cubicBezTo>
                <a:lnTo>
                  <a:pt x="566" y="1792"/>
                </a:lnTo>
                <a:cubicBezTo>
                  <a:pt x="632" y="1792"/>
                  <a:pt x="686" y="1738"/>
                  <a:pt x="686" y="1672"/>
                </a:cubicBezTo>
                <a:cubicBezTo>
                  <a:pt x="686" y="1606"/>
                  <a:pt x="632" y="1552"/>
                  <a:pt x="566" y="1552"/>
                </a:cubicBezTo>
                <a:lnTo>
                  <a:pt x="240" y="1552"/>
                </a:lnTo>
                <a:lnTo>
                  <a:pt x="240" y="604"/>
                </a:lnTo>
                <a:cubicBezTo>
                  <a:pt x="240" y="403"/>
                  <a:pt x="403" y="240"/>
                  <a:pt x="604" y="240"/>
                </a:cubicBezTo>
                <a:cubicBezTo>
                  <a:pt x="805" y="240"/>
                  <a:pt x="968" y="403"/>
                  <a:pt x="968" y="604"/>
                </a:cubicBezTo>
                <a:lnTo>
                  <a:pt x="968" y="4179"/>
                </a:lnTo>
                <a:cubicBezTo>
                  <a:pt x="968" y="4565"/>
                  <a:pt x="1282" y="4879"/>
                  <a:pt x="1668" y="4879"/>
                </a:cubicBezTo>
                <a:lnTo>
                  <a:pt x="3904" y="4879"/>
                </a:lnTo>
                <a:cubicBezTo>
                  <a:pt x="3970" y="4879"/>
                  <a:pt x="4024" y="4825"/>
                  <a:pt x="4024" y="4759"/>
                </a:cubicBezTo>
                <a:cubicBezTo>
                  <a:pt x="4024" y="4693"/>
                  <a:pt x="3970" y="4639"/>
                  <a:pt x="3904" y="4639"/>
                </a:cubicBezTo>
                <a:lnTo>
                  <a:pt x="1668" y="4639"/>
                </a:lnTo>
                <a:cubicBezTo>
                  <a:pt x="1415" y="4639"/>
                  <a:pt x="1208" y="4433"/>
                  <a:pt x="1208" y="4179"/>
                </a:cubicBezTo>
                <a:lnTo>
                  <a:pt x="1208" y="604"/>
                </a:lnTo>
                <a:cubicBezTo>
                  <a:pt x="1208" y="468"/>
                  <a:pt x="1163" y="341"/>
                  <a:pt x="1086" y="240"/>
                </a:cubicBezTo>
                <a:lnTo>
                  <a:pt x="3988" y="240"/>
                </a:lnTo>
                <a:cubicBezTo>
                  <a:pt x="4241" y="240"/>
                  <a:pt x="4448" y="446"/>
                  <a:pt x="4448" y="700"/>
                </a:cubicBezTo>
                <a:close/>
                <a:moveTo>
                  <a:pt x="4787" y="2000"/>
                </a:moveTo>
                <a:lnTo>
                  <a:pt x="4568" y="2000"/>
                </a:lnTo>
                <a:cubicBezTo>
                  <a:pt x="4501" y="2000"/>
                  <a:pt x="4448" y="2054"/>
                  <a:pt x="4448" y="2120"/>
                </a:cubicBezTo>
                <a:cubicBezTo>
                  <a:pt x="4448" y="2187"/>
                  <a:pt x="4501" y="2240"/>
                  <a:pt x="4568" y="2240"/>
                </a:cubicBezTo>
                <a:lnTo>
                  <a:pt x="4787" y="2240"/>
                </a:lnTo>
                <a:cubicBezTo>
                  <a:pt x="4842" y="2240"/>
                  <a:pt x="4887" y="2285"/>
                  <a:pt x="4887" y="2340"/>
                </a:cubicBezTo>
                <a:lnTo>
                  <a:pt x="4887" y="3718"/>
                </a:lnTo>
                <a:cubicBezTo>
                  <a:pt x="4887" y="3785"/>
                  <a:pt x="4941" y="3838"/>
                  <a:pt x="5007" y="3838"/>
                </a:cubicBezTo>
                <a:cubicBezTo>
                  <a:pt x="5073" y="3838"/>
                  <a:pt x="5127" y="3785"/>
                  <a:pt x="5127" y="3718"/>
                </a:cubicBezTo>
                <a:lnTo>
                  <a:pt x="5127" y="2340"/>
                </a:lnTo>
                <a:cubicBezTo>
                  <a:pt x="5127" y="2153"/>
                  <a:pt x="4975" y="2000"/>
                  <a:pt x="4787" y="2000"/>
                </a:cubicBezTo>
                <a:close/>
                <a:moveTo>
                  <a:pt x="4568" y="5139"/>
                </a:moveTo>
                <a:cubicBezTo>
                  <a:pt x="4501" y="5139"/>
                  <a:pt x="4448" y="5193"/>
                  <a:pt x="4448" y="5259"/>
                </a:cubicBezTo>
                <a:lnTo>
                  <a:pt x="4448" y="5281"/>
                </a:lnTo>
                <a:cubicBezTo>
                  <a:pt x="4448" y="5347"/>
                  <a:pt x="4501" y="5401"/>
                  <a:pt x="4568" y="5401"/>
                </a:cubicBezTo>
                <a:cubicBezTo>
                  <a:pt x="4634" y="5401"/>
                  <a:pt x="4688" y="5347"/>
                  <a:pt x="4688" y="5281"/>
                </a:cubicBezTo>
                <a:lnTo>
                  <a:pt x="4688" y="5259"/>
                </a:lnTo>
                <a:cubicBezTo>
                  <a:pt x="4688" y="5193"/>
                  <a:pt x="4634" y="5139"/>
                  <a:pt x="4568" y="5139"/>
                </a:cubicBezTo>
                <a:close/>
                <a:moveTo>
                  <a:pt x="4568" y="2439"/>
                </a:moveTo>
                <a:cubicBezTo>
                  <a:pt x="4501" y="2439"/>
                  <a:pt x="4448" y="2492"/>
                  <a:pt x="4448" y="2559"/>
                </a:cubicBezTo>
                <a:lnTo>
                  <a:pt x="4448" y="4854"/>
                </a:lnTo>
                <a:cubicBezTo>
                  <a:pt x="4448" y="4920"/>
                  <a:pt x="4501" y="4974"/>
                  <a:pt x="4568" y="4974"/>
                </a:cubicBezTo>
                <a:cubicBezTo>
                  <a:pt x="4634" y="4974"/>
                  <a:pt x="4688" y="4920"/>
                  <a:pt x="4688" y="4854"/>
                </a:cubicBezTo>
                <a:lnTo>
                  <a:pt x="4688" y="2559"/>
                </a:lnTo>
                <a:cubicBezTo>
                  <a:pt x="4688" y="2492"/>
                  <a:pt x="4634" y="2439"/>
                  <a:pt x="4568" y="2439"/>
                </a:cubicBezTo>
                <a:close/>
              </a:path>
            </a:pathLst>
          </a:custGeom>
          <a:solidFill>
            <a:srgbClr val="778495">
              <a:alpha val="15000"/>
            </a:srgbClr>
          </a:solidFill>
        </p:spPr>
        <p:txBody>
          <a:bodyPr vert="horz" anchor="t" tIns="45720" lIns="91440" bIns="45720" rIns="91440">
            <a:normAutofit/>
          </a:bodyPr>
          <a:p>
            <a:pPr algn="l" marL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bg>
      <p:bgPr>
        <a:solidFill>
          <a:srgbClr val="2F2F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>
            <a:off x="0" y="0"/>
            <a:ext cx="12192000" cy="6858000"/>
          </a:xfrm>
          <a:custGeom>
            <a:avLst/>
            <a:gdLst/>
            <a:ahLst/>
            <a:cxnLst/>
            <a:rect r="r" b="b" t="t" l="l"/>
            <a:pathLst>
              <a:path w="12192000" h="6858000" stroke="true" fill="norm" extrusionOk="true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/>
            <a:stretch>
              <a:fillRect t="-4259" l="0" b="-10371" r="0"/>
            </a:stretch>
          </a:blipFill>
          <a:ln cap="flat" cmpd="sng">
            <a:prstDash val="solid"/>
          </a:ln>
        </p:spPr>
        <p:txBody>
          <a:bodyPr vert="horz" anchor="ctr" wrap="square" tIns="45720" lIns="91440" bIns="45720" rIns="91440">
            <a:noAutofit/>
          </a:bodyPr>
          <a:p>
            <a:pPr algn="ctr" marL="0"/>
          </a:p>
        </p:txBody>
      </p:sp>
      <p:sp>
        <p:nvSpPr>
          <p:cNvPr name="AutoShape 3" id="3"/>
          <p:cNvSpPr/>
          <p:nvPr>
            <p:ph type="title"/>
          </p:nvPr>
        </p:nvSpPr>
        <p:spPr>
          <a:xfrm>
            <a:off x="3048000" y="1795008"/>
            <a:ext cx="6083300" cy="1256906"/>
          </a:xfrm>
          <a:prstGeom prst="rect">
            <a:avLst/>
          </a:prstGeom>
        </p:spPr>
        <p:txBody>
          <a:bodyPr vert="horz" anchor="b" tIns="45720" lIns="91440" bIns="45720" rIns="91440">
            <a:normAutofit/>
          </a:bodyPr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b="true" i="false" sz="3200" baseline="0" u="none">
                <a:solidFill>
                  <a:srgbClr val="FFFFFF"/>
                </a:solidFill>
                <a:latin typeface="Arial"/>
                <a:ea typeface="Arial"/>
              </a:rPr>
              <a:t>Click to add title</a:t>
            </a:r>
          </a:p>
        </p:txBody>
      </p:sp>
      <p:sp>
        <p:nvSpPr>
          <p:cNvPr name="AutoShape 4" id="4"/>
          <p:cNvSpPr/>
          <p:nvPr>
            <p:ph type="body" sz="quarter" idx="1"/>
          </p:nvPr>
        </p:nvSpPr>
        <p:spPr>
          <a:xfrm>
            <a:off x="3048000" y="3063769"/>
            <a:ext cx="6083300" cy="1783154"/>
          </a:xfrm>
          <a:prstGeom prst="rect">
            <a:avLst/>
          </a:prstGeom>
        </p:spPr>
        <p:txBody>
          <a:bodyPr vert="horz" anchor="t" tIns="45720" lIns="91440" bIns="45720" rIns="91440">
            <a:normAutofit/>
          </a:bodyPr>
          <a:p>
            <a:pPr algn="ctr" indent="0" marL="0">
              <a:lnSpc>
                <a:spcPct val="120000"/>
              </a:lnSpc>
              <a:spcBef>
                <a:spcPts val="1000"/>
              </a:spcBef>
            </a:pPr>
            <a:r>
              <a:rPr lang="en-US" b="false" i="false" sz="2000" baseline="0" u="none">
                <a:solidFill>
                  <a:srgbClr val="FFFFFF"/>
                </a:solidFill>
                <a:latin typeface="Arial"/>
                <a:ea typeface="Arial"/>
              </a:rPr>
              <a:t>Click to add text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bg>
      <p:bgPr>
        <a:gradFill>
          <a:gsLst>
            <a:gs pos="0">
              <a:srgbClr val="AE94FF">
                <a:lumMod val="40000"/>
                <a:lumOff val="60000"/>
              </a:srgbClr>
            </a:gs>
            <a:gs pos="100000">
              <a:srgbClr val="3ED0E8">
                <a:lumMod val="40000"/>
                <a:lumOff val="6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0400" y="128587"/>
            <a:ext cx="10858500" cy="900112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b="true" i="false" sz="2800" baseline="0" u="none">
                <a:solidFill>
                  <a:srgbClr val="2F2F2F"/>
                </a:solidFill>
                <a:latin typeface="Arial"/>
                <a:ea typeface="Arial"/>
              </a:rPr>
              <a:t>Click to add title</a:t>
            </a:r>
          </a:p>
        </p:txBody>
      </p:sp>
      <p:sp>
        <p:nvSpPr>
          <p:cNvPr name="AutoShape 3" id="3"/>
          <p:cNvSpPr/>
          <p:nvPr>
            <p:ph type="dt" sz="half" idx="10"/>
          </p:nvPr>
        </p:nvSpPr>
        <p:spPr>
          <a:xfrm>
            <a:off x="4718050" y="6409690"/>
            <a:ext cx="2743200" cy="274320"/>
          </a:xfrm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4" id="4"/>
          <p:cNvSpPr/>
          <p:nvPr>
            <p:ph type="ftr" sz="quarter" idx="11"/>
          </p:nvPr>
        </p:nvSpPr>
        <p:spPr>
          <a:xfrm>
            <a:off x="660399" y="6409690"/>
            <a:ext cx="3657600" cy="274320"/>
          </a:xfrm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AutoShape 5" id="5"/>
          <p:cNvSpPr/>
          <p:nvPr>
            <p:ph type="sldNum" sz="quarter" idx="12"/>
          </p:nvPr>
        </p:nvSpPr>
        <p:spPr>
          <a:xfrm>
            <a:off x="7861300" y="6409690"/>
            <a:ext cx="3657600" cy="274320"/>
          </a:xfrm>
        </p:spPr>
        <p:txBody>
          <a:bodyPr vert="horz" anchor="ctr" tIns="45720" lIns="91440" bIns="45720" rIns="91440">
            <a:normAutofit/>
          </a:bodyPr>
          <a:p>
            <a:pPr algn="r" marL="0"/>
            <a:fld type="slidenum" id="{3386411A-70EE-422D-B97C-F56BEE3FF077}">
              <a:rPr lang="en-US" b="false" i="false" sz="1200" baseline="0" u="none">
                <a:solidFill>
                  <a:srgbClr val="2F2F2F">
                    <a:tint val="75000"/>
                  </a:srgbClr>
                </a:solidFill>
                <a:latin typeface="Arial"/>
                <a:ea typeface="Arial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rgbClr val="2F2F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r="r" b="b" t="t" l="l"/>
            <a:pathLst>
              <a:path w="12192000" h="6858000" stroke="true" fill="norm" extrusionOk="true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/>
            <a:stretch>
              <a:fillRect t="-4259" l="0" b="-10371" r="0"/>
            </a:stretch>
          </a:blipFill>
          <a:ln cap="flat" cmpd="sng">
            <a:prstDash val="solid"/>
          </a:ln>
        </p:spPr>
        <p:txBody>
          <a:bodyPr vert="horz" anchor="ctr" wrap="square" tIns="45720" lIns="91440" bIns="45720" rIns="91440">
            <a:noAutofit/>
          </a:bodyPr>
          <a:p>
            <a:pPr algn="ctr" marL="0"/>
          </a:p>
        </p:txBody>
      </p:sp>
      <p:sp>
        <p:nvSpPr>
          <p:cNvPr name="AutoShape 3" id="3"/>
          <p:cNvSpPr/>
          <p:nvPr>
            <p:ph type="title"/>
          </p:nvPr>
        </p:nvSpPr>
        <p:spPr>
          <a:xfrm>
            <a:off x="3067957" y="1360714"/>
            <a:ext cx="6043386" cy="2377283"/>
          </a:xfrm>
          <a:prstGeom prst="rect">
            <a:avLst/>
          </a:prstGeom>
        </p:spPr>
        <p:txBody>
          <a:bodyPr vert="horz" anchor="b" wrap="square" tIns="45720" lIns="91440" bIns="45720" rIns="91440">
            <a:normAutofit/>
          </a:bodyPr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b="true" i="false" sz="4400" baseline="0" u="none">
                <a:solidFill>
                  <a:srgbClr val="FFFFFF"/>
                </a:solidFill>
                <a:latin typeface="Arial"/>
                <a:ea typeface="Arial"/>
              </a:rPr>
              <a:t>Click to add title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theme/theme1.xml" Type="http://schemas.openxmlformats.org/officeDocument/2006/relationships/theme"/><Relationship Id="rId3" Target="../media/image1.png" Type="http://schemas.openxmlformats.org/officeDocument/2006/relationships/image"/><Relationship Id="rId4" Target="../slideLayouts/slideLayout2.xml" Type="http://schemas.openxmlformats.org/officeDocument/2006/relationships/slideLayout"/><Relationship Id="rId5" Target="../slideLayouts/slideLayout3.xml" Type="http://schemas.openxmlformats.org/officeDocument/2006/relationships/slideLayout"/><Relationship Id="rId6" Target="../slideLayouts/slideLayout4.xml" Type="http://schemas.openxmlformats.org/officeDocument/2006/relationships/slideLayout"/><Relationship Id="rId7" Target="../slideLayouts/slideLayout5.xml" Type="http://schemas.openxmlformats.org/officeDocument/2006/relationships/slideLayout"/><Relationship Id="rId8" Target="../slideLayouts/slideLayout6.xml" Type="http://schemas.openxmlformats.org/officeDocument/2006/relationships/slideLayout"/><Relationship Id="rId9" Target="../slideLayouts/slideLayout7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AE94FF">
                <a:lumMod val="40000"/>
                <a:lumOff val="60000"/>
              </a:srgbClr>
            </a:gs>
            <a:gs pos="100000">
              <a:srgbClr val="3ED0E8">
                <a:lumMod val="40000"/>
                <a:lumOff val="6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b="true" i="false" sz="2800" baseline="0" u="none">
                <a:solidFill>
                  <a:srgbClr val="2F2F2F"/>
                </a:solidFill>
                <a:latin typeface="Arial"/>
                <a:ea typeface="Arial"/>
              </a:rPr>
              <a:t>Click to add title</a:t>
            </a:r>
          </a:p>
        </p:txBody>
      </p:sp>
      <p:sp>
        <p:nvSpPr>
          <p:cNvPr name="AutoShape 3" id="3"/>
          <p:cNvSpPr/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anchor="t" tIns="45720" lIns="91440" bIns="45720" rIns="91440">
            <a:normAutofit/>
          </a:bodyPr>
          <a:p>
            <a:pPr algn="l" indent="-228600" marL="228600">
              <a:lnSpc>
                <a:spcPct val="120000"/>
              </a:lnSpc>
              <a:spcBef>
                <a:spcPts val="1000"/>
              </a:spcBef>
            </a:pPr>
            <a:r>
              <a:rPr lang="en-US" b="false" i="false" sz="1800" baseline="0" u="none">
                <a:solidFill>
                  <a:srgbClr val="2F2F2F"/>
                </a:solidFill>
                <a:latin typeface="Arial"/>
                <a:ea typeface="Arial"/>
              </a:rPr>
              <a:t>Click to add text</a:t>
            </a:r>
          </a:p>
          <a:p>
            <a:pPr algn="l" indent="-228600" lvl="1" marL="685800">
              <a:lnSpc>
                <a:spcPct val="120000"/>
              </a:lnSpc>
              <a:spcBef>
                <a:spcPts val="500"/>
              </a:spcBef>
            </a:pPr>
            <a:r>
              <a:rPr lang="en-US" b="false" i="false" sz="1600" baseline="0" u="none">
                <a:solidFill>
                  <a:srgbClr val="2F2F2F"/>
                </a:solidFill>
                <a:latin typeface="Arial"/>
                <a:ea typeface="Arial"/>
              </a:rPr>
              <a:t>Second level</a:t>
            </a:r>
          </a:p>
          <a:p>
            <a:pPr algn="l" indent="-228600" lvl="2" marL="1143000">
              <a:lnSpc>
                <a:spcPct val="120000"/>
              </a:lnSpc>
              <a:spcBef>
                <a:spcPts val="500"/>
              </a:spcBef>
            </a:pPr>
            <a:r>
              <a:rPr lang="en-US" b="false" i="false" sz="1400" baseline="0" u="none">
                <a:solidFill>
                  <a:srgbClr val="2F2F2F"/>
                </a:solidFill>
                <a:latin typeface="Arial"/>
                <a:ea typeface="Arial"/>
              </a:rPr>
              <a:t>Third level</a:t>
            </a:r>
          </a:p>
          <a:p>
            <a:pPr algn="l" indent="-228600" lvl="3" marL="1600200">
              <a:lnSpc>
                <a:spcPct val="120000"/>
              </a:lnSpc>
              <a:spcBef>
                <a:spcPts val="500"/>
              </a:spcBef>
            </a:pPr>
            <a:r>
              <a:rPr lang="en-US" b="false" i="false" sz="1200" baseline="0" u="none">
                <a:solidFill>
                  <a:srgbClr val="2F2F2F"/>
                </a:solidFill>
                <a:latin typeface="Arial"/>
                <a:ea typeface="Arial"/>
              </a:rPr>
              <a:t>Fourth level</a:t>
            </a:r>
          </a:p>
          <a:p>
            <a:pPr algn="l" indent="-228600" lvl="4" marL="2057400">
              <a:lnSpc>
                <a:spcPct val="120000"/>
              </a:lnSpc>
              <a:spcBef>
                <a:spcPts val="500"/>
              </a:spcBef>
            </a:pPr>
            <a:r>
              <a:rPr lang="en-US" b="false" i="false" sz="1200" baseline="0" u="none">
                <a:solidFill>
                  <a:srgbClr val="2F2F2F"/>
                </a:solidFill>
                <a:latin typeface="Arial"/>
                <a:ea typeface="Arial"/>
              </a:rPr>
              <a:t>Fifth level</a:t>
            </a:r>
          </a:p>
        </p:txBody>
      </p:sp>
      <p:sp>
        <p:nvSpPr>
          <p:cNvPr name="AutoShape 4" id="4"/>
          <p:cNvSpPr/>
          <p:nvPr>
            <p:ph type="dt" sz="half" idx="2"/>
          </p:nvPr>
        </p:nvSpPr>
        <p:spPr>
          <a:xfrm>
            <a:off x="4718050" y="6409690"/>
            <a:ext cx="2743200" cy="274320"/>
          </a:xfrm>
          <a:prstGeom prst="rect">
            <a:avLst/>
          </a:prstGeom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AutoShape 5" id="5"/>
          <p:cNvSpPr/>
          <p:nvPr>
            <p:ph type="ftr" sz="quarter" idx="3"/>
          </p:nvPr>
        </p:nvSpPr>
        <p:spPr>
          <a:xfrm>
            <a:off x="660399" y="6409690"/>
            <a:ext cx="3657600" cy="274320"/>
          </a:xfrm>
          <a:prstGeom prst="rect">
            <a:avLst/>
          </a:prstGeom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AutoShape 6" id="6"/>
          <p:cNvSpPr/>
          <p:nvPr>
            <p:ph type="sldNum" sz="quarter" idx="4"/>
          </p:nvPr>
        </p:nvSpPr>
        <p:spPr>
          <a:xfrm>
            <a:off x="7861300" y="6409690"/>
            <a:ext cx="3657600" cy="274320"/>
          </a:xfrm>
          <a:prstGeom prst="rect">
            <a:avLst/>
          </a:prstGeom>
        </p:spPr>
        <p:txBody>
          <a:bodyPr vert="horz" anchor="ctr" tIns="45720" lIns="91440" bIns="45720" rIns="91440">
            <a:normAutofit/>
          </a:bodyPr>
          <a:p>
            <a:pPr algn="l" marL="0"/>
            <a:fld type="slidenum" id="{3386411A-70EE-422D-B97C-F56BEE3FF077}">
              <a:rPr lang="en-US" b="false" i="false" sz="1800" baseline="0" u="none">
                <a:solidFill>
                  <a:srgbClr val="2F2F2F"/>
                </a:solidFill>
                <a:latin typeface="Arial"/>
                <a:ea typeface="Arial"/>
              </a:rPr>
              <a:t>‹#›</a:t>
            </a:fld>
          </a:p>
        </p:txBody>
      </p:sp>
      <p:sp>
        <p:nvSpPr>
          <p:cNvPr name="Freeform 7" id="7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r="r" b="b" t="t" l="l"/>
            <a:pathLst>
              <a:path w="12192000" h="6858000" stroke="true" fill="norm" extrusionOk="true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3"/>
            <a:stretch>
              <a:fillRect t="-11642" l="-2500" b="-11642" r="0"/>
            </a:stretch>
          </a:blipFill>
          <a:ln cap="flat" cmpd="sng">
            <a:prstDash val="solid"/>
          </a:ln>
        </p:spPr>
        <p:txBody>
          <a:bodyPr vert="horz" anchor="ctr" wrap="square" tIns="45720" lIns="91440" bIns="45720" rIns="91440">
            <a:noAutofit/>
          </a:bodyPr>
          <a:p>
            <a:pPr algn="ctr" marL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5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5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5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5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5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5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2F2F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ctrTitle"/>
          </p:nvPr>
        </p:nvSpPr>
        <p:spPr>
          <a:xfrm>
            <a:off x="1718129" y="1345183"/>
            <a:ext cx="8743042" cy="1754326"/>
          </a:xfrm>
        </p:spPr>
        <p:txBody>
          <a:bodyPr vert="horz" anchor="b" tIns="45720" lIns="91440" bIns="45720" rIns="91440">
            <a:spAutoFit/>
          </a:bodyPr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zh-CN" b="true" i="false" sz="54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AI智能生成PPT演示文稿</a:t>
            </a:r>
          </a:p>
        </p:txBody>
      </p:sp>
      <p:sp>
        <p:nvSpPr>
          <p:cNvPr name="AutoShape 3" id="3"/>
          <p:cNvSpPr/>
          <p:nvPr>
            <p:ph type="subTitle" sz="quarter" idx="1"/>
          </p:nvPr>
        </p:nvSpPr>
        <p:spPr>
          <a:xfrm>
            <a:off x="3646714" y="3398343"/>
            <a:ext cx="4898572" cy="679782"/>
          </a:xfrm>
          <a:gradFill>
            <a:gsLst>
              <a:gs pos="0">
                <a:srgbClr val="FF9D4C"/>
              </a:gs>
              <a:gs pos="100000">
                <a:srgbClr val="3ED0E8"/>
              </a:gs>
            </a:gsLst>
            <a:lin ang="10800000"/>
          </a:gradFill>
        </p:spPr>
        <p:txBody>
          <a:bodyPr vert="horz" anchor="ctr" tIns="45720" lIns="91440" bIns="45720" rIns="91440">
            <a:normAutofit/>
          </a:bodyPr>
          <a:p>
            <a:pPr algn="ctr" indent="0" marL="0">
              <a:lnSpc>
                <a:spcPct val="100000"/>
              </a:lnSpc>
              <a:spcBef>
                <a:spcPts val="1000"/>
              </a:spcBef>
            </a:pPr>
            <a:r>
              <a:rPr lang="zh-CN" b="false" i="false" sz="24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汇报人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>
          <a:gsLst>
            <a:gs pos="0">
              <a:srgbClr val="AE94FF">
                <a:lumMod val="40000"/>
                <a:lumOff val="60000"/>
              </a:srgbClr>
            </a:gs>
            <a:gs pos="100000">
              <a:srgbClr val="3ED0E8">
                <a:lumMod val="40000"/>
                <a:lumOff val="6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r="r" b="b" t="t" l="l"/>
            <a:pathLst>
              <a:path w="12192000" h="6858000" stroke="true" fill="norm" extrusionOk="true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/>
            <a:stretch>
              <a:fillRect t="-1" l="-44666" b="-65833" r="-4"/>
            </a:stretch>
          </a:blipFill>
          <a:ln cap="flat" cmpd="sng">
            <a:prstDash val="solid"/>
          </a:ln>
        </p:spPr>
        <p:txBody>
          <a:bodyPr vert="horz" anchor="ctr" wrap="square" tIns="45720" lIns="91440" bIns="45720" rIns="91440">
            <a:noAutofit/>
          </a:bodyPr>
          <a:p>
            <a:pPr algn="ctr" marL="0"/>
          </a:p>
        </p:txBody>
      </p:sp>
      <p:sp>
        <p:nvSpPr>
          <p:cNvPr name="TextBox 3" id="3"/>
          <p:cNvSpPr txBox="true"/>
          <p:nvPr/>
        </p:nvSpPr>
        <p:spPr>
          <a:xfrm>
            <a:off x="586659" y="162653"/>
            <a:ext cx="4840514" cy="90034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normAutofit/>
          </a:bodyPr>
          <a:lstStyle/>
          <a:p>
            <a:pPr algn="l" marL="0">
              <a:lnSpc>
                <a:spcPct val="120000"/>
              </a:lnSpc>
              <a:defRPr/>
            </a:pPr>
            <a:r>
              <a:rPr lang="zh-CN" b="true" i="false" sz="32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目录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>
            <a:off x="869095" y="1733274"/>
            <a:ext cx="354022" cy="354022"/>
          </a:xfrm>
          <a:prstGeom prst="ellipse">
            <a:avLst/>
          </a:prstGeom>
          <a:gradFill>
            <a:gsLst>
              <a:gs pos="0">
                <a:srgbClr val="3ED0E8">
                  <a:lumMod val="60000"/>
                  <a:lumOff val="40000"/>
                </a:srgbClr>
              </a:gs>
              <a:gs pos="50000">
                <a:srgbClr val="3ED0E8"/>
              </a:gs>
            </a:gsLst>
            <a:lin ang="2700000"/>
          </a:gradFill>
          <a:ln cap="flat" cmpd="sng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TextBox 5" id="5"/>
          <p:cNvSpPr txBox="true"/>
          <p:nvPr/>
        </p:nvSpPr>
        <p:spPr>
          <a:xfrm flipH="true">
            <a:off x="1629813" y="1943093"/>
            <a:ext cx="2793852" cy="369332"/>
          </a:xfrm>
          <a:prstGeom prst="rect">
            <a:avLst/>
          </a:prstGeom>
          <a:noFill/>
        </p:spPr>
        <p:txBody>
          <a:bodyPr anchor="b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true" i="false" sz="18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引言</a:t>
            </a:r>
            <a:endParaRPr lang="en-US" sz="1100"/>
          </a:p>
        </p:txBody>
      </p:sp>
      <p:sp>
        <p:nvSpPr>
          <p:cNvPr name="TextBox 6" id="6"/>
          <p:cNvSpPr txBox="true"/>
          <p:nvPr/>
        </p:nvSpPr>
        <p:spPr>
          <a:xfrm flipH="true">
            <a:off x="954404" y="1897380"/>
            <a:ext cx="675408" cy="500141"/>
          </a:xfrm>
          <a:prstGeom prst="rect">
            <a:avLst/>
          </a:prstGeom>
          <a:noFill/>
        </p:spPr>
        <p:txBody>
          <a:bodyPr anchor="b" rtlCol="false" vert="horz" wrap="square" tIns="45720" lIns="91440" bIns="45720" rIns="91440">
            <a:normAutofit/>
          </a:bodyPr>
          <a:lstStyle/>
          <a:p>
            <a:pPr algn="r" marL="0">
              <a:defRPr/>
            </a:pPr>
            <a:r>
              <a:rPr lang="en-US" b="true" i="false" sz="3330" baseline="0" u="none">
                <a:solidFill>
                  <a:srgbClr val="FFFFFF"/>
                </a:solidFill>
                <a:latin typeface="Arial"/>
                <a:ea typeface="Arial"/>
              </a:rPr>
              <a:t>01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>
            <a:off x="869095" y="3245779"/>
            <a:ext cx="354022" cy="354022"/>
          </a:xfrm>
          <a:prstGeom prst="ellipse">
            <a:avLst/>
          </a:prstGeom>
          <a:gradFill>
            <a:gsLst>
              <a:gs pos="0">
                <a:srgbClr val="AE94FF">
                  <a:lumMod val="60000"/>
                  <a:lumOff val="40000"/>
                </a:srgbClr>
              </a:gs>
              <a:gs pos="50000">
                <a:srgbClr val="AE94FF"/>
              </a:gs>
            </a:gsLst>
            <a:lin ang="2700000"/>
          </a:gradFill>
          <a:ln cap="flat" cmpd="sng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TextBox 8" id="8"/>
          <p:cNvSpPr txBox="true"/>
          <p:nvPr/>
        </p:nvSpPr>
        <p:spPr>
          <a:xfrm flipH="true">
            <a:off x="1629813" y="3469072"/>
            <a:ext cx="2793852" cy="369332"/>
          </a:xfrm>
          <a:prstGeom prst="rect">
            <a:avLst/>
          </a:prstGeom>
          <a:noFill/>
        </p:spPr>
        <p:txBody>
          <a:bodyPr anchor="b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true" i="false" sz="18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核心功能</a:t>
            </a:r>
            <a:endParaRPr lang="en-US" sz="1100"/>
          </a:p>
        </p:txBody>
      </p:sp>
      <p:sp>
        <p:nvSpPr>
          <p:cNvPr name="TextBox 9" id="9"/>
          <p:cNvSpPr txBox="true"/>
          <p:nvPr/>
        </p:nvSpPr>
        <p:spPr>
          <a:xfrm flipH="true">
            <a:off x="954401" y="3383279"/>
            <a:ext cx="675410" cy="540221"/>
          </a:xfrm>
          <a:prstGeom prst="rect">
            <a:avLst/>
          </a:prstGeom>
          <a:noFill/>
        </p:spPr>
        <p:txBody>
          <a:bodyPr anchor="b" rtlCol="false" vert="horz" wrap="square" tIns="45720" lIns="91440" bIns="45720" rIns="91440">
            <a:normAutofit/>
          </a:bodyPr>
          <a:lstStyle/>
          <a:p>
            <a:pPr algn="r" marL="0">
              <a:defRPr/>
            </a:pPr>
            <a:r>
              <a:rPr lang="en-US" b="true" i="false" sz="3330" baseline="0" u="none">
                <a:solidFill>
                  <a:srgbClr val="FFFFFF"/>
                </a:solidFill>
                <a:latin typeface="Arial"/>
                <a:ea typeface="Arial"/>
              </a:rPr>
              <a:t>02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>
            <a:off x="4395413" y="2322913"/>
            <a:ext cx="354022" cy="354022"/>
          </a:xfrm>
          <a:prstGeom prst="ellipse">
            <a:avLst/>
          </a:prstGeom>
          <a:gradFill>
            <a:gsLst>
              <a:gs pos="0">
                <a:srgbClr val="AE94FF">
                  <a:lumMod val="60000"/>
                  <a:lumOff val="40000"/>
                </a:srgbClr>
              </a:gs>
              <a:gs pos="50000">
                <a:srgbClr val="AE94FF"/>
              </a:gs>
            </a:gsLst>
            <a:lin ang="2700000"/>
          </a:gradFill>
          <a:ln cap="flat" cmpd="sng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TextBox 11" id="11"/>
          <p:cNvSpPr txBox="true"/>
          <p:nvPr/>
        </p:nvSpPr>
        <p:spPr>
          <a:xfrm flipH="true">
            <a:off x="5140605" y="2546206"/>
            <a:ext cx="2793852" cy="369332"/>
          </a:xfrm>
          <a:prstGeom prst="rect">
            <a:avLst/>
          </a:prstGeom>
          <a:noFill/>
        </p:spPr>
        <p:txBody>
          <a:bodyPr anchor="b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true" i="false" sz="18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使用流程</a:t>
            </a:r>
            <a:endParaRPr lang="en-US" sz="1100"/>
          </a:p>
        </p:txBody>
      </p:sp>
      <p:sp>
        <p:nvSpPr>
          <p:cNvPr name="TextBox 12" id="12"/>
          <p:cNvSpPr txBox="true"/>
          <p:nvPr/>
        </p:nvSpPr>
        <p:spPr>
          <a:xfrm flipH="true">
            <a:off x="4423664" y="2453643"/>
            <a:ext cx="716939" cy="546992"/>
          </a:xfrm>
          <a:prstGeom prst="rect">
            <a:avLst/>
          </a:prstGeom>
          <a:noFill/>
        </p:spPr>
        <p:txBody>
          <a:bodyPr anchor="b" rtlCol="false" vert="horz" wrap="square" tIns="45720" lIns="91440" bIns="45720" rIns="91440">
            <a:normAutofit/>
          </a:bodyPr>
          <a:lstStyle/>
          <a:p>
            <a:pPr algn="r" marL="0">
              <a:defRPr/>
            </a:pPr>
            <a:r>
              <a:rPr lang="en-US" b="true" i="false" sz="3330" baseline="0" u="none">
                <a:solidFill>
                  <a:srgbClr val="FFFFFF"/>
                </a:solidFill>
                <a:latin typeface="Arial"/>
                <a:ea typeface="Arial"/>
              </a:rPr>
              <a:t>03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>
            <a:off x="4395413" y="3848892"/>
            <a:ext cx="354022" cy="354022"/>
          </a:xfrm>
          <a:prstGeom prst="ellipse">
            <a:avLst/>
          </a:prstGeom>
          <a:gradFill>
            <a:gsLst>
              <a:gs pos="0">
                <a:srgbClr val="3ED0E8">
                  <a:lumMod val="60000"/>
                  <a:lumOff val="40000"/>
                </a:srgbClr>
              </a:gs>
              <a:gs pos="50000">
                <a:srgbClr val="3ED0E8"/>
              </a:gs>
            </a:gsLst>
            <a:lin ang="2700000"/>
          </a:gradFill>
          <a:ln cap="flat" cmpd="sng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TextBox 14" id="14"/>
          <p:cNvSpPr txBox="true"/>
          <p:nvPr/>
        </p:nvSpPr>
        <p:spPr>
          <a:xfrm flipH="true">
            <a:off x="5140605" y="4072185"/>
            <a:ext cx="2793852" cy="369332"/>
          </a:xfrm>
          <a:prstGeom prst="rect">
            <a:avLst/>
          </a:prstGeom>
          <a:noFill/>
        </p:spPr>
        <p:txBody>
          <a:bodyPr anchor="b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true" i="false" sz="18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案例分析</a:t>
            </a:r>
            <a:endParaRPr lang="en-US" sz="1100"/>
          </a:p>
        </p:txBody>
      </p:sp>
      <p:sp>
        <p:nvSpPr>
          <p:cNvPr name="TextBox 15" id="15"/>
          <p:cNvSpPr txBox="true"/>
          <p:nvPr/>
        </p:nvSpPr>
        <p:spPr>
          <a:xfrm flipH="true">
            <a:off x="4423663" y="3987088"/>
            <a:ext cx="716940" cy="539525"/>
          </a:xfrm>
          <a:prstGeom prst="rect">
            <a:avLst/>
          </a:prstGeom>
          <a:noFill/>
        </p:spPr>
        <p:txBody>
          <a:bodyPr anchor="b" rtlCol="false" vert="horz" wrap="square" tIns="45720" lIns="91440" bIns="45720" rIns="91440">
            <a:normAutofit/>
          </a:bodyPr>
          <a:lstStyle/>
          <a:p>
            <a:pPr algn="r" marL="0">
              <a:defRPr/>
            </a:pPr>
            <a:r>
              <a:rPr lang="en-US" b="true" i="false" sz="3330" baseline="0" u="none">
                <a:solidFill>
                  <a:srgbClr val="FFFFFF"/>
                </a:solidFill>
                <a:latin typeface="Arial"/>
                <a:ea typeface="Arial"/>
              </a:rPr>
              <a:t>04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>
            <a:off x="7906205" y="3515077"/>
            <a:ext cx="354022" cy="354022"/>
          </a:xfrm>
          <a:prstGeom prst="ellipse">
            <a:avLst/>
          </a:prstGeom>
          <a:gradFill>
            <a:gsLst>
              <a:gs pos="0">
                <a:srgbClr val="AE94FF">
                  <a:lumMod val="60000"/>
                  <a:lumOff val="40000"/>
                </a:srgbClr>
              </a:gs>
              <a:gs pos="50000">
                <a:srgbClr val="AE94FF"/>
              </a:gs>
            </a:gsLst>
            <a:lin ang="2700000"/>
          </a:gradFill>
          <a:ln cap="flat" cmpd="sng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TextBox 17" id="17"/>
          <p:cNvSpPr txBox="true"/>
          <p:nvPr/>
        </p:nvSpPr>
        <p:spPr>
          <a:xfrm flipH="true">
            <a:off x="8651397" y="3738370"/>
            <a:ext cx="2793852" cy="369332"/>
          </a:xfrm>
          <a:prstGeom prst="rect">
            <a:avLst/>
          </a:prstGeom>
          <a:noFill/>
        </p:spPr>
        <p:txBody>
          <a:bodyPr anchor="b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true" i="false" sz="18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未来展望</a:t>
            </a:r>
            <a:endParaRPr lang="en-US" sz="1100"/>
          </a:p>
        </p:txBody>
      </p:sp>
      <p:sp>
        <p:nvSpPr>
          <p:cNvPr name="TextBox 18" id="18"/>
          <p:cNvSpPr txBox="true"/>
          <p:nvPr/>
        </p:nvSpPr>
        <p:spPr>
          <a:xfrm flipH="true">
            <a:off x="7934456" y="3663231"/>
            <a:ext cx="716939" cy="529567"/>
          </a:xfrm>
          <a:prstGeom prst="rect">
            <a:avLst/>
          </a:prstGeom>
          <a:noFill/>
        </p:spPr>
        <p:txBody>
          <a:bodyPr anchor="b" rtlCol="false" vert="horz" wrap="square" tIns="45720" lIns="91440" bIns="45720" rIns="91440">
            <a:normAutofit/>
          </a:bodyPr>
          <a:lstStyle/>
          <a:p>
            <a:pPr algn="r" marL="0">
              <a:defRPr/>
            </a:pPr>
            <a:r>
              <a:rPr lang="en-US" b="true" i="false" sz="3330" baseline="0" u="none">
                <a:solidFill>
                  <a:srgbClr val="FFFFFF"/>
                </a:solidFill>
                <a:latin typeface="Arial"/>
                <a:ea typeface="Arial"/>
              </a:rPr>
              <a:t>05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>
            <a:off x="7906205" y="5041056"/>
            <a:ext cx="354022" cy="354022"/>
          </a:xfrm>
          <a:prstGeom prst="ellipse">
            <a:avLst/>
          </a:prstGeom>
          <a:gradFill>
            <a:gsLst>
              <a:gs pos="0">
                <a:srgbClr val="3ED0E8">
                  <a:lumMod val="60000"/>
                  <a:lumOff val="40000"/>
                </a:srgbClr>
              </a:gs>
              <a:gs pos="50000">
                <a:srgbClr val="3ED0E8"/>
              </a:gs>
            </a:gsLst>
            <a:lin ang="2700000"/>
          </a:gradFill>
          <a:ln cap="flat" cmpd="sng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TextBox 20" id="20"/>
          <p:cNvSpPr txBox="true"/>
          <p:nvPr/>
        </p:nvSpPr>
        <p:spPr>
          <a:xfrm flipH="true">
            <a:off x="8651397" y="5264349"/>
            <a:ext cx="2793852" cy="369332"/>
          </a:xfrm>
          <a:prstGeom prst="rect">
            <a:avLst/>
          </a:prstGeom>
          <a:noFill/>
        </p:spPr>
        <p:txBody>
          <a:bodyPr anchor="b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true" i="false" sz="18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结论</a:t>
            </a:r>
            <a:endParaRPr lang="en-US" sz="1100"/>
          </a:p>
        </p:txBody>
      </p:sp>
      <p:sp>
        <p:nvSpPr>
          <p:cNvPr name="TextBox 21" id="21"/>
          <p:cNvSpPr txBox="true"/>
          <p:nvPr/>
        </p:nvSpPr>
        <p:spPr>
          <a:xfrm flipH="true">
            <a:off x="7934454" y="5179252"/>
            <a:ext cx="716941" cy="539526"/>
          </a:xfrm>
          <a:prstGeom prst="rect">
            <a:avLst/>
          </a:prstGeom>
          <a:noFill/>
        </p:spPr>
        <p:txBody>
          <a:bodyPr anchor="b" rtlCol="false" vert="horz" wrap="square" tIns="45720" lIns="91440" bIns="45720" rIns="91440">
            <a:normAutofit/>
          </a:bodyPr>
          <a:lstStyle/>
          <a:p>
            <a:pPr algn="r" marL="0">
              <a:defRPr/>
            </a:pPr>
            <a:r>
              <a:rPr lang="en-US" b="true" i="false" sz="3330" baseline="0" u="none">
                <a:solidFill>
                  <a:srgbClr val="FFFFFF"/>
                </a:solidFill>
                <a:latin typeface="Arial"/>
                <a:ea typeface="Arial"/>
              </a:rPr>
              <a:t>06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2F2F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3048000" y="3152938"/>
            <a:ext cx="6083300" cy="584775"/>
          </a:xfrm>
        </p:spPr>
        <p:txBody>
          <a:bodyPr vert="horz" anchor="t" tIns="45720" lIns="91440" bIns="45720" rIns="91440">
            <a:spAutoFit/>
          </a:bodyPr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zh-CN" b="true" i="false" sz="32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引言</a:t>
            </a:r>
          </a:p>
        </p:txBody>
      </p:sp>
      <p:sp>
        <p:nvSpPr>
          <p:cNvPr name="AutoShape 3" id="3"/>
          <p:cNvSpPr/>
          <p:nvPr/>
        </p:nvSpPr>
        <p:spPr>
          <a:xfrm>
            <a:off x="5115564" y="1562959"/>
            <a:ext cx="1798639" cy="1589979"/>
          </a:xfrm>
          <a:prstGeom prst="rect">
            <a:avLst/>
          </a:prstGeom>
        </p:spPr>
        <p:txBody>
          <a:bodyPr vert="horz" anchor="t" wrap="none" tIns="45720" lIns="91440" bIns="45720" rIns="91440">
            <a:noAutofit/>
          </a:bodyPr>
          <a:p>
            <a:pPr algn="l" marL="0"/>
            <a:r>
              <a:rPr lang="en-US" b="false" i="false" sz="8800" baseline="0" u="none">
                <a:solidFill>
                  <a:srgbClr val="EAE4FF"/>
                </a:solidFill>
                <a:latin typeface="Arial"/>
                <a:ea typeface="Arial"/>
              </a:rPr>
              <a:t>01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gradFill>
          <a:gsLst>
            <a:gs pos="0">
              <a:srgbClr val="AE94FF">
                <a:lumMod val="40000"/>
                <a:lumOff val="60000"/>
              </a:srgbClr>
            </a:gs>
            <a:gs pos="100000">
              <a:srgbClr val="3ED0E8">
                <a:lumMod val="40000"/>
                <a:lumOff val="6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0400" y="128587"/>
            <a:ext cx="10858500" cy="900112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什么是AI智能生成PPT</a:t>
            </a:r>
          </a:p>
        </p:txBody>
      </p:sp>
      <p:sp>
        <p:nvSpPr>
          <p:cNvPr name="AutoShape 3" id="3"/>
          <p:cNvSpPr/>
          <p:nvPr/>
        </p:nvSpPr>
        <p:spPr>
          <a:xfrm>
            <a:off x="5486400" y="1304260"/>
            <a:ext cx="609600" cy="609600"/>
          </a:xfrm>
          <a:prstGeom prst="ellipse">
            <a:avLst/>
          </a:prstGeom>
          <a:gradFill>
            <a:gsLst>
              <a:gs pos="0">
                <a:srgbClr val="AE94FF">
                  <a:lumMod val="60000"/>
                  <a:lumOff val="40000"/>
                </a:srgbClr>
              </a:gs>
              <a:gs pos="60000">
                <a:srgbClr val="AE94FF"/>
              </a:gs>
            </a:gsLst>
            <a:path path="circle">
              <a:fillToRect t="0" l="0" b="100000" r="100000"/>
            </a:path>
          </a:gradFill>
          <a:ln cap="flat" cmpd="sng">
            <a:prstDash val="solid"/>
          </a:ln>
        </p:spPr>
        <p:txBody>
          <a:bodyPr vert="horz" anchor="ctr" wrap="none" tIns="45720" lIns="91440" bIns="45720" rIns="91440">
            <a:normAutofit/>
          </a:bodyPr>
          <a:p>
            <a:pPr algn="ctr" marL="0"/>
            <a:r>
              <a:rPr lang="en-US" b="true" i="false" sz="1600" baseline="0" u="none">
                <a:solidFill>
                  <a:schemeClr val="lt1"/>
                </a:solidFill>
                <a:latin typeface="Arial"/>
                <a:ea typeface="Arial"/>
              </a:rPr>
              <a:t>01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6065439" y="1313574"/>
            <a:ext cx="5453461" cy="338554"/>
          </a:xfrm>
          <a:prstGeom prst="rect">
            <a:avLst/>
          </a:prstGeom>
          <a:noFill/>
        </p:spPr>
        <p:txBody>
          <a:bodyPr anchor="b" rtlCol="false" vert="horz" wrap="square" tIns="45720" lIns="91440" bIns="45720" rIns="91440">
            <a:spAutoFit/>
          </a:bodyPr>
          <a:lstStyle/>
          <a:p>
            <a:pPr algn="l" marL="0">
              <a:lnSpc>
                <a:spcPct val="100000"/>
              </a:lnSpc>
              <a:defRPr/>
            </a:pPr>
            <a:r>
              <a:rPr lang="zh-CN" b="true" i="false" sz="16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AI生成PPT的定义</a:t>
            </a:r>
            <a:endParaRPr lang="en-US" sz="1100"/>
          </a:p>
        </p:txBody>
      </p:sp>
      <p:sp>
        <p:nvSpPr>
          <p:cNvPr name="TextBox 5" id="5"/>
          <p:cNvSpPr txBox="true"/>
          <p:nvPr/>
        </p:nvSpPr>
        <p:spPr>
          <a:xfrm>
            <a:off x="6065439" y="1664828"/>
            <a:ext cx="5453461" cy="739140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rgbClr val="2F2F2F"/>
                </a:solidFill>
                <a:latin typeface="+mn-ea"/>
                <a:ea typeface="+mn-ea"/>
              </a:rPr>
              <a:t>AI生成PPT是指利用人工智能技术，通过分析用户输入的内容和需求，自动生成符合要求的演示文稿。它结合了自然语言处理、图像生成和排版优化等技术，能够快速生成高质量的PPT。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>
            <a:off x="5486400" y="3020960"/>
            <a:ext cx="609600" cy="609600"/>
          </a:xfrm>
          <a:prstGeom prst="ellipse">
            <a:avLst/>
          </a:prstGeom>
          <a:gradFill>
            <a:gsLst>
              <a:gs pos="0">
                <a:srgbClr val="3ED0E8">
                  <a:lumMod val="60000"/>
                  <a:lumOff val="40000"/>
                </a:srgbClr>
              </a:gs>
              <a:gs pos="60000">
                <a:srgbClr val="3ED0E8"/>
              </a:gs>
            </a:gsLst>
            <a:path path="circle">
              <a:fillToRect t="0" l="0" b="100000" r="100000"/>
            </a:path>
          </a:gradFill>
          <a:ln cap="flat" cmpd="sng">
            <a:prstDash val="solid"/>
          </a:ln>
        </p:spPr>
        <p:txBody>
          <a:bodyPr vert="horz" anchor="ctr" wrap="none" tIns="45720" lIns="91440" bIns="45720" rIns="91440">
            <a:normAutofit/>
          </a:bodyPr>
          <a:p>
            <a:pPr algn="ctr" marL="0"/>
            <a:r>
              <a:rPr lang="en-US" b="true" i="false" sz="1600" baseline="0" u="none">
                <a:solidFill>
                  <a:schemeClr val="lt1"/>
                </a:solidFill>
                <a:latin typeface="Arial"/>
                <a:ea typeface="Arial"/>
              </a:rPr>
              <a:t>02</a:t>
            </a:r>
          </a:p>
        </p:txBody>
      </p:sp>
      <p:sp>
        <p:nvSpPr>
          <p:cNvPr name="TextBox 7" id="7"/>
          <p:cNvSpPr txBox="true"/>
          <p:nvPr/>
        </p:nvSpPr>
        <p:spPr>
          <a:xfrm>
            <a:off x="6065439" y="3012686"/>
            <a:ext cx="5453461" cy="338554"/>
          </a:xfrm>
          <a:prstGeom prst="rect">
            <a:avLst/>
          </a:prstGeom>
          <a:noFill/>
        </p:spPr>
        <p:txBody>
          <a:bodyPr anchor="b" rtlCol="false" vert="horz" wrap="square" tIns="45720" lIns="91440" bIns="45720" rIns="91440">
            <a:spAutoFit/>
          </a:bodyPr>
          <a:lstStyle/>
          <a:p>
            <a:pPr algn="l" marL="0">
              <a:lnSpc>
                <a:spcPct val="100000"/>
              </a:lnSpc>
              <a:defRPr/>
            </a:pPr>
            <a:r>
              <a:rPr lang="zh-CN" b="true" i="false" sz="16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AI生成PPT的应用场景</a:t>
            </a:r>
            <a:endParaRPr lang="en-US" sz="1100"/>
          </a:p>
        </p:txBody>
      </p:sp>
      <p:sp>
        <p:nvSpPr>
          <p:cNvPr name="TextBox 8" id="8"/>
          <p:cNvSpPr txBox="true"/>
          <p:nvPr/>
        </p:nvSpPr>
        <p:spPr>
          <a:xfrm>
            <a:off x="6065439" y="3351240"/>
            <a:ext cx="5453461" cy="739140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rgbClr val="2F2F2F"/>
                </a:solidFill>
                <a:latin typeface="+mn-ea"/>
                <a:ea typeface="+mn-ea"/>
              </a:rPr>
              <a:t>AI生成PPT广泛应用于企业报告、教育培训、产品展示等领域。它能够帮助用户快速制作专业演示文稿，节省时间和精力，特别适合需要频繁制作PPT的场景。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>
            <a:off x="5486400" y="4650246"/>
            <a:ext cx="609600" cy="609600"/>
          </a:xfrm>
          <a:prstGeom prst="ellipse">
            <a:avLst/>
          </a:prstGeom>
          <a:gradFill>
            <a:gsLst>
              <a:gs pos="0">
                <a:srgbClr val="AE94FF">
                  <a:lumMod val="60000"/>
                  <a:lumOff val="40000"/>
                </a:srgbClr>
              </a:gs>
              <a:gs pos="60000">
                <a:srgbClr val="AE94FF"/>
              </a:gs>
            </a:gsLst>
            <a:path path="circle">
              <a:fillToRect t="0" l="0" b="100000" r="100000"/>
            </a:path>
          </a:gradFill>
          <a:ln cap="flat" cmpd="sng">
            <a:prstDash val="solid"/>
          </a:ln>
        </p:spPr>
        <p:txBody>
          <a:bodyPr vert="horz" anchor="ctr" wrap="none" tIns="45720" lIns="91440" bIns="45720" rIns="91440">
            <a:normAutofit/>
          </a:bodyPr>
          <a:p>
            <a:pPr algn="ctr" marL="0"/>
            <a:r>
              <a:rPr lang="en-US" b="true" i="false" sz="1600" baseline="0" u="none">
                <a:solidFill>
                  <a:schemeClr val="lt1"/>
                </a:solidFill>
                <a:latin typeface="Arial"/>
                <a:ea typeface="Arial"/>
              </a:rPr>
              <a:t>03</a:t>
            </a:r>
          </a:p>
        </p:txBody>
      </p:sp>
      <p:sp>
        <p:nvSpPr>
          <p:cNvPr name="TextBox 10" id="10"/>
          <p:cNvSpPr txBox="true"/>
          <p:nvPr/>
        </p:nvSpPr>
        <p:spPr>
          <a:xfrm>
            <a:off x="6065439" y="4603447"/>
            <a:ext cx="5453461" cy="338554"/>
          </a:xfrm>
          <a:prstGeom prst="rect">
            <a:avLst/>
          </a:prstGeom>
          <a:noFill/>
        </p:spPr>
        <p:txBody>
          <a:bodyPr anchor="b" rtlCol="false" vert="horz" wrap="square" tIns="45720" lIns="91440" bIns="45720" rIns="91440">
            <a:spAutoFit/>
          </a:bodyPr>
          <a:lstStyle/>
          <a:p>
            <a:pPr algn="l" marL="0">
              <a:lnSpc>
                <a:spcPct val="100000"/>
              </a:lnSpc>
              <a:defRPr/>
            </a:pPr>
            <a:r>
              <a:rPr lang="zh-CN" b="true" i="false" sz="16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AI生成PPT的优势</a:t>
            </a:r>
            <a:endParaRPr lang="en-US" sz="1100"/>
          </a:p>
        </p:txBody>
      </p:sp>
      <p:sp>
        <p:nvSpPr>
          <p:cNvPr name="TextBox 11" id="11"/>
          <p:cNvSpPr txBox="true"/>
          <p:nvPr/>
        </p:nvSpPr>
        <p:spPr>
          <a:xfrm>
            <a:off x="6065439" y="4942001"/>
            <a:ext cx="5453461" cy="739140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rgbClr val="2F2F2F"/>
                </a:solidFill>
                <a:latin typeface="+mn-ea"/>
                <a:ea typeface="+mn-ea"/>
              </a:rPr>
              <a:t>AI生成PPT的优势在于高效、智能和个性化。它能够根据用户需求自动生成内容，优化排版设计，并提供多种风格选择，极大地提升了PPT制作的效率和质量。</a:t>
            </a:r>
            <a:endParaRPr lang="en-US" sz="1100"/>
          </a:p>
        </p:txBody>
      </p:sp>
      <p:sp>
        <p:nvSpPr>
          <p:cNvPr name="Freeform 12" id="12"/>
          <p:cNvSpPr/>
          <p:nvPr/>
        </p:nvSpPr>
        <p:spPr>
          <a:xfrm flipH="true">
            <a:off x="689162" y="5194002"/>
            <a:ext cx="4028334" cy="190717"/>
          </a:xfrm>
          <a:custGeom>
            <a:avLst/>
            <a:gdLst/>
            <a:ahLst/>
            <a:cxnLst/>
            <a:rect r="r" b="b" t="t" l="l"/>
            <a:pathLst>
              <a:path w="4824936" h="228431" stroke="true" fill="norm" extrusionOk="true">
                <a:moveTo>
                  <a:pt x="4824937" y="114215"/>
                </a:moveTo>
                <a:cubicBezTo>
                  <a:pt x="4824937" y="177295"/>
                  <a:pt x="3744838" y="228431"/>
                  <a:pt x="2412468" y="228431"/>
                </a:cubicBezTo>
                <a:cubicBezTo>
                  <a:pt x="1080099" y="228431"/>
                  <a:pt x="0" y="177295"/>
                  <a:pt x="0" y="114215"/>
                </a:cubicBezTo>
                <a:cubicBezTo>
                  <a:pt x="0" y="51136"/>
                  <a:pt x="1080099" y="0"/>
                  <a:pt x="2412468" y="0"/>
                </a:cubicBezTo>
                <a:cubicBezTo>
                  <a:pt x="3744838" y="0"/>
                  <a:pt x="4824937" y="51136"/>
                  <a:pt x="4824937" y="114215"/>
                </a:cubicBezTo>
                <a:close/>
              </a:path>
            </a:pathLst>
          </a:custGeom>
          <a:solidFill>
            <a:srgbClr val="D7E4F9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13" id="13"/>
          <p:cNvSpPr/>
          <p:nvPr/>
        </p:nvSpPr>
        <p:spPr>
          <a:xfrm flipH="true">
            <a:off x="1303780" y="3055856"/>
            <a:ext cx="2424591" cy="2230519"/>
          </a:xfrm>
          <a:custGeom>
            <a:avLst/>
            <a:gdLst/>
            <a:ahLst/>
            <a:cxnLst/>
            <a:rect r="r" b="b" t="t" l="l"/>
            <a:pathLst>
              <a:path w="2904053" h="2671604" stroke="true" fill="norm" extrusionOk="true">
                <a:moveTo>
                  <a:pt x="2893479" y="1362946"/>
                </a:moveTo>
                <a:cubicBezTo>
                  <a:pt x="2899560" y="1319778"/>
                  <a:pt x="2902942" y="1276278"/>
                  <a:pt x="2903567" y="1232679"/>
                </a:cubicBezTo>
                <a:cubicBezTo>
                  <a:pt x="2903997" y="1202552"/>
                  <a:pt x="2903098" y="1172756"/>
                  <a:pt x="2900850" y="1143274"/>
                </a:cubicBezTo>
                <a:cubicBezTo>
                  <a:pt x="2900752" y="1141886"/>
                  <a:pt x="2900693" y="1140478"/>
                  <a:pt x="2900576" y="1139090"/>
                </a:cubicBezTo>
                <a:cubicBezTo>
                  <a:pt x="2900049" y="1132501"/>
                  <a:pt x="2899423" y="1125932"/>
                  <a:pt x="2898758" y="1119383"/>
                </a:cubicBezTo>
                <a:cubicBezTo>
                  <a:pt x="2887223" y="1003075"/>
                  <a:pt x="2854299" y="889895"/>
                  <a:pt x="2801688" y="785533"/>
                </a:cubicBezTo>
                <a:cubicBezTo>
                  <a:pt x="2958251" y="412309"/>
                  <a:pt x="2846929" y="29231"/>
                  <a:pt x="2846929" y="29231"/>
                </a:cubicBezTo>
                <a:lnTo>
                  <a:pt x="2846929" y="29231"/>
                </a:lnTo>
                <a:cubicBezTo>
                  <a:pt x="2846929" y="29231"/>
                  <a:pt x="2429891" y="-103714"/>
                  <a:pt x="2005111" y="193458"/>
                </a:cubicBezTo>
                <a:cubicBezTo>
                  <a:pt x="1890231" y="165715"/>
                  <a:pt x="1772633" y="150778"/>
                  <a:pt x="1654468" y="148901"/>
                </a:cubicBezTo>
                <a:cubicBezTo>
                  <a:pt x="1644028" y="148569"/>
                  <a:pt x="1633099" y="148569"/>
                  <a:pt x="1622620" y="148569"/>
                </a:cubicBezTo>
                <a:cubicBezTo>
                  <a:pt x="1612141" y="148569"/>
                  <a:pt x="1601505" y="148569"/>
                  <a:pt x="1590909" y="148901"/>
                </a:cubicBezTo>
                <a:cubicBezTo>
                  <a:pt x="1466077" y="151267"/>
                  <a:pt x="1341851" y="166732"/>
                  <a:pt x="1220265" y="195041"/>
                </a:cubicBezTo>
                <a:cubicBezTo>
                  <a:pt x="879338" y="-104086"/>
                  <a:pt x="435203" y="29329"/>
                  <a:pt x="435203" y="29329"/>
                </a:cubicBezTo>
                <a:cubicBezTo>
                  <a:pt x="435203" y="29329"/>
                  <a:pt x="217603" y="409807"/>
                  <a:pt x="267067" y="781858"/>
                </a:cubicBezTo>
                <a:lnTo>
                  <a:pt x="266852" y="782112"/>
                </a:lnTo>
                <a:cubicBezTo>
                  <a:pt x="130856" y="954706"/>
                  <a:pt x="39456" y="1152638"/>
                  <a:pt x="9837" y="1363083"/>
                </a:cubicBezTo>
                <a:cubicBezTo>
                  <a:pt x="-24455" y="1606842"/>
                  <a:pt x="28977" y="1833495"/>
                  <a:pt x="148784" y="2023743"/>
                </a:cubicBezTo>
                <a:cubicBezTo>
                  <a:pt x="153594" y="2031739"/>
                  <a:pt x="158794" y="2039384"/>
                  <a:pt x="163917" y="2046950"/>
                </a:cubicBezTo>
                <a:cubicBezTo>
                  <a:pt x="154141" y="2119288"/>
                  <a:pt x="142313" y="2244745"/>
                  <a:pt x="162939" y="2331942"/>
                </a:cubicBezTo>
                <a:cubicBezTo>
                  <a:pt x="190310" y="2446646"/>
                  <a:pt x="228943" y="2555954"/>
                  <a:pt x="219030" y="2640179"/>
                </a:cubicBezTo>
                <a:cubicBezTo>
                  <a:pt x="217193" y="2657227"/>
                  <a:pt x="229431" y="2671187"/>
                  <a:pt x="248102" y="2671187"/>
                </a:cubicBezTo>
                <a:lnTo>
                  <a:pt x="562674" y="2671187"/>
                </a:lnTo>
                <a:cubicBezTo>
                  <a:pt x="565627" y="2671226"/>
                  <a:pt x="568579" y="2670874"/>
                  <a:pt x="571453" y="2670151"/>
                </a:cubicBezTo>
                <a:cubicBezTo>
                  <a:pt x="588403" y="2666534"/>
                  <a:pt x="602050" y="2652555"/>
                  <a:pt x="603516" y="2636289"/>
                </a:cubicBezTo>
                <a:cubicBezTo>
                  <a:pt x="607856" y="2583971"/>
                  <a:pt x="620721" y="2487273"/>
                  <a:pt x="655110" y="2449950"/>
                </a:cubicBezTo>
                <a:cubicBezTo>
                  <a:pt x="671983" y="2457497"/>
                  <a:pt x="689109" y="2464731"/>
                  <a:pt x="706490" y="2471671"/>
                </a:cubicBezTo>
                <a:cubicBezTo>
                  <a:pt x="826532" y="2519531"/>
                  <a:pt x="958480" y="2552357"/>
                  <a:pt x="1099461" y="2567587"/>
                </a:cubicBezTo>
                <a:cubicBezTo>
                  <a:pt x="1159716" y="2574058"/>
                  <a:pt x="1220265" y="2577284"/>
                  <a:pt x="1280853" y="2577265"/>
                </a:cubicBezTo>
                <a:cubicBezTo>
                  <a:pt x="1368362" y="2577226"/>
                  <a:pt x="1455754" y="2570696"/>
                  <a:pt x="1542286" y="2557714"/>
                </a:cubicBezTo>
                <a:cubicBezTo>
                  <a:pt x="1679220" y="2537205"/>
                  <a:pt x="1813357" y="2501017"/>
                  <a:pt x="1942021" y="2449872"/>
                </a:cubicBezTo>
                <a:lnTo>
                  <a:pt x="1942295" y="2449755"/>
                </a:lnTo>
                <a:cubicBezTo>
                  <a:pt x="1957232" y="2473216"/>
                  <a:pt x="1957251" y="2520138"/>
                  <a:pt x="1952657" y="2564694"/>
                </a:cubicBezTo>
                <a:cubicBezTo>
                  <a:pt x="1949959" y="2589758"/>
                  <a:pt x="1945990" y="2614040"/>
                  <a:pt x="1942178" y="2633122"/>
                </a:cubicBezTo>
                <a:cubicBezTo>
                  <a:pt x="1938150" y="2653786"/>
                  <a:pt x="1953556" y="2671109"/>
                  <a:pt x="1976118" y="2671109"/>
                </a:cubicBezTo>
                <a:lnTo>
                  <a:pt x="2277298" y="2671109"/>
                </a:lnTo>
                <a:cubicBezTo>
                  <a:pt x="2300152" y="2671109"/>
                  <a:pt x="2321951" y="2654823"/>
                  <a:pt x="2326077" y="2633376"/>
                </a:cubicBezTo>
                <a:cubicBezTo>
                  <a:pt x="2342519" y="2550187"/>
                  <a:pt x="2409910" y="2443479"/>
                  <a:pt x="2467683" y="2331863"/>
                </a:cubicBezTo>
                <a:cubicBezTo>
                  <a:pt x="2500548" y="2268558"/>
                  <a:pt x="2522093" y="2184842"/>
                  <a:pt x="2535427" y="2115866"/>
                </a:cubicBezTo>
                <a:cubicBezTo>
                  <a:pt x="2550754" y="2084507"/>
                  <a:pt x="2563423" y="2051935"/>
                  <a:pt x="2573316" y="2018464"/>
                </a:cubicBezTo>
                <a:cubicBezTo>
                  <a:pt x="2744189" y="1829350"/>
                  <a:pt x="2859539" y="1604262"/>
                  <a:pt x="2893479" y="1362946"/>
                </a:cubicBezTo>
                <a:close/>
              </a:path>
            </a:pathLst>
          </a:custGeom>
          <a:solidFill>
            <a:srgbClr val="FFFFFF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14" id="14"/>
          <p:cNvSpPr/>
          <p:nvPr/>
        </p:nvSpPr>
        <p:spPr>
          <a:xfrm flipH="true">
            <a:off x="1695144" y="2881058"/>
            <a:ext cx="704464" cy="528064"/>
          </a:xfrm>
          <a:custGeom>
            <a:avLst/>
            <a:gdLst/>
            <a:ahLst/>
            <a:cxnLst/>
            <a:rect r="r" b="b" t="t" l="l"/>
            <a:pathLst>
              <a:path w="843772" h="632489" stroke="true" fill="norm" extrusionOk="true">
                <a:moveTo>
                  <a:pt x="843390" y="31573"/>
                </a:moveTo>
                <a:cubicBezTo>
                  <a:pt x="843390" y="31573"/>
                  <a:pt x="388405" y="-118128"/>
                  <a:pt x="-382" y="230170"/>
                </a:cubicBezTo>
                <a:lnTo>
                  <a:pt x="435972" y="632075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15" id="15"/>
          <p:cNvSpPr/>
          <p:nvPr/>
        </p:nvSpPr>
        <p:spPr>
          <a:xfrm flipH="true">
            <a:off x="1615325" y="2902136"/>
            <a:ext cx="574044" cy="773246"/>
          </a:xfrm>
          <a:custGeom>
            <a:avLst/>
            <a:gdLst/>
            <a:ahLst/>
            <a:cxnLst/>
            <a:rect r="r" b="b" t="t" l="l"/>
            <a:pathLst>
              <a:path w="687561" h="926156" stroke="true" fill="norm" extrusionOk="true">
                <a:moveTo>
                  <a:pt x="619534" y="925741"/>
                </a:moveTo>
                <a:lnTo>
                  <a:pt x="-382" y="295405"/>
                </a:lnTo>
                <a:cubicBezTo>
                  <a:pt x="-382" y="295405"/>
                  <a:pt x="13597" y="278141"/>
                  <a:pt x="38856" y="251904"/>
                </a:cubicBezTo>
                <a:cubicBezTo>
                  <a:pt x="124313" y="162928"/>
                  <a:pt x="338609" y="-28826"/>
                  <a:pt x="571869" y="3140"/>
                </a:cubicBezTo>
                <a:cubicBezTo>
                  <a:pt x="578438" y="4000"/>
                  <a:pt x="585066" y="5095"/>
                  <a:pt x="591635" y="6346"/>
                </a:cubicBezTo>
                <a:cubicBezTo>
                  <a:pt x="591576" y="6346"/>
                  <a:pt x="786615" y="493943"/>
                  <a:pt x="619534" y="925741"/>
                </a:cubicBezTo>
                <a:close/>
              </a:path>
            </a:pathLst>
          </a:custGeom>
          <a:solidFill>
            <a:schemeClr val="accent1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16" id="16"/>
          <p:cNvSpPr/>
          <p:nvPr/>
        </p:nvSpPr>
        <p:spPr>
          <a:xfrm flipH="true">
            <a:off x="3014559" y="2881058"/>
            <a:ext cx="694116" cy="528064"/>
          </a:xfrm>
          <a:custGeom>
            <a:avLst/>
            <a:gdLst/>
            <a:ahLst/>
            <a:cxnLst/>
            <a:rect r="r" b="b" t="t" l="l"/>
            <a:pathLst>
              <a:path w="831377" h="632489" stroke="true" fill="norm" extrusionOk="true">
                <a:moveTo>
                  <a:pt x="-382" y="31573"/>
                </a:moveTo>
                <a:cubicBezTo>
                  <a:pt x="-382" y="31573"/>
                  <a:pt x="442208" y="-118128"/>
                  <a:pt x="830995" y="230170"/>
                </a:cubicBezTo>
                <a:lnTo>
                  <a:pt x="394641" y="632075"/>
                </a:lnTo>
                <a:close/>
              </a:path>
            </a:pathLst>
          </a:custGeom>
          <a:solidFill>
            <a:srgbClr val="1F3A6F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17" id="17"/>
          <p:cNvSpPr/>
          <p:nvPr/>
        </p:nvSpPr>
        <p:spPr>
          <a:xfrm flipH="true">
            <a:off x="3214318" y="2902109"/>
            <a:ext cx="574096" cy="773290"/>
          </a:xfrm>
          <a:custGeom>
            <a:avLst/>
            <a:gdLst/>
            <a:ahLst/>
            <a:cxnLst/>
            <a:rect r="r" b="b" t="t" l="l"/>
            <a:pathLst>
              <a:path w="687624" h="926208" stroke="true" fill="norm" extrusionOk="true">
                <a:moveTo>
                  <a:pt x="687242" y="295418"/>
                </a:moveTo>
                <a:cubicBezTo>
                  <a:pt x="687242" y="295418"/>
                  <a:pt x="405144" y="-52840"/>
                  <a:pt x="95186" y="6360"/>
                </a:cubicBezTo>
                <a:cubicBezTo>
                  <a:pt x="95186" y="6360"/>
                  <a:pt x="-99853" y="493937"/>
                  <a:pt x="67326" y="925794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18" id="18"/>
          <p:cNvSpPr/>
          <p:nvPr/>
        </p:nvSpPr>
        <p:spPr>
          <a:xfrm flipH="true">
            <a:off x="1708359" y="4672534"/>
            <a:ext cx="465928" cy="613727"/>
          </a:xfrm>
          <a:custGeom>
            <a:avLst/>
            <a:gdLst/>
            <a:ahLst/>
            <a:cxnLst/>
            <a:rect r="r" b="b" t="t" l="l"/>
            <a:pathLst>
              <a:path w="558065" h="735091" stroke="true" fill="norm" extrusionOk="true">
                <a:moveTo>
                  <a:pt x="555662" y="135952"/>
                </a:moveTo>
                <a:cubicBezTo>
                  <a:pt x="552025" y="210245"/>
                  <a:pt x="542269" y="300608"/>
                  <a:pt x="518320" y="368860"/>
                </a:cubicBezTo>
                <a:cubicBezTo>
                  <a:pt x="476246" y="489234"/>
                  <a:pt x="423870" y="604291"/>
                  <a:pt x="419119" y="694009"/>
                </a:cubicBezTo>
                <a:cubicBezTo>
                  <a:pt x="417790" y="716981"/>
                  <a:pt x="398669" y="734871"/>
                  <a:pt x="375658" y="734675"/>
                </a:cubicBezTo>
                <a:lnTo>
                  <a:pt x="74576" y="734675"/>
                </a:lnTo>
                <a:cubicBezTo>
                  <a:pt x="52972" y="734812"/>
                  <a:pt x="35357" y="717411"/>
                  <a:pt x="35239" y="695827"/>
                </a:cubicBezTo>
                <a:cubicBezTo>
                  <a:pt x="35220" y="695084"/>
                  <a:pt x="35239" y="694361"/>
                  <a:pt x="35279" y="693618"/>
                </a:cubicBezTo>
                <a:cubicBezTo>
                  <a:pt x="36393" y="672992"/>
                  <a:pt x="36960" y="646814"/>
                  <a:pt x="36119" y="619775"/>
                </a:cubicBezTo>
                <a:cubicBezTo>
                  <a:pt x="34164" y="563782"/>
                  <a:pt x="25523" y="504152"/>
                  <a:pt x="-382" y="485481"/>
                </a:cubicBezTo>
                <a:lnTo>
                  <a:pt x="548486" y="6838"/>
                </a:lnTo>
                <a:lnTo>
                  <a:pt x="556834" y="-415"/>
                </a:lnTo>
                <a:lnTo>
                  <a:pt x="556834" y="2088"/>
                </a:lnTo>
                <a:cubicBezTo>
                  <a:pt x="557323" y="14189"/>
                  <a:pt x="558985" y="68521"/>
                  <a:pt x="555662" y="135952"/>
                </a:cubicBezTo>
                <a:close/>
              </a:path>
            </a:pathLst>
          </a:custGeom>
          <a:solidFill>
            <a:srgbClr val="3B82F4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19" id="19"/>
          <p:cNvSpPr/>
          <p:nvPr/>
        </p:nvSpPr>
        <p:spPr>
          <a:xfrm flipH="true">
            <a:off x="1686493" y="4661696"/>
            <a:ext cx="487794" cy="528732"/>
          </a:xfrm>
          <a:custGeom>
            <a:avLst/>
            <a:gdLst/>
            <a:ahLst/>
            <a:cxnLst/>
            <a:rect r="r" b="b" t="t" l="l"/>
            <a:pathLst>
              <a:path w="584255" h="633288" stroke="true" fill="norm" extrusionOk="true">
                <a:moveTo>
                  <a:pt x="583873" y="-415"/>
                </a:moveTo>
                <a:cubicBezTo>
                  <a:pt x="583873" y="-415"/>
                  <a:pt x="583600" y="61717"/>
                  <a:pt x="555740" y="148933"/>
                </a:cubicBezTo>
                <a:cubicBezTo>
                  <a:pt x="508075" y="297715"/>
                  <a:pt x="379919" y="519753"/>
                  <a:pt x="36119" y="632874"/>
                </a:cubicBezTo>
                <a:cubicBezTo>
                  <a:pt x="34164" y="576880"/>
                  <a:pt x="25523" y="517250"/>
                  <a:pt x="-382" y="498580"/>
                </a:cubicBezTo>
                <a:lnTo>
                  <a:pt x="548486" y="19937"/>
                </a:lnTo>
                <a:lnTo>
                  <a:pt x="556834" y="15186"/>
                </a:lnTo>
                <a:close/>
              </a:path>
            </a:pathLst>
          </a:custGeom>
          <a:solidFill>
            <a:srgbClr val="1A71D8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20" id="20"/>
          <p:cNvSpPr/>
          <p:nvPr/>
        </p:nvSpPr>
        <p:spPr>
          <a:xfrm flipH="true">
            <a:off x="3232094" y="4672648"/>
            <a:ext cx="466044" cy="613632"/>
          </a:xfrm>
          <a:custGeom>
            <a:avLst/>
            <a:gdLst/>
            <a:ahLst/>
            <a:cxnLst/>
            <a:rect r="r" b="b" t="t" l="l"/>
            <a:pathLst>
              <a:path w="558204" h="734978" stroke="true" fill="norm" extrusionOk="true">
                <a:moveTo>
                  <a:pt x="522221" y="696942"/>
                </a:moveTo>
                <a:cubicBezTo>
                  <a:pt x="523100" y="714127"/>
                  <a:pt x="511585" y="729474"/>
                  <a:pt x="494849" y="733443"/>
                </a:cubicBezTo>
                <a:cubicBezTo>
                  <a:pt x="492054" y="734225"/>
                  <a:pt x="489141" y="734616"/>
                  <a:pt x="486228" y="734557"/>
                </a:cubicBezTo>
                <a:lnTo>
                  <a:pt x="171655" y="734557"/>
                </a:lnTo>
                <a:cubicBezTo>
                  <a:pt x="152985" y="734557"/>
                  <a:pt x="138791" y="719503"/>
                  <a:pt x="138224" y="701106"/>
                </a:cubicBezTo>
                <a:cubicBezTo>
                  <a:pt x="136269" y="610293"/>
                  <a:pt x="82230" y="492440"/>
                  <a:pt x="38769" y="368743"/>
                </a:cubicBezTo>
                <a:cubicBezTo>
                  <a:pt x="-9991" y="229443"/>
                  <a:pt x="586" y="-415"/>
                  <a:pt x="586" y="-415"/>
                </a:cubicBezTo>
                <a:lnTo>
                  <a:pt x="339949" y="295466"/>
                </a:lnTo>
                <a:lnTo>
                  <a:pt x="557822" y="485481"/>
                </a:lnTo>
                <a:cubicBezTo>
                  <a:pt x="518310" y="513614"/>
                  <a:pt x="518877" y="634536"/>
                  <a:pt x="522221" y="696942"/>
                </a:cubicBezTo>
                <a:close/>
              </a:path>
            </a:pathLst>
          </a:custGeom>
          <a:solidFill>
            <a:srgbClr val="3B82F4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21" id="21"/>
          <p:cNvSpPr/>
          <p:nvPr/>
        </p:nvSpPr>
        <p:spPr>
          <a:xfrm flipH="true">
            <a:off x="3232094" y="4919712"/>
            <a:ext cx="185359" cy="365633"/>
          </a:xfrm>
          <a:custGeom>
            <a:avLst/>
            <a:gdLst/>
            <a:ahLst/>
            <a:cxnLst/>
            <a:rect r="r" b="b" t="t" l="l"/>
            <a:pathLst>
              <a:path w="222014" h="437937" stroke="true" fill="norm" extrusionOk="true">
                <a:moveTo>
                  <a:pt x="186030" y="401021"/>
                </a:moveTo>
                <a:cubicBezTo>
                  <a:pt x="186910" y="418207"/>
                  <a:pt x="175395" y="433554"/>
                  <a:pt x="158659" y="437522"/>
                </a:cubicBezTo>
                <a:cubicBezTo>
                  <a:pt x="-19370" y="286786"/>
                  <a:pt x="-4042" y="60838"/>
                  <a:pt x="3759" y="-415"/>
                </a:cubicBezTo>
                <a:lnTo>
                  <a:pt x="221632" y="189599"/>
                </a:lnTo>
                <a:cubicBezTo>
                  <a:pt x="182120" y="217694"/>
                  <a:pt x="182687" y="338615"/>
                  <a:pt x="186030" y="401021"/>
                </a:cubicBezTo>
                <a:close/>
              </a:path>
            </a:pathLst>
          </a:custGeom>
          <a:solidFill>
            <a:srgbClr val="1A71D8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22" id="22"/>
          <p:cNvSpPr/>
          <p:nvPr/>
        </p:nvSpPr>
        <p:spPr>
          <a:xfrm flipH="true">
            <a:off x="1499627" y="3015006"/>
            <a:ext cx="2407436" cy="2186766"/>
          </a:xfrm>
          <a:custGeom>
            <a:avLst/>
            <a:gdLst/>
            <a:ahLst/>
            <a:cxnLst/>
            <a:rect r="r" b="b" t="t" l="l"/>
            <a:pathLst>
              <a:path w="2883505" h="2619198" stroke="true" fill="norm" extrusionOk="true">
                <a:moveTo>
                  <a:pt x="2858724" y="1067937"/>
                </a:moveTo>
                <a:cubicBezTo>
                  <a:pt x="2830747" y="931903"/>
                  <a:pt x="2779719" y="801636"/>
                  <a:pt x="2707851" y="682787"/>
                </a:cubicBezTo>
                <a:cubicBezTo>
                  <a:pt x="2608631" y="517348"/>
                  <a:pt x="2471091" y="373611"/>
                  <a:pt x="2306219" y="261331"/>
                </a:cubicBezTo>
                <a:cubicBezTo>
                  <a:pt x="2233803" y="212043"/>
                  <a:pt x="2157105" y="169325"/>
                  <a:pt x="2077084" y="133703"/>
                </a:cubicBezTo>
                <a:cubicBezTo>
                  <a:pt x="1894245" y="52020"/>
                  <a:pt x="1689724" y="4238"/>
                  <a:pt x="1473297" y="-44"/>
                </a:cubicBezTo>
                <a:cubicBezTo>
                  <a:pt x="1462798" y="-415"/>
                  <a:pt x="1451791" y="-415"/>
                  <a:pt x="1441410" y="-415"/>
                </a:cubicBezTo>
                <a:cubicBezTo>
                  <a:pt x="1431028" y="-415"/>
                  <a:pt x="1420295" y="-415"/>
                  <a:pt x="1409737" y="-44"/>
                </a:cubicBezTo>
                <a:cubicBezTo>
                  <a:pt x="1193369" y="4238"/>
                  <a:pt x="988770" y="51668"/>
                  <a:pt x="806010" y="133351"/>
                </a:cubicBezTo>
                <a:cubicBezTo>
                  <a:pt x="538496" y="252904"/>
                  <a:pt x="317494" y="445597"/>
                  <a:pt x="174891" y="682728"/>
                </a:cubicBezTo>
                <a:cubicBezTo>
                  <a:pt x="63178" y="868852"/>
                  <a:pt x="-382" y="1082288"/>
                  <a:pt x="-382" y="1309213"/>
                </a:cubicBezTo>
                <a:cubicBezTo>
                  <a:pt x="-382" y="1572094"/>
                  <a:pt x="84938" y="1816497"/>
                  <a:pt x="231529" y="2021664"/>
                </a:cubicBezTo>
                <a:cubicBezTo>
                  <a:pt x="237394" y="2030285"/>
                  <a:pt x="243729" y="2038497"/>
                  <a:pt x="249927" y="2046689"/>
                </a:cubicBezTo>
                <a:cubicBezTo>
                  <a:pt x="333330" y="2157151"/>
                  <a:pt x="432961" y="2254396"/>
                  <a:pt x="545417" y="2335102"/>
                </a:cubicBezTo>
                <a:cubicBezTo>
                  <a:pt x="558829" y="2344877"/>
                  <a:pt x="572456" y="2354301"/>
                  <a:pt x="586278" y="2363568"/>
                </a:cubicBezTo>
                <a:cubicBezTo>
                  <a:pt x="653435" y="2408574"/>
                  <a:pt x="724170" y="2448007"/>
                  <a:pt x="797759" y="2481459"/>
                </a:cubicBezTo>
                <a:cubicBezTo>
                  <a:pt x="991429" y="2569437"/>
                  <a:pt x="1210144" y="2618784"/>
                  <a:pt x="1441429" y="2618784"/>
                </a:cubicBezTo>
                <a:cubicBezTo>
                  <a:pt x="1672715" y="2618784"/>
                  <a:pt x="1891097" y="2569418"/>
                  <a:pt x="2084650" y="2481459"/>
                </a:cubicBezTo>
                <a:cubicBezTo>
                  <a:pt x="2305574" y="2381300"/>
                  <a:pt x="2494767" y="2230779"/>
                  <a:pt x="2633089" y="2046669"/>
                </a:cubicBezTo>
                <a:cubicBezTo>
                  <a:pt x="2640655" y="2036757"/>
                  <a:pt x="2647927" y="2026551"/>
                  <a:pt x="2655200" y="2016346"/>
                </a:cubicBezTo>
                <a:cubicBezTo>
                  <a:pt x="2799446" y="1812470"/>
                  <a:pt x="2883123" y="1569708"/>
                  <a:pt x="2883123" y="1309468"/>
                </a:cubicBezTo>
                <a:cubicBezTo>
                  <a:pt x="2883202" y="1228332"/>
                  <a:pt x="2875029" y="1147411"/>
                  <a:pt x="2858724" y="1067937"/>
                </a:cubicBezTo>
                <a:close/>
              </a:path>
            </a:pathLst>
          </a:custGeom>
          <a:solidFill>
            <a:schemeClr val="accent1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23" id="23"/>
          <p:cNvSpPr/>
          <p:nvPr/>
        </p:nvSpPr>
        <p:spPr>
          <a:xfrm flipH="true">
            <a:off x="2207057" y="3982092"/>
            <a:ext cx="918437" cy="721634"/>
          </a:xfrm>
          <a:custGeom>
            <a:avLst/>
            <a:gdLst/>
            <a:ahLst/>
            <a:cxnLst/>
            <a:rect r="r" b="b" t="t" l="l"/>
            <a:pathLst>
              <a:path w="1100057" h="864337" stroke="true" fill="norm" extrusionOk="true">
                <a:moveTo>
                  <a:pt x="1099278" y="405340"/>
                </a:moveTo>
                <a:cubicBezTo>
                  <a:pt x="1110715" y="643606"/>
                  <a:pt x="874014" y="848517"/>
                  <a:pt x="570390" y="863102"/>
                </a:cubicBezTo>
                <a:cubicBezTo>
                  <a:pt x="404208" y="871079"/>
                  <a:pt x="252318" y="820364"/>
                  <a:pt x="147135" y="733364"/>
                </a:cubicBezTo>
                <a:cubicBezTo>
                  <a:pt x="129168" y="718622"/>
                  <a:pt x="112354" y="702512"/>
                  <a:pt x="96831" y="685210"/>
                </a:cubicBezTo>
                <a:cubicBezTo>
                  <a:pt x="39332" y="621044"/>
                  <a:pt x="4101" y="543173"/>
                  <a:pt x="15" y="458108"/>
                </a:cubicBezTo>
                <a:cubicBezTo>
                  <a:pt x="-11422" y="219901"/>
                  <a:pt x="225358" y="14989"/>
                  <a:pt x="528981" y="404"/>
                </a:cubicBezTo>
                <a:cubicBezTo>
                  <a:pt x="687343" y="-7201"/>
                  <a:pt x="832761" y="38607"/>
                  <a:pt x="936986" y="118022"/>
                </a:cubicBezTo>
                <a:cubicBezTo>
                  <a:pt x="1015874" y="178004"/>
                  <a:pt x="1071242" y="257204"/>
                  <a:pt x="1091184" y="347157"/>
                </a:cubicBezTo>
                <a:cubicBezTo>
                  <a:pt x="1095700" y="366258"/>
                  <a:pt x="1098417" y="385731"/>
                  <a:pt x="1099278" y="40534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24" id="24"/>
          <p:cNvSpPr/>
          <p:nvPr/>
        </p:nvSpPr>
        <p:spPr>
          <a:xfrm flipH="true" rot="4846799">
            <a:off x="2187037" y="3663902"/>
            <a:ext cx="215169" cy="215169"/>
          </a:xfrm>
          <a:custGeom>
            <a:avLst/>
            <a:gdLst/>
            <a:ahLst/>
            <a:cxnLst/>
            <a:rect r="r" b="b" t="t" l="l"/>
            <a:pathLst>
              <a:path w="257718" h="257718" stroke="true" fill="norm" extrusionOk="true">
                <a:moveTo>
                  <a:pt x="257336" y="128444"/>
                </a:moveTo>
                <a:cubicBezTo>
                  <a:pt x="257336" y="199611"/>
                  <a:pt x="199644" y="257304"/>
                  <a:pt x="128477" y="257304"/>
                </a:cubicBezTo>
                <a:cubicBezTo>
                  <a:pt x="57310" y="257304"/>
                  <a:pt x="-382" y="199611"/>
                  <a:pt x="-382" y="128444"/>
                </a:cubicBezTo>
                <a:cubicBezTo>
                  <a:pt x="-382" y="57277"/>
                  <a:pt x="57310" y="-415"/>
                  <a:pt x="128477" y="-415"/>
                </a:cubicBezTo>
                <a:cubicBezTo>
                  <a:pt x="199644" y="-415"/>
                  <a:pt x="257336" y="57277"/>
                  <a:pt x="257336" y="128444"/>
                </a:cubicBezTo>
                <a:close/>
              </a:path>
            </a:pathLst>
          </a:custGeom>
          <a:solidFill>
            <a:srgbClr val="1F3A6F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25" id="25"/>
          <p:cNvSpPr/>
          <p:nvPr/>
        </p:nvSpPr>
        <p:spPr>
          <a:xfrm flipH="true" rot="4946401">
            <a:off x="3004164" y="3663823"/>
            <a:ext cx="215169" cy="215169"/>
          </a:xfrm>
          <a:custGeom>
            <a:avLst/>
            <a:gdLst/>
            <a:ahLst/>
            <a:cxnLst/>
            <a:rect r="r" b="b" t="t" l="l"/>
            <a:pathLst>
              <a:path w="257718" h="257718" stroke="true" fill="norm" extrusionOk="true">
                <a:moveTo>
                  <a:pt x="257336" y="128444"/>
                </a:moveTo>
                <a:cubicBezTo>
                  <a:pt x="257336" y="199611"/>
                  <a:pt x="199644" y="257304"/>
                  <a:pt x="128477" y="257304"/>
                </a:cubicBezTo>
                <a:cubicBezTo>
                  <a:pt x="57310" y="257304"/>
                  <a:pt x="-382" y="199611"/>
                  <a:pt x="-382" y="128444"/>
                </a:cubicBezTo>
                <a:cubicBezTo>
                  <a:pt x="-382" y="57277"/>
                  <a:pt x="57310" y="-415"/>
                  <a:pt x="128477" y="-415"/>
                </a:cubicBezTo>
                <a:cubicBezTo>
                  <a:pt x="199644" y="-415"/>
                  <a:pt x="257336" y="57277"/>
                  <a:pt x="257336" y="128444"/>
                </a:cubicBezTo>
                <a:close/>
              </a:path>
            </a:pathLst>
          </a:custGeom>
          <a:solidFill>
            <a:srgbClr val="1F3A6F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26" id="26"/>
          <p:cNvSpPr/>
          <p:nvPr/>
        </p:nvSpPr>
        <p:spPr>
          <a:xfrm flipH="true">
            <a:off x="2243805" y="3931310"/>
            <a:ext cx="918819" cy="721082"/>
          </a:xfrm>
          <a:custGeom>
            <a:avLst/>
            <a:gdLst/>
            <a:ahLst/>
            <a:cxnLst/>
            <a:rect r="r" b="b" t="t" l="l"/>
            <a:pathLst>
              <a:path w="1100515" h="863675" stroke="true" fill="norm" extrusionOk="true">
                <a:moveTo>
                  <a:pt x="1100131" y="431384"/>
                </a:moveTo>
                <a:cubicBezTo>
                  <a:pt x="1100131" y="669903"/>
                  <a:pt x="853791" y="863260"/>
                  <a:pt x="549914" y="863260"/>
                </a:cubicBezTo>
                <a:cubicBezTo>
                  <a:pt x="383556" y="863260"/>
                  <a:pt x="234247" y="805331"/>
                  <a:pt x="133384" y="713384"/>
                </a:cubicBezTo>
                <a:cubicBezTo>
                  <a:pt x="116140" y="697802"/>
                  <a:pt x="100109" y="680910"/>
                  <a:pt x="85446" y="662884"/>
                </a:cubicBezTo>
                <a:cubicBezTo>
                  <a:pt x="31075" y="596040"/>
                  <a:pt x="-382" y="516566"/>
                  <a:pt x="-382" y="431384"/>
                </a:cubicBezTo>
                <a:cubicBezTo>
                  <a:pt x="-382" y="192864"/>
                  <a:pt x="245958" y="-415"/>
                  <a:pt x="549914" y="-415"/>
                </a:cubicBezTo>
                <a:cubicBezTo>
                  <a:pt x="708568" y="-415"/>
                  <a:pt x="851524" y="52372"/>
                  <a:pt x="951819" y="136616"/>
                </a:cubicBezTo>
                <a:cubicBezTo>
                  <a:pt x="1027735" y="200332"/>
                  <a:pt x="1079231" y="282074"/>
                  <a:pt x="1094852" y="372888"/>
                </a:cubicBezTo>
                <a:cubicBezTo>
                  <a:pt x="1098450" y="392184"/>
                  <a:pt x="1100209" y="411754"/>
                  <a:pt x="1100131" y="431384"/>
                </a:cubicBezTo>
                <a:close/>
              </a:path>
            </a:pathLst>
          </a:custGeom>
          <a:solidFill>
            <a:srgbClr val="FFFFFF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27" id="27"/>
          <p:cNvSpPr/>
          <p:nvPr/>
        </p:nvSpPr>
        <p:spPr>
          <a:xfrm flipH="true">
            <a:off x="2831187" y="4184234"/>
            <a:ext cx="100810" cy="170574"/>
          </a:xfrm>
          <a:custGeom>
            <a:avLst/>
            <a:gdLst/>
            <a:ahLst/>
            <a:cxnLst/>
            <a:rect r="r" b="b" t="t" l="l"/>
            <a:pathLst>
              <a:path w="120745" h="204305" stroke="true" fill="norm" extrusionOk="true">
                <a:moveTo>
                  <a:pt x="120746" y="102153"/>
                </a:moveTo>
                <a:cubicBezTo>
                  <a:pt x="120746" y="158570"/>
                  <a:pt x="93716" y="204306"/>
                  <a:pt x="60373" y="204306"/>
                </a:cubicBezTo>
                <a:cubicBezTo>
                  <a:pt x="27030" y="204306"/>
                  <a:pt x="0" y="158570"/>
                  <a:pt x="0" y="102153"/>
                </a:cubicBezTo>
                <a:cubicBezTo>
                  <a:pt x="0" y="45735"/>
                  <a:pt x="27030" y="0"/>
                  <a:pt x="60373" y="0"/>
                </a:cubicBezTo>
                <a:cubicBezTo>
                  <a:pt x="93716" y="0"/>
                  <a:pt x="120746" y="45735"/>
                  <a:pt x="120746" y="102153"/>
                </a:cubicBezTo>
                <a:close/>
              </a:path>
            </a:pathLst>
          </a:custGeom>
          <a:solidFill>
            <a:srgbClr val="1F3A6F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28" id="28"/>
          <p:cNvSpPr/>
          <p:nvPr/>
        </p:nvSpPr>
        <p:spPr>
          <a:xfrm flipH="true">
            <a:off x="2474515" y="4184234"/>
            <a:ext cx="100810" cy="170574"/>
          </a:xfrm>
          <a:custGeom>
            <a:avLst/>
            <a:gdLst/>
            <a:ahLst/>
            <a:cxnLst/>
            <a:rect r="r" b="b" t="t" l="l"/>
            <a:pathLst>
              <a:path w="120745" h="204305" stroke="true" fill="norm" extrusionOk="true">
                <a:moveTo>
                  <a:pt x="120746" y="102153"/>
                </a:moveTo>
                <a:cubicBezTo>
                  <a:pt x="120746" y="158570"/>
                  <a:pt x="93716" y="204306"/>
                  <a:pt x="60373" y="204306"/>
                </a:cubicBezTo>
                <a:cubicBezTo>
                  <a:pt x="27030" y="204306"/>
                  <a:pt x="0" y="158570"/>
                  <a:pt x="0" y="102153"/>
                </a:cubicBezTo>
                <a:cubicBezTo>
                  <a:pt x="0" y="45735"/>
                  <a:pt x="27030" y="0"/>
                  <a:pt x="60373" y="0"/>
                </a:cubicBezTo>
                <a:cubicBezTo>
                  <a:pt x="93716" y="0"/>
                  <a:pt x="120746" y="45735"/>
                  <a:pt x="120746" y="102153"/>
                </a:cubicBezTo>
                <a:close/>
              </a:path>
            </a:pathLst>
          </a:custGeom>
          <a:solidFill>
            <a:srgbClr val="1F3A6F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29" id="29"/>
          <p:cNvSpPr/>
          <p:nvPr/>
        </p:nvSpPr>
        <p:spPr>
          <a:xfrm flipH="true">
            <a:off x="1499596" y="3233619"/>
            <a:ext cx="1951764" cy="1968087"/>
          </a:xfrm>
          <a:custGeom>
            <a:avLst/>
            <a:gdLst/>
            <a:ahLst/>
            <a:cxnLst/>
            <a:rect r="r" b="b" t="t" l="l"/>
            <a:pathLst>
              <a:path w="2337725" h="2357276" stroke="true" fill="norm" extrusionOk="true">
                <a:moveTo>
                  <a:pt x="2337344" y="1047546"/>
                </a:moveTo>
                <a:cubicBezTo>
                  <a:pt x="2337344" y="1307787"/>
                  <a:pt x="2253666" y="1550529"/>
                  <a:pt x="2109401" y="1754444"/>
                </a:cubicBezTo>
                <a:cubicBezTo>
                  <a:pt x="2102128" y="1764610"/>
                  <a:pt x="2094855" y="1774835"/>
                  <a:pt x="2087289" y="1784747"/>
                </a:cubicBezTo>
                <a:cubicBezTo>
                  <a:pt x="1948968" y="1968877"/>
                  <a:pt x="1759853" y="2119379"/>
                  <a:pt x="1538831" y="2219537"/>
                </a:cubicBezTo>
                <a:cubicBezTo>
                  <a:pt x="1345278" y="2307516"/>
                  <a:pt x="1126818" y="2356862"/>
                  <a:pt x="895610" y="2356862"/>
                </a:cubicBezTo>
                <a:cubicBezTo>
                  <a:pt x="664403" y="2356862"/>
                  <a:pt x="445610" y="2307477"/>
                  <a:pt x="251921" y="2219537"/>
                </a:cubicBezTo>
                <a:cubicBezTo>
                  <a:pt x="178351" y="2186164"/>
                  <a:pt x="107636" y="2146828"/>
                  <a:pt x="40479" y="2101920"/>
                </a:cubicBezTo>
                <a:cubicBezTo>
                  <a:pt x="26637" y="2092633"/>
                  <a:pt x="13108" y="2083210"/>
                  <a:pt x="-382" y="2073454"/>
                </a:cubicBezTo>
                <a:cubicBezTo>
                  <a:pt x="15962" y="2081782"/>
                  <a:pt x="32463" y="2089838"/>
                  <a:pt x="49120" y="2097619"/>
                </a:cubicBezTo>
                <a:cubicBezTo>
                  <a:pt x="242810" y="2187552"/>
                  <a:pt x="461525" y="2238032"/>
                  <a:pt x="692713" y="2238032"/>
                </a:cubicBezTo>
                <a:cubicBezTo>
                  <a:pt x="923901" y="2238032"/>
                  <a:pt x="1142381" y="2187494"/>
                  <a:pt x="1336050" y="2097619"/>
                </a:cubicBezTo>
                <a:cubicBezTo>
                  <a:pt x="1556974" y="1995251"/>
                  <a:pt x="1746089" y="1841386"/>
                  <a:pt x="1884470" y="1653112"/>
                </a:cubicBezTo>
                <a:cubicBezTo>
                  <a:pt x="1892036" y="1642985"/>
                  <a:pt x="1899250" y="1632584"/>
                  <a:pt x="1906542" y="1622104"/>
                </a:cubicBezTo>
                <a:cubicBezTo>
                  <a:pt x="2050749" y="1413654"/>
                  <a:pt x="2134446" y="1165476"/>
                  <a:pt x="2134446" y="899449"/>
                </a:cubicBezTo>
                <a:cubicBezTo>
                  <a:pt x="2134563" y="816573"/>
                  <a:pt x="2126391" y="733873"/>
                  <a:pt x="2110046" y="652620"/>
                </a:cubicBezTo>
                <a:cubicBezTo>
                  <a:pt x="2082167" y="513888"/>
                  <a:pt x="2031198" y="380825"/>
                  <a:pt x="1959232" y="258985"/>
                </a:cubicBezTo>
                <a:cubicBezTo>
                  <a:pt x="1903746" y="164770"/>
                  <a:pt x="1836981" y="77671"/>
                  <a:pt x="1760439" y="-415"/>
                </a:cubicBezTo>
                <a:cubicBezTo>
                  <a:pt x="1925291" y="111885"/>
                  <a:pt x="2062812" y="255700"/>
                  <a:pt x="2162052" y="421080"/>
                </a:cubicBezTo>
                <a:cubicBezTo>
                  <a:pt x="2233901" y="539890"/>
                  <a:pt x="2284928" y="670099"/>
                  <a:pt x="2312905" y="806094"/>
                </a:cubicBezTo>
                <a:cubicBezTo>
                  <a:pt x="2329211" y="885548"/>
                  <a:pt x="2337402" y="966449"/>
                  <a:pt x="2337344" y="1047546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30" id="30"/>
          <p:cNvSpPr/>
          <p:nvPr/>
        </p:nvSpPr>
        <p:spPr>
          <a:xfrm flipH="true">
            <a:off x="798215" y="1434066"/>
            <a:ext cx="856415" cy="1227745"/>
          </a:xfrm>
          <a:custGeom>
            <a:avLst/>
            <a:gdLst/>
            <a:ahLst/>
            <a:cxnLst/>
            <a:rect r="r" b="b" t="t" l="l"/>
            <a:pathLst>
              <a:path w="1025770" h="1470531" stroke="true" fill="norm" extrusionOk="true">
                <a:moveTo>
                  <a:pt x="0" y="356000"/>
                </a:moveTo>
                <a:lnTo>
                  <a:pt x="617707" y="0"/>
                </a:lnTo>
                <a:lnTo>
                  <a:pt x="1025771" y="1393580"/>
                </a:lnTo>
                <a:lnTo>
                  <a:pt x="371895" y="1470532"/>
                </a:lnTo>
                <a:lnTo>
                  <a:pt x="0" y="356000"/>
                </a:lnTo>
                <a:close/>
              </a:path>
            </a:pathLst>
          </a:custGeom>
          <a:solidFill>
            <a:schemeClr val="accent1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31" id="31"/>
          <p:cNvSpPr/>
          <p:nvPr/>
        </p:nvSpPr>
        <p:spPr>
          <a:xfrm flipH="true">
            <a:off x="1306572" y="1729712"/>
            <a:ext cx="385582" cy="933680"/>
          </a:xfrm>
          <a:custGeom>
            <a:avLst/>
            <a:gdLst/>
            <a:ahLst/>
            <a:cxnLst/>
            <a:rect r="r" b="b" t="t" l="l"/>
            <a:pathLst>
              <a:path w="461830" h="1118315" stroke="true" fill="norm" extrusionOk="true">
                <a:moveTo>
                  <a:pt x="416456" y="1116007"/>
                </a:moveTo>
                <a:cubicBezTo>
                  <a:pt x="377355" y="1129027"/>
                  <a:pt x="319817" y="1074129"/>
                  <a:pt x="259209" y="975476"/>
                </a:cubicBezTo>
                <a:cubicBezTo>
                  <a:pt x="246638" y="955006"/>
                  <a:pt x="233930" y="932659"/>
                  <a:pt x="221222" y="908690"/>
                </a:cubicBezTo>
                <a:cubicBezTo>
                  <a:pt x="176705" y="824622"/>
                  <a:pt x="132208" y="720025"/>
                  <a:pt x="93595" y="604402"/>
                </a:cubicBezTo>
                <a:cubicBezTo>
                  <a:pt x="56604" y="493392"/>
                  <a:pt x="30055" y="387388"/>
                  <a:pt x="14825" y="295851"/>
                </a:cubicBezTo>
                <a:cubicBezTo>
                  <a:pt x="10660" y="270885"/>
                  <a:pt x="7297" y="246974"/>
                  <a:pt x="4893" y="224530"/>
                </a:cubicBezTo>
                <a:cubicBezTo>
                  <a:pt x="-8656" y="100402"/>
                  <a:pt x="3661" y="15122"/>
                  <a:pt x="44561" y="1495"/>
                </a:cubicBezTo>
                <a:cubicBezTo>
                  <a:pt x="83467" y="-11526"/>
                  <a:pt x="140594" y="42825"/>
                  <a:pt x="200968" y="140481"/>
                </a:cubicBezTo>
                <a:cubicBezTo>
                  <a:pt x="257899" y="232702"/>
                  <a:pt x="317588" y="363575"/>
                  <a:pt x="367442" y="513060"/>
                </a:cubicBezTo>
                <a:cubicBezTo>
                  <a:pt x="420347" y="671422"/>
                  <a:pt x="451843" y="820008"/>
                  <a:pt x="459566" y="930098"/>
                </a:cubicBezTo>
                <a:cubicBezTo>
                  <a:pt x="466839" y="1033932"/>
                  <a:pt x="453153" y="1103768"/>
                  <a:pt x="416456" y="1116007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32" id="32"/>
          <p:cNvSpPr/>
          <p:nvPr/>
        </p:nvSpPr>
        <p:spPr>
          <a:xfrm flipH="true">
            <a:off x="2362849" y="2289942"/>
            <a:ext cx="398983" cy="513604"/>
          </a:xfrm>
          <a:custGeom>
            <a:avLst/>
            <a:gdLst/>
            <a:ahLst/>
            <a:cxnLst/>
            <a:rect r="r" b="b" t="t" l="l"/>
            <a:pathLst>
              <a:path w="477881" h="615169" stroke="true" fill="norm" extrusionOk="true">
                <a:moveTo>
                  <a:pt x="165391" y="63927"/>
                </a:moveTo>
                <a:cubicBezTo>
                  <a:pt x="165391" y="63927"/>
                  <a:pt x="-21710" y="484718"/>
                  <a:pt x="1634" y="575610"/>
                </a:cubicBezTo>
                <a:cubicBezTo>
                  <a:pt x="24977" y="666501"/>
                  <a:pt x="169301" y="598250"/>
                  <a:pt x="206448" y="379848"/>
                </a:cubicBezTo>
                <a:cubicBezTo>
                  <a:pt x="243594" y="161446"/>
                  <a:pt x="337105" y="134133"/>
                  <a:pt x="380000" y="182893"/>
                </a:cubicBezTo>
                <a:cubicBezTo>
                  <a:pt x="422894" y="231653"/>
                  <a:pt x="477500" y="100995"/>
                  <a:pt x="477500" y="100995"/>
                </a:cubicBezTo>
                <a:cubicBezTo>
                  <a:pt x="477500" y="100995"/>
                  <a:pt x="266899" y="-415"/>
                  <a:pt x="261053" y="-415"/>
                </a:cubicBezTo>
                <a:cubicBezTo>
                  <a:pt x="255207" y="-415"/>
                  <a:pt x="165391" y="63927"/>
                  <a:pt x="165391" y="63927"/>
                </a:cubicBezTo>
                <a:close/>
              </a:path>
            </a:pathLst>
          </a:custGeom>
          <a:solidFill>
            <a:srgbClr val="E59876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33" id="33"/>
          <p:cNvSpPr/>
          <p:nvPr/>
        </p:nvSpPr>
        <p:spPr>
          <a:xfrm flipH="true">
            <a:off x="2392100" y="2246164"/>
            <a:ext cx="510925" cy="688945"/>
          </a:xfrm>
          <a:custGeom>
            <a:avLst/>
            <a:gdLst/>
            <a:ahLst/>
            <a:cxnLst/>
            <a:rect r="r" b="b" t="t" l="l"/>
            <a:pathLst>
              <a:path w="611960" h="825183" stroke="true" fill="norm" extrusionOk="true">
                <a:moveTo>
                  <a:pt x="5114" y="563156"/>
                </a:moveTo>
                <a:cubicBezTo>
                  <a:pt x="5114" y="563156"/>
                  <a:pt x="-25972" y="779583"/>
                  <a:pt x="59719" y="822516"/>
                </a:cubicBezTo>
                <a:cubicBezTo>
                  <a:pt x="145410" y="865450"/>
                  <a:pt x="313234" y="280393"/>
                  <a:pt x="317125" y="274547"/>
                </a:cubicBezTo>
                <a:cubicBezTo>
                  <a:pt x="321015" y="268702"/>
                  <a:pt x="434136" y="63946"/>
                  <a:pt x="568684" y="165356"/>
                </a:cubicBezTo>
                <a:lnTo>
                  <a:pt x="611579" y="79548"/>
                </a:lnTo>
                <a:lnTo>
                  <a:pt x="248873" y="-415"/>
                </a:lnTo>
                <a:cubicBezTo>
                  <a:pt x="248873" y="-415"/>
                  <a:pt x="-10488" y="442351"/>
                  <a:pt x="5114" y="563156"/>
                </a:cubicBezTo>
                <a:close/>
              </a:path>
            </a:pathLst>
          </a:custGeom>
          <a:solidFill>
            <a:srgbClr val="EFA37D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34" id="34"/>
          <p:cNvSpPr/>
          <p:nvPr/>
        </p:nvSpPr>
        <p:spPr>
          <a:xfrm flipH="true">
            <a:off x="1424494" y="1947960"/>
            <a:ext cx="1582102" cy="1197607"/>
          </a:xfrm>
          <a:custGeom>
            <a:avLst/>
            <a:gdLst/>
            <a:ahLst/>
            <a:cxnLst/>
            <a:rect r="r" b="b" t="t" l="l"/>
            <a:pathLst>
              <a:path w="1894963" h="1434434" stroke="true" fill="norm" extrusionOk="true">
                <a:moveTo>
                  <a:pt x="1693071" y="-415"/>
                </a:moveTo>
                <a:lnTo>
                  <a:pt x="901264" y="237498"/>
                </a:lnTo>
                <a:lnTo>
                  <a:pt x="496212" y="261878"/>
                </a:lnTo>
                <a:cubicBezTo>
                  <a:pt x="465927" y="263716"/>
                  <a:pt x="437598" y="277447"/>
                  <a:pt x="417383" y="300080"/>
                </a:cubicBezTo>
                <a:lnTo>
                  <a:pt x="77199" y="681321"/>
                </a:lnTo>
                <a:cubicBezTo>
                  <a:pt x="66759" y="693032"/>
                  <a:pt x="59408" y="707206"/>
                  <a:pt x="55869" y="722495"/>
                </a:cubicBezTo>
                <a:cubicBezTo>
                  <a:pt x="32252" y="824667"/>
                  <a:pt x="-53615" y="1225556"/>
                  <a:pt x="48479" y="1252770"/>
                </a:cubicBezTo>
                <a:cubicBezTo>
                  <a:pt x="165471" y="1284052"/>
                  <a:pt x="246079" y="823768"/>
                  <a:pt x="246079" y="823768"/>
                </a:cubicBezTo>
                <a:lnTo>
                  <a:pt x="429426" y="656804"/>
                </a:lnTo>
                <a:cubicBezTo>
                  <a:pt x="429426" y="656804"/>
                  <a:pt x="591287" y="608044"/>
                  <a:pt x="641982" y="666579"/>
                </a:cubicBezTo>
                <a:cubicBezTo>
                  <a:pt x="692677" y="725114"/>
                  <a:pt x="595275" y="927563"/>
                  <a:pt x="544580" y="964631"/>
                </a:cubicBezTo>
                <a:cubicBezTo>
                  <a:pt x="497345" y="999138"/>
                  <a:pt x="229813" y="1169543"/>
                  <a:pt x="273020" y="1384386"/>
                </a:cubicBezTo>
                <a:cubicBezTo>
                  <a:pt x="279413" y="1416000"/>
                  <a:pt x="309013" y="1437408"/>
                  <a:pt x="341037" y="1433576"/>
                </a:cubicBezTo>
                <a:cubicBezTo>
                  <a:pt x="385417" y="1428317"/>
                  <a:pt x="452731" y="1406577"/>
                  <a:pt x="524326" y="1333496"/>
                </a:cubicBezTo>
                <a:cubicBezTo>
                  <a:pt x="649138" y="1206083"/>
                  <a:pt x="722512" y="1063147"/>
                  <a:pt x="846366" y="1042287"/>
                </a:cubicBezTo>
                <a:cubicBezTo>
                  <a:pt x="927091" y="1028601"/>
                  <a:pt x="1465559" y="688672"/>
                  <a:pt x="1465559" y="688672"/>
                </a:cubicBezTo>
                <a:lnTo>
                  <a:pt x="1894581" y="647029"/>
                </a:lnTo>
              </a:path>
            </a:pathLst>
          </a:custGeom>
          <a:solidFill>
            <a:srgbClr val="FDC8AA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35" id="35"/>
          <p:cNvSpPr/>
          <p:nvPr/>
        </p:nvSpPr>
        <p:spPr>
          <a:xfrm flipH="true">
            <a:off x="1308209" y="1847346"/>
            <a:ext cx="506859" cy="707631"/>
          </a:xfrm>
          <a:custGeom>
            <a:avLst/>
            <a:gdLst/>
            <a:ahLst/>
            <a:cxnLst/>
            <a:rect r="r" b="b" t="t" l="l"/>
            <a:pathLst>
              <a:path w="607090" h="847565" stroke="true" fill="norm" extrusionOk="true">
                <a:moveTo>
                  <a:pt x="606709" y="789202"/>
                </a:moveTo>
                <a:lnTo>
                  <a:pt x="281462" y="847150"/>
                </a:lnTo>
                <a:lnTo>
                  <a:pt x="-382" y="137007"/>
                </a:lnTo>
                <a:lnTo>
                  <a:pt x="348111" y="-415"/>
                </a:lnTo>
                <a:cubicBezTo>
                  <a:pt x="405043" y="91806"/>
                  <a:pt x="464731" y="222679"/>
                  <a:pt x="514585" y="372164"/>
                </a:cubicBezTo>
                <a:cubicBezTo>
                  <a:pt x="567490" y="530604"/>
                  <a:pt x="598986" y="679014"/>
                  <a:pt x="606709" y="789202"/>
                </a:cubicBezTo>
                <a:close/>
              </a:path>
            </a:pathLst>
          </a:custGeom>
          <a:solidFill>
            <a:srgbClr val="FFFFFF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36" id="36"/>
          <p:cNvSpPr/>
          <p:nvPr/>
        </p:nvSpPr>
        <p:spPr>
          <a:xfrm flipH="true" rot="2700000">
            <a:off x="1064358" y="2410802"/>
            <a:ext cx="125393" cy="125393"/>
          </a:xfrm>
          <a:custGeom>
            <a:avLst/>
            <a:gdLst/>
            <a:ahLst/>
            <a:cxnLst/>
            <a:rect r="r" b="b" t="t" l="l"/>
            <a:pathLst>
              <a:path w="150189" h="150189" stroke="true" fill="norm" extrusionOk="true">
                <a:moveTo>
                  <a:pt x="149807" y="74680"/>
                </a:moveTo>
                <a:cubicBezTo>
                  <a:pt x="149807" y="116153"/>
                  <a:pt x="116186" y="149774"/>
                  <a:pt x="74712" y="149774"/>
                </a:cubicBezTo>
                <a:cubicBezTo>
                  <a:pt x="33239" y="149774"/>
                  <a:pt x="-382" y="116153"/>
                  <a:pt x="-382" y="74680"/>
                </a:cubicBezTo>
                <a:cubicBezTo>
                  <a:pt x="-382" y="33206"/>
                  <a:pt x="33239" y="-415"/>
                  <a:pt x="74712" y="-415"/>
                </a:cubicBezTo>
                <a:cubicBezTo>
                  <a:pt x="116186" y="-415"/>
                  <a:pt x="149807" y="33206"/>
                  <a:pt x="149807" y="74680"/>
                </a:cubicBezTo>
                <a:close/>
              </a:path>
            </a:pathLst>
          </a:custGeom>
          <a:solidFill>
            <a:srgbClr val="FFFFFF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37" id="37"/>
          <p:cNvSpPr/>
          <p:nvPr/>
        </p:nvSpPr>
        <p:spPr>
          <a:xfrm flipH="true">
            <a:off x="2444592" y="2699957"/>
            <a:ext cx="472321" cy="588191"/>
          </a:xfrm>
          <a:custGeom>
            <a:avLst/>
            <a:gdLst/>
            <a:ahLst/>
            <a:cxnLst/>
            <a:rect r="r" b="b" t="t" l="l"/>
            <a:pathLst>
              <a:path w="565722" h="704505" stroke="true" fill="norm" extrusionOk="true">
                <a:moveTo>
                  <a:pt x="376184" y="25001"/>
                </a:moveTo>
                <a:lnTo>
                  <a:pt x="376184" y="25001"/>
                </a:lnTo>
                <a:lnTo>
                  <a:pt x="279446" y="-415"/>
                </a:lnTo>
                <a:lnTo>
                  <a:pt x="271391" y="26956"/>
                </a:lnTo>
                <a:cubicBezTo>
                  <a:pt x="141985" y="58530"/>
                  <a:pt x="28708" y="193001"/>
                  <a:pt x="4328" y="356152"/>
                </a:cubicBezTo>
                <a:cubicBezTo>
                  <a:pt x="-13717" y="476839"/>
                  <a:pt x="21278" y="583977"/>
                  <a:pt x="88944" y="646462"/>
                </a:cubicBezTo>
                <a:lnTo>
                  <a:pt x="81671" y="671193"/>
                </a:lnTo>
                <a:lnTo>
                  <a:pt x="178291" y="696433"/>
                </a:lnTo>
                <a:lnTo>
                  <a:pt x="178291" y="696433"/>
                </a:lnTo>
                <a:cubicBezTo>
                  <a:pt x="195593" y="701145"/>
                  <a:pt x="213424" y="703687"/>
                  <a:pt x="231352" y="704039"/>
                </a:cubicBezTo>
                <a:cubicBezTo>
                  <a:pt x="384982" y="707284"/>
                  <a:pt x="532434" y="556782"/>
                  <a:pt x="560626" y="367902"/>
                </a:cubicBezTo>
                <a:cubicBezTo>
                  <a:pt x="586179" y="197028"/>
                  <a:pt x="505473" y="53271"/>
                  <a:pt x="376184" y="25001"/>
                </a:cubicBezTo>
                <a:close/>
              </a:path>
            </a:pathLst>
          </a:custGeom>
          <a:solidFill>
            <a:srgbClr val="1F3A6F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38" id="38"/>
          <p:cNvSpPr/>
          <p:nvPr/>
        </p:nvSpPr>
        <p:spPr>
          <a:xfrm flipH="true">
            <a:off x="2531575" y="2694268"/>
            <a:ext cx="472311" cy="571273"/>
          </a:xfrm>
          <a:custGeom>
            <a:avLst/>
            <a:gdLst/>
            <a:ahLst/>
            <a:cxnLst/>
            <a:rect r="r" b="b" t="t" l="l"/>
            <a:pathLst>
              <a:path w="565711" h="684242" stroke="true" fill="norm" extrusionOk="true">
                <a:moveTo>
                  <a:pt x="333589" y="-364"/>
                </a:moveTo>
                <a:cubicBezTo>
                  <a:pt x="179979" y="-3590"/>
                  <a:pt x="32507" y="146893"/>
                  <a:pt x="4315" y="335909"/>
                </a:cubicBezTo>
                <a:cubicBezTo>
                  <a:pt x="-23878" y="524926"/>
                  <a:pt x="77747" y="680551"/>
                  <a:pt x="231358" y="683777"/>
                </a:cubicBezTo>
                <a:cubicBezTo>
                  <a:pt x="384968" y="687002"/>
                  <a:pt x="532440" y="536520"/>
                  <a:pt x="560632" y="347620"/>
                </a:cubicBezTo>
                <a:cubicBezTo>
                  <a:pt x="588824" y="158721"/>
                  <a:pt x="487219" y="2881"/>
                  <a:pt x="333589" y="-364"/>
                </a:cubicBezTo>
                <a:close/>
              </a:path>
            </a:pathLst>
          </a:custGeom>
          <a:solidFill>
            <a:srgbClr val="FFFFFF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39" id="39"/>
          <p:cNvSpPr/>
          <p:nvPr/>
        </p:nvSpPr>
        <p:spPr>
          <a:xfrm flipH="true">
            <a:off x="2613864" y="2746672"/>
            <a:ext cx="348545" cy="410964"/>
          </a:xfrm>
          <a:custGeom>
            <a:avLst/>
            <a:gdLst/>
            <a:ahLst/>
            <a:cxnLst/>
            <a:rect r="r" b="b" t="t" l="l"/>
            <a:pathLst>
              <a:path w="417470" h="492232" stroke="true" fill="norm" extrusionOk="true">
                <a:moveTo>
                  <a:pt x="272335" y="-373"/>
                </a:moveTo>
                <a:cubicBezTo>
                  <a:pt x="146878" y="-3013"/>
                  <a:pt x="26503" y="119883"/>
                  <a:pt x="3453" y="274120"/>
                </a:cubicBezTo>
                <a:cubicBezTo>
                  <a:pt x="-9548" y="361120"/>
                  <a:pt x="11273" y="439539"/>
                  <a:pt x="54285" y="491818"/>
                </a:cubicBezTo>
                <a:lnTo>
                  <a:pt x="54285" y="491818"/>
                </a:lnTo>
                <a:cubicBezTo>
                  <a:pt x="18136" y="439989"/>
                  <a:pt x="1498" y="367318"/>
                  <a:pt x="13541" y="287395"/>
                </a:cubicBezTo>
                <a:cubicBezTo>
                  <a:pt x="36592" y="133178"/>
                  <a:pt x="156966" y="10282"/>
                  <a:pt x="282403" y="12921"/>
                </a:cubicBezTo>
                <a:cubicBezTo>
                  <a:pt x="337146" y="14075"/>
                  <a:pt x="383794" y="38924"/>
                  <a:pt x="417089" y="79394"/>
                </a:cubicBezTo>
                <a:cubicBezTo>
                  <a:pt x="383462" y="31123"/>
                  <a:pt x="332825" y="878"/>
                  <a:pt x="272413" y="-393"/>
                </a:cubicBezTo>
              </a:path>
            </a:pathLst>
          </a:custGeom>
          <a:solidFill>
            <a:srgbClr val="1F3A6F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40" id="40"/>
          <p:cNvSpPr/>
          <p:nvPr/>
        </p:nvSpPr>
        <p:spPr>
          <a:xfrm flipH="true">
            <a:off x="2802735" y="2646630"/>
            <a:ext cx="203812" cy="348944"/>
          </a:xfrm>
          <a:custGeom>
            <a:avLst/>
            <a:gdLst/>
            <a:ahLst/>
            <a:cxnLst/>
            <a:rect r="r" b="b" t="t" l="l"/>
            <a:pathLst>
              <a:path w="244115" h="417948" stroke="true" fill="norm" extrusionOk="true">
                <a:moveTo>
                  <a:pt x="31939" y="-415"/>
                </a:moveTo>
                <a:cubicBezTo>
                  <a:pt x="2124" y="156754"/>
                  <a:pt x="-29430" y="395234"/>
                  <a:pt x="48460" y="416017"/>
                </a:cubicBezTo>
                <a:cubicBezTo>
                  <a:pt x="153897" y="444131"/>
                  <a:pt x="229774" y="73155"/>
                  <a:pt x="243733" y="-415"/>
                </a:cubicBezTo>
                <a:close/>
              </a:path>
            </a:pathLst>
          </a:custGeom>
          <a:solidFill>
            <a:srgbClr val="FDC8AA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41" id="41"/>
          <p:cNvSpPr/>
          <p:nvPr/>
        </p:nvSpPr>
        <p:spPr>
          <a:xfrm flipH="true" rot="10800000">
            <a:off x="1614379" y="4354972"/>
            <a:ext cx="353945" cy="467194"/>
          </a:xfrm>
          <a:custGeom>
            <a:avLst/>
            <a:gdLst/>
            <a:ahLst/>
            <a:cxnLst/>
            <a:rect r="r" b="b" t="t" l="l"/>
            <a:pathLst>
              <a:path w="423938" h="559582" stroke="true" fill="norm" extrusionOk="true">
                <a:moveTo>
                  <a:pt x="29687" y="-415"/>
                </a:moveTo>
                <a:lnTo>
                  <a:pt x="423557" y="-415"/>
                </a:lnTo>
                <a:lnTo>
                  <a:pt x="423557" y="-415"/>
                </a:lnTo>
                <a:lnTo>
                  <a:pt x="423557" y="559167"/>
                </a:lnTo>
                <a:lnTo>
                  <a:pt x="423557" y="559167"/>
                </a:lnTo>
                <a:lnTo>
                  <a:pt x="29687" y="559167"/>
                </a:lnTo>
                <a:cubicBezTo>
                  <a:pt x="13088" y="559167"/>
                  <a:pt x="-382" y="545697"/>
                  <a:pt x="-382" y="529099"/>
                </a:cubicBezTo>
                <a:lnTo>
                  <a:pt x="-382" y="29635"/>
                </a:lnTo>
                <a:cubicBezTo>
                  <a:pt x="-363" y="13036"/>
                  <a:pt x="13088" y="-415"/>
                  <a:pt x="29687" y="-415"/>
                </a:cubicBezTo>
                <a:close/>
              </a:path>
            </a:pathLst>
          </a:custGeom>
          <a:solidFill>
            <a:srgbClr val="E59D29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42" id="42"/>
          <p:cNvSpPr/>
          <p:nvPr/>
        </p:nvSpPr>
        <p:spPr>
          <a:xfrm flipH="true">
            <a:off x="1908484" y="4354987"/>
            <a:ext cx="427269" cy="467162"/>
          </a:xfrm>
          <a:custGeom>
            <a:avLst/>
            <a:gdLst/>
            <a:ahLst/>
            <a:cxnLst/>
            <a:rect r="r" b="b" t="t" l="l"/>
            <a:pathLst>
              <a:path w="511761" h="559543" stroke="true" fill="norm" extrusionOk="true">
                <a:moveTo>
                  <a:pt x="511379" y="35520"/>
                </a:moveTo>
                <a:lnTo>
                  <a:pt x="511379" y="523194"/>
                </a:lnTo>
                <a:cubicBezTo>
                  <a:pt x="511399" y="543018"/>
                  <a:pt x="495348" y="559109"/>
                  <a:pt x="475523" y="559128"/>
                </a:cubicBezTo>
                <a:cubicBezTo>
                  <a:pt x="475503" y="559128"/>
                  <a:pt x="475464" y="559128"/>
                  <a:pt x="475445" y="559128"/>
                </a:cubicBezTo>
                <a:lnTo>
                  <a:pt x="35552" y="559128"/>
                </a:lnTo>
                <a:cubicBezTo>
                  <a:pt x="15708" y="559148"/>
                  <a:pt x="-363" y="543077"/>
                  <a:pt x="-382" y="523233"/>
                </a:cubicBezTo>
                <a:cubicBezTo>
                  <a:pt x="-382" y="523214"/>
                  <a:pt x="-382" y="523214"/>
                  <a:pt x="-382" y="523194"/>
                </a:cubicBezTo>
                <a:lnTo>
                  <a:pt x="-382" y="35520"/>
                </a:lnTo>
                <a:cubicBezTo>
                  <a:pt x="-363" y="15675"/>
                  <a:pt x="15708" y="-395"/>
                  <a:pt x="35552" y="-415"/>
                </a:cubicBezTo>
                <a:lnTo>
                  <a:pt x="475445" y="-415"/>
                </a:lnTo>
                <a:cubicBezTo>
                  <a:pt x="495289" y="-435"/>
                  <a:pt x="511360" y="15636"/>
                  <a:pt x="511379" y="35480"/>
                </a:cubicBezTo>
                <a:cubicBezTo>
                  <a:pt x="511379" y="35500"/>
                  <a:pt x="511379" y="35500"/>
                  <a:pt x="511379" y="35520"/>
                </a:cubicBezTo>
                <a:close/>
              </a:path>
            </a:pathLst>
          </a:custGeom>
          <a:solidFill>
            <a:srgbClr val="F4B545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43" id="43"/>
          <p:cNvSpPr/>
          <p:nvPr/>
        </p:nvSpPr>
        <p:spPr>
          <a:xfrm flipH="true">
            <a:off x="1639484" y="4354972"/>
            <a:ext cx="212769" cy="290875"/>
          </a:xfrm>
          <a:custGeom>
            <a:avLst/>
            <a:gdLst/>
            <a:ahLst/>
            <a:cxnLst/>
            <a:rect r="r" b="b" t="t" l="l"/>
            <a:pathLst>
              <a:path w="254844" h="348395" stroke="true" fill="norm" extrusionOk="true">
                <a:moveTo>
                  <a:pt x="0" y="0"/>
                </a:moveTo>
                <a:lnTo>
                  <a:pt x="194667" y="348395"/>
                </a:lnTo>
                <a:lnTo>
                  <a:pt x="254844" y="0"/>
                </a:lnTo>
                <a:lnTo>
                  <a:pt x="0" y="0"/>
                </a:lnTo>
                <a:close/>
              </a:path>
            </a:pathLst>
          </a:custGeom>
          <a:solidFill>
            <a:srgbClr val="B27214">
              <a:alpha val="40000"/>
            </a:srgbClr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44" id="44"/>
          <p:cNvSpPr/>
          <p:nvPr/>
        </p:nvSpPr>
        <p:spPr>
          <a:xfrm flipH="true">
            <a:off x="2054950" y="4514723"/>
            <a:ext cx="128592" cy="147689"/>
          </a:xfrm>
          <a:custGeom>
            <a:avLst/>
            <a:gdLst/>
            <a:ahLst/>
            <a:cxnLst/>
            <a:rect r="r" b="b" t="t" l="l"/>
            <a:pathLst>
              <a:path w="154021" h="176895" stroke="true" fill="norm" extrusionOk="true">
                <a:moveTo>
                  <a:pt x="154021" y="32591"/>
                </a:moveTo>
                <a:lnTo>
                  <a:pt x="125653" y="0"/>
                </a:lnTo>
                <a:lnTo>
                  <a:pt x="77011" y="55857"/>
                </a:lnTo>
                <a:lnTo>
                  <a:pt x="28368" y="0"/>
                </a:lnTo>
                <a:lnTo>
                  <a:pt x="0" y="32591"/>
                </a:lnTo>
                <a:lnTo>
                  <a:pt x="48642" y="88448"/>
                </a:lnTo>
                <a:lnTo>
                  <a:pt x="0" y="144304"/>
                </a:lnTo>
                <a:lnTo>
                  <a:pt x="28368" y="176896"/>
                </a:lnTo>
                <a:lnTo>
                  <a:pt x="77011" y="121039"/>
                </a:lnTo>
                <a:lnTo>
                  <a:pt x="125653" y="176896"/>
                </a:lnTo>
                <a:lnTo>
                  <a:pt x="154021" y="144304"/>
                </a:lnTo>
                <a:lnTo>
                  <a:pt x="105379" y="88448"/>
                </a:lnTo>
                <a:lnTo>
                  <a:pt x="154021" y="32591"/>
                </a:lnTo>
                <a:close/>
              </a:path>
            </a:pathLst>
          </a:custGeom>
          <a:solidFill>
            <a:srgbClr val="FFFFFF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45" id="45"/>
          <p:cNvSpPr/>
          <p:nvPr/>
        </p:nvSpPr>
        <p:spPr>
          <a:xfrm flipH="true">
            <a:off x="1455032" y="4822165"/>
            <a:ext cx="427237" cy="467194"/>
          </a:xfrm>
          <a:custGeom>
            <a:avLst/>
            <a:gdLst/>
            <a:ahLst/>
            <a:cxnLst/>
            <a:rect r="r" b="b" t="t" l="l"/>
            <a:pathLst>
              <a:path w="511722" h="559582" stroke="true" fill="norm" extrusionOk="true">
                <a:moveTo>
                  <a:pt x="475768" y="0"/>
                </a:moveTo>
                <a:cubicBezTo>
                  <a:pt x="495625" y="0"/>
                  <a:pt x="511722" y="0"/>
                  <a:pt x="511722" y="0"/>
                </a:cubicBezTo>
                <a:lnTo>
                  <a:pt x="511722" y="559582"/>
                </a:lnTo>
                <a:cubicBezTo>
                  <a:pt x="511722" y="559582"/>
                  <a:pt x="495625" y="559582"/>
                  <a:pt x="475768" y="559582"/>
                </a:cubicBezTo>
                <a:lnTo>
                  <a:pt x="35954" y="559582"/>
                </a:lnTo>
                <a:cubicBezTo>
                  <a:pt x="16097" y="559582"/>
                  <a:pt x="0" y="559582"/>
                  <a:pt x="0" y="559582"/>
                </a:cubicBezTo>
                <a:lnTo>
                  <a:pt x="0" y="0"/>
                </a:lnTo>
                <a:cubicBezTo>
                  <a:pt x="0" y="0"/>
                  <a:pt x="16097" y="0"/>
                  <a:pt x="35954" y="0"/>
                </a:cubicBezTo>
                <a:close/>
              </a:path>
            </a:pathLst>
          </a:custGeom>
          <a:solidFill>
            <a:srgbClr val="ACC6E5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46" id="46"/>
          <p:cNvSpPr/>
          <p:nvPr/>
        </p:nvSpPr>
        <p:spPr>
          <a:xfrm flipH="true">
            <a:off x="1583462" y="4822165"/>
            <a:ext cx="427237" cy="467194"/>
          </a:xfrm>
          <a:custGeom>
            <a:avLst/>
            <a:gdLst/>
            <a:ahLst/>
            <a:cxnLst/>
            <a:rect r="r" b="b" t="t" l="l"/>
            <a:pathLst>
              <a:path w="511722" h="559582" stroke="true" fill="norm" extrusionOk="true">
                <a:moveTo>
                  <a:pt x="475768" y="0"/>
                </a:moveTo>
                <a:cubicBezTo>
                  <a:pt x="495625" y="0"/>
                  <a:pt x="511722" y="0"/>
                  <a:pt x="511722" y="0"/>
                </a:cubicBezTo>
                <a:lnTo>
                  <a:pt x="511722" y="559582"/>
                </a:lnTo>
                <a:cubicBezTo>
                  <a:pt x="511722" y="559582"/>
                  <a:pt x="495625" y="559582"/>
                  <a:pt x="475768" y="559582"/>
                </a:cubicBezTo>
                <a:lnTo>
                  <a:pt x="35954" y="559582"/>
                </a:lnTo>
                <a:cubicBezTo>
                  <a:pt x="16097" y="559582"/>
                  <a:pt x="0" y="559582"/>
                  <a:pt x="0" y="559582"/>
                </a:cubicBezTo>
                <a:lnTo>
                  <a:pt x="0" y="0"/>
                </a:lnTo>
                <a:cubicBezTo>
                  <a:pt x="0" y="0"/>
                  <a:pt x="16097" y="0"/>
                  <a:pt x="35954" y="0"/>
                </a:cubicBezTo>
                <a:close/>
              </a:path>
            </a:pathLst>
          </a:custGeom>
          <a:solidFill>
            <a:srgbClr val="ECF3FE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47" id="47"/>
          <p:cNvSpPr/>
          <p:nvPr/>
        </p:nvSpPr>
        <p:spPr>
          <a:xfrm flipH="true">
            <a:off x="1134059" y="4354972"/>
            <a:ext cx="427237" cy="467194"/>
          </a:xfrm>
          <a:custGeom>
            <a:avLst/>
            <a:gdLst/>
            <a:ahLst/>
            <a:cxnLst/>
            <a:rect r="r" b="b" t="t" l="l"/>
            <a:pathLst>
              <a:path w="511722" h="559582" stroke="true" fill="norm" extrusionOk="true">
                <a:moveTo>
                  <a:pt x="475768" y="0"/>
                </a:moveTo>
                <a:cubicBezTo>
                  <a:pt x="495625" y="0"/>
                  <a:pt x="511722" y="0"/>
                  <a:pt x="511722" y="0"/>
                </a:cubicBezTo>
                <a:lnTo>
                  <a:pt x="511722" y="559582"/>
                </a:lnTo>
                <a:cubicBezTo>
                  <a:pt x="511722" y="559582"/>
                  <a:pt x="495625" y="559582"/>
                  <a:pt x="475768" y="559582"/>
                </a:cubicBezTo>
                <a:lnTo>
                  <a:pt x="35954" y="559582"/>
                </a:lnTo>
                <a:cubicBezTo>
                  <a:pt x="16097" y="559582"/>
                  <a:pt x="0" y="559582"/>
                  <a:pt x="0" y="559582"/>
                </a:cubicBezTo>
                <a:lnTo>
                  <a:pt x="0" y="0"/>
                </a:lnTo>
                <a:cubicBezTo>
                  <a:pt x="0" y="0"/>
                  <a:pt x="16097" y="0"/>
                  <a:pt x="35954" y="0"/>
                </a:cubicBezTo>
                <a:close/>
              </a:path>
            </a:pathLst>
          </a:custGeom>
          <a:solidFill>
            <a:srgbClr val="ACC6E5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48" id="48"/>
          <p:cNvSpPr/>
          <p:nvPr/>
        </p:nvSpPr>
        <p:spPr>
          <a:xfrm flipH="true">
            <a:off x="1262487" y="4354972"/>
            <a:ext cx="427237" cy="467194"/>
          </a:xfrm>
          <a:custGeom>
            <a:avLst/>
            <a:gdLst/>
            <a:ahLst/>
            <a:cxnLst/>
            <a:rect r="r" b="b" t="t" l="l"/>
            <a:pathLst>
              <a:path w="511722" h="559582" stroke="true" fill="norm" extrusionOk="true">
                <a:moveTo>
                  <a:pt x="475768" y="0"/>
                </a:moveTo>
                <a:cubicBezTo>
                  <a:pt x="495625" y="0"/>
                  <a:pt x="511722" y="0"/>
                  <a:pt x="511722" y="0"/>
                </a:cubicBezTo>
                <a:lnTo>
                  <a:pt x="511722" y="559582"/>
                </a:lnTo>
                <a:cubicBezTo>
                  <a:pt x="511722" y="559582"/>
                  <a:pt x="495625" y="559582"/>
                  <a:pt x="475768" y="559582"/>
                </a:cubicBezTo>
                <a:lnTo>
                  <a:pt x="35954" y="559582"/>
                </a:lnTo>
                <a:cubicBezTo>
                  <a:pt x="16097" y="559582"/>
                  <a:pt x="0" y="559582"/>
                  <a:pt x="0" y="559582"/>
                </a:cubicBezTo>
                <a:lnTo>
                  <a:pt x="0" y="0"/>
                </a:lnTo>
                <a:cubicBezTo>
                  <a:pt x="0" y="0"/>
                  <a:pt x="16097" y="0"/>
                  <a:pt x="35954" y="0"/>
                </a:cubicBezTo>
                <a:close/>
              </a:path>
            </a:pathLst>
          </a:custGeom>
          <a:solidFill>
            <a:srgbClr val="ECF3FE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49" id="49"/>
          <p:cNvSpPr/>
          <p:nvPr/>
        </p:nvSpPr>
        <p:spPr>
          <a:xfrm flipH="true">
            <a:off x="1455032" y="3887793"/>
            <a:ext cx="427237" cy="467194"/>
          </a:xfrm>
          <a:custGeom>
            <a:avLst/>
            <a:gdLst/>
            <a:ahLst/>
            <a:cxnLst/>
            <a:rect r="r" b="b" t="t" l="l"/>
            <a:pathLst>
              <a:path w="511722" h="559582" stroke="true" fill="norm" extrusionOk="true">
                <a:moveTo>
                  <a:pt x="475768" y="0"/>
                </a:moveTo>
                <a:cubicBezTo>
                  <a:pt x="495625" y="0"/>
                  <a:pt x="511722" y="0"/>
                  <a:pt x="511722" y="0"/>
                </a:cubicBezTo>
                <a:lnTo>
                  <a:pt x="511722" y="559582"/>
                </a:lnTo>
                <a:cubicBezTo>
                  <a:pt x="511722" y="559582"/>
                  <a:pt x="495625" y="559582"/>
                  <a:pt x="475768" y="559582"/>
                </a:cubicBezTo>
                <a:lnTo>
                  <a:pt x="35954" y="559582"/>
                </a:lnTo>
                <a:cubicBezTo>
                  <a:pt x="16097" y="559582"/>
                  <a:pt x="0" y="559582"/>
                  <a:pt x="0" y="559582"/>
                </a:cubicBezTo>
                <a:lnTo>
                  <a:pt x="0" y="0"/>
                </a:lnTo>
                <a:cubicBezTo>
                  <a:pt x="0" y="0"/>
                  <a:pt x="16097" y="0"/>
                  <a:pt x="35954" y="0"/>
                </a:cubicBezTo>
                <a:close/>
              </a:path>
            </a:pathLst>
          </a:custGeom>
          <a:solidFill>
            <a:srgbClr val="EFA37D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50" id="50"/>
          <p:cNvSpPr/>
          <p:nvPr/>
        </p:nvSpPr>
        <p:spPr>
          <a:xfrm flipH="true">
            <a:off x="1583447" y="3887810"/>
            <a:ext cx="427333" cy="467179"/>
          </a:xfrm>
          <a:custGeom>
            <a:avLst/>
            <a:gdLst/>
            <a:ahLst/>
            <a:cxnLst/>
            <a:rect r="r" b="b" t="t" l="l"/>
            <a:pathLst>
              <a:path w="511839" h="559563" stroke="true" fill="norm" extrusionOk="true">
                <a:moveTo>
                  <a:pt x="511457" y="35519"/>
                </a:moveTo>
                <a:lnTo>
                  <a:pt x="511457" y="523194"/>
                </a:lnTo>
                <a:cubicBezTo>
                  <a:pt x="511438" y="543038"/>
                  <a:pt x="495347" y="559128"/>
                  <a:pt x="475503" y="559148"/>
                </a:cubicBezTo>
                <a:lnTo>
                  <a:pt x="35611" y="559148"/>
                </a:lnTo>
                <a:cubicBezTo>
                  <a:pt x="31075" y="559167"/>
                  <a:pt x="26559" y="558307"/>
                  <a:pt x="22355" y="556587"/>
                </a:cubicBezTo>
                <a:cubicBezTo>
                  <a:pt x="8631" y="551191"/>
                  <a:pt x="-382" y="537936"/>
                  <a:pt x="-382" y="523194"/>
                </a:cubicBezTo>
                <a:lnTo>
                  <a:pt x="-382" y="35519"/>
                </a:lnTo>
                <a:cubicBezTo>
                  <a:pt x="-363" y="15656"/>
                  <a:pt x="15728" y="-435"/>
                  <a:pt x="35591" y="-415"/>
                </a:cubicBezTo>
                <a:cubicBezTo>
                  <a:pt x="35591" y="-415"/>
                  <a:pt x="35611" y="-415"/>
                  <a:pt x="35611" y="-415"/>
                </a:cubicBezTo>
                <a:lnTo>
                  <a:pt x="475503" y="-415"/>
                </a:lnTo>
                <a:cubicBezTo>
                  <a:pt x="495347" y="-435"/>
                  <a:pt x="511438" y="15656"/>
                  <a:pt x="511457" y="35500"/>
                </a:cubicBezTo>
                <a:cubicBezTo>
                  <a:pt x="511457" y="35500"/>
                  <a:pt x="511457" y="35519"/>
                  <a:pt x="511457" y="35519"/>
                </a:cubicBezTo>
                <a:close/>
              </a:path>
            </a:pathLst>
          </a:custGeom>
          <a:solidFill>
            <a:srgbClr val="FDC8AA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51" id="51"/>
          <p:cNvSpPr/>
          <p:nvPr/>
        </p:nvSpPr>
        <p:spPr>
          <a:xfrm flipH="true">
            <a:off x="1711875" y="5036519"/>
            <a:ext cx="170394" cy="38473"/>
          </a:xfrm>
          <a:custGeom>
            <a:avLst/>
            <a:gdLst/>
            <a:ahLst/>
            <a:cxnLst/>
            <a:rect r="r" b="b" t="t" l="l"/>
            <a:pathLst>
              <a:path w="204090" h="46081" stroke="true" fill="norm" extrusionOk="true">
                <a:moveTo>
                  <a:pt x="0" y="0"/>
                </a:moveTo>
                <a:lnTo>
                  <a:pt x="204091" y="0"/>
                </a:lnTo>
                <a:lnTo>
                  <a:pt x="204091" y="46081"/>
                </a:lnTo>
                <a:lnTo>
                  <a:pt x="0" y="46081"/>
                </a:lnTo>
                <a:close/>
              </a:path>
            </a:pathLst>
          </a:custGeom>
          <a:solidFill>
            <a:srgbClr val="C4D7F2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52" id="52"/>
          <p:cNvSpPr/>
          <p:nvPr/>
        </p:nvSpPr>
        <p:spPr>
          <a:xfrm flipH="true">
            <a:off x="1776007" y="4973300"/>
            <a:ext cx="42146" cy="42146"/>
          </a:xfrm>
          <a:custGeom>
            <a:avLst/>
            <a:gdLst/>
            <a:ahLst/>
            <a:cxnLst/>
            <a:rect r="r" b="b" t="t" l="l"/>
            <a:pathLst>
              <a:path w="50480" h="50480" stroke="true" fill="norm" extrusionOk="true">
                <a:moveTo>
                  <a:pt x="50480" y="25240"/>
                </a:moveTo>
                <a:cubicBezTo>
                  <a:pt x="50480" y="39179"/>
                  <a:pt x="39180" y="50480"/>
                  <a:pt x="25240" y="50480"/>
                </a:cubicBezTo>
                <a:cubicBezTo>
                  <a:pt x="11300" y="50480"/>
                  <a:pt x="0" y="39179"/>
                  <a:pt x="0" y="25240"/>
                </a:cubicBezTo>
                <a:cubicBezTo>
                  <a:pt x="0" y="11300"/>
                  <a:pt x="11300" y="0"/>
                  <a:pt x="25240" y="0"/>
                </a:cubicBezTo>
                <a:cubicBezTo>
                  <a:pt x="39180" y="0"/>
                  <a:pt x="50480" y="11300"/>
                  <a:pt x="50480" y="25240"/>
                </a:cubicBezTo>
                <a:close/>
              </a:path>
            </a:pathLst>
          </a:custGeom>
          <a:solidFill>
            <a:srgbClr val="C4D7F2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53" id="53"/>
          <p:cNvSpPr/>
          <p:nvPr/>
        </p:nvSpPr>
        <p:spPr>
          <a:xfrm flipH="true" rot="4603200">
            <a:off x="1776119" y="5095847"/>
            <a:ext cx="42146" cy="42146"/>
          </a:xfrm>
          <a:custGeom>
            <a:avLst/>
            <a:gdLst/>
            <a:ahLst/>
            <a:cxnLst/>
            <a:rect r="r" b="b" t="t" l="l"/>
            <a:pathLst>
              <a:path w="50480" h="50480" stroke="true" fill="norm" extrusionOk="true">
                <a:moveTo>
                  <a:pt x="50098" y="24825"/>
                </a:moveTo>
                <a:cubicBezTo>
                  <a:pt x="50098" y="38764"/>
                  <a:pt x="38797" y="50065"/>
                  <a:pt x="24858" y="50065"/>
                </a:cubicBezTo>
                <a:cubicBezTo>
                  <a:pt x="10918" y="50065"/>
                  <a:pt x="-382" y="38764"/>
                  <a:pt x="-382" y="24825"/>
                </a:cubicBezTo>
                <a:cubicBezTo>
                  <a:pt x="-382" y="10885"/>
                  <a:pt x="10918" y="-415"/>
                  <a:pt x="24858" y="-415"/>
                </a:cubicBezTo>
                <a:cubicBezTo>
                  <a:pt x="38797" y="-415"/>
                  <a:pt x="50098" y="10885"/>
                  <a:pt x="50098" y="24825"/>
                </a:cubicBezTo>
                <a:close/>
              </a:path>
            </a:pathLst>
          </a:custGeom>
          <a:solidFill>
            <a:srgbClr val="C4D7F2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54" id="54"/>
          <p:cNvSpPr/>
          <p:nvPr/>
        </p:nvSpPr>
        <p:spPr>
          <a:xfrm flipH="true">
            <a:off x="1844857" y="4842505"/>
            <a:ext cx="130175" cy="446856"/>
          </a:xfrm>
          <a:custGeom>
            <a:avLst/>
            <a:gdLst/>
            <a:ahLst/>
            <a:cxnLst/>
            <a:rect r="r" b="b" t="t" l="l"/>
            <a:pathLst>
              <a:path w="155917" h="535222" stroke="true" fill="norm" extrusionOk="true">
                <a:moveTo>
                  <a:pt x="35954" y="0"/>
                </a:moveTo>
                <a:lnTo>
                  <a:pt x="155917" y="535222"/>
                </a:lnTo>
                <a:lnTo>
                  <a:pt x="0" y="535222"/>
                </a:lnTo>
                <a:lnTo>
                  <a:pt x="35954" y="0"/>
                </a:lnTo>
                <a:close/>
              </a:path>
            </a:pathLst>
          </a:custGeom>
          <a:solidFill>
            <a:srgbClr val="003889">
              <a:alpha val="22000"/>
            </a:srgbClr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55" id="55"/>
          <p:cNvSpPr/>
          <p:nvPr/>
        </p:nvSpPr>
        <p:spPr>
          <a:xfrm flipH="true">
            <a:off x="2312379" y="4822165"/>
            <a:ext cx="353946" cy="467194"/>
          </a:xfrm>
          <a:custGeom>
            <a:avLst/>
            <a:gdLst/>
            <a:ahLst/>
            <a:cxnLst/>
            <a:rect r="r" b="b" t="t" l="l"/>
            <a:pathLst>
              <a:path w="423939" h="559582" stroke="true" fill="norm" extrusionOk="true">
                <a:moveTo>
                  <a:pt x="30069" y="0"/>
                </a:moveTo>
                <a:lnTo>
                  <a:pt x="423939" y="0"/>
                </a:lnTo>
                <a:lnTo>
                  <a:pt x="423939" y="0"/>
                </a:lnTo>
                <a:lnTo>
                  <a:pt x="423939" y="559582"/>
                </a:lnTo>
                <a:lnTo>
                  <a:pt x="423939" y="559582"/>
                </a:lnTo>
                <a:lnTo>
                  <a:pt x="30069" y="559582"/>
                </a:lnTo>
                <a:cubicBezTo>
                  <a:pt x="13471" y="559582"/>
                  <a:pt x="0" y="546112"/>
                  <a:pt x="0" y="529514"/>
                </a:cubicBezTo>
                <a:lnTo>
                  <a:pt x="0" y="29972"/>
                </a:lnTo>
                <a:cubicBezTo>
                  <a:pt x="59" y="13412"/>
                  <a:pt x="13510" y="0"/>
                  <a:pt x="30069" y="0"/>
                </a:cubicBezTo>
                <a:close/>
              </a:path>
            </a:pathLst>
          </a:custGeom>
          <a:solidFill>
            <a:srgbClr val="F4B545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56" id="56"/>
          <p:cNvSpPr/>
          <p:nvPr/>
        </p:nvSpPr>
        <p:spPr>
          <a:xfrm flipH="true">
            <a:off x="1945015" y="4822165"/>
            <a:ext cx="427237" cy="467194"/>
          </a:xfrm>
          <a:custGeom>
            <a:avLst/>
            <a:gdLst/>
            <a:ahLst/>
            <a:cxnLst/>
            <a:rect r="r" b="b" t="t" l="l"/>
            <a:pathLst>
              <a:path w="511722" h="559582" stroke="true" fill="norm" extrusionOk="true">
                <a:moveTo>
                  <a:pt x="475768" y="0"/>
                </a:moveTo>
                <a:cubicBezTo>
                  <a:pt x="495625" y="0"/>
                  <a:pt x="511722" y="0"/>
                  <a:pt x="511722" y="0"/>
                </a:cubicBezTo>
                <a:lnTo>
                  <a:pt x="511722" y="559582"/>
                </a:lnTo>
                <a:cubicBezTo>
                  <a:pt x="511722" y="559582"/>
                  <a:pt x="495625" y="559582"/>
                  <a:pt x="475768" y="559582"/>
                </a:cubicBezTo>
                <a:lnTo>
                  <a:pt x="35954" y="559582"/>
                </a:lnTo>
                <a:cubicBezTo>
                  <a:pt x="16097" y="559582"/>
                  <a:pt x="0" y="559582"/>
                  <a:pt x="0" y="559582"/>
                </a:cubicBezTo>
                <a:lnTo>
                  <a:pt x="0" y="0"/>
                </a:lnTo>
                <a:cubicBezTo>
                  <a:pt x="0" y="0"/>
                  <a:pt x="16097" y="0"/>
                  <a:pt x="35954" y="0"/>
                </a:cubicBezTo>
                <a:close/>
              </a:path>
            </a:pathLst>
          </a:custGeom>
          <a:solidFill>
            <a:srgbClr val="E59D29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57" id="57"/>
          <p:cNvSpPr/>
          <p:nvPr/>
        </p:nvSpPr>
        <p:spPr>
          <a:xfrm flipH="true" rot="10800000">
            <a:off x="882344" y="4822167"/>
            <a:ext cx="257820" cy="467194"/>
          </a:xfrm>
          <a:custGeom>
            <a:avLst/>
            <a:gdLst/>
            <a:ahLst/>
            <a:cxnLst/>
            <a:rect r="r" b="b" t="t" l="l"/>
            <a:pathLst>
              <a:path w="308804" h="559582" stroke="true" fill="norm" extrusionOk="true">
                <a:moveTo>
                  <a:pt x="25269" y="-415"/>
                </a:moveTo>
                <a:lnTo>
                  <a:pt x="308422" y="-415"/>
                </a:lnTo>
                <a:lnTo>
                  <a:pt x="308422" y="-415"/>
                </a:lnTo>
                <a:lnTo>
                  <a:pt x="308422" y="559167"/>
                </a:lnTo>
                <a:lnTo>
                  <a:pt x="308422" y="559167"/>
                </a:lnTo>
                <a:lnTo>
                  <a:pt x="25269" y="559167"/>
                </a:lnTo>
                <a:cubicBezTo>
                  <a:pt x="11094" y="559167"/>
                  <a:pt x="-382" y="547691"/>
                  <a:pt x="-382" y="533517"/>
                </a:cubicBezTo>
                <a:lnTo>
                  <a:pt x="-382" y="25197"/>
                </a:lnTo>
                <a:cubicBezTo>
                  <a:pt x="-363" y="11042"/>
                  <a:pt x="11114" y="-415"/>
                  <a:pt x="25269" y="-415"/>
                </a:cubicBezTo>
                <a:close/>
              </a:path>
            </a:pathLst>
          </a:custGeom>
          <a:solidFill>
            <a:srgbClr val="EFA37D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58" id="58"/>
          <p:cNvSpPr/>
          <p:nvPr/>
        </p:nvSpPr>
        <p:spPr>
          <a:xfrm flipH="true" rot="10800000">
            <a:off x="1080274" y="4822165"/>
            <a:ext cx="427237" cy="467194"/>
          </a:xfrm>
          <a:custGeom>
            <a:avLst/>
            <a:gdLst/>
            <a:ahLst/>
            <a:cxnLst/>
            <a:rect r="r" b="b" t="t" l="l"/>
            <a:pathLst>
              <a:path w="511722" h="559582" stroke="true" fill="norm" extrusionOk="true">
                <a:moveTo>
                  <a:pt x="475386" y="-415"/>
                </a:moveTo>
                <a:cubicBezTo>
                  <a:pt x="495243" y="-415"/>
                  <a:pt x="511340" y="-415"/>
                  <a:pt x="511340" y="-415"/>
                </a:cubicBezTo>
                <a:lnTo>
                  <a:pt x="511340" y="559167"/>
                </a:lnTo>
                <a:cubicBezTo>
                  <a:pt x="511340" y="559167"/>
                  <a:pt x="495243" y="559167"/>
                  <a:pt x="475386" y="559167"/>
                </a:cubicBezTo>
                <a:lnTo>
                  <a:pt x="35572" y="559167"/>
                </a:lnTo>
                <a:cubicBezTo>
                  <a:pt x="15715" y="559167"/>
                  <a:pt x="-382" y="559167"/>
                  <a:pt x="-382" y="559167"/>
                </a:cubicBezTo>
                <a:lnTo>
                  <a:pt x="-382" y="-415"/>
                </a:lnTo>
                <a:cubicBezTo>
                  <a:pt x="-382" y="-415"/>
                  <a:pt x="15715" y="-415"/>
                  <a:pt x="35572" y="-415"/>
                </a:cubicBezTo>
                <a:close/>
              </a:path>
            </a:pathLst>
          </a:custGeom>
          <a:solidFill>
            <a:srgbClr val="FDC8AA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59" id="59"/>
          <p:cNvSpPr/>
          <p:nvPr/>
        </p:nvSpPr>
        <p:spPr>
          <a:xfrm>
            <a:off x="1413321" y="4491741"/>
            <a:ext cx="125547" cy="193716"/>
          </a:xfrm>
          <a:custGeom>
            <a:avLst/>
            <a:gdLst/>
            <a:ahLst/>
            <a:cxnLst/>
            <a:rect r="r" b="b" t="t" l="l"/>
            <a:pathLst>
              <a:path w="150373" h="232024" stroke="true" fill="norm" extrusionOk="true">
                <a:moveTo>
                  <a:pt x="122084" y="36380"/>
                </a:moveTo>
                <a:lnTo>
                  <a:pt x="52757" y="36380"/>
                </a:lnTo>
                <a:lnTo>
                  <a:pt x="44429" y="87212"/>
                </a:lnTo>
                <a:cubicBezTo>
                  <a:pt x="58251" y="79274"/>
                  <a:pt x="70998" y="75305"/>
                  <a:pt x="82670" y="75286"/>
                </a:cubicBezTo>
                <a:cubicBezTo>
                  <a:pt x="91722" y="75227"/>
                  <a:pt x="100676" y="77162"/>
                  <a:pt x="108888" y="80936"/>
                </a:cubicBezTo>
                <a:cubicBezTo>
                  <a:pt x="116981" y="84690"/>
                  <a:pt x="124235" y="90007"/>
                  <a:pt x="130256" y="96577"/>
                </a:cubicBezTo>
                <a:cubicBezTo>
                  <a:pt x="136532" y="103458"/>
                  <a:pt x="141439" y="111474"/>
                  <a:pt x="144724" y="120194"/>
                </a:cubicBezTo>
                <a:cubicBezTo>
                  <a:pt x="148263" y="129559"/>
                  <a:pt x="150061" y="139510"/>
                  <a:pt x="149983" y="149520"/>
                </a:cubicBezTo>
                <a:cubicBezTo>
                  <a:pt x="150179" y="163890"/>
                  <a:pt x="146914" y="178103"/>
                  <a:pt x="140481" y="190948"/>
                </a:cubicBezTo>
                <a:cubicBezTo>
                  <a:pt x="134323" y="203206"/>
                  <a:pt x="124841" y="213490"/>
                  <a:pt x="113110" y="220607"/>
                </a:cubicBezTo>
                <a:cubicBezTo>
                  <a:pt x="100676" y="228075"/>
                  <a:pt x="86385" y="231888"/>
                  <a:pt x="71878" y="231594"/>
                </a:cubicBezTo>
                <a:cubicBezTo>
                  <a:pt x="54458" y="231594"/>
                  <a:pt x="40323" y="228153"/>
                  <a:pt x="29472" y="221252"/>
                </a:cubicBezTo>
                <a:cubicBezTo>
                  <a:pt x="18621" y="214351"/>
                  <a:pt x="10938" y="206432"/>
                  <a:pt x="6402" y="197458"/>
                </a:cubicBezTo>
                <a:cubicBezTo>
                  <a:pt x="1867" y="188524"/>
                  <a:pt x="-402" y="180703"/>
                  <a:pt x="-382" y="173997"/>
                </a:cubicBezTo>
                <a:cubicBezTo>
                  <a:pt x="-304" y="169677"/>
                  <a:pt x="1397" y="165532"/>
                  <a:pt x="4350" y="162384"/>
                </a:cubicBezTo>
                <a:cubicBezTo>
                  <a:pt x="7282" y="158846"/>
                  <a:pt x="11662" y="156812"/>
                  <a:pt x="16256" y="156891"/>
                </a:cubicBezTo>
                <a:cubicBezTo>
                  <a:pt x="24428" y="156891"/>
                  <a:pt x="30508" y="161974"/>
                  <a:pt x="34497" y="172121"/>
                </a:cubicBezTo>
                <a:cubicBezTo>
                  <a:pt x="37781" y="180606"/>
                  <a:pt x="43216" y="188093"/>
                  <a:pt x="50274" y="193861"/>
                </a:cubicBezTo>
                <a:cubicBezTo>
                  <a:pt x="56550" y="198944"/>
                  <a:pt x="64390" y="201720"/>
                  <a:pt x="72464" y="201682"/>
                </a:cubicBezTo>
                <a:cubicBezTo>
                  <a:pt x="79542" y="201818"/>
                  <a:pt x="86463" y="199609"/>
                  <a:pt x="92172" y="195405"/>
                </a:cubicBezTo>
                <a:cubicBezTo>
                  <a:pt x="98017" y="190948"/>
                  <a:pt x="102534" y="184985"/>
                  <a:pt x="105231" y="178142"/>
                </a:cubicBezTo>
                <a:cubicBezTo>
                  <a:pt x="108418" y="170205"/>
                  <a:pt x="109982" y="161719"/>
                  <a:pt x="109826" y="153176"/>
                </a:cubicBezTo>
                <a:cubicBezTo>
                  <a:pt x="110060" y="144339"/>
                  <a:pt x="108360" y="135561"/>
                  <a:pt x="104860" y="127447"/>
                </a:cubicBezTo>
                <a:cubicBezTo>
                  <a:pt x="102084" y="120956"/>
                  <a:pt x="97470" y="115423"/>
                  <a:pt x="91585" y="111513"/>
                </a:cubicBezTo>
                <a:cubicBezTo>
                  <a:pt x="86032" y="108014"/>
                  <a:pt x="79601" y="106176"/>
                  <a:pt x="73031" y="106254"/>
                </a:cubicBezTo>
                <a:cubicBezTo>
                  <a:pt x="64664" y="106254"/>
                  <a:pt x="58681" y="107349"/>
                  <a:pt x="55084" y="109539"/>
                </a:cubicBezTo>
                <a:cubicBezTo>
                  <a:pt x="49668" y="113077"/>
                  <a:pt x="44487" y="116929"/>
                  <a:pt x="39541" y="121093"/>
                </a:cubicBezTo>
                <a:cubicBezTo>
                  <a:pt x="32776" y="126587"/>
                  <a:pt x="27204" y="129324"/>
                  <a:pt x="22825" y="129324"/>
                </a:cubicBezTo>
                <a:cubicBezTo>
                  <a:pt x="12932" y="128933"/>
                  <a:pt x="4994" y="121015"/>
                  <a:pt x="4564" y="111122"/>
                </a:cubicBezTo>
                <a:cubicBezTo>
                  <a:pt x="4564" y="110594"/>
                  <a:pt x="5112" y="107036"/>
                  <a:pt x="6187" y="100448"/>
                </a:cubicBezTo>
                <a:lnTo>
                  <a:pt x="18446" y="25255"/>
                </a:lnTo>
                <a:cubicBezTo>
                  <a:pt x="19755" y="16262"/>
                  <a:pt x="22278" y="9751"/>
                  <a:pt x="26031" y="5704"/>
                </a:cubicBezTo>
                <a:cubicBezTo>
                  <a:pt x="29785" y="1657"/>
                  <a:pt x="35826" y="-376"/>
                  <a:pt x="44135" y="-415"/>
                </a:cubicBezTo>
                <a:lnTo>
                  <a:pt x="121204" y="-415"/>
                </a:lnTo>
                <a:cubicBezTo>
                  <a:pt x="136395" y="-415"/>
                  <a:pt x="143981" y="5802"/>
                  <a:pt x="143981" y="18256"/>
                </a:cubicBezTo>
                <a:cubicBezTo>
                  <a:pt x="144176" y="23242"/>
                  <a:pt x="142143" y="28071"/>
                  <a:pt x="138448" y="31433"/>
                </a:cubicBezTo>
                <a:cubicBezTo>
                  <a:pt x="134734" y="34718"/>
                  <a:pt x="129298" y="36380"/>
                  <a:pt x="122084" y="36380"/>
                </a:cubicBezTo>
                <a:close/>
              </a:path>
            </a:pathLst>
          </a:custGeom>
          <a:solidFill>
            <a:srgbClr val="C4D7F2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60" id="60"/>
          <p:cNvSpPr/>
          <p:nvPr/>
        </p:nvSpPr>
        <p:spPr>
          <a:xfrm>
            <a:off x="1167200" y="4490500"/>
            <a:ext cx="60817" cy="196381"/>
          </a:xfrm>
          <a:custGeom>
            <a:avLst/>
            <a:gdLst/>
            <a:ahLst/>
            <a:cxnLst/>
            <a:rect r="r" b="b" t="t" l="l"/>
            <a:pathLst>
              <a:path w="72844" h="235215" stroke="true" fill="norm" extrusionOk="true">
                <a:moveTo>
                  <a:pt x="53055" y="127897"/>
                </a:moveTo>
                <a:cubicBezTo>
                  <a:pt x="50806" y="134622"/>
                  <a:pt x="47326" y="140879"/>
                  <a:pt x="42790" y="146333"/>
                </a:cubicBezTo>
                <a:cubicBezTo>
                  <a:pt x="39701" y="150126"/>
                  <a:pt x="35107" y="152394"/>
                  <a:pt x="30219" y="152531"/>
                </a:cubicBezTo>
                <a:cubicBezTo>
                  <a:pt x="25527" y="152374"/>
                  <a:pt x="21109" y="150302"/>
                  <a:pt x="18000" y="146802"/>
                </a:cubicBezTo>
                <a:cubicBezTo>
                  <a:pt x="13719" y="142169"/>
                  <a:pt x="10395" y="136714"/>
                  <a:pt x="8225" y="130790"/>
                </a:cubicBezTo>
                <a:cubicBezTo>
                  <a:pt x="5234" y="123048"/>
                  <a:pt x="3083" y="114993"/>
                  <a:pt x="1851" y="106782"/>
                </a:cubicBezTo>
                <a:cubicBezTo>
                  <a:pt x="-1218" y="87055"/>
                  <a:pt x="-1120" y="66976"/>
                  <a:pt x="2125" y="47289"/>
                </a:cubicBezTo>
                <a:cubicBezTo>
                  <a:pt x="3513" y="38628"/>
                  <a:pt x="5918" y="30182"/>
                  <a:pt x="9300" y="22088"/>
                </a:cubicBezTo>
                <a:cubicBezTo>
                  <a:pt x="11841" y="15851"/>
                  <a:pt x="15615" y="10181"/>
                  <a:pt x="20405" y="5450"/>
                </a:cubicBezTo>
                <a:cubicBezTo>
                  <a:pt x="24217" y="1716"/>
                  <a:pt x="29320" y="-376"/>
                  <a:pt x="34638" y="-415"/>
                </a:cubicBezTo>
                <a:cubicBezTo>
                  <a:pt x="40777" y="-356"/>
                  <a:pt x="46622" y="2341"/>
                  <a:pt x="50650" y="6975"/>
                </a:cubicBezTo>
                <a:cubicBezTo>
                  <a:pt x="55342" y="11883"/>
                  <a:pt x="59291" y="19057"/>
                  <a:pt x="62498" y="28481"/>
                </a:cubicBezTo>
                <a:cubicBezTo>
                  <a:pt x="66154" y="39996"/>
                  <a:pt x="68617" y="51844"/>
                  <a:pt x="69869" y="63868"/>
                </a:cubicBezTo>
                <a:cubicBezTo>
                  <a:pt x="71687" y="79919"/>
                  <a:pt x="72547" y="96068"/>
                  <a:pt x="72449" y="112217"/>
                </a:cubicBezTo>
                <a:cubicBezTo>
                  <a:pt x="72586" y="129969"/>
                  <a:pt x="71667" y="147702"/>
                  <a:pt x="69732" y="165337"/>
                </a:cubicBezTo>
                <a:cubicBezTo>
                  <a:pt x="68422" y="178436"/>
                  <a:pt x="65802" y="191378"/>
                  <a:pt x="61911" y="203949"/>
                </a:cubicBezTo>
                <a:cubicBezTo>
                  <a:pt x="58451" y="214370"/>
                  <a:pt x="54306" y="222112"/>
                  <a:pt x="49477" y="227175"/>
                </a:cubicBezTo>
                <a:cubicBezTo>
                  <a:pt x="45332" y="231946"/>
                  <a:pt x="39369" y="234722"/>
                  <a:pt x="33054" y="234801"/>
                </a:cubicBezTo>
                <a:cubicBezTo>
                  <a:pt x="26896" y="234742"/>
                  <a:pt x="21089" y="231848"/>
                  <a:pt x="17316" y="226980"/>
                </a:cubicBezTo>
                <a:cubicBezTo>
                  <a:pt x="12604" y="221330"/>
                  <a:pt x="9144" y="214761"/>
                  <a:pt x="7149" y="207683"/>
                </a:cubicBezTo>
                <a:cubicBezTo>
                  <a:pt x="4901" y="200489"/>
                  <a:pt x="3728" y="193001"/>
                  <a:pt x="3669" y="185474"/>
                </a:cubicBezTo>
                <a:cubicBezTo>
                  <a:pt x="3611" y="181466"/>
                  <a:pt x="4334" y="177478"/>
                  <a:pt x="5840" y="173744"/>
                </a:cubicBezTo>
                <a:cubicBezTo>
                  <a:pt x="7267" y="170283"/>
                  <a:pt x="9105" y="168562"/>
                  <a:pt x="11334" y="168562"/>
                </a:cubicBezTo>
                <a:cubicBezTo>
                  <a:pt x="13738" y="168797"/>
                  <a:pt x="15830" y="170283"/>
                  <a:pt x="16827" y="172472"/>
                </a:cubicBezTo>
                <a:cubicBezTo>
                  <a:pt x="18782" y="176050"/>
                  <a:pt x="20034" y="179980"/>
                  <a:pt x="20522" y="184027"/>
                </a:cubicBezTo>
                <a:cubicBezTo>
                  <a:pt x="21206" y="189345"/>
                  <a:pt x="22947" y="194487"/>
                  <a:pt x="25605" y="199160"/>
                </a:cubicBezTo>
                <a:cubicBezTo>
                  <a:pt x="27971" y="203070"/>
                  <a:pt x="30630" y="204888"/>
                  <a:pt x="33602" y="204888"/>
                </a:cubicBezTo>
                <a:cubicBezTo>
                  <a:pt x="36202" y="204888"/>
                  <a:pt x="38724" y="203382"/>
                  <a:pt x="41129" y="200352"/>
                </a:cubicBezTo>
                <a:cubicBezTo>
                  <a:pt x="43905" y="196461"/>
                  <a:pt x="45958" y="192082"/>
                  <a:pt x="47189" y="187468"/>
                </a:cubicBezTo>
                <a:cubicBezTo>
                  <a:pt x="50454" y="176109"/>
                  <a:pt x="52409" y="156265"/>
                  <a:pt x="53055" y="127897"/>
                </a:cubicBezTo>
                <a:close/>
                <a:moveTo>
                  <a:pt x="51451" y="79861"/>
                </a:moveTo>
                <a:cubicBezTo>
                  <a:pt x="51490" y="73272"/>
                  <a:pt x="51060" y="66683"/>
                  <a:pt x="50161" y="60153"/>
                </a:cubicBezTo>
                <a:cubicBezTo>
                  <a:pt x="49477" y="54836"/>
                  <a:pt x="48265" y="49596"/>
                  <a:pt x="46544" y="44513"/>
                </a:cubicBezTo>
                <a:cubicBezTo>
                  <a:pt x="45352" y="40739"/>
                  <a:pt x="43455" y="37220"/>
                  <a:pt x="40972" y="34151"/>
                </a:cubicBezTo>
                <a:cubicBezTo>
                  <a:pt x="39310" y="31883"/>
                  <a:pt x="36710" y="30495"/>
                  <a:pt x="33914" y="30377"/>
                </a:cubicBezTo>
                <a:cubicBezTo>
                  <a:pt x="29496" y="30377"/>
                  <a:pt x="25762" y="34639"/>
                  <a:pt x="22692" y="43164"/>
                </a:cubicBezTo>
                <a:cubicBezTo>
                  <a:pt x="19623" y="51688"/>
                  <a:pt x="18098" y="62968"/>
                  <a:pt x="18098" y="76987"/>
                </a:cubicBezTo>
                <a:cubicBezTo>
                  <a:pt x="18098" y="90907"/>
                  <a:pt x="19623" y="101992"/>
                  <a:pt x="22692" y="110223"/>
                </a:cubicBezTo>
                <a:cubicBezTo>
                  <a:pt x="25762" y="118454"/>
                  <a:pt x="29672" y="122598"/>
                  <a:pt x="34423" y="122637"/>
                </a:cubicBezTo>
                <a:cubicBezTo>
                  <a:pt x="37297" y="122637"/>
                  <a:pt x="40034" y="120937"/>
                  <a:pt x="42673" y="117535"/>
                </a:cubicBezTo>
                <a:cubicBezTo>
                  <a:pt x="45762" y="113058"/>
                  <a:pt x="47952" y="108014"/>
                  <a:pt x="49086" y="102696"/>
                </a:cubicBezTo>
                <a:cubicBezTo>
                  <a:pt x="50806" y="95208"/>
                  <a:pt x="51588" y="87544"/>
                  <a:pt x="51451" y="79861"/>
                </a:cubicBezTo>
                <a:close/>
              </a:path>
            </a:pathLst>
          </a:custGeom>
          <a:solidFill>
            <a:srgbClr val="95B3D1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61" id="61"/>
          <p:cNvSpPr/>
          <p:nvPr/>
        </p:nvSpPr>
        <p:spPr>
          <a:xfrm>
            <a:off x="933883" y="4949843"/>
            <a:ext cx="69322" cy="196544"/>
          </a:xfrm>
          <a:custGeom>
            <a:avLst/>
            <a:gdLst/>
            <a:ahLst/>
            <a:cxnLst/>
            <a:rect r="r" b="b" t="t" l="l"/>
            <a:pathLst>
              <a:path w="83031" h="235411" stroke="true" fill="norm" extrusionOk="true">
                <a:moveTo>
                  <a:pt x="21602" y="106606"/>
                </a:moveTo>
                <a:cubicBezTo>
                  <a:pt x="25199" y="98121"/>
                  <a:pt x="29109" y="91845"/>
                  <a:pt x="33332" y="87759"/>
                </a:cubicBezTo>
                <a:cubicBezTo>
                  <a:pt x="37047" y="83908"/>
                  <a:pt x="42150" y="81698"/>
                  <a:pt x="47507" y="81640"/>
                </a:cubicBezTo>
                <a:cubicBezTo>
                  <a:pt x="52687" y="81698"/>
                  <a:pt x="57653" y="83673"/>
                  <a:pt x="61427" y="87212"/>
                </a:cubicBezTo>
                <a:cubicBezTo>
                  <a:pt x="66216" y="91669"/>
                  <a:pt x="70010" y="97065"/>
                  <a:pt x="72610" y="103068"/>
                </a:cubicBezTo>
                <a:cubicBezTo>
                  <a:pt x="76070" y="110810"/>
                  <a:pt x="78573" y="118962"/>
                  <a:pt x="80019" y="127310"/>
                </a:cubicBezTo>
                <a:cubicBezTo>
                  <a:pt x="81798" y="136949"/>
                  <a:pt x="82659" y="146724"/>
                  <a:pt x="82639" y="156519"/>
                </a:cubicBezTo>
                <a:cubicBezTo>
                  <a:pt x="82795" y="170088"/>
                  <a:pt x="81075" y="183597"/>
                  <a:pt x="77517" y="196696"/>
                </a:cubicBezTo>
                <a:cubicBezTo>
                  <a:pt x="74115" y="208720"/>
                  <a:pt x="69364" y="218104"/>
                  <a:pt x="63245" y="224869"/>
                </a:cubicBezTo>
                <a:cubicBezTo>
                  <a:pt x="57126" y="231634"/>
                  <a:pt x="50224" y="235016"/>
                  <a:pt x="42521" y="234996"/>
                </a:cubicBezTo>
                <a:cubicBezTo>
                  <a:pt x="33645" y="234996"/>
                  <a:pt x="25981" y="230695"/>
                  <a:pt x="19529" y="222112"/>
                </a:cubicBezTo>
                <a:cubicBezTo>
                  <a:pt x="13078" y="213530"/>
                  <a:pt x="8151" y="200841"/>
                  <a:pt x="4749" y="184066"/>
                </a:cubicBezTo>
                <a:cubicBezTo>
                  <a:pt x="1328" y="167272"/>
                  <a:pt x="-373" y="146724"/>
                  <a:pt x="-373" y="122442"/>
                </a:cubicBezTo>
                <a:cubicBezTo>
                  <a:pt x="-491" y="104710"/>
                  <a:pt x="546" y="86997"/>
                  <a:pt x="2716" y="69401"/>
                </a:cubicBezTo>
                <a:cubicBezTo>
                  <a:pt x="4221" y="56185"/>
                  <a:pt x="7212" y="43183"/>
                  <a:pt x="11592" y="30632"/>
                </a:cubicBezTo>
                <a:cubicBezTo>
                  <a:pt x="15502" y="20387"/>
                  <a:pt x="20175" y="12645"/>
                  <a:pt x="25629" y="7405"/>
                </a:cubicBezTo>
                <a:cubicBezTo>
                  <a:pt x="30595" y="2401"/>
                  <a:pt x="37359" y="-415"/>
                  <a:pt x="44418" y="-415"/>
                </a:cubicBezTo>
                <a:cubicBezTo>
                  <a:pt x="51202" y="-415"/>
                  <a:pt x="57693" y="2420"/>
                  <a:pt x="62306" y="7405"/>
                </a:cubicBezTo>
                <a:cubicBezTo>
                  <a:pt x="67644" y="12899"/>
                  <a:pt x="71671" y="19566"/>
                  <a:pt x="74037" y="26859"/>
                </a:cubicBezTo>
                <a:cubicBezTo>
                  <a:pt x="76559" y="34014"/>
                  <a:pt x="77869" y="41561"/>
                  <a:pt x="77947" y="49146"/>
                </a:cubicBezTo>
                <a:cubicBezTo>
                  <a:pt x="78006" y="53194"/>
                  <a:pt x="77165" y="57202"/>
                  <a:pt x="75484" y="60877"/>
                </a:cubicBezTo>
                <a:cubicBezTo>
                  <a:pt x="73842" y="64396"/>
                  <a:pt x="71749" y="66136"/>
                  <a:pt x="69208" y="66136"/>
                </a:cubicBezTo>
                <a:cubicBezTo>
                  <a:pt x="66999" y="66136"/>
                  <a:pt x="64926" y="64748"/>
                  <a:pt x="63030" y="61991"/>
                </a:cubicBezTo>
                <a:cubicBezTo>
                  <a:pt x="60860" y="58472"/>
                  <a:pt x="59413" y="54542"/>
                  <a:pt x="58826" y="50456"/>
                </a:cubicBezTo>
                <a:cubicBezTo>
                  <a:pt x="57947" y="45060"/>
                  <a:pt x="55933" y="39899"/>
                  <a:pt x="52961" y="35304"/>
                </a:cubicBezTo>
                <a:cubicBezTo>
                  <a:pt x="50322" y="31394"/>
                  <a:pt x="47252" y="29576"/>
                  <a:pt x="43772" y="29576"/>
                </a:cubicBezTo>
                <a:cubicBezTo>
                  <a:pt x="40977" y="29576"/>
                  <a:pt x="38181" y="31160"/>
                  <a:pt x="35404" y="34366"/>
                </a:cubicBezTo>
                <a:cubicBezTo>
                  <a:pt x="32277" y="38198"/>
                  <a:pt x="29891" y="42597"/>
                  <a:pt x="28386" y="47309"/>
                </a:cubicBezTo>
                <a:cubicBezTo>
                  <a:pt x="24574" y="58374"/>
                  <a:pt x="22305" y="78140"/>
                  <a:pt x="21602" y="106606"/>
                </a:cubicBezTo>
                <a:close/>
                <a:moveTo>
                  <a:pt x="43108" y="204067"/>
                </a:moveTo>
                <a:cubicBezTo>
                  <a:pt x="48445" y="204067"/>
                  <a:pt x="52864" y="199746"/>
                  <a:pt x="56344" y="191124"/>
                </a:cubicBezTo>
                <a:cubicBezTo>
                  <a:pt x="59823" y="182502"/>
                  <a:pt x="61564" y="171163"/>
                  <a:pt x="61583" y="157145"/>
                </a:cubicBezTo>
                <a:cubicBezTo>
                  <a:pt x="61720" y="148895"/>
                  <a:pt x="60879" y="140644"/>
                  <a:pt x="59120" y="132569"/>
                </a:cubicBezTo>
                <a:cubicBezTo>
                  <a:pt x="58005" y="126939"/>
                  <a:pt x="55718" y="121602"/>
                  <a:pt x="52394" y="116929"/>
                </a:cubicBezTo>
                <a:cubicBezTo>
                  <a:pt x="49540" y="113332"/>
                  <a:pt x="46392" y="111513"/>
                  <a:pt x="42951" y="111513"/>
                </a:cubicBezTo>
                <a:cubicBezTo>
                  <a:pt x="39510" y="111513"/>
                  <a:pt x="36539" y="113254"/>
                  <a:pt x="33567" y="116694"/>
                </a:cubicBezTo>
                <a:cubicBezTo>
                  <a:pt x="30106" y="121113"/>
                  <a:pt x="27643" y="126235"/>
                  <a:pt x="26353" y="131690"/>
                </a:cubicBezTo>
                <a:cubicBezTo>
                  <a:pt x="24398" y="139197"/>
                  <a:pt x="23479" y="146920"/>
                  <a:pt x="23615" y="154681"/>
                </a:cubicBezTo>
                <a:cubicBezTo>
                  <a:pt x="23615" y="168817"/>
                  <a:pt x="25473" y="180606"/>
                  <a:pt x="29168" y="190010"/>
                </a:cubicBezTo>
                <a:cubicBezTo>
                  <a:pt x="32863" y="199414"/>
                  <a:pt x="37477" y="204106"/>
                  <a:pt x="43010" y="204067"/>
                </a:cubicBezTo>
                <a:close/>
              </a:path>
            </a:pathLst>
          </a:custGeom>
          <a:solidFill>
            <a:srgbClr val="DD8D6B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62" id="62"/>
          <p:cNvSpPr/>
          <p:nvPr/>
        </p:nvSpPr>
        <p:spPr>
          <a:xfrm flipH="true">
            <a:off x="1496150" y="4015718"/>
            <a:ext cx="52549" cy="196591"/>
          </a:xfrm>
          <a:custGeom>
            <a:avLst/>
            <a:gdLst/>
            <a:ahLst/>
            <a:cxnLst/>
            <a:rect r="r" b="b" t="t" l="l"/>
            <a:pathLst>
              <a:path w="62941" h="235466" stroke="true" fill="norm" extrusionOk="true">
                <a:moveTo>
                  <a:pt x="38824" y="209518"/>
                </a:moveTo>
                <a:lnTo>
                  <a:pt x="38824" y="66797"/>
                </a:lnTo>
                <a:cubicBezTo>
                  <a:pt x="24043" y="87189"/>
                  <a:pt x="14092" y="97375"/>
                  <a:pt x="8970" y="97394"/>
                </a:cubicBezTo>
                <a:cubicBezTo>
                  <a:pt x="6526" y="97394"/>
                  <a:pt x="4356" y="95654"/>
                  <a:pt x="2460" y="92135"/>
                </a:cubicBezTo>
                <a:cubicBezTo>
                  <a:pt x="505" y="88381"/>
                  <a:pt x="-473" y="84198"/>
                  <a:pt x="-375" y="79974"/>
                </a:cubicBezTo>
                <a:cubicBezTo>
                  <a:pt x="-375" y="74637"/>
                  <a:pt x="543" y="70707"/>
                  <a:pt x="2421" y="68244"/>
                </a:cubicBezTo>
                <a:cubicBezTo>
                  <a:pt x="5314" y="64647"/>
                  <a:pt x="8599" y="61362"/>
                  <a:pt x="12196" y="58469"/>
                </a:cubicBezTo>
                <a:cubicBezTo>
                  <a:pt x="18745" y="53073"/>
                  <a:pt x="24435" y="46719"/>
                  <a:pt x="29107" y="39641"/>
                </a:cubicBezTo>
                <a:cubicBezTo>
                  <a:pt x="33545" y="32642"/>
                  <a:pt x="37299" y="25232"/>
                  <a:pt x="40329" y="17510"/>
                </a:cubicBezTo>
                <a:cubicBezTo>
                  <a:pt x="43594" y="9338"/>
                  <a:pt x="45706" y="4313"/>
                  <a:pt x="46703" y="2436"/>
                </a:cubicBezTo>
                <a:cubicBezTo>
                  <a:pt x="47857" y="481"/>
                  <a:pt x="50046" y="-633"/>
                  <a:pt x="52295" y="-379"/>
                </a:cubicBezTo>
                <a:cubicBezTo>
                  <a:pt x="55383" y="-379"/>
                  <a:pt x="57847" y="1752"/>
                  <a:pt x="59724" y="6053"/>
                </a:cubicBezTo>
                <a:cubicBezTo>
                  <a:pt x="61816" y="11723"/>
                  <a:pt x="62774" y="17744"/>
                  <a:pt x="62520" y="23786"/>
                </a:cubicBezTo>
                <a:lnTo>
                  <a:pt x="62520" y="203496"/>
                </a:lnTo>
                <a:cubicBezTo>
                  <a:pt x="62520" y="224533"/>
                  <a:pt x="58531" y="235051"/>
                  <a:pt x="50554" y="235051"/>
                </a:cubicBezTo>
                <a:cubicBezTo>
                  <a:pt x="46996" y="235051"/>
                  <a:pt x="44142" y="232901"/>
                  <a:pt x="41991" y="228619"/>
                </a:cubicBezTo>
                <a:cubicBezTo>
                  <a:pt x="39860" y="224162"/>
                  <a:pt x="38824" y="217847"/>
                  <a:pt x="38824" y="209518"/>
                </a:cubicBezTo>
                <a:close/>
              </a:path>
            </a:pathLst>
          </a:custGeom>
          <a:solidFill>
            <a:srgbClr val="DD8D6B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63" id="63"/>
          <p:cNvSpPr/>
          <p:nvPr/>
        </p:nvSpPr>
        <p:spPr>
          <a:xfrm flipH="true">
            <a:off x="1234113" y="4949796"/>
            <a:ext cx="119253" cy="196742"/>
          </a:xfrm>
          <a:custGeom>
            <a:avLst/>
            <a:gdLst/>
            <a:ahLst/>
            <a:cxnLst/>
            <a:rect r="r" b="b" t="t" l="l"/>
            <a:pathLst>
              <a:path w="142835" h="235648" stroke="true" fill="norm" extrusionOk="true">
                <a:moveTo>
                  <a:pt x="6353" y="59721"/>
                </a:moveTo>
                <a:cubicBezTo>
                  <a:pt x="6314" y="49380"/>
                  <a:pt x="8894" y="39213"/>
                  <a:pt x="13841" y="30141"/>
                </a:cubicBezTo>
                <a:cubicBezTo>
                  <a:pt x="18904" y="20796"/>
                  <a:pt x="26529" y="13093"/>
                  <a:pt x="35816" y="7931"/>
                </a:cubicBezTo>
                <a:cubicBezTo>
                  <a:pt x="46158" y="2203"/>
                  <a:pt x="57830" y="-671"/>
                  <a:pt x="69658" y="-397"/>
                </a:cubicBezTo>
                <a:cubicBezTo>
                  <a:pt x="79453" y="-592"/>
                  <a:pt x="89189" y="1069"/>
                  <a:pt x="98359" y="4471"/>
                </a:cubicBezTo>
                <a:cubicBezTo>
                  <a:pt x="106120" y="7404"/>
                  <a:pt x="113158" y="11979"/>
                  <a:pt x="118965" y="17903"/>
                </a:cubicBezTo>
                <a:cubicBezTo>
                  <a:pt x="124341" y="23416"/>
                  <a:pt x="128506" y="29985"/>
                  <a:pt x="131184" y="37199"/>
                </a:cubicBezTo>
                <a:cubicBezTo>
                  <a:pt x="133843" y="44511"/>
                  <a:pt x="135173" y="52253"/>
                  <a:pt x="135094" y="60035"/>
                </a:cubicBezTo>
                <a:cubicBezTo>
                  <a:pt x="135251" y="69653"/>
                  <a:pt x="132866" y="79116"/>
                  <a:pt x="128154" y="87504"/>
                </a:cubicBezTo>
                <a:cubicBezTo>
                  <a:pt x="123247" y="95890"/>
                  <a:pt x="116130" y="102753"/>
                  <a:pt x="107567" y="107367"/>
                </a:cubicBezTo>
                <a:cubicBezTo>
                  <a:pt x="114899" y="110495"/>
                  <a:pt x="121487" y="115109"/>
                  <a:pt x="126922" y="120935"/>
                </a:cubicBezTo>
                <a:cubicBezTo>
                  <a:pt x="132084" y="126605"/>
                  <a:pt x="136033" y="133252"/>
                  <a:pt x="138535" y="140486"/>
                </a:cubicBezTo>
                <a:cubicBezTo>
                  <a:pt x="141234" y="148384"/>
                  <a:pt x="142543" y="156694"/>
                  <a:pt x="142445" y="165042"/>
                </a:cubicBezTo>
                <a:cubicBezTo>
                  <a:pt x="142622" y="177496"/>
                  <a:pt x="139728" y="189812"/>
                  <a:pt x="134059" y="200918"/>
                </a:cubicBezTo>
                <a:cubicBezTo>
                  <a:pt x="128545" y="211573"/>
                  <a:pt x="120001" y="220331"/>
                  <a:pt x="109483" y="226099"/>
                </a:cubicBezTo>
                <a:cubicBezTo>
                  <a:pt x="97753" y="232394"/>
                  <a:pt x="84595" y="235542"/>
                  <a:pt x="71300" y="235209"/>
                </a:cubicBezTo>
                <a:cubicBezTo>
                  <a:pt x="56109" y="235209"/>
                  <a:pt x="43108" y="232179"/>
                  <a:pt x="32297" y="226099"/>
                </a:cubicBezTo>
                <a:cubicBezTo>
                  <a:pt x="21837" y="220371"/>
                  <a:pt x="13333" y="211671"/>
                  <a:pt x="7858" y="201074"/>
                </a:cubicBezTo>
                <a:cubicBezTo>
                  <a:pt x="2266" y="190008"/>
                  <a:pt x="-568" y="177750"/>
                  <a:pt x="-373" y="165354"/>
                </a:cubicBezTo>
                <a:cubicBezTo>
                  <a:pt x="-373" y="137201"/>
                  <a:pt x="11260" y="117905"/>
                  <a:pt x="34506" y="107445"/>
                </a:cubicBezTo>
                <a:cubicBezTo>
                  <a:pt x="15737" y="97299"/>
                  <a:pt x="6353" y="81384"/>
                  <a:pt x="6353" y="59721"/>
                </a:cubicBezTo>
                <a:close/>
                <a:moveTo>
                  <a:pt x="104810" y="163634"/>
                </a:moveTo>
                <a:cubicBezTo>
                  <a:pt x="104967" y="156283"/>
                  <a:pt x="103481" y="148991"/>
                  <a:pt x="100431" y="142285"/>
                </a:cubicBezTo>
                <a:cubicBezTo>
                  <a:pt x="97753" y="136517"/>
                  <a:pt x="93452" y="131668"/>
                  <a:pt x="88056" y="128325"/>
                </a:cubicBezTo>
                <a:cubicBezTo>
                  <a:pt x="82679" y="125061"/>
                  <a:pt x="76501" y="123379"/>
                  <a:pt x="70205" y="123457"/>
                </a:cubicBezTo>
                <a:cubicBezTo>
                  <a:pt x="61173" y="123320"/>
                  <a:pt x="52571" y="127230"/>
                  <a:pt x="46744" y="134132"/>
                </a:cubicBezTo>
                <a:cubicBezTo>
                  <a:pt x="40430" y="141249"/>
                  <a:pt x="37282" y="151180"/>
                  <a:pt x="37263" y="163947"/>
                </a:cubicBezTo>
                <a:cubicBezTo>
                  <a:pt x="37126" y="171357"/>
                  <a:pt x="38651" y="178708"/>
                  <a:pt x="41739" y="185453"/>
                </a:cubicBezTo>
                <a:cubicBezTo>
                  <a:pt x="44379" y="191298"/>
                  <a:pt x="48582" y="196284"/>
                  <a:pt x="53881" y="199881"/>
                </a:cubicBezTo>
                <a:cubicBezTo>
                  <a:pt x="64340" y="206744"/>
                  <a:pt x="77889" y="206744"/>
                  <a:pt x="88349" y="199881"/>
                </a:cubicBezTo>
                <a:cubicBezTo>
                  <a:pt x="93647" y="196225"/>
                  <a:pt x="97850" y="191181"/>
                  <a:pt x="100450" y="185297"/>
                </a:cubicBezTo>
                <a:cubicBezTo>
                  <a:pt x="103461" y="178473"/>
                  <a:pt x="104967" y="171083"/>
                  <a:pt x="104810" y="163634"/>
                </a:cubicBezTo>
                <a:close/>
                <a:moveTo>
                  <a:pt x="70479" y="29594"/>
                </a:moveTo>
                <a:cubicBezTo>
                  <a:pt x="62503" y="29301"/>
                  <a:pt x="54839" y="32683"/>
                  <a:pt x="49677" y="38763"/>
                </a:cubicBezTo>
                <a:cubicBezTo>
                  <a:pt x="44418" y="44902"/>
                  <a:pt x="41857" y="52762"/>
                  <a:pt x="41857" y="62400"/>
                </a:cubicBezTo>
                <a:cubicBezTo>
                  <a:pt x="41583" y="70572"/>
                  <a:pt x="44496" y="78530"/>
                  <a:pt x="49971" y="84610"/>
                </a:cubicBezTo>
                <a:cubicBezTo>
                  <a:pt x="55288" y="90475"/>
                  <a:pt x="62913" y="93721"/>
                  <a:pt x="70831" y="93466"/>
                </a:cubicBezTo>
                <a:cubicBezTo>
                  <a:pt x="74859" y="93525"/>
                  <a:pt x="78867" y="92723"/>
                  <a:pt x="82562" y="91120"/>
                </a:cubicBezTo>
                <a:cubicBezTo>
                  <a:pt x="86003" y="89615"/>
                  <a:pt x="89092" y="87406"/>
                  <a:pt x="91613" y="84610"/>
                </a:cubicBezTo>
                <a:cubicBezTo>
                  <a:pt x="94194" y="81736"/>
                  <a:pt x="96188" y="78373"/>
                  <a:pt x="97479" y="74717"/>
                </a:cubicBezTo>
                <a:cubicBezTo>
                  <a:pt x="100705" y="65098"/>
                  <a:pt x="100138" y="54599"/>
                  <a:pt x="95895" y="45391"/>
                </a:cubicBezTo>
                <a:cubicBezTo>
                  <a:pt x="93627" y="40640"/>
                  <a:pt x="90089" y="36632"/>
                  <a:pt x="85670" y="33778"/>
                </a:cubicBezTo>
                <a:cubicBezTo>
                  <a:pt x="81134" y="30923"/>
                  <a:pt x="75836" y="29476"/>
                  <a:pt x="70479" y="29594"/>
                </a:cubicBezTo>
                <a:close/>
              </a:path>
            </a:pathLst>
          </a:custGeom>
          <a:solidFill>
            <a:srgbClr val="EFA37D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grpSp>
        <p:nvGrpSpPr>
          <p:cNvPr name="Group 64" id="64"/>
          <p:cNvGrpSpPr/>
          <p:nvPr/>
        </p:nvGrpSpPr>
        <p:grpSpPr>
          <a:xfrm flipH="true">
            <a:off x="2020884" y="4956830"/>
            <a:ext cx="249856" cy="197911"/>
            <a:chOff x="6721918" y="5282745"/>
            <a:chExt cx="299265" cy="237048"/>
          </a:xfrm>
          <a:solidFill>
            <a:srgbClr val="A56911"/>
          </a:solidFill>
        </p:grpSpPr>
        <p:sp>
          <p:nvSpPr>
            <p:cNvPr name="Freeform 65" id="65"/>
            <p:cNvSpPr/>
            <p:nvPr/>
          </p:nvSpPr>
          <p:spPr>
            <a:xfrm>
              <a:off x="6721918" y="5284309"/>
              <a:ext cx="95174" cy="235436"/>
            </a:xfrm>
            <a:custGeom>
              <a:avLst/>
              <a:gdLst/>
              <a:ahLst/>
              <a:cxnLst/>
              <a:rect r="r" b="b" t="t" l="l"/>
              <a:pathLst>
                <a:path w="95174" h="235436" stroke="true" fill="norm" extrusionOk="true">
                  <a:moveTo>
                    <a:pt x="58819" y="209599"/>
                  </a:moveTo>
                  <a:lnTo>
                    <a:pt x="58819" y="66762"/>
                  </a:lnTo>
                  <a:cubicBezTo>
                    <a:pt x="36473" y="87173"/>
                    <a:pt x="21438" y="97378"/>
                    <a:pt x="13677" y="97378"/>
                  </a:cubicBezTo>
                  <a:cubicBezTo>
                    <a:pt x="9786" y="97241"/>
                    <a:pt x="6169" y="95306"/>
                    <a:pt x="3901" y="92119"/>
                  </a:cubicBezTo>
                  <a:cubicBezTo>
                    <a:pt x="1086" y="88698"/>
                    <a:pt x="-439" y="84397"/>
                    <a:pt x="-380" y="79959"/>
                  </a:cubicBezTo>
                  <a:cubicBezTo>
                    <a:pt x="-380" y="74621"/>
                    <a:pt x="1027" y="70711"/>
                    <a:pt x="3843" y="68228"/>
                  </a:cubicBezTo>
                  <a:cubicBezTo>
                    <a:pt x="8476" y="64494"/>
                    <a:pt x="13481" y="61209"/>
                    <a:pt x="18760" y="58453"/>
                  </a:cubicBezTo>
                  <a:cubicBezTo>
                    <a:pt x="28144" y="53428"/>
                    <a:pt x="36747" y="47094"/>
                    <a:pt x="44293" y="39606"/>
                  </a:cubicBezTo>
                  <a:cubicBezTo>
                    <a:pt x="50784" y="32900"/>
                    <a:pt x="56473" y="25470"/>
                    <a:pt x="61263" y="17474"/>
                  </a:cubicBezTo>
                  <a:cubicBezTo>
                    <a:pt x="66190" y="9321"/>
                    <a:pt x="69396" y="4297"/>
                    <a:pt x="70902" y="2420"/>
                  </a:cubicBezTo>
                  <a:cubicBezTo>
                    <a:pt x="72388" y="465"/>
                    <a:pt x="75203" y="-415"/>
                    <a:pt x="79348" y="-415"/>
                  </a:cubicBezTo>
                  <a:cubicBezTo>
                    <a:pt x="83981" y="-434"/>
                    <a:pt x="88263" y="2009"/>
                    <a:pt x="90570" y="6017"/>
                  </a:cubicBezTo>
                  <a:cubicBezTo>
                    <a:pt x="93385" y="10318"/>
                    <a:pt x="94793" y="16223"/>
                    <a:pt x="94793" y="23770"/>
                  </a:cubicBezTo>
                  <a:lnTo>
                    <a:pt x="94793" y="203480"/>
                  </a:lnTo>
                  <a:cubicBezTo>
                    <a:pt x="94793" y="224517"/>
                    <a:pt x="88771" y="235035"/>
                    <a:pt x="76708" y="235015"/>
                  </a:cubicBezTo>
                  <a:cubicBezTo>
                    <a:pt x="71586" y="235152"/>
                    <a:pt x="66738" y="232748"/>
                    <a:pt x="63766" y="228584"/>
                  </a:cubicBezTo>
                  <a:cubicBezTo>
                    <a:pt x="60481" y="224302"/>
                    <a:pt x="58839" y="217987"/>
                    <a:pt x="58819" y="209599"/>
                  </a:cubicBezTo>
                  <a:close/>
                </a:path>
              </a:pathLst>
            </a:custGeom>
            <a:solidFill>
              <a:srgbClr val="A56911"/>
            </a:solidFill>
            <a:ln cap="flat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66" id="66"/>
            <p:cNvSpPr/>
            <p:nvPr/>
          </p:nvSpPr>
          <p:spPr>
            <a:xfrm>
              <a:off x="6868746" y="5282745"/>
              <a:ext cx="152437" cy="237048"/>
            </a:xfrm>
            <a:custGeom>
              <a:avLst/>
              <a:gdLst/>
              <a:ahLst/>
              <a:cxnLst/>
              <a:rect r="r" b="b" t="t" l="l"/>
              <a:pathLst>
                <a:path w="152437" h="237048" stroke="true" fill="norm" extrusionOk="true">
                  <a:moveTo>
                    <a:pt x="90998" y="212728"/>
                  </a:moveTo>
                  <a:lnTo>
                    <a:pt x="90998" y="183539"/>
                  </a:lnTo>
                  <a:lnTo>
                    <a:pt x="24701" y="183539"/>
                  </a:lnTo>
                  <a:cubicBezTo>
                    <a:pt x="16334" y="183539"/>
                    <a:pt x="10058" y="181291"/>
                    <a:pt x="5894" y="176794"/>
                  </a:cubicBezTo>
                  <a:cubicBezTo>
                    <a:pt x="1729" y="172297"/>
                    <a:pt x="-363" y="166178"/>
                    <a:pt x="-382" y="158416"/>
                  </a:cubicBezTo>
                  <a:cubicBezTo>
                    <a:pt x="-363" y="156364"/>
                    <a:pt x="-50" y="154330"/>
                    <a:pt x="537" y="152375"/>
                  </a:cubicBezTo>
                  <a:cubicBezTo>
                    <a:pt x="1241" y="150146"/>
                    <a:pt x="2179" y="147996"/>
                    <a:pt x="3313" y="145943"/>
                  </a:cubicBezTo>
                  <a:cubicBezTo>
                    <a:pt x="4544" y="143694"/>
                    <a:pt x="5815" y="141524"/>
                    <a:pt x="7223" y="139432"/>
                  </a:cubicBezTo>
                  <a:cubicBezTo>
                    <a:pt x="8631" y="137340"/>
                    <a:pt x="10156" y="134780"/>
                    <a:pt x="12091" y="131749"/>
                  </a:cubicBezTo>
                  <a:lnTo>
                    <a:pt x="82063" y="20466"/>
                  </a:lnTo>
                  <a:cubicBezTo>
                    <a:pt x="85407" y="14874"/>
                    <a:pt x="89180" y="9537"/>
                    <a:pt x="93344" y="4532"/>
                  </a:cubicBezTo>
                  <a:cubicBezTo>
                    <a:pt x="95964" y="1365"/>
                    <a:pt x="99874" y="-454"/>
                    <a:pt x="103980" y="-414"/>
                  </a:cubicBezTo>
                  <a:cubicBezTo>
                    <a:pt x="117353" y="-414"/>
                    <a:pt x="124039" y="8716"/>
                    <a:pt x="124039" y="26957"/>
                  </a:cubicBezTo>
                  <a:lnTo>
                    <a:pt x="124039" y="148446"/>
                  </a:lnTo>
                  <a:lnTo>
                    <a:pt x="129728" y="148446"/>
                  </a:lnTo>
                  <a:cubicBezTo>
                    <a:pt x="135300" y="148230"/>
                    <a:pt x="140872" y="149345"/>
                    <a:pt x="145916" y="151730"/>
                  </a:cubicBezTo>
                  <a:cubicBezTo>
                    <a:pt x="150002" y="153939"/>
                    <a:pt x="152055" y="158768"/>
                    <a:pt x="152055" y="166178"/>
                  </a:cubicBezTo>
                  <a:cubicBezTo>
                    <a:pt x="152055" y="172239"/>
                    <a:pt x="150374" y="176657"/>
                    <a:pt x="147031" y="179433"/>
                  </a:cubicBezTo>
                  <a:cubicBezTo>
                    <a:pt x="143687" y="182210"/>
                    <a:pt x="138663" y="183598"/>
                    <a:pt x="131977" y="183598"/>
                  </a:cubicBezTo>
                  <a:lnTo>
                    <a:pt x="123922" y="183598"/>
                  </a:lnTo>
                  <a:lnTo>
                    <a:pt x="123922" y="212787"/>
                  </a:lnTo>
                  <a:cubicBezTo>
                    <a:pt x="123922" y="220842"/>
                    <a:pt x="122436" y="226844"/>
                    <a:pt x="119444" y="230754"/>
                  </a:cubicBezTo>
                  <a:cubicBezTo>
                    <a:pt x="114381" y="237343"/>
                    <a:pt x="104958" y="238574"/>
                    <a:pt x="98369" y="233531"/>
                  </a:cubicBezTo>
                  <a:cubicBezTo>
                    <a:pt x="97274" y="232690"/>
                    <a:pt x="96296" y="231692"/>
                    <a:pt x="95475" y="230598"/>
                  </a:cubicBezTo>
                  <a:cubicBezTo>
                    <a:pt x="92523" y="226512"/>
                    <a:pt x="90998" y="220588"/>
                    <a:pt x="90998" y="212728"/>
                  </a:cubicBezTo>
                  <a:close/>
                  <a:moveTo>
                    <a:pt x="34301" y="148387"/>
                  </a:moveTo>
                  <a:lnTo>
                    <a:pt x="90998" y="148387"/>
                  </a:lnTo>
                  <a:lnTo>
                    <a:pt x="90998" y="57182"/>
                  </a:lnTo>
                  <a:close/>
                </a:path>
              </a:pathLst>
            </a:custGeom>
            <a:solidFill>
              <a:srgbClr val="A56911"/>
            </a:solidFill>
            <a:ln cap="flat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l" marL="0"/>
            </a:p>
          </p:txBody>
        </p:sp>
      </p:grpSp>
      <p:sp>
        <p:nvSpPr>
          <p:cNvPr name="Freeform 67" id="67"/>
          <p:cNvSpPr/>
          <p:nvPr/>
        </p:nvSpPr>
        <p:spPr>
          <a:xfrm flipH="true">
            <a:off x="2430835" y="4999874"/>
            <a:ext cx="170394" cy="38473"/>
          </a:xfrm>
          <a:custGeom>
            <a:avLst/>
            <a:gdLst/>
            <a:ahLst/>
            <a:cxnLst/>
            <a:rect r="r" b="b" t="t" l="l"/>
            <a:pathLst>
              <a:path w="204090" h="46081" stroke="true" fill="norm" extrusionOk="true">
                <a:moveTo>
                  <a:pt x="0" y="0"/>
                </a:moveTo>
                <a:lnTo>
                  <a:pt x="204091" y="0"/>
                </a:lnTo>
                <a:lnTo>
                  <a:pt x="204091" y="46081"/>
                </a:lnTo>
                <a:lnTo>
                  <a:pt x="0" y="46081"/>
                </a:lnTo>
                <a:close/>
              </a:path>
            </a:pathLst>
          </a:custGeom>
          <a:solidFill>
            <a:srgbClr val="FFFFFF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68" id="68"/>
          <p:cNvSpPr/>
          <p:nvPr/>
        </p:nvSpPr>
        <p:spPr>
          <a:xfrm flipH="true">
            <a:off x="2430835" y="5073164"/>
            <a:ext cx="170394" cy="38473"/>
          </a:xfrm>
          <a:custGeom>
            <a:avLst/>
            <a:gdLst/>
            <a:ahLst/>
            <a:cxnLst/>
            <a:rect r="r" b="b" t="t" l="l"/>
            <a:pathLst>
              <a:path w="204090" h="46081" stroke="true" fill="norm" extrusionOk="true">
                <a:moveTo>
                  <a:pt x="0" y="0"/>
                </a:moveTo>
                <a:lnTo>
                  <a:pt x="204091" y="0"/>
                </a:lnTo>
                <a:lnTo>
                  <a:pt x="204091" y="46081"/>
                </a:lnTo>
                <a:lnTo>
                  <a:pt x="0" y="46081"/>
                </a:lnTo>
                <a:close/>
              </a:path>
            </a:pathLst>
          </a:custGeom>
          <a:solidFill>
            <a:srgbClr val="FFFFFF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69" id="69"/>
          <p:cNvSpPr/>
          <p:nvPr/>
        </p:nvSpPr>
        <p:spPr>
          <a:xfrm flipH="true">
            <a:off x="1711875" y="4036185"/>
            <a:ext cx="170394" cy="170394"/>
          </a:xfrm>
          <a:custGeom>
            <a:avLst/>
            <a:gdLst/>
            <a:ahLst/>
            <a:cxnLst/>
            <a:rect r="r" b="b" t="t" l="l"/>
            <a:pathLst>
              <a:path w="204090" h="204090" stroke="true" fill="norm" extrusionOk="true">
                <a:moveTo>
                  <a:pt x="204091" y="79005"/>
                </a:moveTo>
                <a:lnTo>
                  <a:pt x="125086" y="79005"/>
                </a:lnTo>
                <a:lnTo>
                  <a:pt x="125086" y="0"/>
                </a:lnTo>
                <a:lnTo>
                  <a:pt x="79005" y="0"/>
                </a:lnTo>
                <a:lnTo>
                  <a:pt x="79005" y="79005"/>
                </a:lnTo>
                <a:lnTo>
                  <a:pt x="0" y="79005"/>
                </a:lnTo>
                <a:lnTo>
                  <a:pt x="0" y="125086"/>
                </a:lnTo>
                <a:lnTo>
                  <a:pt x="79005" y="125086"/>
                </a:lnTo>
                <a:lnTo>
                  <a:pt x="79005" y="204091"/>
                </a:lnTo>
                <a:lnTo>
                  <a:pt x="125086" y="204091"/>
                </a:lnTo>
                <a:lnTo>
                  <a:pt x="125086" y="125086"/>
                </a:lnTo>
                <a:lnTo>
                  <a:pt x="204091" y="125086"/>
                </a:lnTo>
                <a:lnTo>
                  <a:pt x="204091" y="79005"/>
                </a:lnTo>
                <a:close/>
              </a:path>
            </a:pathLst>
          </a:custGeom>
          <a:solidFill>
            <a:srgbClr val="EFA37D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70" id="70"/>
          <p:cNvSpPr/>
          <p:nvPr/>
        </p:nvSpPr>
        <p:spPr>
          <a:xfrm flipH="true">
            <a:off x="3516145" y="3966029"/>
            <a:ext cx="944281" cy="1337255"/>
          </a:xfrm>
          <a:custGeom>
            <a:avLst/>
            <a:gdLst/>
            <a:ahLst/>
            <a:cxnLst/>
            <a:rect r="r" b="b" t="t" l="l"/>
            <a:pathLst>
              <a:path w="1131012" h="1601697" stroke="true" fill="norm" extrusionOk="true">
                <a:moveTo>
                  <a:pt x="1130630" y="46155"/>
                </a:moveTo>
                <a:lnTo>
                  <a:pt x="1130630" y="1554752"/>
                </a:lnTo>
                <a:cubicBezTo>
                  <a:pt x="1130630" y="1580442"/>
                  <a:pt x="1109789" y="1601283"/>
                  <a:pt x="1084100" y="1601283"/>
                </a:cubicBezTo>
                <a:cubicBezTo>
                  <a:pt x="1084080" y="1601283"/>
                  <a:pt x="1084080" y="1601283"/>
                  <a:pt x="1084061" y="1601283"/>
                </a:cubicBezTo>
                <a:lnTo>
                  <a:pt x="46149" y="1601283"/>
                </a:lnTo>
                <a:cubicBezTo>
                  <a:pt x="20473" y="1601302"/>
                  <a:pt x="-361" y="1580500"/>
                  <a:pt x="-382" y="1554830"/>
                </a:cubicBezTo>
                <a:cubicBezTo>
                  <a:pt x="-382" y="1554810"/>
                  <a:pt x="-382" y="1554771"/>
                  <a:pt x="-382" y="1554752"/>
                </a:cubicBezTo>
                <a:lnTo>
                  <a:pt x="-382" y="46155"/>
                </a:lnTo>
                <a:cubicBezTo>
                  <a:pt x="-404" y="20465"/>
                  <a:pt x="20412" y="-396"/>
                  <a:pt x="46110" y="-415"/>
                </a:cubicBezTo>
                <a:cubicBezTo>
                  <a:pt x="46123" y="-415"/>
                  <a:pt x="46135" y="-415"/>
                  <a:pt x="46149" y="-415"/>
                </a:cubicBezTo>
                <a:lnTo>
                  <a:pt x="1084061" y="-415"/>
                </a:lnTo>
                <a:cubicBezTo>
                  <a:pt x="1109789" y="-415"/>
                  <a:pt x="1130630" y="20426"/>
                  <a:pt x="1130630" y="46155"/>
                </a:cubicBezTo>
                <a:close/>
              </a:path>
            </a:pathLst>
          </a:custGeom>
          <a:solidFill>
            <a:srgbClr val="36588E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71" id="71"/>
          <p:cNvSpPr/>
          <p:nvPr/>
        </p:nvSpPr>
        <p:spPr>
          <a:xfrm flipH="true">
            <a:off x="3516145" y="3966029"/>
            <a:ext cx="944281" cy="324255"/>
          </a:xfrm>
          <a:custGeom>
            <a:avLst/>
            <a:gdLst/>
            <a:ahLst/>
            <a:cxnLst/>
            <a:rect r="r" b="b" t="t" l="l"/>
            <a:pathLst>
              <a:path w="1131012" h="388376" stroke="true" fill="norm" extrusionOk="true">
                <a:moveTo>
                  <a:pt x="1130630" y="46155"/>
                </a:moveTo>
                <a:lnTo>
                  <a:pt x="1130630" y="387961"/>
                </a:lnTo>
                <a:lnTo>
                  <a:pt x="-382" y="387961"/>
                </a:lnTo>
                <a:lnTo>
                  <a:pt x="-382" y="46155"/>
                </a:lnTo>
                <a:cubicBezTo>
                  <a:pt x="-404" y="20465"/>
                  <a:pt x="20412" y="-396"/>
                  <a:pt x="46110" y="-415"/>
                </a:cubicBezTo>
                <a:cubicBezTo>
                  <a:pt x="46123" y="-415"/>
                  <a:pt x="46135" y="-415"/>
                  <a:pt x="46149" y="-415"/>
                </a:cubicBezTo>
                <a:lnTo>
                  <a:pt x="1084061" y="-415"/>
                </a:lnTo>
                <a:cubicBezTo>
                  <a:pt x="1109789" y="-415"/>
                  <a:pt x="1130630" y="20426"/>
                  <a:pt x="1130630" y="46155"/>
                </a:cubicBezTo>
                <a:close/>
              </a:path>
            </a:pathLst>
          </a:custGeom>
          <a:solidFill>
            <a:srgbClr val="476899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72" id="72"/>
          <p:cNvSpPr/>
          <p:nvPr/>
        </p:nvSpPr>
        <p:spPr>
          <a:xfrm flipH="true">
            <a:off x="3586514" y="4373922"/>
            <a:ext cx="803544" cy="837904"/>
          </a:xfrm>
          <a:custGeom>
            <a:avLst/>
            <a:gdLst/>
            <a:ahLst/>
            <a:cxnLst/>
            <a:rect r="r" b="b" t="t" l="l"/>
            <a:pathLst>
              <a:path w="962445" h="1003599" stroke="true" fill="norm" extrusionOk="true">
                <a:moveTo>
                  <a:pt x="962446" y="476022"/>
                </a:moveTo>
                <a:lnTo>
                  <a:pt x="507010" y="476022"/>
                </a:lnTo>
                <a:lnTo>
                  <a:pt x="507010" y="0"/>
                </a:lnTo>
                <a:lnTo>
                  <a:pt x="455435" y="0"/>
                </a:lnTo>
                <a:lnTo>
                  <a:pt x="455435" y="476022"/>
                </a:lnTo>
                <a:lnTo>
                  <a:pt x="0" y="476022"/>
                </a:lnTo>
                <a:lnTo>
                  <a:pt x="0" y="527597"/>
                </a:lnTo>
                <a:lnTo>
                  <a:pt x="455435" y="527597"/>
                </a:lnTo>
                <a:lnTo>
                  <a:pt x="455435" y="1003600"/>
                </a:lnTo>
                <a:lnTo>
                  <a:pt x="507010" y="1003600"/>
                </a:lnTo>
                <a:lnTo>
                  <a:pt x="507010" y="527597"/>
                </a:lnTo>
                <a:lnTo>
                  <a:pt x="962446" y="527597"/>
                </a:lnTo>
                <a:lnTo>
                  <a:pt x="962446" y="476022"/>
                </a:lnTo>
                <a:close/>
              </a:path>
            </a:pathLst>
          </a:custGeom>
          <a:solidFill>
            <a:srgbClr val="1F3A6F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73" id="73"/>
          <p:cNvSpPr/>
          <p:nvPr/>
        </p:nvSpPr>
        <p:spPr>
          <a:xfrm flipH="true">
            <a:off x="4121383" y="4535552"/>
            <a:ext cx="217503" cy="30948"/>
          </a:xfrm>
          <a:custGeom>
            <a:avLst/>
            <a:gdLst/>
            <a:ahLst/>
            <a:cxnLst/>
            <a:rect r="r" b="b" t="t" l="l"/>
            <a:pathLst>
              <a:path w="260514" h="37068" stroke="true" fill="norm" extrusionOk="true">
                <a:moveTo>
                  <a:pt x="0" y="0"/>
                </a:moveTo>
                <a:lnTo>
                  <a:pt x="260514" y="0"/>
                </a:lnTo>
                <a:lnTo>
                  <a:pt x="260514" y="37068"/>
                </a:lnTo>
                <a:lnTo>
                  <a:pt x="0" y="37068"/>
                </a:lnTo>
                <a:close/>
              </a:path>
            </a:pathLst>
          </a:custGeom>
          <a:solidFill>
            <a:srgbClr val="FFFFFF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74" id="74"/>
          <p:cNvSpPr/>
          <p:nvPr/>
        </p:nvSpPr>
        <p:spPr>
          <a:xfrm flipH="true">
            <a:off x="3637687" y="4442267"/>
            <a:ext cx="217503" cy="217503"/>
          </a:xfrm>
          <a:custGeom>
            <a:avLst/>
            <a:gdLst/>
            <a:ahLst/>
            <a:cxnLst/>
            <a:rect r="r" b="b" t="t" l="l"/>
            <a:pathLst>
              <a:path w="260514" h="260514" stroke="true" fill="norm" extrusionOk="true">
                <a:moveTo>
                  <a:pt x="260514" y="111733"/>
                </a:moveTo>
                <a:lnTo>
                  <a:pt x="148801" y="111733"/>
                </a:lnTo>
                <a:lnTo>
                  <a:pt x="148801" y="0"/>
                </a:lnTo>
                <a:lnTo>
                  <a:pt x="111713" y="0"/>
                </a:lnTo>
                <a:lnTo>
                  <a:pt x="111713" y="111733"/>
                </a:lnTo>
                <a:lnTo>
                  <a:pt x="0" y="111733"/>
                </a:lnTo>
                <a:lnTo>
                  <a:pt x="0" y="148801"/>
                </a:lnTo>
                <a:lnTo>
                  <a:pt x="111713" y="148801"/>
                </a:lnTo>
                <a:lnTo>
                  <a:pt x="111713" y="260514"/>
                </a:lnTo>
                <a:lnTo>
                  <a:pt x="148801" y="260514"/>
                </a:lnTo>
                <a:lnTo>
                  <a:pt x="148801" y="148801"/>
                </a:lnTo>
                <a:lnTo>
                  <a:pt x="260514" y="148801"/>
                </a:lnTo>
                <a:lnTo>
                  <a:pt x="260514" y="111733"/>
                </a:lnTo>
                <a:close/>
              </a:path>
            </a:pathLst>
          </a:custGeom>
          <a:solidFill>
            <a:srgbClr val="FFFFFF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75" id="75"/>
          <p:cNvSpPr/>
          <p:nvPr/>
        </p:nvSpPr>
        <p:spPr>
          <a:xfrm flipH="true">
            <a:off x="4142310" y="4946890"/>
            <a:ext cx="175667" cy="175683"/>
          </a:xfrm>
          <a:custGeom>
            <a:avLst/>
            <a:gdLst/>
            <a:ahLst/>
            <a:cxnLst/>
            <a:rect r="r" b="b" t="t" l="l"/>
            <a:pathLst>
              <a:path w="210405" h="210424" stroke="true" fill="norm" extrusionOk="true">
                <a:moveTo>
                  <a:pt x="210406" y="26217"/>
                </a:moveTo>
                <a:lnTo>
                  <a:pt x="184207" y="0"/>
                </a:lnTo>
                <a:lnTo>
                  <a:pt x="105203" y="78985"/>
                </a:lnTo>
                <a:lnTo>
                  <a:pt x="26218" y="0"/>
                </a:lnTo>
                <a:lnTo>
                  <a:pt x="0" y="26217"/>
                </a:lnTo>
                <a:lnTo>
                  <a:pt x="78985" y="105202"/>
                </a:lnTo>
                <a:lnTo>
                  <a:pt x="0" y="184207"/>
                </a:lnTo>
                <a:lnTo>
                  <a:pt x="26218" y="210425"/>
                </a:lnTo>
                <a:lnTo>
                  <a:pt x="105203" y="131420"/>
                </a:lnTo>
                <a:lnTo>
                  <a:pt x="184207" y="210425"/>
                </a:lnTo>
                <a:lnTo>
                  <a:pt x="210406" y="184207"/>
                </a:lnTo>
                <a:lnTo>
                  <a:pt x="131420" y="105202"/>
                </a:lnTo>
                <a:lnTo>
                  <a:pt x="210406" y="26217"/>
                </a:lnTo>
                <a:close/>
              </a:path>
            </a:pathLst>
          </a:custGeom>
          <a:solidFill>
            <a:srgbClr val="FFFFFF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76" id="76"/>
          <p:cNvSpPr/>
          <p:nvPr/>
        </p:nvSpPr>
        <p:spPr>
          <a:xfrm flipH="true" rot="2700000">
            <a:off x="3637530" y="5018917"/>
            <a:ext cx="217503" cy="30948"/>
          </a:xfrm>
          <a:custGeom>
            <a:avLst/>
            <a:gdLst/>
            <a:ahLst/>
            <a:cxnLst/>
            <a:rect r="r" b="b" t="t" l="l"/>
            <a:pathLst>
              <a:path w="260514" h="37068" stroke="true" fill="norm" extrusionOk="true">
                <a:moveTo>
                  <a:pt x="-382" y="-415"/>
                </a:moveTo>
                <a:lnTo>
                  <a:pt x="260132" y="-415"/>
                </a:lnTo>
                <a:lnTo>
                  <a:pt x="260132" y="36653"/>
                </a:lnTo>
                <a:lnTo>
                  <a:pt x="-382" y="36653"/>
                </a:lnTo>
                <a:close/>
              </a:path>
            </a:pathLst>
          </a:custGeom>
          <a:solidFill>
            <a:srgbClr val="FFFFFF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77" id="77"/>
          <p:cNvSpPr/>
          <p:nvPr/>
        </p:nvSpPr>
        <p:spPr>
          <a:xfrm flipH="true">
            <a:off x="3775174" y="4956145"/>
            <a:ext cx="49850" cy="49850"/>
          </a:xfrm>
          <a:custGeom>
            <a:avLst/>
            <a:gdLst/>
            <a:ahLst/>
            <a:cxnLst/>
            <a:rect r="r" b="b" t="t" l="l"/>
            <a:pathLst>
              <a:path w="59708" h="59708" stroke="true" fill="norm" extrusionOk="true">
                <a:moveTo>
                  <a:pt x="59708" y="29854"/>
                </a:moveTo>
                <a:cubicBezTo>
                  <a:pt x="59708" y="46342"/>
                  <a:pt x="46342" y="59708"/>
                  <a:pt x="29854" y="59708"/>
                </a:cubicBezTo>
                <a:cubicBezTo>
                  <a:pt x="13366" y="59708"/>
                  <a:pt x="0" y="46342"/>
                  <a:pt x="0" y="29854"/>
                </a:cubicBezTo>
                <a:cubicBezTo>
                  <a:pt x="0" y="13366"/>
                  <a:pt x="13366" y="0"/>
                  <a:pt x="29854" y="0"/>
                </a:cubicBezTo>
                <a:cubicBezTo>
                  <a:pt x="46342" y="0"/>
                  <a:pt x="59708" y="13366"/>
                  <a:pt x="59708" y="29854"/>
                </a:cubicBezTo>
                <a:close/>
              </a:path>
            </a:pathLst>
          </a:custGeom>
          <a:solidFill>
            <a:srgbClr val="FFFFFF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78" id="78"/>
          <p:cNvSpPr/>
          <p:nvPr/>
        </p:nvSpPr>
        <p:spPr>
          <a:xfrm flipH="true">
            <a:off x="3667851" y="5063468"/>
            <a:ext cx="49850" cy="49850"/>
          </a:xfrm>
          <a:custGeom>
            <a:avLst/>
            <a:gdLst/>
            <a:ahLst/>
            <a:cxnLst/>
            <a:rect r="r" b="b" t="t" l="l"/>
            <a:pathLst>
              <a:path w="59708" h="59708" stroke="true" fill="norm" extrusionOk="true">
                <a:moveTo>
                  <a:pt x="59708" y="29854"/>
                </a:moveTo>
                <a:cubicBezTo>
                  <a:pt x="59708" y="46342"/>
                  <a:pt x="46342" y="59708"/>
                  <a:pt x="29854" y="59708"/>
                </a:cubicBezTo>
                <a:cubicBezTo>
                  <a:pt x="13366" y="59708"/>
                  <a:pt x="0" y="46342"/>
                  <a:pt x="0" y="29854"/>
                </a:cubicBezTo>
                <a:cubicBezTo>
                  <a:pt x="0" y="13366"/>
                  <a:pt x="13366" y="0"/>
                  <a:pt x="29854" y="0"/>
                </a:cubicBezTo>
                <a:cubicBezTo>
                  <a:pt x="46342" y="0"/>
                  <a:pt x="59708" y="13366"/>
                  <a:pt x="59708" y="29854"/>
                </a:cubicBezTo>
                <a:close/>
              </a:path>
            </a:pathLst>
          </a:custGeom>
          <a:solidFill>
            <a:srgbClr val="FFFFFF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79" id="79"/>
          <p:cNvSpPr/>
          <p:nvPr/>
        </p:nvSpPr>
        <p:spPr>
          <a:xfrm flipH="true">
            <a:off x="3957012" y="4007750"/>
            <a:ext cx="182375" cy="240795"/>
          </a:xfrm>
          <a:custGeom>
            <a:avLst/>
            <a:gdLst/>
            <a:ahLst/>
            <a:cxnLst/>
            <a:rect r="r" b="b" t="t" l="l"/>
            <a:pathLst>
              <a:path w="218440" h="288413" stroke="true" fill="norm" extrusionOk="true">
                <a:moveTo>
                  <a:pt x="108262" y="287998"/>
                </a:moveTo>
                <a:cubicBezTo>
                  <a:pt x="73969" y="287998"/>
                  <a:pt x="47289" y="274410"/>
                  <a:pt x="28221" y="247215"/>
                </a:cubicBezTo>
                <a:cubicBezTo>
                  <a:pt x="9153" y="220020"/>
                  <a:pt x="-382" y="185650"/>
                  <a:pt x="-382" y="144104"/>
                </a:cubicBezTo>
                <a:cubicBezTo>
                  <a:pt x="-382" y="103380"/>
                  <a:pt x="8910" y="69108"/>
                  <a:pt x="27497" y="41287"/>
                </a:cubicBezTo>
                <a:cubicBezTo>
                  <a:pt x="46084" y="13466"/>
                  <a:pt x="73143" y="-435"/>
                  <a:pt x="108672" y="-415"/>
                </a:cubicBezTo>
                <a:cubicBezTo>
                  <a:pt x="143942" y="-415"/>
                  <a:pt x="171000" y="13486"/>
                  <a:pt x="189847" y="41287"/>
                </a:cubicBezTo>
                <a:cubicBezTo>
                  <a:pt x="208694" y="69088"/>
                  <a:pt x="218098" y="103087"/>
                  <a:pt x="218059" y="143283"/>
                </a:cubicBezTo>
                <a:cubicBezTo>
                  <a:pt x="218059" y="184418"/>
                  <a:pt x="208596" y="218827"/>
                  <a:pt x="189671" y="246492"/>
                </a:cubicBezTo>
                <a:cubicBezTo>
                  <a:pt x="170746" y="274156"/>
                  <a:pt x="143609" y="287998"/>
                  <a:pt x="108262" y="287998"/>
                </a:cubicBezTo>
                <a:close/>
                <a:moveTo>
                  <a:pt x="109083" y="46526"/>
                </a:moveTo>
                <a:cubicBezTo>
                  <a:pt x="93638" y="46526"/>
                  <a:pt x="82879" y="53702"/>
                  <a:pt x="76804" y="68032"/>
                </a:cubicBezTo>
                <a:cubicBezTo>
                  <a:pt x="70730" y="82363"/>
                  <a:pt x="67688" y="107408"/>
                  <a:pt x="67674" y="143146"/>
                </a:cubicBezTo>
                <a:cubicBezTo>
                  <a:pt x="67674" y="179237"/>
                  <a:pt x="70855" y="204321"/>
                  <a:pt x="77215" y="218378"/>
                </a:cubicBezTo>
                <a:cubicBezTo>
                  <a:pt x="83575" y="232435"/>
                  <a:pt x="94132" y="239473"/>
                  <a:pt x="108887" y="239493"/>
                </a:cubicBezTo>
                <a:cubicBezTo>
                  <a:pt x="123511" y="239493"/>
                  <a:pt x="134102" y="232591"/>
                  <a:pt x="140657" y="218789"/>
                </a:cubicBezTo>
                <a:cubicBezTo>
                  <a:pt x="147213" y="204986"/>
                  <a:pt x="150472" y="180665"/>
                  <a:pt x="150433" y="145825"/>
                </a:cubicBezTo>
                <a:cubicBezTo>
                  <a:pt x="150433" y="107564"/>
                  <a:pt x="147220" y="81444"/>
                  <a:pt x="140794" y="67504"/>
                </a:cubicBezTo>
                <a:cubicBezTo>
                  <a:pt x="134368" y="53565"/>
                  <a:pt x="123799" y="46566"/>
                  <a:pt x="109083" y="46526"/>
                </a:cubicBezTo>
                <a:close/>
              </a:path>
            </a:pathLst>
          </a:custGeom>
          <a:solidFill>
            <a:srgbClr val="36588E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80" id="80"/>
          <p:cNvSpPr/>
          <p:nvPr/>
        </p:nvSpPr>
        <p:spPr>
          <a:xfrm flipH="true">
            <a:off x="3751343" y="4007750"/>
            <a:ext cx="182490" cy="240795"/>
          </a:xfrm>
          <a:custGeom>
            <a:avLst/>
            <a:gdLst/>
            <a:ahLst/>
            <a:cxnLst/>
            <a:rect r="r" b="b" t="t" l="l"/>
            <a:pathLst>
              <a:path w="218577" h="288413" stroke="true" fill="norm" extrusionOk="true">
                <a:moveTo>
                  <a:pt x="108262" y="287998"/>
                </a:moveTo>
                <a:cubicBezTo>
                  <a:pt x="73956" y="287998"/>
                  <a:pt x="47277" y="274410"/>
                  <a:pt x="28221" y="247215"/>
                </a:cubicBezTo>
                <a:cubicBezTo>
                  <a:pt x="9165" y="220020"/>
                  <a:pt x="-368" y="185650"/>
                  <a:pt x="-382" y="144104"/>
                </a:cubicBezTo>
                <a:cubicBezTo>
                  <a:pt x="-382" y="103380"/>
                  <a:pt x="8910" y="69108"/>
                  <a:pt x="27497" y="41287"/>
                </a:cubicBezTo>
                <a:cubicBezTo>
                  <a:pt x="46084" y="13466"/>
                  <a:pt x="73154" y="-435"/>
                  <a:pt x="108711" y="-415"/>
                </a:cubicBezTo>
                <a:cubicBezTo>
                  <a:pt x="143981" y="-415"/>
                  <a:pt x="171039" y="13486"/>
                  <a:pt x="189886" y="41287"/>
                </a:cubicBezTo>
                <a:cubicBezTo>
                  <a:pt x="208733" y="69088"/>
                  <a:pt x="218170" y="103087"/>
                  <a:pt x="218196" y="143283"/>
                </a:cubicBezTo>
                <a:cubicBezTo>
                  <a:pt x="218196" y="184418"/>
                  <a:pt x="208733" y="218827"/>
                  <a:pt x="189808" y="246492"/>
                </a:cubicBezTo>
                <a:cubicBezTo>
                  <a:pt x="170883" y="274156"/>
                  <a:pt x="143701" y="287998"/>
                  <a:pt x="108262" y="287998"/>
                </a:cubicBezTo>
                <a:close/>
                <a:moveTo>
                  <a:pt x="109083" y="46526"/>
                </a:moveTo>
                <a:cubicBezTo>
                  <a:pt x="93638" y="46526"/>
                  <a:pt x="82879" y="53702"/>
                  <a:pt x="76804" y="68032"/>
                </a:cubicBezTo>
                <a:cubicBezTo>
                  <a:pt x="70730" y="82363"/>
                  <a:pt x="67680" y="107388"/>
                  <a:pt x="67655" y="143068"/>
                </a:cubicBezTo>
                <a:cubicBezTo>
                  <a:pt x="67655" y="179159"/>
                  <a:pt x="70836" y="204242"/>
                  <a:pt x="77195" y="218300"/>
                </a:cubicBezTo>
                <a:cubicBezTo>
                  <a:pt x="83555" y="232357"/>
                  <a:pt x="94113" y="239395"/>
                  <a:pt x="108868" y="239414"/>
                </a:cubicBezTo>
                <a:cubicBezTo>
                  <a:pt x="123466" y="239414"/>
                  <a:pt x="134055" y="232513"/>
                  <a:pt x="140638" y="218710"/>
                </a:cubicBezTo>
                <a:cubicBezTo>
                  <a:pt x="147220" y="204907"/>
                  <a:pt x="150478" y="180586"/>
                  <a:pt x="150413" y="145747"/>
                </a:cubicBezTo>
                <a:cubicBezTo>
                  <a:pt x="150413" y="107486"/>
                  <a:pt x="147201" y="81366"/>
                  <a:pt x="140775" y="67426"/>
                </a:cubicBezTo>
                <a:cubicBezTo>
                  <a:pt x="134348" y="53487"/>
                  <a:pt x="123785" y="46507"/>
                  <a:pt x="109083" y="46526"/>
                </a:cubicBezTo>
                <a:close/>
              </a:path>
            </a:pathLst>
          </a:custGeom>
          <a:solidFill>
            <a:srgbClr val="36588E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81" id="81"/>
          <p:cNvSpPr/>
          <p:nvPr/>
        </p:nvSpPr>
        <p:spPr>
          <a:xfrm flipH="true">
            <a:off x="3545919" y="4007750"/>
            <a:ext cx="182441" cy="240795"/>
          </a:xfrm>
          <a:custGeom>
            <a:avLst/>
            <a:gdLst/>
            <a:ahLst/>
            <a:cxnLst/>
            <a:rect r="r" b="b" t="t" l="l"/>
            <a:pathLst>
              <a:path w="218519" h="288413" stroke="true" fill="norm" extrusionOk="true">
                <a:moveTo>
                  <a:pt x="108360" y="287998"/>
                </a:moveTo>
                <a:cubicBezTo>
                  <a:pt x="74048" y="287998"/>
                  <a:pt x="47342" y="274410"/>
                  <a:pt x="28202" y="247215"/>
                </a:cubicBezTo>
                <a:cubicBezTo>
                  <a:pt x="9067" y="220020"/>
                  <a:pt x="-460" y="185650"/>
                  <a:pt x="-382" y="144104"/>
                </a:cubicBezTo>
                <a:cubicBezTo>
                  <a:pt x="-382" y="103380"/>
                  <a:pt x="8911" y="69108"/>
                  <a:pt x="27498" y="41287"/>
                </a:cubicBezTo>
                <a:cubicBezTo>
                  <a:pt x="46091" y="13466"/>
                  <a:pt x="73149" y="-435"/>
                  <a:pt x="108673" y="-415"/>
                </a:cubicBezTo>
                <a:cubicBezTo>
                  <a:pt x="143864" y="-415"/>
                  <a:pt x="170922" y="13486"/>
                  <a:pt x="189847" y="41287"/>
                </a:cubicBezTo>
                <a:cubicBezTo>
                  <a:pt x="208773" y="69088"/>
                  <a:pt x="218196" y="103087"/>
                  <a:pt x="218137" y="143283"/>
                </a:cubicBezTo>
                <a:cubicBezTo>
                  <a:pt x="218137" y="184418"/>
                  <a:pt x="208675" y="218827"/>
                  <a:pt x="189750" y="246492"/>
                </a:cubicBezTo>
                <a:cubicBezTo>
                  <a:pt x="170825" y="274156"/>
                  <a:pt x="143688" y="287998"/>
                  <a:pt x="108360" y="287998"/>
                </a:cubicBezTo>
                <a:close/>
                <a:moveTo>
                  <a:pt x="109181" y="46526"/>
                </a:moveTo>
                <a:cubicBezTo>
                  <a:pt x="93736" y="46526"/>
                  <a:pt x="82963" y="53702"/>
                  <a:pt x="76883" y="68032"/>
                </a:cubicBezTo>
                <a:cubicBezTo>
                  <a:pt x="70803" y="82363"/>
                  <a:pt x="67753" y="107408"/>
                  <a:pt x="67772" y="143146"/>
                </a:cubicBezTo>
                <a:cubicBezTo>
                  <a:pt x="67772" y="179237"/>
                  <a:pt x="70940" y="204321"/>
                  <a:pt x="77294" y="218378"/>
                </a:cubicBezTo>
                <a:cubicBezTo>
                  <a:pt x="83648" y="232435"/>
                  <a:pt x="94205" y="239473"/>
                  <a:pt x="108966" y="239493"/>
                </a:cubicBezTo>
                <a:cubicBezTo>
                  <a:pt x="123590" y="239493"/>
                  <a:pt x="134186" y="232591"/>
                  <a:pt x="140736" y="218789"/>
                </a:cubicBezTo>
                <a:cubicBezTo>
                  <a:pt x="147285" y="204986"/>
                  <a:pt x="150550" y="180665"/>
                  <a:pt x="150511" y="145825"/>
                </a:cubicBezTo>
                <a:cubicBezTo>
                  <a:pt x="150511" y="107564"/>
                  <a:pt x="147305" y="81444"/>
                  <a:pt x="140873" y="67504"/>
                </a:cubicBezTo>
                <a:cubicBezTo>
                  <a:pt x="134441" y="53565"/>
                  <a:pt x="123883" y="46566"/>
                  <a:pt x="109181" y="46526"/>
                </a:cubicBezTo>
                <a:close/>
              </a:path>
            </a:pathLst>
          </a:custGeom>
          <a:solidFill>
            <a:srgbClr val="36588E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82" id="82"/>
          <p:cNvSpPr/>
          <p:nvPr/>
        </p:nvSpPr>
        <p:spPr>
          <a:xfrm flipH="true">
            <a:off x="2956789" y="3055694"/>
            <a:ext cx="1231850" cy="1558899"/>
          </a:xfrm>
          <a:custGeom>
            <a:avLst/>
            <a:gdLst/>
            <a:ahLst/>
            <a:cxnLst/>
            <a:rect r="r" b="b" t="t" l="l"/>
            <a:pathLst>
              <a:path w="1475447" h="1867171" stroke="true" fill="norm" extrusionOk="true">
                <a:moveTo>
                  <a:pt x="1472931" y="1408263"/>
                </a:moveTo>
                <a:cubicBezTo>
                  <a:pt x="1447906" y="1391176"/>
                  <a:pt x="1421826" y="1407286"/>
                  <a:pt x="1374552" y="1439232"/>
                </a:cubicBezTo>
                <a:cubicBezTo>
                  <a:pt x="1351599" y="1455224"/>
                  <a:pt x="1322781" y="1460366"/>
                  <a:pt x="1295704" y="1453308"/>
                </a:cubicBezTo>
                <a:lnTo>
                  <a:pt x="1292419" y="1457727"/>
                </a:lnTo>
                <a:lnTo>
                  <a:pt x="1274413" y="1441871"/>
                </a:lnTo>
                <a:lnTo>
                  <a:pt x="1279242" y="1437296"/>
                </a:lnTo>
                <a:lnTo>
                  <a:pt x="990223" y="1087631"/>
                </a:lnTo>
                <a:lnTo>
                  <a:pt x="509273" y="944402"/>
                </a:lnTo>
                <a:lnTo>
                  <a:pt x="514454" y="943796"/>
                </a:lnTo>
                <a:cubicBezTo>
                  <a:pt x="512110" y="924147"/>
                  <a:pt x="510767" y="904420"/>
                  <a:pt x="510427" y="884635"/>
                </a:cubicBezTo>
                <a:cubicBezTo>
                  <a:pt x="529978" y="829678"/>
                  <a:pt x="596450" y="761739"/>
                  <a:pt x="644174" y="626252"/>
                </a:cubicBezTo>
                <a:cubicBezTo>
                  <a:pt x="650508" y="608441"/>
                  <a:pt x="655846" y="590317"/>
                  <a:pt x="660186" y="571920"/>
                </a:cubicBezTo>
                <a:lnTo>
                  <a:pt x="912000" y="644884"/>
                </a:lnTo>
                <a:cubicBezTo>
                  <a:pt x="920504" y="647230"/>
                  <a:pt x="929615" y="645509"/>
                  <a:pt x="936673" y="640231"/>
                </a:cubicBezTo>
                <a:lnTo>
                  <a:pt x="1209621" y="441438"/>
                </a:lnTo>
                <a:lnTo>
                  <a:pt x="1198536" y="423842"/>
                </a:lnTo>
                <a:cubicBezTo>
                  <a:pt x="1203541" y="420616"/>
                  <a:pt x="1208683" y="417664"/>
                  <a:pt x="1213981" y="414966"/>
                </a:cubicBezTo>
                <a:cubicBezTo>
                  <a:pt x="1274374" y="385288"/>
                  <a:pt x="1309937" y="351641"/>
                  <a:pt x="1312380" y="302862"/>
                </a:cubicBezTo>
                <a:cubicBezTo>
                  <a:pt x="1314824" y="254083"/>
                  <a:pt x="1261216" y="299480"/>
                  <a:pt x="1238087" y="324661"/>
                </a:cubicBezTo>
                <a:cubicBezTo>
                  <a:pt x="1214959" y="349843"/>
                  <a:pt x="1231010" y="314749"/>
                  <a:pt x="1219084" y="295335"/>
                </a:cubicBezTo>
                <a:cubicBezTo>
                  <a:pt x="1207158" y="275921"/>
                  <a:pt x="1176933" y="373538"/>
                  <a:pt x="1176933" y="373538"/>
                </a:cubicBezTo>
                <a:lnTo>
                  <a:pt x="1169679" y="378367"/>
                </a:lnTo>
                <a:lnTo>
                  <a:pt x="1162309" y="366637"/>
                </a:lnTo>
                <a:lnTo>
                  <a:pt x="928559" y="528732"/>
                </a:lnTo>
                <a:cubicBezTo>
                  <a:pt x="922596" y="533014"/>
                  <a:pt x="914776" y="533757"/>
                  <a:pt x="908109" y="530687"/>
                </a:cubicBezTo>
                <a:lnTo>
                  <a:pt x="613694" y="388827"/>
                </a:lnTo>
                <a:cubicBezTo>
                  <a:pt x="612110" y="387928"/>
                  <a:pt x="610468" y="387146"/>
                  <a:pt x="608767" y="386461"/>
                </a:cubicBezTo>
                <a:lnTo>
                  <a:pt x="608650" y="386461"/>
                </a:lnTo>
                <a:lnTo>
                  <a:pt x="608650" y="386461"/>
                </a:lnTo>
                <a:lnTo>
                  <a:pt x="611641" y="369550"/>
                </a:lnTo>
                <a:lnTo>
                  <a:pt x="617507" y="336900"/>
                </a:lnTo>
                <a:cubicBezTo>
                  <a:pt x="668339" y="335727"/>
                  <a:pt x="716766" y="279558"/>
                  <a:pt x="727675" y="206966"/>
                </a:cubicBezTo>
                <a:cubicBezTo>
                  <a:pt x="728614" y="200670"/>
                  <a:pt x="729259" y="194434"/>
                  <a:pt x="729630" y="188334"/>
                </a:cubicBezTo>
                <a:cubicBezTo>
                  <a:pt x="729982" y="181823"/>
                  <a:pt x="729982" y="175293"/>
                  <a:pt x="729630" y="168783"/>
                </a:cubicBezTo>
                <a:cubicBezTo>
                  <a:pt x="751351" y="164970"/>
                  <a:pt x="769553" y="153514"/>
                  <a:pt x="787618" y="127941"/>
                </a:cubicBezTo>
                <a:cubicBezTo>
                  <a:pt x="828342" y="70286"/>
                  <a:pt x="789573" y="-16011"/>
                  <a:pt x="715045" y="2015"/>
                </a:cubicBezTo>
                <a:cubicBezTo>
                  <a:pt x="640518" y="20040"/>
                  <a:pt x="624994" y="55428"/>
                  <a:pt x="610488" y="57695"/>
                </a:cubicBezTo>
                <a:cubicBezTo>
                  <a:pt x="595981" y="59963"/>
                  <a:pt x="557016" y="39005"/>
                  <a:pt x="517641" y="81156"/>
                </a:cubicBezTo>
                <a:cubicBezTo>
                  <a:pt x="503467" y="96288"/>
                  <a:pt x="488452" y="130424"/>
                  <a:pt x="480006" y="165362"/>
                </a:cubicBezTo>
                <a:cubicBezTo>
                  <a:pt x="465206" y="226595"/>
                  <a:pt x="470621" y="290291"/>
                  <a:pt x="536097" y="258951"/>
                </a:cubicBezTo>
                <a:cubicBezTo>
                  <a:pt x="537645" y="265540"/>
                  <a:pt x="539649" y="272011"/>
                  <a:pt x="542099" y="278326"/>
                </a:cubicBezTo>
                <a:lnTo>
                  <a:pt x="534592" y="290057"/>
                </a:lnTo>
                <a:lnTo>
                  <a:pt x="492753" y="355219"/>
                </a:lnTo>
                <a:cubicBezTo>
                  <a:pt x="487044" y="357291"/>
                  <a:pt x="394530" y="334046"/>
                  <a:pt x="321234" y="412503"/>
                </a:cubicBezTo>
                <a:cubicBezTo>
                  <a:pt x="320628" y="413148"/>
                  <a:pt x="320002" y="413852"/>
                  <a:pt x="319396" y="414458"/>
                </a:cubicBezTo>
                <a:lnTo>
                  <a:pt x="318653" y="414947"/>
                </a:lnTo>
                <a:lnTo>
                  <a:pt x="58178" y="709910"/>
                </a:lnTo>
                <a:cubicBezTo>
                  <a:pt x="47240" y="721796"/>
                  <a:pt x="42782" y="738278"/>
                  <a:pt x="46233" y="754055"/>
                </a:cubicBezTo>
                <a:lnTo>
                  <a:pt x="65783" y="858750"/>
                </a:lnTo>
                <a:cubicBezTo>
                  <a:pt x="58843" y="866570"/>
                  <a:pt x="52098" y="874742"/>
                  <a:pt x="45861" y="883207"/>
                </a:cubicBezTo>
                <a:lnTo>
                  <a:pt x="45861" y="883520"/>
                </a:lnTo>
                <a:cubicBezTo>
                  <a:pt x="15186" y="925066"/>
                  <a:pt x="-5577" y="974334"/>
                  <a:pt x="758" y="1036701"/>
                </a:cubicBezTo>
                <a:lnTo>
                  <a:pt x="523" y="1037229"/>
                </a:lnTo>
                <a:lnTo>
                  <a:pt x="797" y="1037229"/>
                </a:lnTo>
                <a:lnTo>
                  <a:pt x="797" y="1037229"/>
                </a:lnTo>
                <a:lnTo>
                  <a:pt x="1227" y="1036955"/>
                </a:lnTo>
                <a:cubicBezTo>
                  <a:pt x="31605" y="1026300"/>
                  <a:pt x="62722" y="1017893"/>
                  <a:pt x="94328" y="1011793"/>
                </a:cubicBezTo>
                <a:lnTo>
                  <a:pt x="108834" y="1089253"/>
                </a:lnTo>
                <a:lnTo>
                  <a:pt x="119783" y="1085617"/>
                </a:lnTo>
                <a:cubicBezTo>
                  <a:pt x="121423" y="1093124"/>
                  <a:pt x="122598" y="1100710"/>
                  <a:pt x="123302" y="1108354"/>
                </a:cubicBezTo>
                <a:cubicBezTo>
                  <a:pt x="128014" y="1175374"/>
                  <a:pt x="146763" y="1219227"/>
                  <a:pt x="193509" y="1234848"/>
                </a:cubicBezTo>
                <a:cubicBezTo>
                  <a:pt x="240255" y="1250469"/>
                  <a:pt x="217478" y="1185815"/>
                  <a:pt x="202111" y="1156449"/>
                </a:cubicBezTo>
                <a:cubicBezTo>
                  <a:pt x="186744" y="1127084"/>
                  <a:pt x="214682" y="1152246"/>
                  <a:pt x="238495" y="1145853"/>
                </a:cubicBezTo>
                <a:cubicBezTo>
                  <a:pt x="262308" y="1139460"/>
                  <a:pt x="178846" y="1083505"/>
                  <a:pt x="178846" y="1083505"/>
                </a:cubicBezTo>
                <a:cubicBezTo>
                  <a:pt x="178846" y="1083505"/>
                  <a:pt x="177536" y="1077425"/>
                  <a:pt x="175366" y="1067200"/>
                </a:cubicBezTo>
                <a:lnTo>
                  <a:pt x="181231" y="1065245"/>
                </a:lnTo>
                <a:lnTo>
                  <a:pt x="181094" y="1002682"/>
                </a:lnTo>
                <a:cubicBezTo>
                  <a:pt x="193180" y="1002663"/>
                  <a:pt x="205257" y="1003425"/>
                  <a:pt x="217243" y="1004970"/>
                </a:cubicBezTo>
                <a:cubicBezTo>
                  <a:pt x="245709" y="1179754"/>
                  <a:pt x="663861" y="1295006"/>
                  <a:pt x="663861" y="1295006"/>
                </a:cubicBezTo>
                <a:lnTo>
                  <a:pt x="635044" y="1720900"/>
                </a:lnTo>
                <a:lnTo>
                  <a:pt x="645503" y="1720900"/>
                </a:lnTo>
                <a:lnTo>
                  <a:pt x="641476" y="1756091"/>
                </a:lnTo>
                <a:lnTo>
                  <a:pt x="635474" y="1756678"/>
                </a:lnTo>
                <a:lnTo>
                  <a:pt x="617624" y="1834881"/>
                </a:lnTo>
                <a:cubicBezTo>
                  <a:pt x="615512" y="1843131"/>
                  <a:pt x="620517" y="1851538"/>
                  <a:pt x="628768" y="1853630"/>
                </a:cubicBezTo>
                <a:cubicBezTo>
                  <a:pt x="629452" y="1853806"/>
                  <a:pt x="630175" y="1853943"/>
                  <a:pt x="630879" y="1854021"/>
                </a:cubicBezTo>
                <a:cubicBezTo>
                  <a:pt x="688652" y="1860590"/>
                  <a:pt x="872546" y="1879437"/>
                  <a:pt x="871354" y="1853317"/>
                </a:cubicBezTo>
                <a:cubicBezTo>
                  <a:pt x="870005" y="1822251"/>
                  <a:pt x="842301" y="1813218"/>
                  <a:pt x="789944" y="1798575"/>
                </a:cubicBezTo>
                <a:cubicBezTo>
                  <a:pt x="763883" y="1791557"/>
                  <a:pt x="742749" y="1772534"/>
                  <a:pt x="733032" y="1747372"/>
                </a:cubicBezTo>
                <a:lnTo>
                  <a:pt x="727695" y="1747880"/>
                </a:lnTo>
                <a:lnTo>
                  <a:pt x="729650" y="1720939"/>
                </a:lnTo>
                <a:lnTo>
                  <a:pt x="740911" y="1720939"/>
                </a:lnTo>
                <a:lnTo>
                  <a:pt x="835517" y="1225854"/>
                </a:lnTo>
                <a:lnTo>
                  <a:pt x="913466" y="1236021"/>
                </a:lnTo>
                <a:cubicBezTo>
                  <a:pt x="1029656" y="1395907"/>
                  <a:pt x="1205985" y="1506486"/>
                  <a:pt x="1205985" y="1506486"/>
                </a:cubicBezTo>
                <a:lnTo>
                  <a:pt x="1210873" y="1501872"/>
                </a:lnTo>
                <a:lnTo>
                  <a:pt x="1239202" y="1529243"/>
                </a:lnTo>
                <a:lnTo>
                  <a:pt x="1235507" y="1534209"/>
                </a:lnTo>
                <a:lnTo>
                  <a:pt x="1283856" y="1593566"/>
                </a:lnTo>
                <a:cubicBezTo>
                  <a:pt x="1289721" y="1600662"/>
                  <a:pt x="1300552" y="1601093"/>
                  <a:pt x="1307805" y="1594504"/>
                </a:cubicBezTo>
                <a:cubicBezTo>
                  <a:pt x="1352870" y="1553643"/>
                  <a:pt x="1494027" y="1422692"/>
                  <a:pt x="1472931" y="1408263"/>
                </a:cubicBezTo>
                <a:close/>
              </a:path>
            </a:pathLst>
          </a:custGeom>
          <a:solidFill>
            <a:srgbClr val="003889">
              <a:alpha val="22000"/>
            </a:srgbClr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83" id="83"/>
          <p:cNvSpPr/>
          <p:nvPr/>
        </p:nvSpPr>
        <p:spPr>
          <a:xfrm flipH="true">
            <a:off x="3131137" y="4240760"/>
            <a:ext cx="93758" cy="99031"/>
          </a:xfrm>
          <a:custGeom>
            <a:avLst/>
            <a:gdLst/>
            <a:ahLst/>
            <a:cxnLst/>
            <a:rect r="r" b="b" t="t" l="l"/>
            <a:pathLst>
              <a:path w="112299" h="118614" stroke="true" fill="norm" extrusionOk="true">
                <a:moveTo>
                  <a:pt x="0" y="58594"/>
                </a:moveTo>
                <a:lnTo>
                  <a:pt x="66336" y="118615"/>
                </a:lnTo>
                <a:lnTo>
                  <a:pt x="112300" y="44732"/>
                </a:lnTo>
                <a:lnTo>
                  <a:pt x="58457" y="0"/>
                </a:lnTo>
                <a:lnTo>
                  <a:pt x="0" y="58594"/>
                </a:lnTo>
                <a:close/>
              </a:path>
            </a:pathLst>
          </a:custGeom>
          <a:solidFill>
            <a:srgbClr val="FDC8AA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84" id="84"/>
          <p:cNvSpPr/>
          <p:nvPr/>
        </p:nvSpPr>
        <p:spPr>
          <a:xfrm flipH="true">
            <a:off x="2987167" y="4226016"/>
            <a:ext cx="192987" cy="165066"/>
          </a:xfrm>
          <a:custGeom>
            <a:avLst/>
            <a:gdLst/>
            <a:ahLst/>
            <a:cxnLst/>
            <a:rect r="r" b="b" t="t" l="l"/>
            <a:pathLst>
              <a:path w="231150" h="197708" stroke="true" fill="norm" extrusionOk="true">
                <a:moveTo>
                  <a:pt x="228303" y="6512"/>
                </a:moveTo>
                <a:cubicBezTo>
                  <a:pt x="202125" y="-10575"/>
                  <a:pt x="177139" y="5534"/>
                  <a:pt x="132035" y="37481"/>
                </a:cubicBezTo>
                <a:cubicBezTo>
                  <a:pt x="109454" y="53551"/>
                  <a:pt x="80890" y="58713"/>
                  <a:pt x="54125" y="51557"/>
                </a:cubicBezTo>
                <a:lnTo>
                  <a:pt x="-382" y="132322"/>
                </a:lnTo>
                <a:lnTo>
                  <a:pt x="51975" y="191677"/>
                </a:lnTo>
                <a:cubicBezTo>
                  <a:pt x="58055" y="198559"/>
                  <a:pt x="68573" y="199205"/>
                  <a:pt x="75455" y="193124"/>
                </a:cubicBezTo>
                <a:cubicBezTo>
                  <a:pt x="75651" y="192949"/>
                  <a:pt x="75827" y="192792"/>
                  <a:pt x="76003" y="192616"/>
                </a:cubicBezTo>
                <a:cubicBezTo>
                  <a:pt x="118096" y="151892"/>
                  <a:pt x="250376" y="20940"/>
                  <a:pt x="228303" y="6512"/>
                </a:cubicBezTo>
                <a:close/>
              </a:path>
            </a:pathLst>
          </a:custGeom>
          <a:solidFill>
            <a:srgbClr val="15315E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85" id="85"/>
          <p:cNvSpPr/>
          <p:nvPr/>
        </p:nvSpPr>
        <p:spPr>
          <a:xfrm flipH="true">
            <a:off x="3591803" y="4458067"/>
            <a:ext cx="72277" cy="74612"/>
          </a:xfrm>
          <a:custGeom>
            <a:avLst/>
            <a:gdLst/>
            <a:ahLst/>
            <a:cxnLst/>
            <a:rect r="r" b="b" t="t" l="l"/>
            <a:pathLst>
              <a:path w="86570" h="89366" stroke="true" fill="norm" extrusionOk="true">
                <a:moveTo>
                  <a:pt x="4184" y="0"/>
                </a:moveTo>
                <a:lnTo>
                  <a:pt x="0" y="89367"/>
                </a:lnTo>
                <a:lnTo>
                  <a:pt x="86258" y="77890"/>
                </a:lnTo>
                <a:lnTo>
                  <a:pt x="86571" y="7899"/>
                </a:lnTo>
                <a:lnTo>
                  <a:pt x="4184" y="0"/>
                </a:lnTo>
                <a:close/>
              </a:path>
            </a:pathLst>
          </a:custGeom>
          <a:solidFill>
            <a:srgbClr val="FDC8AA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86" id="86"/>
          <p:cNvSpPr/>
          <p:nvPr/>
        </p:nvSpPr>
        <p:spPr>
          <a:xfrm flipH="true">
            <a:off x="3466104" y="4514805"/>
            <a:ext cx="213136" cy="99723"/>
          </a:xfrm>
          <a:custGeom>
            <a:avLst/>
            <a:gdLst/>
            <a:ahLst/>
            <a:cxnLst/>
            <a:rect r="r" b="b" t="t" l="l"/>
            <a:pathLst>
              <a:path w="255284" h="119443" stroke="true" fill="norm" extrusionOk="true">
                <a:moveTo>
                  <a:pt x="254868" y="105531"/>
                </a:moveTo>
                <a:cubicBezTo>
                  <a:pt x="251408" y="74465"/>
                  <a:pt x="223098" y="65432"/>
                  <a:pt x="169764" y="50789"/>
                </a:cubicBezTo>
                <a:cubicBezTo>
                  <a:pt x="142999" y="43574"/>
                  <a:pt x="120867" y="24806"/>
                  <a:pt x="109391" y="-415"/>
                </a:cubicBezTo>
                <a:lnTo>
                  <a:pt x="12380" y="8853"/>
                </a:lnTo>
                <a:lnTo>
                  <a:pt x="-171" y="87056"/>
                </a:lnTo>
                <a:cubicBezTo>
                  <a:pt x="-1618" y="96127"/>
                  <a:pt x="4540" y="104632"/>
                  <a:pt x="13612" y="106098"/>
                </a:cubicBezTo>
                <a:cubicBezTo>
                  <a:pt x="13866" y="106137"/>
                  <a:pt x="14120" y="106176"/>
                  <a:pt x="14374" y="106195"/>
                </a:cubicBezTo>
                <a:cubicBezTo>
                  <a:pt x="72597" y="112804"/>
                  <a:pt x="257781" y="131788"/>
                  <a:pt x="254868" y="105531"/>
                </a:cubicBezTo>
                <a:close/>
              </a:path>
            </a:pathLst>
          </a:custGeom>
          <a:solidFill>
            <a:srgbClr val="15315E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87" id="87"/>
          <p:cNvSpPr/>
          <p:nvPr/>
        </p:nvSpPr>
        <p:spPr>
          <a:xfrm flipH="true">
            <a:off x="3185772" y="3290901"/>
            <a:ext cx="134172" cy="142674"/>
          </a:xfrm>
          <a:custGeom>
            <a:avLst/>
            <a:gdLst/>
            <a:ahLst/>
            <a:cxnLst/>
            <a:rect r="r" b="b" t="t" l="l"/>
            <a:pathLst>
              <a:path w="160704" h="170888" stroke="true" fill="norm" extrusionOk="true">
                <a:moveTo>
                  <a:pt x="-382" y="112760"/>
                </a:moveTo>
                <a:cubicBezTo>
                  <a:pt x="17780" y="100247"/>
                  <a:pt x="29707" y="91899"/>
                  <a:pt x="29707" y="91899"/>
                </a:cubicBezTo>
                <a:cubicBezTo>
                  <a:pt x="29707" y="91899"/>
                  <a:pt x="53324" y="-5640"/>
                  <a:pt x="66560" y="13696"/>
                </a:cubicBezTo>
                <a:cubicBezTo>
                  <a:pt x="79796" y="33032"/>
                  <a:pt x="66169" y="68164"/>
                  <a:pt x="87538" y="43022"/>
                </a:cubicBezTo>
                <a:cubicBezTo>
                  <a:pt x="108907" y="17880"/>
                  <a:pt x="159446" y="-27556"/>
                  <a:pt x="160306" y="21223"/>
                </a:cubicBezTo>
                <a:cubicBezTo>
                  <a:pt x="161166" y="70002"/>
                  <a:pt x="127871" y="103649"/>
                  <a:pt x="69492" y="133327"/>
                </a:cubicBezTo>
                <a:cubicBezTo>
                  <a:pt x="56784" y="139779"/>
                  <a:pt x="38035" y="153406"/>
                  <a:pt x="15806" y="170474"/>
                </a:cubicBezTo>
                <a:close/>
              </a:path>
            </a:pathLst>
          </a:custGeom>
          <a:solidFill>
            <a:srgbClr val="FDC8AA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88" id="88"/>
          <p:cNvSpPr/>
          <p:nvPr/>
        </p:nvSpPr>
        <p:spPr>
          <a:xfrm flipH="true">
            <a:off x="4031250" y="3927164"/>
            <a:ext cx="116822" cy="161849"/>
          </a:xfrm>
          <a:custGeom>
            <a:avLst/>
            <a:gdLst/>
            <a:ahLst/>
            <a:cxnLst/>
            <a:rect r="r" b="b" t="t" l="l"/>
            <a:pathLst>
              <a:path w="139923" h="193854" stroke="true" fill="norm" extrusionOk="true">
                <a:moveTo>
                  <a:pt x="61496" y="3300"/>
                </a:moveTo>
                <a:cubicBezTo>
                  <a:pt x="67576" y="25236"/>
                  <a:pt x="71702" y="39703"/>
                  <a:pt x="71702" y="39703"/>
                </a:cubicBezTo>
                <a:cubicBezTo>
                  <a:pt x="71702" y="39703"/>
                  <a:pt x="158957" y="95658"/>
                  <a:pt x="135554" y="102051"/>
                </a:cubicBezTo>
                <a:cubicBezTo>
                  <a:pt x="112152" y="108444"/>
                  <a:pt x="82533" y="83301"/>
                  <a:pt x="99894" y="112647"/>
                </a:cubicBezTo>
                <a:cubicBezTo>
                  <a:pt x="117255" y="141993"/>
                  <a:pt x="144509" y="206647"/>
                  <a:pt x="96609" y="191046"/>
                </a:cubicBezTo>
                <a:cubicBezTo>
                  <a:pt x="48710" y="175444"/>
                  <a:pt x="27087" y="131572"/>
                  <a:pt x="17820" y="64552"/>
                </a:cubicBezTo>
                <a:cubicBezTo>
                  <a:pt x="15865" y="49967"/>
                  <a:pt x="8826" y="27054"/>
                  <a:pt x="-382" y="-415"/>
                </a:cubicBezTo>
                <a:close/>
              </a:path>
            </a:pathLst>
          </a:custGeom>
          <a:solidFill>
            <a:srgbClr val="FDC8AA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89" id="89"/>
          <p:cNvSpPr/>
          <p:nvPr/>
        </p:nvSpPr>
        <p:spPr>
          <a:xfrm flipH="true">
            <a:off x="4032913" y="3757324"/>
            <a:ext cx="206485" cy="164698"/>
          </a:xfrm>
          <a:custGeom>
            <a:avLst/>
            <a:gdLst/>
            <a:ahLst/>
            <a:cxnLst/>
            <a:rect r="r" b="b" t="t" l="l"/>
            <a:pathLst>
              <a:path w="247317" h="197267" stroke="true" fill="norm" extrusionOk="true">
                <a:moveTo>
                  <a:pt x="-382" y="196852"/>
                </a:moveTo>
                <a:cubicBezTo>
                  <a:pt x="-382" y="196852"/>
                  <a:pt x="146073" y="140800"/>
                  <a:pt x="246935" y="171436"/>
                </a:cubicBezTo>
                <a:lnTo>
                  <a:pt x="231295" y="-415"/>
                </a:lnTo>
                <a:lnTo>
                  <a:pt x="19833" y="145297"/>
                </a:lnTo>
                <a:close/>
              </a:path>
            </a:pathLst>
          </a:custGeom>
          <a:solidFill>
            <a:srgbClr val="36588E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90" id="90"/>
          <p:cNvSpPr/>
          <p:nvPr/>
        </p:nvSpPr>
        <p:spPr>
          <a:xfrm flipH="true">
            <a:off x="3149288" y="3834727"/>
            <a:ext cx="816929" cy="479028"/>
          </a:xfrm>
          <a:custGeom>
            <a:avLst/>
            <a:gdLst/>
            <a:ahLst/>
            <a:cxnLst/>
            <a:rect r="r" b="b" t="t" l="l"/>
            <a:pathLst>
              <a:path w="978477" h="573756" stroke="true" fill="norm" extrusionOk="true">
                <a:moveTo>
                  <a:pt x="167540" y="9243"/>
                </a:moveTo>
                <a:lnTo>
                  <a:pt x="665400" y="154545"/>
                </a:lnTo>
                <a:lnTo>
                  <a:pt x="978095" y="504230"/>
                </a:lnTo>
                <a:lnTo>
                  <a:pt x="909668" y="573342"/>
                </a:lnTo>
                <a:cubicBezTo>
                  <a:pt x="909668" y="573342"/>
                  <a:pt x="725890" y="462762"/>
                  <a:pt x="598810" y="302876"/>
                </a:cubicBezTo>
                <a:lnTo>
                  <a:pt x="379138" y="274469"/>
                </a:lnTo>
                <a:cubicBezTo>
                  <a:pt x="379138" y="274469"/>
                  <a:pt x="14613" y="235778"/>
                  <a:pt x="-382" y="-415"/>
                </a:cubicBezTo>
                <a:close/>
              </a:path>
            </a:pathLst>
          </a:custGeom>
          <a:solidFill>
            <a:srgbClr val="15315E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91" id="91"/>
          <p:cNvSpPr/>
          <p:nvPr/>
        </p:nvSpPr>
        <p:spPr>
          <a:xfrm flipH="true">
            <a:off x="3528305" y="3831512"/>
            <a:ext cx="534529" cy="661306"/>
          </a:xfrm>
          <a:custGeom>
            <a:avLst/>
            <a:gdLst/>
            <a:ahLst/>
            <a:cxnLst/>
            <a:rect r="r" b="b" t="t" l="l"/>
            <a:pathLst>
              <a:path w="640231" h="792080" stroke="true" fill="norm" extrusionOk="true">
                <a:moveTo>
                  <a:pt x="-282" y="54425"/>
                </a:moveTo>
                <a:cubicBezTo>
                  <a:pt x="8085" y="241096"/>
                  <a:pt x="468936" y="365771"/>
                  <a:pt x="468936" y="365771"/>
                </a:cubicBezTo>
                <a:lnTo>
                  <a:pt x="468936" y="791665"/>
                </a:lnTo>
                <a:lnTo>
                  <a:pt x="574843" y="791665"/>
                </a:lnTo>
                <a:lnTo>
                  <a:pt x="639849" y="264909"/>
                </a:lnTo>
                <a:lnTo>
                  <a:pt x="277964" y="9360"/>
                </a:lnTo>
                <a:lnTo>
                  <a:pt x="10334" y="-415"/>
                </a:lnTo>
                <a:cubicBezTo>
                  <a:pt x="9591" y="1305"/>
                  <a:pt x="8887" y="3006"/>
                  <a:pt x="8222" y="4707"/>
                </a:cubicBezTo>
                <a:cubicBezTo>
                  <a:pt x="1925" y="20504"/>
                  <a:pt x="-972" y="37435"/>
                  <a:pt x="-282" y="54425"/>
                </a:cubicBezTo>
                <a:close/>
              </a:path>
            </a:pathLst>
          </a:custGeom>
          <a:solidFill>
            <a:srgbClr val="1F3A6F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92" id="92"/>
          <p:cNvSpPr/>
          <p:nvPr/>
        </p:nvSpPr>
        <p:spPr>
          <a:xfrm flipH="true">
            <a:off x="3853606" y="3835854"/>
            <a:ext cx="209226" cy="48827"/>
          </a:xfrm>
          <a:custGeom>
            <a:avLst/>
            <a:gdLst/>
            <a:ahLst/>
            <a:cxnLst/>
            <a:rect r="r" b="b" t="t" l="l"/>
            <a:pathLst>
              <a:path w="250601" h="58483" stroke="true" fill="norm" extrusionOk="true">
                <a:moveTo>
                  <a:pt x="-285" y="49224"/>
                </a:moveTo>
                <a:cubicBezTo>
                  <a:pt x="51681" y="81640"/>
                  <a:pt x="250219" y="14522"/>
                  <a:pt x="250219" y="14522"/>
                </a:cubicBezTo>
                <a:lnTo>
                  <a:pt x="8220" y="-415"/>
                </a:lnTo>
                <a:cubicBezTo>
                  <a:pt x="1932" y="15343"/>
                  <a:pt x="-965" y="32274"/>
                  <a:pt x="-285" y="49224"/>
                </a:cubicBezTo>
                <a:close/>
              </a:path>
            </a:pathLst>
          </a:custGeom>
          <a:solidFill>
            <a:srgbClr val="072542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93" id="93"/>
          <p:cNvSpPr/>
          <p:nvPr/>
        </p:nvSpPr>
        <p:spPr>
          <a:xfrm flipH="true">
            <a:off x="3263679" y="3362292"/>
            <a:ext cx="504868" cy="233055"/>
          </a:xfrm>
          <a:custGeom>
            <a:avLst/>
            <a:gdLst/>
            <a:ahLst/>
            <a:cxnLst/>
            <a:rect r="r" b="b" t="t" l="l"/>
            <a:pathLst>
              <a:path w="604705" h="279142" stroke="true" fill="norm" extrusionOk="true">
                <a:moveTo>
                  <a:pt x="-382" y="19370"/>
                </a:moveTo>
                <a:cubicBezTo>
                  <a:pt x="3958" y="21325"/>
                  <a:pt x="253622" y="137868"/>
                  <a:pt x="308833" y="163635"/>
                </a:cubicBezTo>
                <a:cubicBezTo>
                  <a:pt x="315461" y="166725"/>
                  <a:pt x="323242" y="165982"/>
                  <a:pt x="329146" y="161680"/>
                </a:cubicBezTo>
                <a:lnTo>
                  <a:pt x="552025" y="-415"/>
                </a:lnTo>
                <a:lnTo>
                  <a:pt x="604323" y="74230"/>
                </a:lnTo>
                <a:lnTo>
                  <a:pt x="344767" y="273022"/>
                </a:lnTo>
                <a:cubicBezTo>
                  <a:pt x="337846" y="278340"/>
                  <a:pt x="328814" y="280060"/>
                  <a:pt x="320407" y="277675"/>
                </a:cubicBezTo>
                <a:lnTo>
                  <a:pt x="12952" y="190303"/>
                </a:lnTo>
                <a:close/>
              </a:path>
            </a:pathLst>
          </a:custGeom>
          <a:solidFill>
            <a:srgbClr val="1F3A6F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94" id="94"/>
          <p:cNvSpPr/>
          <p:nvPr/>
        </p:nvSpPr>
        <p:spPr>
          <a:xfrm flipH="true">
            <a:off x="3711134" y="3399885"/>
            <a:ext cx="238206" cy="431676"/>
          </a:xfrm>
          <a:custGeom>
            <a:avLst/>
            <a:gdLst/>
            <a:ahLst/>
            <a:cxnLst/>
            <a:rect r="r" b="b" t="t" l="l"/>
            <a:pathLst>
              <a:path w="285311" h="517040" stroke="true" fill="norm" extrusionOk="true">
                <a:moveTo>
                  <a:pt x="243944" y="-415"/>
                </a:moveTo>
                <a:cubicBezTo>
                  <a:pt x="243944" y="-415"/>
                  <a:pt x="317181" y="40642"/>
                  <a:pt x="267855" y="214018"/>
                </a:cubicBezTo>
                <a:cubicBezTo>
                  <a:pt x="218528" y="387394"/>
                  <a:pt x="131136" y="450133"/>
                  <a:pt x="150550" y="516625"/>
                </a:cubicBezTo>
                <a:lnTo>
                  <a:pt x="-382" y="494963"/>
                </a:lnTo>
                <a:close/>
              </a:path>
            </a:pathLst>
          </a:custGeom>
          <a:solidFill>
            <a:srgbClr val="15315E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95" id="95"/>
          <p:cNvSpPr/>
          <p:nvPr/>
        </p:nvSpPr>
        <p:spPr>
          <a:xfrm flipH="true">
            <a:off x="3728964" y="3353287"/>
            <a:ext cx="340301" cy="507878"/>
          </a:xfrm>
          <a:custGeom>
            <a:avLst/>
            <a:gdLst/>
            <a:ahLst/>
            <a:cxnLst/>
            <a:rect r="r" b="b" t="t" l="l"/>
            <a:pathLst>
              <a:path w="407595" h="608311" stroke="true" fill="norm" extrusionOk="true">
                <a:moveTo>
                  <a:pt x="792" y="537637"/>
                </a:moveTo>
                <a:lnTo>
                  <a:pt x="792" y="537637"/>
                </a:lnTo>
                <a:cubicBezTo>
                  <a:pt x="1124" y="549602"/>
                  <a:pt x="1534" y="560394"/>
                  <a:pt x="1886" y="569622"/>
                </a:cubicBezTo>
                <a:cubicBezTo>
                  <a:pt x="2766" y="590893"/>
                  <a:pt x="3548" y="603875"/>
                  <a:pt x="3548" y="603875"/>
                </a:cubicBezTo>
                <a:cubicBezTo>
                  <a:pt x="43901" y="618792"/>
                  <a:pt x="303262" y="587413"/>
                  <a:pt x="303262" y="587413"/>
                </a:cubicBezTo>
                <a:cubicBezTo>
                  <a:pt x="303262" y="587413"/>
                  <a:pt x="288970" y="515681"/>
                  <a:pt x="294952" y="459649"/>
                </a:cubicBezTo>
                <a:cubicBezTo>
                  <a:pt x="300935" y="403616"/>
                  <a:pt x="407213" y="251003"/>
                  <a:pt x="407213" y="143982"/>
                </a:cubicBezTo>
                <a:cubicBezTo>
                  <a:pt x="407213" y="36961"/>
                  <a:pt x="355462" y="28926"/>
                  <a:pt x="355462" y="28926"/>
                </a:cubicBezTo>
                <a:cubicBezTo>
                  <a:pt x="355462" y="28926"/>
                  <a:pt x="279410" y="1281"/>
                  <a:pt x="241305" y="-401"/>
                </a:cubicBezTo>
                <a:cubicBezTo>
                  <a:pt x="203201" y="-2082"/>
                  <a:pt x="55846" y="144275"/>
                  <a:pt x="21476" y="237004"/>
                </a:cubicBezTo>
                <a:cubicBezTo>
                  <a:pt x="-2161" y="300681"/>
                  <a:pt x="-1770" y="450362"/>
                  <a:pt x="792" y="537637"/>
                </a:cubicBezTo>
                <a:close/>
              </a:path>
            </a:pathLst>
          </a:custGeom>
          <a:solidFill>
            <a:srgbClr val="FFFFFF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96" id="96"/>
          <p:cNvSpPr/>
          <p:nvPr/>
        </p:nvSpPr>
        <p:spPr>
          <a:xfrm flipH="true">
            <a:off x="3627615" y="3409123"/>
            <a:ext cx="196005" cy="241693"/>
          </a:xfrm>
          <a:custGeom>
            <a:avLst/>
            <a:gdLst/>
            <a:ahLst/>
            <a:cxnLst/>
            <a:rect r="r" b="b" t="t" l="l"/>
            <a:pathLst>
              <a:path w="234765" h="289488" stroke="true" fill="norm" extrusionOk="true">
                <a:moveTo>
                  <a:pt x="-382" y="5450"/>
                </a:moveTo>
                <a:lnTo>
                  <a:pt x="41730" y="-415"/>
                </a:lnTo>
                <a:lnTo>
                  <a:pt x="74967" y="10709"/>
                </a:lnTo>
                <a:lnTo>
                  <a:pt x="53461" y="28559"/>
                </a:lnTo>
                <a:cubicBezTo>
                  <a:pt x="53461" y="28559"/>
                  <a:pt x="66931" y="159413"/>
                  <a:pt x="228519" y="221467"/>
                </a:cubicBezTo>
                <a:lnTo>
                  <a:pt x="234384" y="282348"/>
                </a:lnTo>
                <a:lnTo>
                  <a:pt x="155086" y="289073"/>
                </a:lnTo>
                <a:cubicBezTo>
                  <a:pt x="155086" y="289073"/>
                  <a:pt x="42102" y="229659"/>
                  <a:pt x="29355" y="34131"/>
                </a:cubicBezTo>
                <a:close/>
              </a:path>
            </a:pathLst>
          </a:custGeom>
          <a:solidFill>
            <a:srgbClr val="F4B545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97" id="97"/>
          <p:cNvSpPr/>
          <p:nvPr/>
        </p:nvSpPr>
        <p:spPr>
          <a:xfrm flipH="true">
            <a:off x="3865228" y="3611837"/>
            <a:ext cx="203056" cy="217371"/>
          </a:xfrm>
          <a:custGeom>
            <a:avLst/>
            <a:gdLst/>
            <a:ahLst/>
            <a:cxnLst/>
            <a:rect r="r" b="b" t="t" l="l"/>
            <a:pathLst>
              <a:path w="243211" h="260357" stroke="true" fill="norm" extrusionOk="true">
                <a:moveTo>
                  <a:pt x="-382" y="227958"/>
                </a:moveTo>
                <a:lnTo>
                  <a:pt x="-382" y="227958"/>
                </a:lnTo>
                <a:cubicBezTo>
                  <a:pt x="-50" y="239923"/>
                  <a:pt x="361" y="250715"/>
                  <a:pt x="713" y="259943"/>
                </a:cubicBezTo>
                <a:cubicBezTo>
                  <a:pt x="192701" y="122423"/>
                  <a:pt x="242067" y="1521"/>
                  <a:pt x="242830" y="-415"/>
                </a:cubicBezTo>
                <a:lnTo>
                  <a:pt x="15337" y="175699"/>
                </a:lnTo>
                <a:close/>
              </a:path>
            </a:pathLst>
          </a:custGeom>
          <a:solidFill>
            <a:srgbClr val="ACC6E5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98" id="98"/>
          <p:cNvSpPr/>
          <p:nvPr/>
        </p:nvSpPr>
        <p:spPr>
          <a:xfrm flipH="true">
            <a:off x="3761773" y="3281038"/>
            <a:ext cx="108025" cy="102914"/>
          </a:xfrm>
          <a:custGeom>
            <a:avLst/>
            <a:gdLst/>
            <a:ahLst/>
            <a:cxnLst/>
            <a:rect r="r" b="b" t="t" l="l"/>
            <a:pathLst>
              <a:path w="129387" h="123265" stroke="true" fill="norm" extrusionOk="true">
                <a:moveTo>
                  <a:pt x="-382" y="90946"/>
                </a:moveTo>
                <a:cubicBezTo>
                  <a:pt x="-382" y="90946"/>
                  <a:pt x="61477" y="139666"/>
                  <a:pt x="120833" y="116694"/>
                </a:cubicBezTo>
                <a:lnTo>
                  <a:pt x="122671" y="99783"/>
                </a:lnTo>
                <a:lnTo>
                  <a:pt x="129005" y="41619"/>
                </a:lnTo>
                <a:lnTo>
                  <a:pt x="52014" y="-415"/>
                </a:lnTo>
                <a:lnTo>
                  <a:pt x="40147" y="20230"/>
                </a:lnTo>
                <a:close/>
              </a:path>
            </a:pathLst>
          </a:custGeom>
          <a:solidFill>
            <a:srgbClr val="FDC8AA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99" id="99"/>
          <p:cNvSpPr/>
          <p:nvPr/>
        </p:nvSpPr>
        <p:spPr>
          <a:xfrm flipH="true">
            <a:off x="3830175" y="3351273"/>
            <a:ext cx="411678" cy="570748"/>
          </a:xfrm>
          <a:custGeom>
            <a:avLst/>
            <a:gdLst/>
            <a:ahLst/>
            <a:cxnLst/>
            <a:rect r="r" b="b" t="t" l="l"/>
            <a:pathLst>
              <a:path w="493087" h="683613" stroke="true" fill="norm" extrusionOk="true">
                <a:moveTo>
                  <a:pt x="2832" y="683199"/>
                </a:moveTo>
                <a:cubicBezTo>
                  <a:pt x="2832" y="683199"/>
                  <a:pt x="35795" y="662436"/>
                  <a:pt x="84672" y="628809"/>
                </a:cubicBezTo>
                <a:cubicBezTo>
                  <a:pt x="93176" y="622944"/>
                  <a:pt x="102170" y="616726"/>
                  <a:pt x="111534" y="610138"/>
                </a:cubicBezTo>
                <a:cubicBezTo>
                  <a:pt x="125474" y="600362"/>
                  <a:pt x="140274" y="589785"/>
                  <a:pt x="155641" y="578602"/>
                </a:cubicBezTo>
                <a:cubicBezTo>
                  <a:pt x="166603" y="570645"/>
                  <a:pt x="177812" y="562375"/>
                  <a:pt x="189268" y="553792"/>
                </a:cubicBezTo>
                <a:cubicBezTo>
                  <a:pt x="329369" y="448805"/>
                  <a:pt x="496568" y="303230"/>
                  <a:pt x="492638" y="209112"/>
                </a:cubicBezTo>
                <a:cubicBezTo>
                  <a:pt x="485912" y="47720"/>
                  <a:pt x="448473" y="1268"/>
                  <a:pt x="448473" y="1268"/>
                </a:cubicBezTo>
                <a:cubicBezTo>
                  <a:pt x="442881" y="3340"/>
                  <a:pt x="348764" y="-19906"/>
                  <a:pt x="280805" y="58551"/>
                </a:cubicBezTo>
                <a:cubicBezTo>
                  <a:pt x="212847" y="137009"/>
                  <a:pt x="172103" y="386184"/>
                  <a:pt x="112668" y="444464"/>
                </a:cubicBezTo>
                <a:cubicBezTo>
                  <a:pt x="99296" y="457583"/>
                  <a:pt x="85415" y="471288"/>
                  <a:pt x="72159" y="485893"/>
                </a:cubicBezTo>
                <a:cubicBezTo>
                  <a:pt x="59655" y="499461"/>
                  <a:pt x="48155" y="513928"/>
                  <a:pt x="37750" y="529178"/>
                </a:cubicBezTo>
                <a:cubicBezTo>
                  <a:pt x="9616" y="570899"/>
                  <a:pt x="-7960" y="620402"/>
                  <a:pt x="2832" y="683199"/>
                </a:cubicBezTo>
                <a:close/>
              </a:path>
            </a:pathLst>
          </a:custGeom>
          <a:solidFill>
            <a:srgbClr val="1F3A6F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100" id="100"/>
          <p:cNvSpPr/>
          <p:nvPr/>
        </p:nvSpPr>
        <p:spPr>
          <a:xfrm flipH="true">
            <a:off x="3928756" y="3501119"/>
            <a:ext cx="202828" cy="333575"/>
          </a:xfrm>
          <a:custGeom>
            <a:avLst/>
            <a:gdLst/>
            <a:ahLst/>
            <a:cxnLst/>
            <a:rect r="r" b="b" t="t" l="l"/>
            <a:pathLst>
              <a:path w="242937" h="399539" stroke="true" fill="norm" extrusionOk="true">
                <a:moveTo>
                  <a:pt x="-382" y="263442"/>
                </a:moveTo>
                <a:lnTo>
                  <a:pt x="23255" y="399125"/>
                </a:lnTo>
                <a:cubicBezTo>
                  <a:pt x="34229" y="391168"/>
                  <a:pt x="45439" y="382898"/>
                  <a:pt x="56882" y="374315"/>
                </a:cubicBezTo>
                <a:lnTo>
                  <a:pt x="66873" y="246257"/>
                </a:lnTo>
                <a:lnTo>
                  <a:pt x="242556" y="27289"/>
                </a:lnTo>
                <a:lnTo>
                  <a:pt x="221539" y="-415"/>
                </a:lnTo>
                <a:close/>
              </a:path>
            </a:pathLst>
          </a:custGeom>
          <a:solidFill>
            <a:srgbClr val="072542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101" id="101"/>
          <p:cNvSpPr/>
          <p:nvPr/>
        </p:nvSpPr>
        <p:spPr>
          <a:xfrm flipH="true">
            <a:off x="4148709" y="3757357"/>
            <a:ext cx="61602" cy="119320"/>
          </a:xfrm>
          <a:custGeom>
            <a:avLst/>
            <a:gdLst/>
            <a:ahLst/>
            <a:cxnLst/>
            <a:rect r="r" b="b" t="t" l="l"/>
            <a:pathLst>
              <a:path w="73784" h="142916" stroke="true" fill="norm" extrusionOk="true">
                <a:moveTo>
                  <a:pt x="-382" y="42792"/>
                </a:moveTo>
                <a:cubicBezTo>
                  <a:pt x="11974" y="98141"/>
                  <a:pt x="46540" y="142501"/>
                  <a:pt x="46540" y="142501"/>
                </a:cubicBezTo>
                <a:cubicBezTo>
                  <a:pt x="55038" y="136655"/>
                  <a:pt x="63993" y="130419"/>
                  <a:pt x="73403" y="123830"/>
                </a:cubicBezTo>
                <a:lnTo>
                  <a:pt x="34027" y="-415"/>
                </a:lnTo>
                <a:cubicBezTo>
                  <a:pt x="21530" y="13134"/>
                  <a:pt x="10031" y="27582"/>
                  <a:pt x="-382" y="42792"/>
                </a:cubicBezTo>
                <a:close/>
              </a:path>
            </a:pathLst>
          </a:custGeom>
          <a:solidFill>
            <a:srgbClr val="072542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102" id="102"/>
          <p:cNvSpPr/>
          <p:nvPr/>
        </p:nvSpPr>
        <p:spPr>
          <a:xfrm flipH="true">
            <a:off x="3888747" y="3375344"/>
            <a:ext cx="330245" cy="590113"/>
          </a:xfrm>
          <a:custGeom>
            <a:avLst/>
            <a:gdLst/>
            <a:ahLst/>
            <a:cxnLst/>
            <a:rect r="r" b="b" t="t" l="l"/>
            <a:pathLst>
              <a:path w="395551" h="706808" stroke="true" fill="norm" extrusionOk="true">
                <a:moveTo>
                  <a:pt x="371920" y="16584"/>
                </a:moveTo>
                <a:cubicBezTo>
                  <a:pt x="371920" y="16584"/>
                  <a:pt x="438041" y="96155"/>
                  <a:pt x="347267" y="177975"/>
                </a:cubicBezTo>
                <a:cubicBezTo>
                  <a:pt x="272700" y="245328"/>
                  <a:pt x="178504" y="339660"/>
                  <a:pt x="147223" y="371254"/>
                </a:cubicBezTo>
                <a:cubicBezTo>
                  <a:pt x="140470" y="378058"/>
                  <a:pt x="137059" y="387501"/>
                  <a:pt x="137897" y="397061"/>
                </a:cubicBezTo>
                <a:lnTo>
                  <a:pt x="157878" y="682385"/>
                </a:lnTo>
                <a:lnTo>
                  <a:pt x="87046" y="706394"/>
                </a:lnTo>
                <a:lnTo>
                  <a:pt x="1648" y="371196"/>
                </a:lnTo>
                <a:cubicBezTo>
                  <a:pt x="-2966" y="355907"/>
                  <a:pt x="397" y="339328"/>
                  <a:pt x="10602" y="327050"/>
                </a:cubicBezTo>
                <a:lnTo>
                  <a:pt x="251077" y="32244"/>
                </a:lnTo>
                <a:cubicBezTo>
                  <a:pt x="251077" y="32244"/>
                  <a:pt x="336044" y="-29302"/>
                  <a:pt x="371920" y="16584"/>
                </a:cubicBezTo>
                <a:close/>
              </a:path>
            </a:pathLst>
          </a:custGeom>
          <a:solidFill>
            <a:srgbClr val="1F3A6F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103" id="103"/>
          <p:cNvSpPr/>
          <p:nvPr/>
        </p:nvSpPr>
        <p:spPr>
          <a:xfrm flipH="true">
            <a:off x="3761724" y="3281038"/>
            <a:ext cx="74187" cy="83654"/>
          </a:xfrm>
          <a:custGeom>
            <a:avLst/>
            <a:gdLst/>
            <a:ahLst/>
            <a:cxnLst/>
            <a:rect r="r" b="b" t="t" l="l"/>
            <a:pathLst>
              <a:path w="88858" h="100197" stroke="true" fill="norm" extrusionOk="true">
                <a:moveTo>
                  <a:pt x="-382" y="20230"/>
                </a:moveTo>
                <a:cubicBezTo>
                  <a:pt x="25542" y="87270"/>
                  <a:pt x="66540" y="98160"/>
                  <a:pt x="82142" y="99783"/>
                </a:cubicBezTo>
                <a:lnTo>
                  <a:pt x="88476" y="41619"/>
                </a:lnTo>
                <a:lnTo>
                  <a:pt x="11485" y="-415"/>
                </a:lnTo>
                <a:close/>
              </a:path>
            </a:pathLst>
          </a:custGeom>
          <a:solidFill>
            <a:srgbClr val="EFA37D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104" id="104"/>
          <p:cNvSpPr/>
          <p:nvPr/>
        </p:nvSpPr>
        <p:spPr>
          <a:xfrm flipH="true">
            <a:off x="3833839" y="3194199"/>
            <a:ext cx="57760" cy="85091"/>
          </a:xfrm>
          <a:custGeom>
            <a:avLst/>
            <a:gdLst/>
            <a:ahLst/>
            <a:cxnLst/>
            <a:rect r="r" b="b" t="t" l="l"/>
            <a:pathLst>
              <a:path w="69182" h="101917" stroke="true" fill="norm" extrusionOk="true">
                <a:moveTo>
                  <a:pt x="68801" y="91669"/>
                </a:moveTo>
                <a:lnTo>
                  <a:pt x="58126" y="13955"/>
                </a:lnTo>
                <a:lnTo>
                  <a:pt x="3384" y="-415"/>
                </a:lnTo>
                <a:cubicBezTo>
                  <a:pt x="-7525" y="61796"/>
                  <a:pt x="2661" y="126646"/>
                  <a:pt x="68801" y="91669"/>
                </a:cubicBezTo>
                <a:close/>
              </a:path>
            </a:pathLst>
          </a:custGeom>
          <a:solidFill>
            <a:srgbClr val="1F3A6F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105" id="105"/>
          <p:cNvSpPr/>
          <p:nvPr/>
        </p:nvSpPr>
        <p:spPr>
          <a:xfrm flipH="true">
            <a:off x="3678860" y="3107002"/>
            <a:ext cx="163745" cy="230483"/>
          </a:xfrm>
          <a:custGeom>
            <a:avLst/>
            <a:gdLst/>
            <a:ahLst/>
            <a:cxnLst/>
            <a:rect r="r" b="b" t="t" l="l"/>
            <a:pathLst>
              <a:path w="196125" h="276061" stroke="true" fill="norm" extrusionOk="true">
                <a:moveTo>
                  <a:pt x="284" y="129598"/>
                </a:moveTo>
                <a:cubicBezTo>
                  <a:pt x="-5972" y="205690"/>
                  <a:pt x="32543" y="270970"/>
                  <a:pt x="86307" y="275408"/>
                </a:cubicBezTo>
                <a:cubicBezTo>
                  <a:pt x="140072" y="279846"/>
                  <a:pt x="188793" y="221741"/>
                  <a:pt x="195068" y="145649"/>
                </a:cubicBezTo>
                <a:cubicBezTo>
                  <a:pt x="195596" y="139354"/>
                  <a:pt x="195792" y="133117"/>
                  <a:pt x="195733" y="127018"/>
                </a:cubicBezTo>
                <a:cubicBezTo>
                  <a:pt x="194892" y="59196"/>
                  <a:pt x="158372" y="3848"/>
                  <a:pt x="109025" y="-180"/>
                </a:cubicBezTo>
                <a:cubicBezTo>
                  <a:pt x="70862" y="-3308"/>
                  <a:pt x="35260" y="25021"/>
                  <a:pt x="15553" y="68932"/>
                </a:cubicBezTo>
                <a:cubicBezTo>
                  <a:pt x="7070" y="88151"/>
                  <a:pt x="1907" y="108659"/>
                  <a:pt x="284" y="129598"/>
                </a:cubicBezTo>
                <a:close/>
              </a:path>
            </a:pathLst>
          </a:custGeom>
          <a:solidFill>
            <a:srgbClr val="FDC8AA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106" id="106"/>
          <p:cNvSpPr/>
          <p:nvPr/>
        </p:nvSpPr>
        <p:spPr>
          <a:xfrm flipH="true">
            <a:off x="3678853" y="3107002"/>
            <a:ext cx="150431" cy="114570"/>
          </a:xfrm>
          <a:custGeom>
            <a:avLst/>
            <a:gdLst/>
            <a:ahLst/>
            <a:cxnLst/>
            <a:rect r="r" b="b" t="t" l="l"/>
            <a:pathLst>
              <a:path w="180179" h="137227" stroke="true" fill="norm" extrusionOk="true">
                <a:moveTo>
                  <a:pt x="-382" y="68932"/>
                </a:moveTo>
                <a:lnTo>
                  <a:pt x="10234" y="136812"/>
                </a:lnTo>
                <a:cubicBezTo>
                  <a:pt x="10234" y="136812"/>
                  <a:pt x="18250" y="104612"/>
                  <a:pt x="104273" y="123714"/>
                </a:cubicBezTo>
                <a:cubicBezTo>
                  <a:pt x="140149" y="131671"/>
                  <a:pt x="164059" y="130791"/>
                  <a:pt x="179798" y="127018"/>
                </a:cubicBezTo>
                <a:cubicBezTo>
                  <a:pt x="178957" y="59196"/>
                  <a:pt x="142436" y="3848"/>
                  <a:pt x="93090" y="-180"/>
                </a:cubicBezTo>
                <a:cubicBezTo>
                  <a:pt x="54927" y="-3308"/>
                  <a:pt x="19325" y="25021"/>
                  <a:pt x="-382" y="68932"/>
                </a:cubicBezTo>
                <a:close/>
              </a:path>
            </a:pathLst>
          </a:custGeom>
          <a:solidFill>
            <a:srgbClr val="EFA37D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107" id="107"/>
          <p:cNvSpPr/>
          <p:nvPr/>
        </p:nvSpPr>
        <p:spPr>
          <a:xfrm flipH="true">
            <a:off x="3622873" y="3055858"/>
            <a:ext cx="265648" cy="183782"/>
          </a:xfrm>
          <a:custGeom>
            <a:avLst/>
            <a:gdLst/>
            <a:ahLst/>
            <a:cxnLst/>
            <a:rect r="r" b="b" t="t" l="l"/>
            <a:pathLst>
              <a:path w="318180" h="220125" stroke="true" fill="norm" extrusionOk="true">
                <a:moveTo>
                  <a:pt x="223611" y="2013"/>
                </a:moveTo>
                <a:cubicBezTo>
                  <a:pt x="150394" y="20020"/>
                  <a:pt x="137177" y="55426"/>
                  <a:pt x="122807" y="57694"/>
                </a:cubicBezTo>
                <a:cubicBezTo>
                  <a:pt x="108437" y="59962"/>
                  <a:pt x="68065" y="39003"/>
                  <a:pt x="31544" y="81155"/>
                </a:cubicBezTo>
                <a:cubicBezTo>
                  <a:pt x="18406" y="96287"/>
                  <a:pt x="5698" y="130423"/>
                  <a:pt x="-382" y="165360"/>
                </a:cubicBezTo>
                <a:lnTo>
                  <a:pt x="54360" y="179730"/>
                </a:lnTo>
                <a:lnTo>
                  <a:pt x="52952" y="169407"/>
                </a:lnTo>
                <a:cubicBezTo>
                  <a:pt x="52952" y="169407"/>
                  <a:pt x="65602" y="220845"/>
                  <a:pt x="79444" y="219692"/>
                </a:cubicBezTo>
                <a:cubicBezTo>
                  <a:pt x="93286" y="218538"/>
                  <a:pt x="61848" y="148371"/>
                  <a:pt x="143629" y="159984"/>
                </a:cubicBezTo>
                <a:cubicBezTo>
                  <a:pt x="225410" y="171597"/>
                  <a:pt x="267776" y="185693"/>
                  <a:pt x="304610" y="128018"/>
                </a:cubicBezTo>
                <a:cubicBezTo>
                  <a:pt x="341444" y="70343"/>
                  <a:pt x="296868" y="-16012"/>
                  <a:pt x="223611" y="2013"/>
                </a:cubicBezTo>
                <a:close/>
              </a:path>
            </a:pathLst>
          </a:custGeom>
          <a:solidFill>
            <a:srgbClr val="1F3A6F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108" id="108"/>
          <p:cNvSpPr/>
          <p:nvPr/>
        </p:nvSpPr>
        <p:spPr>
          <a:xfrm flipH="true">
            <a:off x="3825667" y="3196326"/>
            <a:ext cx="44356" cy="56463"/>
          </a:xfrm>
          <a:custGeom>
            <a:avLst/>
            <a:gdLst/>
            <a:ahLst/>
            <a:cxnLst/>
            <a:rect r="r" b="b" t="t" l="l"/>
            <a:pathLst>
              <a:path w="53127" h="67629" stroke="true" fill="norm" extrusionOk="true">
                <a:moveTo>
                  <a:pt x="50915" y="23647"/>
                </a:moveTo>
                <a:cubicBezTo>
                  <a:pt x="48837" y="14165"/>
                  <a:pt x="42548" y="6129"/>
                  <a:pt x="33828" y="1848"/>
                </a:cubicBezTo>
                <a:cubicBezTo>
                  <a:pt x="26594" y="-1496"/>
                  <a:pt x="16780" y="-2297"/>
                  <a:pt x="6457" y="7713"/>
                </a:cubicBezTo>
                <a:cubicBezTo>
                  <a:pt x="-14110" y="27909"/>
                  <a:pt x="15900" y="75476"/>
                  <a:pt x="41160" y="65974"/>
                </a:cubicBezTo>
                <a:lnTo>
                  <a:pt x="51756" y="52289"/>
                </a:lnTo>
                <a:cubicBezTo>
                  <a:pt x="53314" y="42767"/>
                  <a:pt x="53029" y="33051"/>
                  <a:pt x="50915" y="23647"/>
                </a:cubicBezTo>
                <a:close/>
              </a:path>
            </a:pathLst>
          </a:custGeom>
          <a:solidFill>
            <a:srgbClr val="FDC8AA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gradFill>
          <a:gsLst>
            <a:gs pos="0">
              <a:srgbClr val="AE94FF">
                <a:lumMod val="40000"/>
                <a:lumOff val="60000"/>
              </a:srgbClr>
            </a:gs>
            <a:gs pos="100000">
              <a:srgbClr val="3ED0E8">
                <a:lumMod val="40000"/>
                <a:lumOff val="6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0400" y="128587"/>
            <a:ext cx="10858500" cy="900112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技术背景</a:t>
            </a:r>
          </a:p>
        </p:txBody>
      </p:sp>
      <p:sp>
        <p:nvSpPr>
          <p:cNvPr name="AutoShape 3" id="3"/>
          <p:cNvSpPr/>
          <p:nvPr/>
        </p:nvSpPr>
        <p:spPr>
          <a:xfrm>
            <a:off x="3921220" y="2644330"/>
            <a:ext cx="4349560" cy="4349560"/>
          </a:xfrm>
          <a:prstGeom prst="arc">
            <a:avLst>
              <a:gd name="adj1" fmla="val 10808241"/>
              <a:gd name="adj2" fmla="val 0"/>
            </a:avLst>
          </a:prstGeom>
          <a:ln w="6350" cap="flat" cmpd="sng">
            <a:solidFill>
              <a:schemeClr val="accent1">
                <a:alpha val="50000"/>
              </a:schemeClr>
            </a:solidFill>
            <a:prstDash val="solid"/>
          </a:ln>
        </p:spPr>
        <p:txBody>
          <a:bodyPr vert="horz" anchor="ctr" wrap="square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4" id="4"/>
          <p:cNvSpPr/>
          <p:nvPr/>
        </p:nvSpPr>
        <p:spPr>
          <a:xfrm>
            <a:off x="4914150" y="1666245"/>
            <a:ext cx="634812" cy="634810"/>
          </a:xfrm>
          <a:prstGeom prst="ellipse">
            <a:avLst/>
          </a:prstGeom>
          <a:gradFill>
            <a:gsLst>
              <a:gs pos="0">
                <a:srgbClr val="AE94FF">
                  <a:lumMod val="60000"/>
                  <a:lumOff val="40000"/>
                </a:srgbClr>
              </a:gs>
              <a:gs pos="60000">
                <a:srgbClr val="AE94FF"/>
              </a:gs>
            </a:gsLst>
            <a:path path="circle">
              <a:fillToRect t="0" l="0" b="100000" r="100000"/>
            </a:path>
          </a:gradFill>
          <a:ln cap="flat" cmpd="sng">
            <a:prstDash val="solid"/>
          </a:ln>
        </p:spPr>
        <p:txBody>
          <a:bodyPr vert="horz" anchor="ctr" wrap="none" tIns="45720" lIns="91440" bIns="45720" rIns="91440">
            <a:normAutofit/>
          </a:bodyPr>
          <a:p>
            <a:pPr algn="ctr" marL="0"/>
            <a:r>
              <a:rPr lang="en-US" b="true" i="false" sz="1600" baseline="0" u="none">
                <a:solidFill>
                  <a:schemeClr val="lt1"/>
                </a:solidFill>
                <a:latin typeface="Arial"/>
                <a:ea typeface="Arial"/>
              </a:rPr>
              <a:t>01</a:t>
            </a:r>
          </a:p>
        </p:txBody>
      </p:sp>
      <p:sp>
        <p:nvSpPr>
          <p:cNvPr name="TextBox 5" id="5"/>
          <p:cNvSpPr txBox="true"/>
          <p:nvPr/>
        </p:nvSpPr>
        <p:spPr>
          <a:xfrm flipH="true">
            <a:off x="992459" y="1973538"/>
            <a:ext cx="3921690" cy="589648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r" marL="0">
              <a:lnSpc>
                <a:spcPct val="120000"/>
              </a:lnSpc>
              <a:defRPr/>
            </a:pPr>
            <a:r>
              <a:rPr lang="zh-CN" b="false" i="false" sz="12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机器学习算法通过分析大量PPT模板和设计数据，学习如何生成美观的排版和布局。它能够根据用户需求自动调整字体、颜色和图表样式，确保生成的PPT符合专业标准。</a:t>
            </a:r>
            <a:endParaRPr lang="en-US" sz="1100"/>
          </a:p>
        </p:txBody>
      </p:sp>
      <p:sp>
        <p:nvSpPr>
          <p:cNvPr name="TextBox 6" id="6"/>
          <p:cNvSpPr txBox="true"/>
          <p:nvPr/>
        </p:nvSpPr>
        <p:spPr>
          <a:xfrm flipH="true">
            <a:off x="992461" y="1634983"/>
            <a:ext cx="3921690" cy="338554"/>
          </a:xfrm>
          <a:prstGeom prst="rect">
            <a:avLst/>
          </a:prstGeom>
          <a:noFill/>
        </p:spPr>
        <p:txBody>
          <a:bodyPr anchor="b" rtlCol="false" vert="horz" wrap="square" tIns="45720" lIns="91440" bIns="45720" rIns="91440">
            <a:spAutoFit/>
          </a:bodyPr>
          <a:lstStyle/>
          <a:p>
            <a:pPr algn="r" marL="0">
              <a:defRPr/>
            </a:pPr>
            <a:r>
              <a:rPr lang="zh-CN" b="true" i="false" sz="16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机器学习算法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>
            <a:off x="6643038" y="1666245"/>
            <a:ext cx="634812" cy="634810"/>
          </a:xfrm>
          <a:prstGeom prst="ellipse">
            <a:avLst/>
          </a:prstGeom>
          <a:gradFill>
            <a:gsLst>
              <a:gs pos="0">
                <a:srgbClr val="3ED0E8">
                  <a:lumMod val="60000"/>
                  <a:lumOff val="40000"/>
                </a:srgbClr>
              </a:gs>
              <a:gs pos="60000">
                <a:srgbClr val="3ED0E8"/>
              </a:gs>
            </a:gsLst>
            <a:path path="circle">
              <a:fillToRect t="0" l="0" b="100000" r="100000"/>
            </a:path>
          </a:gradFill>
          <a:ln cap="flat" cmpd="sng">
            <a:prstDash val="solid"/>
          </a:ln>
        </p:spPr>
        <p:txBody>
          <a:bodyPr vert="horz" anchor="ctr" wrap="none" tIns="45720" lIns="91440" bIns="45720" rIns="91440">
            <a:normAutofit/>
          </a:bodyPr>
          <a:p>
            <a:pPr algn="ctr" marL="0"/>
            <a:r>
              <a:rPr lang="en-US" b="true" i="false" sz="1600" baseline="0" u="none">
                <a:solidFill>
                  <a:schemeClr val="lt1"/>
                </a:solidFill>
                <a:latin typeface="Arial"/>
                <a:ea typeface="Arial"/>
              </a:rPr>
              <a:t>02</a:t>
            </a:r>
          </a:p>
        </p:txBody>
      </p:sp>
      <p:sp>
        <p:nvSpPr>
          <p:cNvPr name="TextBox 8" id="8"/>
          <p:cNvSpPr txBox="true"/>
          <p:nvPr/>
        </p:nvSpPr>
        <p:spPr>
          <a:xfrm flipH="true">
            <a:off x="7196765" y="1973538"/>
            <a:ext cx="3921690" cy="589648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20000"/>
              </a:lnSpc>
              <a:defRPr/>
            </a:pPr>
            <a:r>
              <a:rPr lang="zh-CN" b="false" i="false" sz="12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数据驱动设计是指通过分析用户的历史选择和偏好，生成个性化的PPT模板。AI能够根据用户的反馈不断优化设计，提供更加符合用户需求的演示文稿。</a:t>
            </a:r>
            <a:endParaRPr lang="en-US" sz="1100"/>
          </a:p>
        </p:txBody>
      </p:sp>
      <p:sp>
        <p:nvSpPr>
          <p:cNvPr name="TextBox 9" id="9"/>
          <p:cNvSpPr txBox="true"/>
          <p:nvPr/>
        </p:nvSpPr>
        <p:spPr>
          <a:xfrm flipH="true">
            <a:off x="7196767" y="1634983"/>
            <a:ext cx="3921690" cy="338554"/>
          </a:xfrm>
          <a:prstGeom prst="rect">
            <a:avLst/>
          </a:prstGeom>
          <a:noFill/>
        </p:spPr>
        <p:txBody>
          <a:bodyPr anchor="b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true" i="false" sz="16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数据驱动设计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>
            <a:off x="3497899" y="3820811"/>
            <a:ext cx="634812" cy="634810"/>
          </a:xfrm>
          <a:prstGeom prst="ellipse">
            <a:avLst/>
          </a:prstGeom>
          <a:gradFill>
            <a:gsLst>
              <a:gs pos="0">
                <a:srgbClr val="AE94FF">
                  <a:lumMod val="60000"/>
                  <a:lumOff val="40000"/>
                </a:srgbClr>
              </a:gs>
              <a:gs pos="60000">
                <a:srgbClr val="AE94FF"/>
              </a:gs>
            </a:gsLst>
            <a:path path="circle">
              <a:fillToRect t="0" l="0" b="100000" r="100000"/>
            </a:path>
          </a:gradFill>
          <a:ln cap="flat" cmpd="sng">
            <a:prstDash val="solid"/>
          </a:ln>
        </p:spPr>
        <p:txBody>
          <a:bodyPr vert="horz" anchor="ctr" wrap="none" tIns="45720" lIns="91440" bIns="45720" rIns="91440">
            <a:normAutofit/>
          </a:bodyPr>
          <a:p>
            <a:pPr algn="ctr" marL="0"/>
            <a:r>
              <a:rPr lang="en-US" b="true" i="false" sz="1600" baseline="0" u="none">
                <a:solidFill>
                  <a:schemeClr val="lt1"/>
                </a:solidFill>
                <a:latin typeface="Arial"/>
                <a:ea typeface="Arial"/>
              </a:rPr>
              <a:t>03</a:t>
            </a:r>
          </a:p>
        </p:txBody>
      </p:sp>
      <p:sp>
        <p:nvSpPr>
          <p:cNvPr name="TextBox 11" id="11"/>
          <p:cNvSpPr txBox="true"/>
          <p:nvPr/>
        </p:nvSpPr>
        <p:spPr>
          <a:xfrm flipH="true">
            <a:off x="687777" y="4020476"/>
            <a:ext cx="2810120" cy="589648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r" marL="0">
              <a:lnSpc>
                <a:spcPct val="120000"/>
              </a:lnSpc>
              <a:defRPr/>
            </a:pPr>
            <a:r>
              <a:rPr lang="zh-CN" b="false" i="false" sz="12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自然语言处理技术是AI生成PPT的核心，它能够理解用户输入的文字内容，并生成符合语境的文本。通过语义分析和文本生成算法，AI可以自动生成标题、段落和列表等内容。</a:t>
            </a:r>
            <a:endParaRPr lang="en-US" sz="1100"/>
          </a:p>
        </p:txBody>
      </p:sp>
      <p:sp>
        <p:nvSpPr>
          <p:cNvPr name="TextBox 12" id="12"/>
          <p:cNvSpPr txBox="true"/>
          <p:nvPr/>
        </p:nvSpPr>
        <p:spPr>
          <a:xfrm flipH="true">
            <a:off x="687779" y="3681921"/>
            <a:ext cx="2810120" cy="338554"/>
          </a:xfrm>
          <a:prstGeom prst="rect">
            <a:avLst/>
          </a:prstGeom>
          <a:noFill/>
        </p:spPr>
        <p:txBody>
          <a:bodyPr anchor="b" rtlCol="false" vert="horz" wrap="square" tIns="45720" lIns="91440" bIns="45720" rIns="91440">
            <a:spAutoFit/>
          </a:bodyPr>
          <a:lstStyle/>
          <a:p>
            <a:pPr algn="r" marL="0">
              <a:defRPr/>
            </a:pPr>
            <a:r>
              <a:rPr lang="zh-CN" b="true" i="false" sz="16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自然语言处理技术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>
            <a:off x="8059289" y="3820811"/>
            <a:ext cx="634812" cy="634810"/>
          </a:xfrm>
          <a:prstGeom prst="ellipse">
            <a:avLst/>
          </a:prstGeom>
          <a:gradFill>
            <a:gsLst>
              <a:gs pos="0">
                <a:srgbClr val="3ED0E8">
                  <a:lumMod val="60000"/>
                  <a:lumOff val="40000"/>
                </a:srgbClr>
              </a:gs>
              <a:gs pos="60000">
                <a:srgbClr val="3ED0E8"/>
              </a:gs>
            </a:gsLst>
            <a:path path="circle">
              <a:fillToRect t="0" l="0" b="100000" r="100000"/>
            </a:path>
          </a:gradFill>
          <a:ln cap="flat" cmpd="sng">
            <a:prstDash val="solid"/>
          </a:ln>
        </p:spPr>
        <p:txBody>
          <a:bodyPr vert="horz" anchor="ctr" wrap="none" tIns="45720" lIns="91440" bIns="45720" rIns="91440">
            <a:normAutofit/>
          </a:bodyPr>
          <a:p>
            <a:pPr algn="ctr" marL="0"/>
            <a:r>
              <a:rPr lang="en-US" b="true" i="false" sz="1600" baseline="0" u="none">
                <a:solidFill>
                  <a:schemeClr val="lt1"/>
                </a:solidFill>
                <a:latin typeface="Arial"/>
                <a:ea typeface="Arial"/>
              </a:rPr>
              <a:t>04</a:t>
            </a:r>
          </a:p>
        </p:txBody>
      </p:sp>
      <p:sp>
        <p:nvSpPr>
          <p:cNvPr name="TextBox 14" id="14"/>
          <p:cNvSpPr txBox="true"/>
          <p:nvPr/>
        </p:nvSpPr>
        <p:spPr>
          <a:xfrm flipH="true">
            <a:off x="8694101" y="4020476"/>
            <a:ext cx="2810120" cy="589648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20000"/>
              </a:lnSpc>
              <a:defRPr/>
            </a:pPr>
            <a:r>
              <a:rPr lang="zh-CN" b="false" i="false" sz="12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自动化流程使得PPT生成更加高效。从内容输入到最终生成，AI能够自动完成所有步骤，包括文本生成、图像插入、排版优化和动画设计，极大地简化了用户的操作流程。</a:t>
            </a:r>
            <a:endParaRPr lang="en-US" sz="1100"/>
          </a:p>
        </p:txBody>
      </p:sp>
      <p:sp>
        <p:nvSpPr>
          <p:cNvPr name="TextBox 15" id="15"/>
          <p:cNvSpPr txBox="true"/>
          <p:nvPr/>
        </p:nvSpPr>
        <p:spPr>
          <a:xfrm flipH="true">
            <a:off x="8694103" y="3681921"/>
            <a:ext cx="2810120" cy="338554"/>
          </a:xfrm>
          <a:prstGeom prst="rect">
            <a:avLst/>
          </a:prstGeom>
          <a:noFill/>
        </p:spPr>
        <p:txBody>
          <a:bodyPr anchor="b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true" i="false" sz="16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自动化流程</a:t>
            </a:r>
            <a:endParaRPr lang="en-US" sz="1100"/>
          </a:p>
        </p:txBody>
      </p:sp>
      <p:grpSp>
        <p:nvGrpSpPr>
          <p:cNvPr name="Group 16" id="16"/>
          <p:cNvGrpSpPr/>
          <p:nvPr/>
        </p:nvGrpSpPr>
        <p:grpSpPr>
          <a:xfrm>
            <a:off x="4675824" y="2639245"/>
            <a:ext cx="2733417" cy="3031348"/>
            <a:chOff x="4215449" y="1459078"/>
            <a:chExt cx="3955476" cy="4386608"/>
          </a:xfrm>
        </p:grpSpPr>
        <p:sp>
          <p:nvSpPr>
            <p:cNvPr name="Freeform 17" id="17"/>
            <p:cNvSpPr/>
            <p:nvPr/>
          </p:nvSpPr>
          <p:spPr>
            <a:xfrm>
              <a:off x="6896098" y="4719599"/>
              <a:ext cx="1176067" cy="1080845"/>
            </a:xfrm>
            <a:custGeom>
              <a:avLst/>
              <a:gdLst/>
              <a:ahLst/>
              <a:cxnLst/>
              <a:rect r="r" b="b" t="t" l="l"/>
              <a:pathLst>
                <a:path w="1271609" h="1168651" stroke="true" fill="norm" extrusionOk="true">
                  <a:moveTo>
                    <a:pt x="284262" y="1168390"/>
                  </a:moveTo>
                  <a:lnTo>
                    <a:pt x="977802" y="1168390"/>
                  </a:lnTo>
                  <a:cubicBezTo>
                    <a:pt x="1272084" y="976870"/>
                    <a:pt x="1355373" y="583044"/>
                    <a:pt x="1163852" y="288801"/>
                  </a:cubicBezTo>
                  <a:cubicBezTo>
                    <a:pt x="972371" y="-5482"/>
                    <a:pt x="578546" y="-88809"/>
                    <a:pt x="284262" y="102711"/>
                  </a:cubicBezTo>
                  <a:cubicBezTo>
                    <a:pt x="-10020" y="294231"/>
                    <a:pt x="-93307" y="688056"/>
                    <a:pt x="98212" y="982339"/>
                  </a:cubicBezTo>
                  <a:cubicBezTo>
                    <a:pt x="146547" y="1056627"/>
                    <a:pt x="209936" y="1120015"/>
                    <a:pt x="284262" y="1168390"/>
                  </a:cubicBezTo>
                  <a:close/>
                </a:path>
              </a:pathLst>
            </a:custGeom>
            <a:solidFill>
              <a:srgbClr val="D7E4F9"/>
            </a:solidFill>
            <a:ln cap="flat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18" id="18"/>
            <p:cNvSpPr/>
            <p:nvPr/>
          </p:nvSpPr>
          <p:spPr>
            <a:xfrm>
              <a:off x="5609246" y="1760634"/>
              <a:ext cx="2227603" cy="2227603"/>
            </a:xfrm>
            <a:custGeom>
              <a:avLst/>
              <a:gdLst/>
              <a:ahLst/>
              <a:cxnLst/>
              <a:rect r="r" b="b" t="t" l="l"/>
              <a:pathLst>
                <a:path w="2408570" h="2408570" stroke="true" fill="norm" extrusionOk="true">
                  <a:moveTo>
                    <a:pt x="2408570" y="1204285"/>
                  </a:moveTo>
                  <a:cubicBezTo>
                    <a:pt x="2408570" y="1869394"/>
                    <a:pt x="1869394" y="2408571"/>
                    <a:pt x="1204285" y="2408571"/>
                  </a:cubicBezTo>
                  <a:cubicBezTo>
                    <a:pt x="539177" y="2408571"/>
                    <a:pt x="0" y="1869394"/>
                    <a:pt x="0" y="1204285"/>
                  </a:cubicBezTo>
                  <a:cubicBezTo>
                    <a:pt x="0" y="539177"/>
                    <a:pt x="539177" y="0"/>
                    <a:pt x="1204285" y="0"/>
                  </a:cubicBezTo>
                  <a:cubicBezTo>
                    <a:pt x="1869394" y="0"/>
                    <a:pt x="2408570" y="539177"/>
                    <a:pt x="2408570" y="1204285"/>
                  </a:cubicBezTo>
                  <a:close/>
                </a:path>
              </a:pathLst>
            </a:custGeom>
            <a:solidFill>
              <a:srgbClr val="D7E4F9"/>
            </a:solidFill>
            <a:ln cap="flat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19" id="19"/>
            <p:cNvSpPr/>
            <p:nvPr/>
          </p:nvSpPr>
          <p:spPr>
            <a:xfrm>
              <a:off x="4301236" y="5729728"/>
              <a:ext cx="3715470" cy="115958"/>
            </a:xfrm>
            <a:custGeom>
              <a:avLst/>
              <a:gdLst/>
              <a:ahLst/>
              <a:cxnLst/>
              <a:rect r="r" b="b" t="t" l="l"/>
              <a:pathLst>
                <a:path w="4017309" h="125378" stroke="true" fill="norm" extrusionOk="true">
                  <a:moveTo>
                    <a:pt x="4017310" y="62689"/>
                  </a:moveTo>
                  <a:cubicBezTo>
                    <a:pt x="4017310" y="97312"/>
                    <a:pt x="3118004" y="125379"/>
                    <a:pt x="2008655" y="125379"/>
                  </a:cubicBezTo>
                  <a:cubicBezTo>
                    <a:pt x="899305" y="125379"/>
                    <a:pt x="0" y="97312"/>
                    <a:pt x="0" y="62689"/>
                  </a:cubicBezTo>
                  <a:cubicBezTo>
                    <a:pt x="0" y="28067"/>
                    <a:pt x="899306" y="0"/>
                    <a:pt x="2008655" y="0"/>
                  </a:cubicBezTo>
                  <a:cubicBezTo>
                    <a:pt x="3118005" y="0"/>
                    <a:pt x="4017310" y="28067"/>
                    <a:pt x="4017310" y="62689"/>
                  </a:cubicBezTo>
                  <a:close/>
                </a:path>
              </a:pathLst>
            </a:custGeom>
            <a:solidFill>
              <a:srgbClr val="D7E4F9"/>
            </a:solidFill>
            <a:ln cap="flat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20" id="20"/>
            <p:cNvSpPr/>
            <p:nvPr/>
          </p:nvSpPr>
          <p:spPr>
            <a:xfrm>
              <a:off x="5431362" y="1571377"/>
              <a:ext cx="2227603" cy="2227603"/>
            </a:xfrm>
            <a:custGeom>
              <a:avLst/>
              <a:gdLst/>
              <a:ahLst/>
              <a:cxnLst/>
              <a:rect r="r" b="b" t="t" l="l"/>
              <a:pathLst>
                <a:path w="2408570" h="2408570" stroke="true" fill="norm" extrusionOk="true">
                  <a:moveTo>
                    <a:pt x="2408571" y="1204285"/>
                  </a:moveTo>
                  <a:cubicBezTo>
                    <a:pt x="2408571" y="1869394"/>
                    <a:pt x="1869394" y="2408571"/>
                    <a:pt x="1204285" y="2408571"/>
                  </a:cubicBezTo>
                  <a:cubicBezTo>
                    <a:pt x="539177" y="2408571"/>
                    <a:pt x="0" y="1869394"/>
                    <a:pt x="0" y="1204285"/>
                  </a:cubicBezTo>
                  <a:cubicBezTo>
                    <a:pt x="0" y="539177"/>
                    <a:pt x="539177" y="0"/>
                    <a:pt x="1204285" y="0"/>
                  </a:cubicBezTo>
                  <a:cubicBezTo>
                    <a:pt x="1869394" y="0"/>
                    <a:pt x="2408571" y="539177"/>
                    <a:pt x="2408571" y="1204285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cap="flat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l" marL="0"/>
            </a:p>
          </p:txBody>
        </p:sp>
        <p:grpSp>
          <p:nvGrpSpPr>
            <p:cNvPr name="Group 21" id="21"/>
            <p:cNvGrpSpPr/>
            <p:nvPr/>
          </p:nvGrpSpPr>
          <p:grpSpPr>
            <a:xfrm>
              <a:off x="6476001" y="2007440"/>
              <a:ext cx="369844" cy="1482949"/>
              <a:chOff x="6789708" y="1767045"/>
              <a:chExt cx="399890" cy="1603421"/>
            </a:xfrm>
            <a:solidFill>
              <a:srgbClr val="003889"/>
            </a:solidFill>
          </p:grpSpPr>
          <p:sp>
            <p:nvSpPr>
              <p:cNvPr name="Freeform 22" id="22"/>
              <p:cNvSpPr/>
              <p:nvPr/>
            </p:nvSpPr>
            <p:spPr>
              <a:xfrm>
                <a:off x="6805408" y="1767045"/>
                <a:ext cx="340023" cy="1155406"/>
              </a:xfrm>
              <a:custGeom>
                <a:avLst/>
                <a:gdLst/>
                <a:ahLst/>
                <a:cxnLst/>
                <a:rect r="r" b="b" t="t" l="l"/>
                <a:pathLst>
                  <a:path w="340023" h="1155406" stroke="true" fill="norm" extrusionOk="true">
                    <a:moveTo>
                      <a:pt x="101715" y="1155144"/>
                    </a:moveTo>
                    <a:lnTo>
                      <a:pt x="101715" y="1155144"/>
                    </a:lnTo>
                    <a:cubicBezTo>
                      <a:pt x="43137" y="1155144"/>
                      <a:pt x="-4772" y="1116740"/>
                      <a:pt x="-4772" y="1067240"/>
                    </a:cubicBezTo>
                    <a:lnTo>
                      <a:pt x="-4462" y="227607"/>
                    </a:lnTo>
                    <a:cubicBezTo>
                      <a:pt x="-4462" y="107349"/>
                      <a:pt x="78399" y="-262"/>
                      <a:pt x="179571" y="-262"/>
                    </a:cubicBezTo>
                    <a:lnTo>
                      <a:pt x="179571" y="-262"/>
                    </a:lnTo>
                    <a:cubicBezTo>
                      <a:pt x="280743" y="-262"/>
                      <a:pt x="349057" y="107194"/>
                      <a:pt x="332881" y="227607"/>
                    </a:cubicBezTo>
                    <a:lnTo>
                      <a:pt x="219993" y="1067240"/>
                    </a:lnTo>
                    <a:cubicBezTo>
                      <a:pt x="213515" y="1116623"/>
                      <a:pt x="160290" y="1155144"/>
                      <a:pt x="101715" y="1155144"/>
                    </a:cubicBez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 cap="flat">
                <a:prstDash val="solid"/>
              </a:ln>
            </p:spPr>
            <p:txBody>
              <a:bodyPr vert="horz" anchor="ctr" tIns="45720" lIns="91440" bIns="45720" rIns="91440">
                <a:normAutofit/>
              </a:bodyPr>
              <a:p>
                <a:pPr algn="l" marL="0"/>
              </a:p>
            </p:txBody>
          </p:sp>
          <p:sp>
            <p:nvSpPr>
              <p:cNvPr name="Freeform 23" id="23"/>
              <p:cNvSpPr/>
              <p:nvPr/>
            </p:nvSpPr>
            <p:spPr>
              <a:xfrm rot="-1793192">
                <a:off x="6839241" y="3034974"/>
                <a:ext cx="300823" cy="279102"/>
              </a:xfrm>
              <a:custGeom>
                <a:avLst/>
                <a:gdLst/>
                <a:ahLst/>
                <a:cxnLst/>
                <a:rect r="r" b="b" t="t" l="l"/>
                <a:pathLst>
                  <a:path w="300823" h="279102" stroke="true" fill="norm" extrusionOk="true">
                    <a:moveTo>
                      <a:pt x="296076" y="139297"/>
                    </a:moveTo>
                    <a:cubicBezTo>
                      <a:pt x="296076" y="216369"/>
                      <a:pt x="228734" y="278848"/>
                      <a:pt x="145664" y="278848"/>
                    </a:cubicBezTo>
                    <a:cubicBezTo>
                      <a:pt x="62593" y="278848"/>
                      <a:pt x="-4749" y="216369"/>
                      <a:pt x="-4749" y="139297"/>
                    </a:cubicBezTo>
                    <a:cubicBezTo>
                      <a:pt x="-4749" y="62225"/>
                      <a:pt x="62593" y="-254"/>
                      <a:pt x="145664" y="-254"/>
                    </a:cubicBezTo>
                    <a:cubicBezTo>
                      <a:pt x="228734" y="-254"/>
                      <a:pt x="296076" y="62225"/>
                      <a:pt x="296076" y="139297"/>
                    </a:cubicBez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 cap="flat">
                <a:prstDash val="solid"/>
              </a:ln>
            </p:spPr>
            <p:txBody>
              <a:bodyPr vert="horz" anchor="ctr" tIns="45720" lIns="91440" bIns="45720" rIns="91440">
                <a:normAutofit/>
              </a:bodyPr>
              <a:p>
                <a:pPr algn="l" marL="0"/>
              </a:p>
            </p:txBody>
          </p:sp>
        </p:grpSp>
        <p:sp>
          <p:nvSpPr>
            <p:cNvPr name="Freeform 24" id="24"/>
            <p:cNvSpPr/>
            <p:nvPr/>
          </p:nvSpPr>
          <p:spPr>
            <a:xfrm>
              <a:off x="6388656" y="1957067"/>
              <a:ext cx="313088" cy="1106877"/>
            </a:xfrm>
            <a:custGeom>
              <a:avLst/>
              <a:gdLst/>
              <a:ahLst/>
              <a:cxnLst/>
              <a:rect r="r" b="b" t="t" l="l"/>
              <a:pathLst>
                <a:path w="338523" h="1196798" stroke="true" fill="norm" extrusionOk="true">
                  <a:moveTo>
                    <a:pt x="164605" y="1196536"/>
                  </a:moveTo>
                  <a:lnTo>
                    <a:pt x="164605" y="1196536"/>
                  </a:lnTo>
                  <a:cubicBezTo>
                    <a:pt x="106027" y="1196536"/>
                    <a:pt x="55559" y="1156774"/>
                    <a:pt x="52106" y="1105490"/>
                  </a:cubicBezTo>
                  <a:lnTo>
                    <a:pt x="-4182" y="235754"/>
                  </a:lnTo>
                  <a:cubicBezTo>
                    <a:pt x="-12251" y="111035"/>
                    <a:pt x="63317" y="-262"/>
                    <a:pt x="164489" y="-262"/>
                  </a:cubicBezTo>
                  <a:lnTo>
                    <a:pt x="164489" y="-262"/>
                  </a:lnTo>
                  <a:cubicBezTo>
                    <a:pt x="265660" y="-262"/>
                    <a:pt x="341228" y="111035"/>
                    <a:pt x="333161" y="235754"/>
                  </a:cubicBezTo>
                  <a:lnTo>
                    <a:pt x="276871" y="1105490"/>
                  </a:lnTo>
                  <a:cubicBezTo>
                    <a:pt x="273536" y="1156774"/>
                    <a:pt x="223027" y="1196536"/>
                    <a:pt x="164605" y="1196536"/>
                  </a:cubicBezTo>
                  <a:close/>
                </a:path>
              </a:pathLst>
            </a:custGeom>
            <a:solidFill>
              <a:schemeClr val="accent1"/>
            </a:solidFill>
            <a:ln cap="flat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25" id="25"/>
            <p:cNvSpPr/>
            <p:nvPr/>
          </p:nvSpPr>
          <p:spPr>
            <a:xfrm>
              <a:off x="6409258" y="3141478"/>
              <a:ext cx="271812" cy="271812"/>
            </a:xfrm>
            <a:custGeom>
              <a:avLst/>
              <a:gdLst/>
              <a:ahLst/>
              <a:cxnLst/>
              <a:rect r="r" b="b" t="t" l="l"/>
              <a:pathLst>
                <a:path w="293894" h="293894" stroke="true" fill="norm" extrusionOk="true">
                  <a:moveTo>
                    <a:pt x="293895" y="146947"/>
                  </a:moveTo>
                  <a:cubicBezTo>
                    <a:pt x="293895" y="228104"/>
                    <a:pt x="228104" y="293895"/>
                    <a:pt x="146947" y="293895"/>
                  </a:cubicBezTo>
                  <a:cubicBezTo>
                    <a:pt x="65790" y="293895"/>
                    <a:pt x="0" y="228104"/>
                    <a:pt x="0" y="146947"/>
                  </a:cubicBezTo>
                  <a:cubicBezTo>
                    <a:pt x="0" y="65791"/>
                    <a:pt x="65790" y="0"/>
                    <a:pt x="146947" y="0"/>
                  </a:cubicBezTo>
                  <a:cubicBezTo>
                    <a:pt x="228104" y="0"/>
                    <a:pt x="293895" y="65790"/>
                    <a:pt x="293895" y="146947"/>
                  </a:cubicBezTo>
                  <a:close/>
                </a:path>
              </a:pathLst>
            </a:custGeom>
            <a:solidFill>
              <a:schemeClr val="accent1"/>
            </a:solidFill>
            <a:ln cap="flat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26" id="26"/>
            <p:cNvSpPr/>
            <p:nvPr/>
          </p:nvSpPr>
          <p:spPr>
            <a:xfrm>
              <a:off x="6679456" y="3260557"/>
              <a:ext cx="1354795" cy="1014421"/>
            </a:xfrm>
            <a:custGeom>
              <a:avLst/>
              <a:gdLst/>
              <a:ahLst/>
              <a:cxnLst/>
              <a:rect r="r" b="b" t="t" l="l"/>
              <a:pathLst>
                <a:path w="1464856" h="1096831" stroke="true" fill="norm" extrusionOk="true">
                  <a:moveTo>
                    <a:pt x="6129" y="169302"/>
                  </a:moveTo>
                  <a:lnTo>
                    <a:pt x="245868" y="611269"/>
                  </a:lnTo>
                  <a:lnTo>
                    <a:pt x="-4772" y="785604"/>
                  </a:lnTo>
                  <a:lnTo>
                    <a:pt x="1197806" y="1094589"/>
                  </a:lnTo>
                  <a:cubicBezTo>
                    <a:pt x="1231168" y="1103162"/>
                    <a:pt x="1265150" y="1083106"/>
                    <a:pt x="1273723" y="1049744"/>
                  </a:cubicBezTo>
                  <a:cubicBezTo>
                    <a:pt x="1273723" y="1049744"/>
                    <a:pt x="1273723" y="1049706"/>
                    <a:pt x="1273723" y="1049706"/>
                  </a:cubicBezTo>
                  <a:lnTo>
                    <a:pt x="1460084" y="323775"/>
                  </a:lnTo>
                  <a:lnTo>
                    <a:pt x="198968" y="-262"/>
                  </a:lnTo>
                  <a:close/>
                </a:path>
              </a:pathLst>
            </a:custGeom>
            <a:solidFill>
              <a:srgbClr val="33DA82"/>
            </a:solidFill>
            <a:ln cap="flat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27" id="27"/>
            <p:cNvSpPr/>
            <p:nvPr/>
          </p:nvSpPr>
          <p:spPr>
            <a:xfrm>
              <a:off x="7036192" y="2685215"/>
              <a:ext cx="1134733" cy="549581"/>
            </a:xfrm>
            <a:custGeom>
              <a:avLst/>
              <a:gdLst/>
              <a:ahLst/>
              <a:cxnLst/>
              <a:rect r="r" b="b" t="t" l="l"/>
              <a:pathLst>
                <a:path w="1226917" h="594228" stroke="true" fill="norm" extrusionOk="true">
                  <a:moveTo>
                    <a:pt x="1175229" y="302904"/>
                  </a:moveTo>
                  <a:lnTo>
                    <a:pt x="-4772" y="-262"/>
                  </a:lnTo>
                  <a:lnTo>
                    <a:pt x="60090" y="310081"/>
                  </a:lnTo>
                  <a:lnTo>
                    <a:pt x="1164872" y="593967"/>
                  </a:lnTo>
                  <a:lnTo>
                    <a:pt x="1220112" y="378977"/>
                  </a:lnTo>
                  <a:cubicBezTo>
                    <a:pt x="1228802" y="345681"/>
                    <a:pt x="1208824" y="311656"/>
                    <a:pt x="1175540" y="302982"/>
                  </a:cubicBezTo>
                  <a:cubicBezTo>
                    <a:pt x="1175422" y="302955"/>
                    <a:pt x="1175345" y="302931"/>
                    <a:pt x="1175229" y="302904"/>
                  </a:cubicBezTo>
                  <a:close/>
                </a:path>
              </a:pathLst>
            </a:custGeom>
            <a:solidFill>
              <a:srgbClr val="33DA82"/>
            </a:solidFill>
            <a:ln cap="flat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28" id="28"/>
            <p:cNvSpPr/>
            <p:nvPr/>
          </p:nvSpPr>
          <p:spPr>
            <a:xfrm>
              <a:off x="6867924" y="2972061"/>
              <a:ext cx="1250031" cy="588222"/>
            </a:xfrm>
            <a:custGeom>
              <a:avLst/>
              <a:gdLst/>
              <a:ahLst/>
              <a:cxnLst/>
              <a:rect r="r" b="b" t="t" l="l"/>
              <a:pathLst>
                <a:path w="1351581" h="636008" stroke="true" fill="norm" extrusionOk="true">
                  <a:moveTo>
                    <a:pt x="263559" y="80262"/>
                  </a:moveTo>
                  <a:lnTo>
                    <a:pt x="0" y="311933"/>
                  </a:lnTo>
                  <a:lnTo>
                    <a:pt x="1261078" y="636009"/>
                  </a:lnTo>
                  <a:lnTo>
                    <a:pt x="1351582" y="283886"/>
                  </a:lnTo>
                  <a:lnTo>
                    <a:pt x="246761" y="0"/>
                  </a:lnTo>
                  <a:lnTo>
                    <a:pt x="263559" y="80262"/>
                  </a:lnTo>
                  <a:close/>
                </a:path>
              </a:pathLst>
            </a:custGeom>
            <a:solidFill>
              <a:srgbClr val="1DB562"/>
            </a:solidFill>
            <a:ln cap="flat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29" id="29"/>
            <p:cNvSpPr/>
            <p:nvPr/>
          </p:nvSpPr>
          <p:spPr>
            <a:xfrm rot="864600">
              <a:off x="7518579" y="3741362"/>
              <a:ext cx="339550" cy="85713"/>
            </a:xfrm>
            <a:custGeom>
              <a:avLst/>
              <a:gdLst/>
              <a:ahLst/>
              <a:cxnLst/>
              <a:rect r="r" b="b" t="t" l="l"/>
              <a:pathLst>
                <a:path w="367135" h="92676" stroke="true" fill="norm" extrusionOk="true">
                  <a:moveTo>
                    <a:pt x="-4771" y="-262"/>
                  </a:moveTo>
                  <a:lnTo>
                    <a:pt x="362365" y="-262"/>
                  </a:lnTo>
                  <a:lnTo>
                    <a:pt x="362365" y="92414"/>
                  </a:lnTo>
                  <a:lnTo>
                    <a:pt x="-4771" y="92414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30" id="30"/>
            <p:cNvSpPr/>
            <p:nvPr/>
          </p:nvSpPr>
          <p:spPr>
            <a:xfrm rot="864600">
              <a:off x="7182711" y="3855470"/>
              <a:ext cx="641179" cy="85713"/>
            </a:xfrm>
            <a:custGeom>
              <a:avLst/>
              <a:gdLst/>
              <a:ahLst/>
              <a:cxnLst/>
              <a:rect r="r" b="b" t="t" l="l"/>
              <a:pathLst>
                <a:path w="693267" h="92676" stroke="true" fill="norm" extrusionOk="true">
                  <a:moveTo>
                    <a:pt x="-4773" y="-262"/>
                  </a:moveTo>
                  <a:lnTo>
                    <a:pt x="688494" y="-262"/>
                  </a:lnTo>
                  <a:lnTo>
                    <a:pt x="688494" y="92414"/>
                  </a:lnTo>
                  <a:lnTo>
                    <a:pt x="-4773" y="92414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31" id="31"/>
            <p:cNvSpPr/>
            <p:nvPr/>
          </p:nvSpPr>
          <p:spPr>
            <a:xfrm>
              <a:off x="4215449" y="2602480"/>
              <a:ext cx="2076451" cy="3184904"/>
            </a:xfrm>
            <a:custGeom>
              <a:avLst/>
              <a:gdLst/>
              <a:ahLst/>
              <a:cxnLst/>
              <a:rect r="r" b="b" t="t" l="l"/>
              <a:pathLst>
                <a:path w="2245138" h="3443641" stroke="true" fill="norm" extrusionOk="true">
                  <a:moveTo>
                    <a:pt x="2240367" y="1116972"/>
                  </a:moveTo>
                  <a:lnTo>
                    <a:pt x="1802473" y="852327"/>
                  </a:lnTo>
                  <a:lnTo>
                    <a:pt x="1876606" y="616777"/>
                  </a:lnTo>
                  <a:lnTo>
                    <a:pt x="1977893" y="294796"/>
                  </a:lnTo>
                  <a:lnTo>
                    <a:pt x="1921140" y="234163"/>
                  </a:lnTo>
                  <a:lnTo>
                    <a:pt x="1701688" y="-262"/>
                  </a:lnTo>
                  <a:lnTo>
                    <a:pt x="588566" y="283159"/>
                  </a:lnTo>
                  <a:cubicBezTo>
                    <a:pt x="557804" y="290669"/>
                    <a:pt x="538950" y="321696"/>
                    <a:pt x="546477" y="352458"/>
                  </a:cubicBezTo>
                  <a:cubicBezTo>
                    <a:pt x="546864" y="354049"/>
                    <a:pt x="547292" y="355624"/>
                    <a:pt x="547833" y="357175"/>
                  </a:cubicBezTo>
                  <a:lnTo>
                    <a:pt x="614751" y="566657"/>
                  </a:lnTo>
                  <a:lnTo>
                    <a:pt x="651955" y="683229"/>
                  </a:lnTo>
                  <a:cubicBezTo>
                    <a:pt x="578712" y="674268"/>
                    <a:pt x="507722" y="669574"/>
                    <a:pt x="456710" y="667130"/>
                  </a:cubicBezTo>
                  <a:cubicBezTo>
                    <a:pt x="455740" y="664896"/>
                    <a:pt x="454615" y="662731"/>
                    <a:pt x="453335" y="660652"/>
                  </a:cubicBezTo>
                  <a:lnTo>
                    <a:pt x="421679" y="608282"/>
                  </a:lnTo>
                  <a:lnTo>
                    <a:pt x="395727" y="565377"/>
                  </a:lnTo>
                  <a:cubicBezTo>
                    <a:pt x="426761" y="526584"/>
                    <a:pt x="440416" y="465058"/>
                    <a:pt x="428507" y="398567"/>
                  </a:cubicBezTo>
                  <a:cubicBezTo>
                    <a:pt x="426916" y="389800"/>
                    <a:pt x="424939" y="381239"/>
                    <a:pt x="422611" y="372887"/>
                  </a:cubicBezTo>
                  <a:cubicBezTo>
                    <a:pt x="420128" y="363960"/>
                    <a:pt x="417180" y="355170"/>
                    <a:pt x="413765" y="346546"/>
                  </a:cubicBezTo>
                  <a:cubicBezTo>
                    <a:pt x="442201" y="335257"/>
                    <a:pt x="462218" y="314658"/>
                    <a:pt x="475563" y="275051"/>
                  </a:cubicBezTo>
                  <a:cubicBezTo>
                    <a:pt x="505705" y="185827"/>
                    <a:pt x="412136" y="80117"/>
                    <a:pt x="317056" y="125427"/>
                  </a:cubicBezTo>
                  <a:cubicBezTo>
                    <a:pt x="221973" y="170737"/>
                    <a:pt x="216465" y="222952"/>
                    <a:pt x="197341" y="230168"/>
                  </a:cubicBezTo>
                  <a:cubicBezTo>
                    <a:pt x="178216" y="237383"/>
                    <a:pt x="114518" y="220004"/>
                    <a:pt x="79139" y="287930"/>
                  </a:cubicBezTo>
                  <a:cubicBezTo>
                    <a:pt x="66376" y="312370"/>
                    <a:pt x="61178" y="362684"/>
                    <a:pt x="65484" y="412261"/>
                  </a:cubicBezTo>
                  <a:cubicBezTo>
                    <a:pt x="72971" y="499118"/>
                    <a:pt x="109707" y="583764"/>
                    <a:pt x="186323" y="522898"/>
                  </a:cubicBezTo>
                  <a:cubicBezTo>
                    <a:pt x="201607" y="548824"/>
                    <a:pt x="222595" y="570924"/>
                    <a:pt x="247695" y="587527"/>
                  </a:cubicBezTo>
                  <a:cubicBezTo>
                    <a:pt x="253047" y="608941"/>
                    <a:pt x="254288" y="635630"/>
                    <a:pt x="254211" y="656695"/>
                  </a:cubicBezTo>
                  <a:cubicBezTo>
                    <a:pt x="254211" y="663872"/>
                    <a:pt x="253978" y="670389"/>
                    <a:pt x="253784" y="675820"/>
                  </a:cubicBezTo>
                  <a:cubicBezTo>
                    <a:pt x="253474" y="683396"/>
                    <a:pt x="254792" y="690953"/>
                    <a:pt x="257664" y="697971"/>
                  </a:cubicBezTo>
                  <a:cubicBezTo>
                    <a:pt x="205915" y="713177"/>
                    <a:pt x="3260" y="788397"/>
                    <a:pt x="-4654" y="1035468"/>
                  </a:cubicBezTo>
                  <a:cubicBezTo>
                    <a:pt x="-6205" y="1094632"/>
                    <a:pt x="7527" y="1153189"/>
                    <a:pt x="35226" y="1205498"/>
                  </a:cubicBezTo>
                  <a:lnTo>
                    <a:pt x="71536" y="1275014"/>
                  </a:lnTo>
                  <a:lnTo>
                    <a:pt x="87634" y="1265006"/>
                  </a:lnTo>
                  <a:lnTo>
                    <a:pt x="118242" y="1300928"/>
                  </a:lnTo>
                  <a:lnTo>
                    <a:pt x="122548" y="1306010"/>
                  </a:lnTo>
                  <a:lnTo>
                    <a:pt x="211112" y="1409975"/>
                  </a:lnTo>
                  <a:lnTo>
                    <a:pt x="211811" y="1410712"/>
                  </a:lnTo>
                  <a:lnTo>
                    <a:pt x="212004" y="1452918"/>
                  </a:lnTo>
                  <a:lnTo>
                    <a:pt x="212781" y="1630939"/>
                  </a:lnTo>
                  <a:lnTo>
                    <a:pt x="233225" y="1624344"/>
                  </a:lnTo>
                  <a:lnTo>
                    <a:pt x="239315" y="1676908"/>
                  </a:lnTo>
                  <a:lnTo>
                    <a:pt x="425520" y="3284251"/>
                  </a:lnTo>
                  <a:lnTo>
                    <a:pt x="441037" y="3284251"/>
                  </a:lnTo>
                  <a:lnTo>
                    <a:pt x="450969" y="3370953"/>
                  </a:lnTo>
                  <a:cubicBezTo>
                    <a:pt x="438088" y="3389225"/>
                    <a:pt x="429748" y="3414634"/>
                    <a:pt x="428237" y="3443380"/>
                  </a:cubicBezTo>
                  <a:lnTo>
                    <a:pt x="587015" y="3443380"/>
                  </a:lnTo>
                  <a:cubicBezTo>
                    <a:pt x="583213" y="3417000"/>
                    <a:pt x="572623" y="3392018"/>
                    <a:pt x="556291" y="3370953"/>
                  </a:cubicBezTo>
                  <a:lnTo>
                    <a:pt x="556679" y="3284251"/>
                  </a:lnTo>
                  <a:lnTo>
                    <a:pt x="569132" y="3284251"/>
                  </a:lnTo>
                  <a:lnTo>
                    <a:pt x="632751" y="1884489"/>
                  </a:lnTo>
                  <a:lnTo>
                    <a:pt x="756889" y="1904583"/>
                  </a:lnTo>
                  <a:lnTo>
                    <a:pt x="1064515" y="1954316"/>
                  </a:lnTo>
                  <a:lnTo>
                    <a:pt x="1065951" y="2800000"/>
                  </a:lnTo>
                  <a:lnTo>
                    <a:pt x="1084495" y="2800000"/>
                  </a:lnTo>
                  <a:cubicBezTo>
                    <a:pt x="1086899" y="2832276"/>
                    <a:pt x="1089848" y="2874870"/>
                    <a:pt x="1090392" y="2898728"/>
                  </a:cubicBezTo>
                  <a:lnTo>
                    <a:pt x="1068124" y="2901211"/>
                  </a:lnTo>
                  <a:lnTo>
                    <a:pt x="1073012" y="2989620"/>
                  </a:lnTo>
                  <a:lnTo>
                    <a:pt x="1366092" y="2989620"/>
                  </a:lnTo>
                  <a:lnTo>
                    <a:pt x="1363881" y="2948965"/>
                  </a:lnTo>
                  <a:lnTo>
                    <a:pt x="1217360" y="2884414"/>
                  </a:lnTo>
                  <a:lnTo>
                    <a:pt x="1197576" y="2886625"/>
                  </a:lnTo>
                  <a:lnTo>
                    <a:pt x="1205334" y="2800000"/>
                  </a:lnTo>
                  <a:lnTo>
                    <a:pt x="1222907" y="2800000"/>
                  </a:lnTo>
                  <a:lnTo>
                    <a:pt x="1346695" y="1897485"/>
                  </a:lnTo>
                  <a:cubicBezTo>
                    <a:pt x="1355501" y="1833166"/>
                    <a:pt x="1321169" y="1768304"/>
                    <a:pt x="1261118" y="1735912"/>
                  </a:cubicBezTo>
                  <a:lnTo>
                    <a:pt x="1093339" y="1645331"/>
                  </a:lnTo>
                  <a:lnTo>
                    <a:pt x="2119565" y="1383867"/>
                  </a:lnTo>
                  <a:close/>
                </a:path>
              </a:pathLst>
            </a:custGeom>
            <a:solidFill>
              <a:srgbClr val="003889">
                <a:alpha val="22000"/>
              </a:srgbClr>
            </a:solidFill>
            <a:ln cap="flat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32" id="32"/>
            <p:cNvSpPr/>
            <p:nvPr/>
          </p:nvSpPr>
          <p:spPr>
            <a:xfrm>
              <a:off x="5253634" y="5136734"/>
              <a:ext cx="116198" cy="156731"/>
            </a:xfrm>
            <a:custGeom>
              <a:avLst/>
              <a:gdLst/>
              <a:ahLst/>
              <a:cxnLst/>
              <a:rect r="r" b="b" t="t" l="l"/>
              <a:pathLst>
                <a:path w="125638" h="169464" stroke="true" fill="norm" extrusionOk="true">
                  <a:moveTo>
                    <a:pt x="120866" y="17156"/>
                  </a:moveTo>
                  <a:lnTo>
                    <a:pt x="100305" y="162668"/>
                  </a:lnTo>
                  <a:cubicBezTo>
                    <a:pt x="100305" y="162668"/>
                    <a:pt x="-8586" y="177370"/>
                    <a:pt x="-4669" y="162668"/>
                  </a:cubicBezTo>
                  <a:cubicBezTo>
                    <a:pt x="-750" y="147965"/>
                    <a:pt x="-4669" y="-262"/>
                    <a:pt x="-4669" y="-262"/>
                  </a:cubicBezTo>
                  <a:close/>
                </a:path>
              </a:pathLst>
            </a:custGeom>
            <a:solidFill>
              <a:srgbClr val="FDC8AA"/>
            </a:solidFill>
            <a:ln cap="flat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33" id="33"/>
            <p:cNvSpPr/>
            <p:nvPr/>
          </p:nvSpPr>
          <p:spPr>
            <a:xfrm>
              <a:off x="4632500" y="5599275"/>
              <a:ext cx="111294" cy="156357"/>
            </a:xfrm>
            <a:custGeom>
              <a:avLst/>
              <a:gdLst/>
              <a:ahLst/>
              <a:cxnLst/>
              <a:rect r="r" b="b" t="t" l="l"/>
              <a:pathLst>
                <a:path w="120335" h="169059" stroke="true" fill="norm" extrusionOk="true">
                  <a:moveTo>
                    <a:pt x="110521" y="169059"/>
                  </a:moveTo>
                  <a:lnTo>
                    <a:pt x="9776" y="169059"/>
                  </a:lnTo>
                  <a:lnTo>
                    <a:pt x="0" y="0"/>
                  </a:lnTo>
                  <a:lnTo>
                    <a:pt x="120335" y="0"/>
                  </a:lnTo>
                  <a:lnTo>
                    <a:pt x="110521" y="169059"/>
                  </a:lnTo>
                  <a:close/>
                </a:path>
              </a:pathLst>
            </a:custGeom>
            <a:solidFill>
              <a:srgbClr val="FDC8AA"/>
            </a:solidFill>
            <a:ln cap="flat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34" id="34"/>
            <p:cNvSpPr/>
            <p:nvPr/>
          </p:nvSpPr>
          <p:spPr>
            <a:xfrm>
              <a:off x="4812751" y="3896282"/>
              <a:ext cx="732914" cy="1281281"/>
            </a:xfrm>
            <a:custGeom>
              <a:avLst/>
              <a:gdLst/>
              <a:ahLst/>
              <a:cxnLst/>
              <a:rect r="r" b="b" t="t" l="l"/>
              <a:pathLst>
                <a:path w="792455" h="1385370" stroke="true" fill="norm" extrusionOk="true">
                  <a:moveTo>
                    <a:pt x="784973" y="459239"/>
                  </a:moveTo>
                  <a:lnTo>
                    <a:pt x="611375" y="1385109"/>
                  </a:lnTo>
                  <a:lnTo>
                    <a:pt x="454379" y="1385109"/>
                  </a:lnTo>
                  <a:lnTo>
                    <a:pt x="499535" y="517855"/>
                  </a:lnTo>
                  <a:lnTo>
                    <a:pt x="194622" y="466998"/>
                  </a:lnTo>
                  <a:lnTo>
                    <a:pt x="-4772" y="433636"/>
                  </a:lnTo>
                  <a:lnTo>
                    <a:pt x="-4772" y="46988"/>
                  </a:lnTo>
                  <a:lnTo>
                    <a:pt x="14429" y="42410"/>
                  </a:lnTo>
                  <a:lnTo>
                    <a:pt x="193420" y="-262"/>
                  </a:lnTo>
                  <a:lnTo>
                    <a:pt x="708279" y="293478"/>
                  </a:lnTo>
                  <a:cubicBezTo>
                    <a:pt x="766584" y="326723"/>
                    <a:pt x="797347" y="393292"/>
                    <a:pt x="784973" y="459239"/>
                  </a:cubicBezTo>
                  <a:close/>
                </a:path>
              </a:pathLst>
            </a:custGeom>
            <a:solidFill>
              <a:srgbClr val="15315E"/>
            </a:solidFill>
            <a:ln cap="flat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35" id="35"/>
            <p:cNvSpPr/>
            <p:nvPr/>
          </p:nvSpPr>
          <p:spPr>
            <a:xfrm>
              <a:off x="4812751" y="3919423"/>
              <a:ext cx="184414" cy="408939"/>
            </a:xfrm>
            <a:custGeom>
              <a:avLst/>
              <a:gdLst/>
              <a:ahLst/>
              <a:cxnLst/>
              <a:rect r="r" b="b" t="t" l="l"/>
              <a:pathLst>
                <a:path w="199395" h="442161" stroke="true" fill="norm" extrusionOk="true">
                  <a:moveTo>
                    <a:pt x="199395" y="442161"/>
                  </a:moveTo>
                  <a:lnTo>
                    <a:pt x="0" y="408799"/>
                  </a:lnTo>
                  <a:lnTo>
                    <a:pt x="0" y="22228"/>
                  </a:lnTo>
                  <a:lnTo>
                    <a:pt x="19202" y="17690"/>
                  </a:lnTo>
                  <a:lnTo>
                    <a:pt x="125922" y="0"/>
                  </a:lnTo>
                  <a:lnTo>
                    <a:pt x="199395" y="442161"/>
                  </a:lnTo>
                  <a:close/>
                </a:path>
              </a:pathLst>
            </a:custGeom>
            <a:solidFill>
              <a:srgbClr val="072542"/>
            </a:solidFill>
            <a:ln cap="flat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36" id="36"/>
            <p:cNvSpPr/>
            <p:nvPr/>
          </p:nvSpPr>
          <p:spPr>
            <a:xfrm>
              <a:off x="4526012" y="3880101"/>
              <a:ext cx="399251" cy="1756666"/>
            </a:xfrm>
            <a:custGeom>
              <a:avLst/>
              <a:gdLst/>
              <a:ahLst/>
              <a:cxnLst/>
              <a:rect r="r" b="b" t="t" l="l"/>
              <a:pathLst>
                <a:path w="431686" h="1899375" stroke="true" fill="norm" extrusionOk="true">
                  <a:moveTo>
                    <a:pt x="431687" y="0"/>
                  </a:moveTo>
                  <a:lnTo>
                    <a:pt x="429902" y="18232"/>
                  </a:lnTo>
                  <a:lnTo>
                    <a:pt x="427226" y="45387"/>
                  </a:lnTo>
                  <a:lnTo>
                    <a:pt x="245559" y="1899375"/>
                  </a:lnTo>
                  <a:lnTo>
                    <a:pt x="102025" y="1899375"/>
                  </a:lnTo>
                  <a:lnTo>
                    <a:pt x="4384" y="251222"/>
                  </a:lnTo>
                  <a:lnTo>
                    <a:pt x="0" y="177594"/>
                  </a:lnTo>
                  <a:lnTo>
                    <a:pt x="428700" y="1241"/>
                  </a:lnTo>
                  <a:lnTo>
                    <a:pt x="431687" y="0"/>
                  </a:lnTo>
                  <a:close/>
                </a:path>
              </a:pathLst>
            </a:custGeom>
            <a:solidFill>
              <a:srgbClr val="1F3A6F"/>
            </a:solidFill>
            <a:ln cap="flat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37" id="37"/>
            <p:cNvSpPr/>
            <p:nvPr/>
          </p:nvSpPr>
          <p:spPr>
            <a:xfrm>
              <a:off x="4526012" y="3881250"/>
              <a:ext cx="399251" cy="231199"/>
            </a:xfrm>
            <a:custGeom>
              <a:avLst/>
              <a:gdLst/>
              <a:ahLst/>
              <a:cxnLst/>
              <a:rect r="r" b="b" t="t" l="l"/>
              <a:pathLst>
                <a:path w="431686" h="249981" stroke="true" fill="norm" extrusionOk="true">
                  <a:moveTo>
                    <a:pt x="431687" y="41974"/>
                  </a:moveTo>
                  <a:lnTo>
                    <a:pt x="427226" y="44146"/>
                  </a:lnTo>
                  <a:lnTo>
                    <a:pt x="4384" y="249981"/>
                  </a:lnTo>
                  <a:lnTo>
                    <a:pt x="0" y="176352"/>
                  </a:lnTo>
                  <a:lnTo>
                    <a:pt x="428700" y="0"/>
                  </a:lnTo>
                  <a:lnTo>
                    <a:pt x="429902" y="16991"/>
                  </a:lnTo>
                  <a:lnTo>
                    <a:pt x="431687" y="41974"/>
                  </a:lnTo>
                  <a:close/>
                </a:path>
              </a:pathLst>
            </a:custGeom>
            <a:solidFill>
              <a:srgbClr val="072542"/>
            </a:solidFill>
            <a:ln cap="flat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38" id="38"/>
            <p:cNvSpPr/>
            <p:nvPr/>
          </p:nvSpPr>
          <p:spPr>
            <a:xfrm>
              <a:off x="4507750" y="3152312"/>
              <a:ext cx="662526" cy="916507"/>
            </a:xfrm>
            <a:custGeom>
              <a:avLst/>
              <a:gdLst/>
              <a:ahLst/>
              <a:cxnLst/>
              <a:rect r="r" b="b" t="t" l="l"/>
              <a:pathLst>
                <a:path w="716349" h="990963" stroke="true" fill="norm" extrusionOk="true">
                  <a:moveTo>
                    <a:pt x="711577" y="255034"/>
                  </a:moveTo>
                  <a:lnTo>
                    <a:pt x="514703" y="287542"/>
                  </a:lnTo>
                  <a:lnTo>
                    <a:pt x="559548" y="807638"/>
                  </a:lnTo>
                  <a:lnTo>
                    <a:pt x="-4772" y="990702"/>
                  </a:lnTo>
                  <a:lnTo>
                    <a:pt x="4229" y="808375"/>
                  </a:lnTo>
                  <a:lnTo>
                    <a:pt x="8960" y="712673"/>
                  </a:lnTo>
                  <a:lnTo>
                    <a:pt x="33672" y="213719"/>
                  </a:lnTo>
                  <a:lnTo>
                    <a:pt x="139498" y="19134"/>
                  </a:lnTo>
                  <a:lnTo>
                    <a:pt x="216076" y="-262"/>
                  </a:lnTo>
                  <a:cubicBezTo>
                    <a:pt x="216076" y="-262"/>
                    <a:pt x="544730" y="3617"/>
                    <a:pt x="711539" y="68440"/>
                  </a:cubicBezTo>
                  <a:close/>
                </a:path>
              </a:pathLst>
            </a:custGeom>
            <a:solidFill>
              <a:schemeClr val="accent1"/>
            </a:solidFill>
            <a:ln cap="flat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39" id="39"/>
            <p:cNvSpPr/>
            <p:nvPr/>
          </p:nvSpPr>
          <p:spPr>
            <a:xfrm>
              <a:off x="4516219" y="3625618"/>
              <a:ext cx="441802" cy="305107"/>
            </a:xfrm>
            <a:custGeom>
              <a:avLst/>
              <a:gdLst/>
              <a:ahLst/>
              <a:cxnLst/>
              <a:rect r="r" b="b" t="t" l="l"/>
              <a:pathLst>
                <a:path w="477693" h="329893" stroke="true" fill="norm" extrusionOk="true">
                  <a:moveTo>
                    <a:pt x="472921" y="-262"/>
                  </a:moveTo>
                  <a:lnTo>
                    <a:pt x="93721" y="316482"/>
                  </a:lnTo>
                  <a:cubicBezTo>
                    <a:pt x="73317" y="333508"/>
                    <a:pt x="43834" y="334055"/>
                    <a:pt x="22847" y="317801"/>
                  </a:cubicBezTo>
                  <a:lnTo>
                    <a:pt x="-4772" y="296465"/>
                  </a:lnTo>
                  <a:lnTo>
                    <a:pt x="-41" y="20076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cap="flat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40" id="40"/>
            <p:cNvSpPr/>
            <p:nvPr/>
          </p:nvSpPr>
          <p:spPr>
            <a:xfrm>
              <a:off x="4575022" y="3488133"/>
              <a:ext cx="139745" cy="233028"/>
            </a:xfrm>
            <a:custGeom>
              <a:avLst/>
              <a:gdLst/>
              <a:ahLst/>
              <a:cxnLst/>
              <a:rect r="r" b="b" t="t" l="l"/>
              <a:pathLst>
                <a:path w="151098" h="251959" stroke="true" fill="norm" extrusionOk="true">
                  <a:moveTo>
                    <a:pt x="0" y="0"/>
                  </a:moveTo>
                  <a:lnTo>
                    <a:pt x="151098" y="181589"/>
                  </a:lnTo>
                  <a:lnTo>
                    <a:pt x="12608" y="2519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cap="flat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41" id="41"/>
            <p:cNvSpPr/>
            <p:nvPr/>
          </p:nvSpPr>
          <p:spPr>
            <a:xfrm>
              <a:off x="4397928" y="3469978"/>
              <a:ext cx="668912" cy="417756"/>
            </a:xfrm>
            <a:custGeom>
              <a:avLst/>
              <a:gdLst/>
              <a:ahLst/>
              <a:cxnLst/>
              <a:rect r="r" b="b" t="t" l="l"/>
              <a:pathLst>
                <a:path w="723253" h="451694" stroke="true" fill="norm" extrusionOk="true">
                  <a:moveTo>
                    <a:pt x="718481" y="-262"/>
                  </a:moveTo>
                  <a:lnTo>
                    <a:pt x="712585" y="85082"/>
                  </a:lnTo>
                  <a:lnTo>
                    <a:pt x="240555" y="435265"/>
                  </a:lnTo>
                  <a:cubicBezTo>
                    <a:pt x="204050" y="461583"/>
                    <a:pt x="153386" y="455143"/>
                    <a:pt x="124602" y="420524"/>
                  </a:cubicBezTo>
                  <a:lnTo>
                    <a:pt x="41741" y="313921"/>
                  </a:lnTo>
                  <a:lnTo>
                    <a:pt x="37862" y="308723"/>
                  </a:lnTo>
                  <a:lnTo>
                    <a:pt x="9271" y="271909"/>
                  </a:lnTo>
                  <a:lnTo>
                    <a:pt x="-4772" y="253831"/>
                  </a:lnTo>
                  <a:lnTo>
                    <a:pt x="219256" y="129074"/>
                  </a:lnTo>
                  <a:lnTo>
                    <a:pt x="219489" y="129500"/>
                  </a:lnTo>
                  <a:lnTo>
                    <a:pt x="223369" y="135979"/>
                  </a:lnTo>
                  <a:lnTo>
                    <a:pt x="225231" y="139043"/>
                  </a:lnTo>
                  <a:lnTo>
                    <a:pt x="264372" y="203633"/>
                  </a:lnTo>
                  <a:close/>
                </a:path>
              </a:pathLst>
            </a:custGeom>
            <a:solidFill>
              <a:srgbClr val="FDC8AA"/>
            </a:solidFill>
            <a:ln cap="flat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42" id="42"/>
            <p:cNvSpPr/>
            <p:nvPr/>
          </p:nvSpPr>
          <p:spPr>
            <a:xfrm>
              <a:off x="4335970" y="3158340"/>
              <a:ext cx="417188" cy="572938"/>
            </a:xfrm>
            <a:custGeom>
              <a:avLst/>
              <a:gdLst/>
              <a:ahLst/>
              <a:cxnLst/>
              <a:rect r="r" b="b" t="t" l="l"/>
              <a:pathLst>
                <a:path w="451080" h="619483" stroke="true" fill="norm" extrusionOk="true">
                  <a:moveTo>
                    <a:pt x="289468" y="24178"/>
                  </a:moveTo>
                  <a:cubicBezTo>
                    <a:pt x="289468" y="24178"/>
                    <a:pt x="21098" y="82910"/>
                    <a:pt x="-3574" y="373624"/>
                  </a:cubicBezTo>
                  <a:cubicBezTo>
                    <a:pt x="-8538" y="433392"/>
                    <a:pt x="1974" y="493435"/>
                    <a:pt x="26957" y="547959"/>
                  </a:cubicBezTo>
                  <a:lnTo>
                    <a:pt x="59465" y="619221"/>
                  </a:lnTo>
                  <a:lnTo>
                    <a:pt x="301920" y="470101"/>
                  </a:lnTo>
                  <a:lnTo>
                    <a:pt x="253700" y="356322"/>
                  </a:lnTo>
                  <a:lnTo>
                    <a:pt x="446308" y="189513"/>
                  </a:lnTo>
                  <a:lnTo>
                    <a:pt x="380009" y="-262"/>
                  </a:lnTo>
                  <a:close/>
                </a:path>
              </a:pathLst>
            </a:custGeom>
            <a:solidFill>
              <a:schemeClr val="accent1"/>
            </a:solidFill>
            <a:ln cap="flat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43" id="43"/>
            <p:cNvSpPr/>
            <p:nvPr/>
          </p:nvSpPr>
          <p:spPr>
            <a:xfrm>
              <a:off x="5017795" y="3106747"/>
              <a:ext cx="1391606" cy="992930"/>
            </a:xfrm>
            <a:custGeom>
              <a:avLst/>
              <a:gdLst/>
              <a:ahLst/>
              <a:cxnLst/>
              <a:rect r="r" b="b" t="t" l="l"/>
              <a:pathLst>
                <a:path w="1504658" h="1073594" stroke="true" fill="norm" extrusionOk="true">
                  <a:moveTo>
                    <a:pt x="1076578" y="241301"/>
                  </a:moveTo>
                  <a:lnTo>
                    <a:pt x="1163669" y="-262"/>
                  </a:lnTo>
                  <a:lnTo>
                    <a:pt x="-4772" y="300732"/>
                  </a:lnTo>
                  <a:lnTo>
                    <a:pt x="182248" y="1026546"/>
                  </a:lnTo>
                  <a:cubicBezTo>
                    <a:pt x="190821" y="1059869"/>
                    <a:pt x="224765" y="1079925"/>
                    <a:pt x="258087" y="1071352"/>
                  </a:cubicBezTo>
                  <a:cubicBezTo>
                    <a:pt x="258127" y="1071352"/>
                    <a:pt x="258127" y="1071352"/>
                    <a:pt x="258165" y="1071352"/>
                  </a:cubicBezTo>
                  <a:lnTo>
                    <a:pt x="1364500" y="786341"/>
                  </a:lnTo>
                  <a:lnTo>
                    <a:pt x="1499886" y="512657"/>
                  </a:lnTo>
                  <a:close/>
                </a:path>
              </a:pathLst>
            </a:custGeom>
            <a:solidFill>
              <a:srgbClr val="33DA82"/>
            </a:solidFill>
            <a:ln cap="flat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44" id="44"/>
            <p:cNvSpPr/>
            <p:nvPr/>
          </p:nvSpPr>
          <p:spPr>
            <a:xfrm>
              <a:off x="4880667" y="2521574"/>
              <a:ext cx="1278196" cy="538101"/>
            </a:xfrm>
            <a:custGeom>
              <a:avLst/>
              <a:gdLst/>
              <a:ahLst/>
              <a:cxnLst/>
              <a:rect r="r" b="b" t="t" l="l"/>
              <a:pathLst>
                <a:path w="1382035" h="581815" stroke="true" fill="norm" extrusionOk="true">
                  <a:moveTo>
                    <a:pt x="1170885" y="-262"/>
                  </a:moveTo>
                  <a:lnTo>
                    <a:pt x="42013" y="290684"/>
                  </a:lnTo>
                  <a:cubicBezTo>
                    <a:pt x="8691" y="299296"/>
                    <a:pt x="-11365" y="333267"/>
                    <a:pt x="-2792" y="366602"/>
                  </a:cubicBezTo>
                  <a:lnTo>
                    <a:pt x="52566" y="581553"/>
                  </a:lnTo>
                  <a:lnTo>
                    <a:pt x="1377264" y="240176"/>
                  </a:lnTo>
                  <a:close/>
                </a:path>
              </a:pathLst>
            </a:custGeom>
            <a:solidFill>
              <a:srgbClr val="33DA82"/>
            </a:solidFill>
            <a:ln cap="flat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45" id="45"/>
            <p:cNvSpPr/>
            <p:nvPr/>
          </p:nvSpPr>
          <p:spPr>
            <a:xfrm>
              <a:off x="4933804" y="2743911"/>
              <a:ext cx="1274571" cy="641214"/>
            </a:xfrm>
            <a:custGeom>
              <a:avLst/>
              <a:gdLst/>
              <a:ahLst/>
              <a:cxnLst/>
              <a:rect r="r" b="b" t="t" l="l"/>
              <a:pathLst>
                <a:path w="1378115" h="693305" stroke="true" fill="norm" extrusionOk="true">
                  <a:moveTo>
                    <a:pt x="1378116" y="62185"/>
                  </a:moveTo>
                  <a:lnTo>
                    <a:pt x="1324698" y="0"/>
                  </a:lnTo>
                  <a:lnTo>
                    <a:pt x="0" y="341261"/>
                  </a:lnTo>
                  <a:lnTo>
                    <a:pt x="90698" y="693306"/>
                  </a:lnTo>
                  <a:lnTo>
                    <a:pt x="1259138" y="392312"/>
                  </a:lnTo>
                  <a:lnTo>
                    <a:pt x="1378116" y="62185"/>
                  </a:lnTo>
                  <a:close/>
                </a:path>
              </a:pathLst>
            </a:custGeom>
            <a:solidFill>
              <a:srgbClr val="1DB562"/>
            </a:solidFill>
            <a:ln cap="flat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46" id="46"/>
            <p:cNvSpPr/>
            <p:nvPr/>
          </p:nvSpPr>
          <p:spPr>
            <a:xfrm>
              <a:off x="5256097" y="3867651"/>
              <a:ext cx="89336" cy="103544"/>
            </a:xfrm>
            <a:custGeom>
              <a:avLst/>
              <a:gdLst/>
              <a:ahLst/>
              <a:cxnLst/>
              <a:rect r="r" b="b" t="t" l="l"/>
              <a:pathLst>
                <a:path w="96593" h="111956" stroke="true" fill="norm" extrusionOk="true">
                  <a:moveTo>
                    <a:pt x="387" y="52225"/>
                  </a:moveTo>
                  <a:lnTo>
                    <a:pt x="-4772" y="32246"/>
                  </a:lnTo>
                  <a:cubicBezTo>
                    <a:pt x="10745" y="22963"/>
                    <a:pt x="20017" y="13537"/>
                    <a:pt x="23004" y="3966"/>
                  </a:cubicBezTo>
                  <a:lnTo>
                    <a:pt x="39491" y="-262"/>
                  </a:lnTo>
                  <a:lnTo>
                    <a:pt x="60323" y="80544"/>
                  </a:lnTo>
                  <a:lnTo>
                    <a:pt x="87205" y="73638"/>
                  </a:lnTo>
                  <a:lnTo>
                    <a:pt x="91821" y="91406"/>
                  </a:lnTo>
                  <a:lnTo>
                    <a:pt x="13111" y="111694"/>
                  </a:lnTo>
                  <a:lnTo>
                    <a:pt x="8534" y="93888"/>
                  </a:lnTo>
                  <a:lnTo>
                    <a:pt x="37977" y="86130"/>
                  </a:lnTo>
                  <a:lnTo>
                    <a:pt x="23663" y="30734"/>
                  </a:lnTo>
                  <a:cubicBezTo>
                    <a:pt x="16408" y="38438"/>
                    <a:pt x="8650" y="45618"/>
                    <a:pt x="387" y="52225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47" id="47"/>
            <p:cNvSpPr/>
            <p:nvPr/>
          </p:nvSpPr>
          <p:spPr>
            <a:xfrm>
              <a:off x="5336650" y="3848512"/>
              <a:ext cx="83194" cy="102161"/>
            </a:xfrm>
            <a:custGeom>
              <a:avLst/>
              <a:gdLst/>
              <a:ahLst/>
              <a:cxnLst/>
              <a:rect r="r" b="b" t="t" l="l"/>
              <a:pathLst>
                <a:path w="89953" h="110460" stroke="true" fill="norm" extrusionOk="true">
                  <a:moveTo>
                    <a:pt x="81846" y="71639"/>
                  </a:moveTo>
                  <a:lnTo>
                    <a:pt x="85181" y="91423"/>
                  </a:lnTo>
                  <a:lnTo>
                    <a:pt x="12327" y="110199"/>
                  </a:lnTo>
                  <a:lnTo>
                    <a:pt x="7478" y="91345"/>
                  </a:lnTo>
                  <a:cubicBezTo>
                    <a:pt x="9380" y="88901"/>
                    <a:pt x="12560" y="85100"/>
                    <a:pt x="17023" y="79708"/>
                  </a:cubicBezTo>
                  <a:cubicBezTo>
                    <a:pt x="25519" y="69994"/>
                    <a:pt x="33237" y="59617"/>
                    <a:pt x="40104" y="48673"/>
                  </a:cubicBezTo>
                  <a:cubicBezTo>
                    <a:pt x="44604" y="40915"/>
                    <a:pt x="46156" y="34553"/>
                    <a:pt x="44837" y="29277"/>
                  </a:cubicBezTo>
                  <a:cubicBezTo>
                    <a:pt x="44061" y="25778"/>
                    <a:pt x="41888" y="22744"/>
                    <a:pt x="38823" y="20898"/>
                  </a:cubicBezTo>
                  <a:cubicBezTo>
                    <a:pt x="35565" y="19059"/>
                    <a:pt x="31724" y="18652"/>
                    <a:pt x="28155" y="19773"/>
                  </a:cubicBezTo>
                  <a:cubicBezTo>
                    <a:pt x="18652" y="22205"/>
                    <a:pt x="14773" y="29808"/>
                    <a:pt x="16517" y="42583"/>
                  </a:cubicBezTo>
                  <a:lnTo>
                    <a:pt x="-4701" y="43281"/>
                  </a:lnTo>
                  <a:cubicBezTo>
                    <a:pt x="-5711" y="20704"/>
                    <a:pt x="4027" y="6777"/>
                    <a:pt x="24549" y="1501"/>
                  </a:cubicBezTo>
                  <a:cubicBezTo>
                    <a:pt x="36031" y="-1447"/>
                    <a:pt x="45612" y="-698"/>
                    <a:pt x="53293" y="3751"/>
                  </a:cubicBezTo>
                  <a:cubicBezTo>
                    <a:pt x="60703" y="7770"/>
                    <a:pt x="66056" y="14729"/>
                    <a:pt x="68073" y="22915"/>
                  </a:cubicBezTo>
                  <a:cubicBezTo>
                    <a:pt x="70286" y="31612"/>
                    <a:pt x="68965" y="40837"/>
                    <a:pt x="64389" y="48557"/>
                  </a:cubicBezTo>
                  <a:cubicBezTo>
                    <a:pt x="59695" y="56987"/>
                    <a:pt x="50035" y="68547"/>
                    <a:pt x="35488" y="83238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48" id="48"/>
            <p:cNvSpPr/>
            <p:nvPr/>
          </p:nvSpPr>
          <p:spPr>
            <a:xfrm>
              <a:off x="5415020" y="3828770"/>
              <a:ext cx="79310" cy="96155"/>
            </a:xfrm>
            <a:custGeom>
              <a:avLst/>
              <a:gdLst/>
              <a:ahLst/>
              <a:cxnLst/>
              <a:rect r="r" b="b" t="t" l="l"/>
              <a:pathLst>
                <a:path w="85753" h="103966" stroke="true" fill="norm" extrusionOk="true">
                  <a:moveTo>
                    <a:pt x="21626" y="44726"/>
                  </a:moveTo>
                  <a:lnTo>
                    <a:pt x="31868" y="42089"/>
                  </a:lnTo>
                  <a:cubicBezTo>
                    <a:pt x="37687" y="40576"/>
                    <a:pt x="41371" y="38209"/>
                    <a:pt x="42806" y="35377"/>
                  </a:cubicBezTo>
                  <a:cubicBezTo>
                    <a:pt x="45987" y="29791"/>
                    <a:pt x="44047" y="22684"/>
                    <a:pt x="38461" y="19507"/>
                  </a:cubicBezTo>
                  <a:cubicBezTo>
                    <a:pt x="38423" y="19495"/>
                    <a:pt x="38423" y="19484"/>
                    <a:pt x="38384" y="19472"/>
                  </a:cubicBezTo>
                  <a:cubicBezTo>
                    <a:pt x="35163" y="17641"/>
                    <a:pt x="31362" y="17245"/>
                    <a:pt x="27833" y="18386"/>
                  </a:cubicBezTo>
                  <a:cubicBezTo>
                    <a:pt x="20074" y="20403"/>
                    <a:pt x="16195" y="25834"/>
                    <a:pt x="16195" y="34679"/>
                  </a:cubicBezTo>
                  <a:lnTo>
                    <a:pt x="-4753" y="36657"/>
                  </a:lnTo>
                  <a:cubicBezTo>
                    <a:pt x="-5025" y="28779"/>
                    <a:pt x="-2464" y="21059"/>
                    <a:pt x="2500" y="14934"/>
                  </a:cubicBezTo>
                  <a:cubicBezTo>
                    <a:pt x="8008" y="8145"/>
                    <a:pt x="15651" y="3412"/>
                    <a:pt x="24187" y="1511"/>
                  </a:cubicBezTo>
                  <a:cubicBezTo>
                    <a:pt x="32837" y="-1049"/>
                    <a:pt x="42108" y="-832"/>
                    <a:pt x="50643" y="2132"/>
                  </a:cubicBezTo>
                  <a:cubicBezTo>
                    <a:pt x="58168" y="4642"/>
                    <a:pt x="63794" y="10895"/>
                    <a:pt x="65539" y="18619"/>
                  </a:cubicBezTo>
                  <a:cubicBezTo>
                    <a:pt x="68293" y="29221"/>
                    <a:pt x="64609" y="37899"/>
                    <a:pt x="54484" y="44649"/>
                  </a:cubicBezTo>
                  <a:cubicBezTo>
                    <a:pt x="68448" y="44649"/>
                    <a:pt x="76943" y="50650"/>
                    <a:pt x="80008" y="62649"/>
                  </a:cubicBezTo>
                  <a:cubicBezTo>
                    <a:pt x="82259" y="70807"/>
                    <a:pt x="80552" y="79543"/>
                    <a:pt x="75432" y="86273"/>
                  </a:cubicBezTo>
                  <a:cubicBezTo>
                    <a:pt x="69031" y="94284"/>
                    <a:pt x="60030" y="99781"/>
                    <a:pt x="49984" y="101791"/>
                  </a:cubicBezTo>
                  <a:cubicBezTo>
                    <a:pt x="40479" y="104809"/>
                    <a:pt x="30199" y="104242"/>
                    <a:pt x="21082" y="100200"/>
                  </a:cubicBezTo>
                  <a:cubicBezTo>
                    <a:pt x="13324" y="96530"/>
                    <a:pt x="7156" y="90122"/>
                    <a:pt x="3820" y="82200"/>
                  </a:cubicBezTo>
                  <a:lnTo>
                    <a:pt x="23681" y="73898"/>
                  </a:lnTo>
                  <a:cubicBezTo>
                    <a:pt x="28259" y="83403"/>
                    <a:pt x="35319" y="86894"/>
                    <a:pt x="44901" y="84450"/>
                  </a:cubicBezTo>
                  <a:cubicBezTo>
                    <a:pt x="48858" y="83612"/>
                    <a:pt x="52427" y="81351"/>
                    <a:pt x="54833" y="78088"/>
                  </a:cubicBezTo>
                  <a:cubicBezTo>
                    <a:pt x="57005" y="75027"/>
                    <a:pt x="57664" y="71129"/>
                    <a:pt x="56539" y="67537"/>
                  </a:cubicBezTo>
                  <a:cubicBezTo>
                    <a:pt x="55918" y="63886"/>
                    <a:pt x="53590" y="60744"/>
                    <a:pt x="50294" y="59080"/>
                  </a:cubicBezTo>
                  <a:cubicBezTo>
                    <a:pt x="47229" y="57644"/>
                    <a:pt x="42108" y="57838"/>
                    <a:pt x="34970" y="59700"/>
                  </a:cubicBezTo>
                  <a:lnTo>
                    <a:pt x="26049" y="61989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49" id="49"/>
            <p:cNvSpPr/>
            <p:nvPr/>
          </p:nvSpPr>
          <p:spPr>
            <a:xfrm>
              <a:off x="5499962" y="3803502"/>
              <a:ext cx="76885" cy="96620"/>
            </a:xfrm>
            <a:custGeom>
              <a:avLst/>
              <a:gdLst/>
              <a:ahLst/>
              <a:cxnLst/>
              <a:rect r="r" b="b" t="t" l="l"/>
              <a:pathLst>
                <a:path w="83131" h="104469" stroke="true" fill="norm" extrusionOk="true">
                  <a:moveTo>
                    <a:pt x="45153" y="-262"/>
                  </a:moveTo>
                  <a:lnTo>
                    <a:pt x="60399" y="58936"/>
                  </a:lnTo>
                  <a:lnTo>
                    <a:pt x="73976" y="55445"/>
                  </a:lnTo>
                  <a:lnTo>
                    <a:pt x="78359" y="72436"/>
                  </a:lnTo>
                  <a:lnTo>
                    <a:pt x="64782" y="75966"/>
                  </a:lnTo>
                  <a:lnTo>
                    <a:pt x="70563" y="98349"/>
                  </a:lnTo>
                  <a:lnTo>
                    <a:pt x="47869" y="104207"/>
                  </a:lnTo>
                  <a:lnTo>
                    <a:pt x="42090" y="81785"/>
                  </a:lnTo>
                  <a:lnTo>
                    <a:pt x="-389" y="92724"/>
                  </a:lnTo>
                  <a:lnTo>
                    <a:pt x="-4772" y="75733"/>
                  </a:lnTo>
                  <a:lnTo>
                    <a:pt x="19163" y="6449"/>
                  </a:lnTo>
                  <a:close/>
                  <a:moveTo>
                    <a:pt x="12374" y="71311"/>
                  </a:moveTo>
                  <a:lnTo>
                    <a:pt x="38792" y="64522"/>
                  </a:lnTo>
                  <a:lnTo>
                    <a:pt x="30297" y="31626"/>
                  </a:lnTo>
                  <a:cubicBezTo>
                    <a:pt x="29986" y="30357"/>
                    <a:pt x="29635" y="28805"/>
                    <a:pt x="29249" y="26971"/>
                  </a:cubicBezTo>
                  <a:lnTo>
                    <a:pt x="28357" y="23091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50" id="50"/>
            <p:cNvSpPr/>
            <p:nvPr/>
          </p:nvSpPr>
          <p:spPr>
            <a:xfrm>
              <a:off x="5608781" y="3774010"/>
              <a:ext cx="78895" cy="100703"/>
            </a:xfrm>
            <a:custGeom>
              <a:avLst/>
              <a:gdLst/>
              <a:ahLst/>
              <a:cxnLst/>
              <a:rect r="r" b="b" t="t" l="l"/>
              <a:pathLst>
                <a:path w="85304" h="108884" stroke="true" fill="norm" extrusionOk="true">
                  <a:moveTo>
                    <a:pt x="59584" y="20454"/>
                  </a:moveTo>
                  <a:lnTo>
                    <a:pt x="17183" y="31354"/>
                  </a:lnTo>
                  <a:lnTo>
                    <a:pt x="21062" y="53389"/>
                  </a:lnTo>
                  <a:cubicBezTo>
                    <a:pt x="25019" y="46375"/>
                    <a:pt x="31770" y="41398"/>
                    <a:pt x="39644" y="39734"/>
                  </a:cubicBezTo>
                  <a:cubicBezTo>
                    <a:pt x="47907" y="37422"/>
                    <a:pt x="56713" y="38469"/>
                    <a:pt x="64200" y="42643"/>
                  </a:cubicBezTo>
                  <a:cubicBezTo>
                    <a:pt x="71804" y="46840"/>
                    <a:pt x="77234" y="54103"/>
                    <a:pt x="79136" y="62583"/>
                  </a:cubicBezTo>
                  <a:cubicBezTo>
                    <a:pt x="81850" y="71788"/>
                    <a:pt x="80572" y="81715"/>
                    <a:pt x="75605" y="89931"/>
                  </a:cubicBezTo>
                  <a:cubicBezTo>
                    <a:pt x="69749" y="98675"/>
                    <a:pt x="60632" y="104719"/>
                    <a:pt x="50274" y="106729"/>
                  </a:cubicBezTo>
                  <a:cubicBezTo>
                    <a:pt x="29598" y="112055"/>
                    <a:pt x="14429" y="106147"/>
                    <a:pt x="4848" y="89000"/>
                  </a:cubicBezTo>
                  <a:lnTo>
                    <a:pt x="25370" y="80311"/>
                  </a:lnTo>
                  <a:cubicBezTo>
                    <a:pt x="28666" y="87732"/>
                    <a:pt x="37045" y="91452"/>
                    <a:pt x="44766" y="88923"/>
                  </a:cubicBezTo>
                  <a:cubicBezTo>
                    <a:pt x="49032" y="88015"/>
                    <a:pt x="52718" y="85354"/>
                    <a:pt x="54928" y="81591"/>
                  </a:cubicBezTo>
                  <a:cubicBezTo>
                    <a:pt x="57023" y="78080"/>
                    <a:pt x="57567" y="73875"/>
                    <a:pt x="56442" y="69953"/>
                  </a:cubicBezTo>
                  <a:cubicBezTo>
                    <a:pt x="54425" y="61624"/>
                    <a:pt x="46045" y="56508"/>
                    <a:pt x="37705" y="58529"/>
                  </a:cubicBezTo>
                  <a:cubicBezTo>
                    <a:pt x="37472" y="58579"/>
                    <a:pt x="37278" y="58641"/>
                    <a:pt x="37045" y="58703"/>
                  </a:cubicBezTo>
                  <a:cubicBezTo>
                    <a:pt x="31304" y="59968"/>
                    <a:pt x="26726" y="64224"/>
                    <a:pt x="25019" y="69837"/>
                  </a:cubicBezTo>
                  <a:lnTo>
                    <a:pt x="5623" y="71544"/>
                  </a:lnTo>
                  <a:lnTo>
                    <a:pt x="-4772" y="15488"/>
                  </a:lnTo>
                  <a:lnTo>
                    <a:pt x="56404" y="-262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51" id="51"/>
            <p:cNvSpPr/>
            <p:nvPr/>
          </p:nvSpPr>
          <p:spPr>
            <a:xfrm>
              <a:off x="5689454" y="3758342"/>
              <a:ext cx="76866" cy="95349"/>
            </a:xfrm>
            <a:custGeom>
              <a:avLst/>
              <a:gdLst/>
              <a:ahLst/>
              <a:cxnLst/>
              <a:rect r="r" b="b" t="t" l="l"/>
              <a:pathLst>
                <a:path w="83111" h="103095" stroke="true" fill="norm" extrusionOk="true">
                  <a:moveTo>
                    <a:pt x="65189" y="18309"/>
                  </a:moveTo>
                  <a:lnTo>
                    <a:pt x="46955" y="28627"/>
                  </a:lnTo>
                  <a:cubicBezTo>
                    <a:pt x="42572" y="19162"/>
                    <a:pt x="36443" y="15399"/>
                    <a:pt x="28606" y="17416"/>
                  </a:cubicBezTo>
                  <a:cubicBezTo>
                    <a:pt x="17239" y="20365"/>
                    <a:pt x="14330" y="32662"/>
                    <a:pt x="19916" y="54308"/>
                  </a:cubicBezTo>
                  <a:cubicBezTo>
                    <a:pt x="22632" y="45654"/>
                    <a:pt x="29887" y="39206"/>
                    <a:pt x="38808" y="37550"/>
                  </a:cubicBezTo>
                  <a:cubicBezTo>
                    <a:pt x="47033" y="35114"/>
                    <a:pt x="55917" y="36254"/>
                    <a:pt x="63287" y="40692"/>
                  </a:cubicBezTo>
                  <a:cubicBezTo>
                    <a:pt x="70309" y="44792"/>
                    <a:pt x="75351" y="51550"/>
                    <a:pt x="77291" y="59429"/>
                  </a:cubicBezTo>
                  <a:cubicBezTo>
                    <a:pt x="79503" y="67983"/>
                    <a:pt x="78183" y="77072"/>
                    <a:pt x="73644" y="84644"/>
                  </a:cubicBezTo>
                  <a:cubicBezTo>
                    <a:pt x="68717" y="93101"/>
                    <a:pt x="60415" y="99075"/>
                    <a:pt x="50834" y="101092"/>
                  </a:cubicBezTo>
                  <a:cubicBezTo>
                    <a:pt x="41989" y="103893"/>
                    <a:pt x="32446" y="103300"/>
                    <a:pt x="24028" y="99424"/>
                  </a:cubicBezTo>
                  <a:cubicBezTo>
                    <a:pt x="16891" y="95852"/>
                    <a:pt x="10917" y="90304"/>
                    <a:pt x="6804" y="83442"/>
                  </a:cubicBezTo>
                  <a:cubicBezTo>
                    <a:pt x="2925" y="76987"/>
                    <a:pt x="-62" y="70012"/>
                    <a:pt x="-2002" y="62726"/>
                  </a:cubicBezTo>
                  <a:cubicBezTo>
                    <a:pt x="-5881" y="49832"/>
                    <a:pt x="-5686" y="36049"/>
                    <a:pt x="-1420" y="23274"/>
                  </a:cubicBezTo>
                  <a:cubicBezTo>
                    <a:pt x="7230" y="3761"/>
                    <a:pt x="29809" y="-5371"/>
                    <a:pt x="49594" y="2636"/>
                  </a:cubicBezTo>
                  <a:cubicBezTo>
                    <a:pt x="56420" y="5914"/>
                    <a:pt x="61929" y="11450"/>
                    <a:pt x="65189" y="18309"/>
                  </a:cubicBezTo>
                  <a:close/>
                  <a:moveTo>
                    <a:pt x="44667" y="85304"/>
                  </a:moveTo>
                  <a:cubicBezTo>
                    <a:pt x="48546" y="84396"/>
                    <a:pt x="51882" y="81925"/>
                    <a:pt x="53899" y="78476"/>
                  </a:cubicBezTo>
                  <a:cubicBezTo>
                    <a:pt x="55994" y="74539"/>
                    <a:pt x="56383" y="69911"/>
                    <a:pt x="54985" y="65675"/>
                  </a:cubicBezTo>
                  <a:cubicBezTo>
                    <a:pt x="54132" y="61578"/>
                    <a:pt x="51494" y="58079"/>
                    <a:pt x="47808" y="56132"/>
                  </a:cubicBezTo>
                  <a:cubicBezTo>
                    <a:pt x="44472" y="54301"/>
                    <a:pt x="40555" y="53816"/>
                    <a:pt x="36869" y="54774"/>
                  </a:cubicBezTo>
                  <a:cubicBezTo>
                    <a:pt x="33029" y="55732"/>
                    <a:pt x="29731" y="58211"/>
                    <a:pt x="27752" y="61640"/>
                  </a:cubicBezTo>
                  <a:cubicBezTo>
                    <a:pt x="25502" y="65329"/>
                    <a:pt x="24920" y="69798"/>
                    <a:pt x="26163" y="73937"/>
                  </a:cubicBezTo>
                  <a:cubicBezTo>
                    <a:pt x="27055" y="77976"/>
                    <a:pt x="29576" y="81479"/>
                    <a:pt x="33067" y="83674"/>
                  </a:cubicBezTo>
                  <a:cubicBezTo>
                    <a:pt x="36520" y="85843"/>
                    <a:pt x="40748" y="86437"/>
                    <a:pt x="44667" y="85304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52" id="52"/>
            <p:cNvSpPr/>
            <p:nvPr/>
          </p:nvSpPr>
          <p:spPr>
            <a:xfrm>
              <a:off x="5763198" y="3732857"/>
              <a:ext cx="66949" cy="102540"/>
            </a:xfrm>
            <a:custGeom>
              <a:avLst/>
              <a:gdLst/>
              <a:ahLst/>
              <a:cxnLst/>
              <a:rect r="r" b="b" t="t" l="l"/>
              <a:pathLst>
                <a:path w="72388" h="110870" stroke="true" fill="norm" extrusionOk="true">
                  <a:moveTo>
                    <a:pt x="63155" y="-262"/>
                  </a:moveTo>
                  <a:lnTo>
                    <a:pt x="67616" y="17040"/>
                  </a:lnTo>
                  <a:cubicBezTo>
                    <a:pt x="63581" y="25097"/>
                    <a:pt x="60594" y="33635"/>
                    <a:pt x="58732" y="42449"/>
                  </a:cubicBezTo>
                  <a:cubicBezTo>
                    <a:pt x="56095" y="52690"/>
                    <a:pt x="55086" y="63277"/>
                    <a:pt x="55667" y="73832"/>
                  </a:cubicBezTo>
                  <a:cubicBezTo>
                    <a:pt x="56018" y="81568"/>
                    <a:pt x="57065" y="89253"/>
                    <a:pt x="58810" y="96798"/>
                  </a:cubicBezTo>
                  <a:cubicBezTo>
                    <a:pt x="59236" y="98427"/>
                    <a:pt x="59935" y="100677"/>
                    <a:pt x="60944" y="103897"/>
                  </a:cubicBezTo>
                  <a:lnTo>
                    <a:pt x="34915" y="110608"/>
                  </a:lnTo>
                  <a:cubicBezTo>
                    <a:pt x="33168" y="103571"/>
                    <a:pt x="32081" y="96390"/>
                    <a:pt x="31655" y="89156"/>
                  </a:cubicBezTo>
                  <a:cubicBezTo>
                    <a:pt x="31422" y="81351"/>
                    <a:pt x="32043" y="73545"/>
                    <a:pt x="33517" y="65880"/>
                  </a:cubicBezTo>
                  <a:cubicBezTo>
                    <a:pt x="34759" y="58098"/>
                    <a:pt x="36737" y="50448"/>
                    <a:pt x="39375" y="43031"/>
                  </a:cubicBezTo>
                  <a:cubicBezTo>
                    <a:pt x="41703" y="36867"/>
                    <a:pt x="44573" y="30908"/>
                    <a:pt x="47909" y="25225"/>
                  </a:cubicBezTo>
                  <a:lnTo>
                    <a:pt x="-1319" y="37910"/>
                  </a:lnTo>
                  <a:lnTo>
                    <a:pt x="-4772" y="17428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53" id="53"/>
            <p:cNvSpPr/>
            <p:nvPr/>
          </p:nvSpPr>
          <p:spPr>
            <a:xfrm>
              <a:off x="5845355" y="3717764"/>
              <a:ext cx="80006" cy="96817"/>
            </a:xfrm>
            <a:custGeom>
              <a:avLst/>
              <a:gdLst/>
              <a:ahLst/>
              <a:cxnLst/>
              <a:rect r="r" b="b" t="t" l="l"/>
              <a:pathLst>
                <a:path w="86506" h="104682" stroke="true" fill="norm" extrusionOk="true">
                  <a:moveTo>
                    <a:pt x="56566" y="42515"/>
                  </a:moveTo>
                  <a:cubicBezTo>
                    <a:pt x="69870" y="44377"/>
                    <a:pt x="77902" y="50816"/>
                    <a:pt x="80733" y="61911"/>
                  </a:cubicBezTo>
                  <a:cubicBezTo>
                    <a:pt x="83060" y="70283"/>
                    <a:pt x="81275" y="79255"/>
                    <a:pt x="75962" y="86118"/>
                  </a:cubicBezTo>
                  <a:cubicBezTo>
                    <a:pt x="70569" y="93566"/>
                    <a:pt x="61375" y="98919"/>
                    <a:pt x="48419" y="102255"/>
                  </a:cubicBezTo>
                  <a:cubicBezTo>
                    <a:pt x="36470" y="105359"/>
                    <a:pt x="26655" y="105126"/>
                    <a:pt x="18936" y="101557"/>
                  </a:cubicBezTo>
                  <a:cubicBezTo>
                    <a:pt x="11566" y="98372"/>
                    <a:pt x="6135" y="91902"/>
                    <a:pt x="4273" y="84100"/>
                  </a:cubicBezTo>
                  <a:cubicBezTo>
                    <a:pt x="1634" y="73898"/>
                    <a:pt x="5591" y="65208"/>
                    <a:pt x="15911" y="57993"/>
                  </a:cubicBezTo>
                  <a:cubicBezTo>
                    <a:pt x="6250" y="56236"/>
                    <a:pt x="-1470" y="49001"/>
                    <a:pt x="-3874" y="39489"/>
                  </a:cubicBezTo>
                  <a:cubicBezTo>
                    <a:pt x="-5931" y="31695"/>
                    <a:pt x="-4418" y="23394"/>
                    <a:pt x="276" y="16834"/>
                  </a:cubicBezTo>
                  <a:cubicBezTo>
                    <a:pt x="6057" y="8947"/>
                    <a:pt x="14630" y="3543"/>
                    <a:pt x="24251" y="1704"/>
                  </a:cubicBezTo>
                  <a:cubicBezTo>
                    <a:pt x="33212" y="-1127"/>
                    <a:pt x="42833" y="-895"/>
                    <a:pt x="51639" y="2364"/>
                  </a:cubicBezTo>
                  <a:cubicBezTo>
                    <a:pt x="58659" y="5076"/>
                    <a:pt x="63936" y="11015"/>
                    <a:pt x="65798" y="18308"/>
                  </a:cubicBezTo>
                  <a:cubicBezTo>
                    <a:pt x="68357" y="27696"/>
                    <a:pt x="65410" y="35726"/>
                    <a:pt x="56566" y="42515"/>
                  </a:cubicBezTo>
                  <a:close/>
                  <a:moveTo>
                    <a:pt x="33290" y="61135"/>
                  </a:moveTo>
                  <a:cubicBezTo>
                    <a:pt x="25840" y="65596"/>
                    <a:pt x="22931" y="71144"/>
                    <a:pt x="24639" y="77816"/>
                  </a:cubicBezTo>
                  <a:cubicBezTo>
                    <a:pt x="25492" y="81594"/>
                    <a:pt x="28208" y="84690"/>
                    <a:pt x="31814" y="86079"/>
                  </a:cubicBezTo>
                  <a:cubicBezTo>
                    <a:pt x="36393" y="87592"/>
                    <a:pt x="41357" y="87592"/>
                    <a:pt x="45935" y="86079"/>
                  </a:cubicBezTo>
                  <a:cubicBezTo>
                    <a:pt x="50163" y="85191"/>
                    <a:pt x="54043" y="83212"/>
                    <a:pt x="57263" y="80338"/>
                  </a:cubicBezTo>
                  <a:cubicBezTo>
                    <a:pt x="59784" y="78060"/>
                    <a:pt x="60793" y="74534"/>
                    <a:pt x="59861" y="71260"/>
                  </a:cubicBezTo>
                  <a:cubicBezTo>
                    <a:pt x="59087" y="68459"/>
                    <a:pt x="57225" y="66093"/>
                    <a:pt x="54664" y="64704"/>
                  </a:cubicBezTo>
                  <a:cubicBezTo>
                    <a:pt x="51754" y="63075"/>
                    <a:pt x="44655" y="61872"/>
                    <a:pt x="33172" y="61135"/>
                  </a:cubicBezTo>
                  <a:close/>
                  <a:moveTo>
                    <a:pt x="40117" y="40032"/>
                  </a:moveTo>
                  <a:cubicBezTo>
                    <a:pt x="45702" y="37382"/>
                    <a:pt x="48534" y="31059"/>
                    <a:pt x="46750" y="25135"/>
                  </a:cubicBezTo>
                  <a:cubicBezTo>
                    <a:pt x="45935" y="21563"/>
                    <a:pt x="43570" y="18548"/>
                    <a:pt x="40272" y="16950"/>
                  </a:cubicBezTo>
                  <a:cubicBezTo>
                    <a:pt x="36277" y="15232"/>
                    <a:pt x="31776" y="15038"/>
                    <a:pt x="27664" y="16407"/>
                  </a:cubicBezTo>
                  <a:cubicBezTo>
                    <a:pt x="24133" y="17082"/>
                    <a:pt x="20953" y="19010"/>
                    <a:pt x="18743" y="21838"/>
                  </a:cubicBezTo>
                  <a:cubicBezTo>
                    <a:pt x="16956" y="24282"/>
                    <a:pt x="16375" y="27413"/>
                    <a:pt x="17189" y="30334"/>
                  </a:cubicBezTo>
                  <a:cubicBezTo>
                    <a:pt x="17926" y="33185"/>
                    <a:pt x="19906" y="35571"/>
                    <a:pt x="22544" y="36851"/>
                  </a:cubicBezTo>
                  <a:cubicBezTo>
                    <a:pt x="28130" y="38883"/>
                    <a:pt x="34065" y="39958"/>
                    <a:pt x="40001" y="40032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54" id="54"/>
            <p:cNvSpPr/>
            <p:nvPr/>
          </p:nvSpPr>
          <p:spPr>
            <a:xfrm>
              <a:off x="5956595" y="3689429"/>
              <a:ext cx="76154" cy="95728"/>
            </a:xfrm>
            <a:custGeom>
              <a:avLst/>
              <a:gdLst/>
              <a:ahLst/>
              <a:cxnLst/>
              <a:rect r="r" b="b" t="t" l="l"/>
              <a:pathLst>
                <a:path w="82341" h="103505" stroke="true" fill="norm" extrusionOk="true">
                  <a:moveTo>
                    <a:pt x="29119" y="77729"/>
                  </a:moveTo>
                  <a:cubicBezTo>
                    <a:pt x="31873" y="83560"/>
                    <a:pt x="38469" y="86500"/>
                    <a:pt x="44636" y="84634"/>
                  </a:cubicBezTo>
                  <a:cubicBezTo>
                    <a:pt x="49097" y="83463"/>
                    <a:pt x="52821" y="80363"/>
                    <a:pt x="54761" y="76177"/>
                  </a:cubicBezTo>
                  <a:cubicBezTo>
                    <a:pt x="57011" y="71705"/>
                    <a:pt x="56507" y="62755"/>
                    <a:pt x="53249" y="49333"/>
                  </a:cubicBezTo>
                  <a:cubicBezTo>
                    <a:pt x="49641" y="57196"/>
                    <a:pt x="42581" y="62938"/>
                    <a:pt x="34164" y="64850"/>
                  </a:cubicBezTo>
                  <a:cubicBezTo>
                    <a:pt x="26250" y="67162"/>
                    <a:pt x="17754" y="66169"/>
                    <a:pt x="10577" y="62096"/>
                  </a:cubicBezTo>
                  <a:cubicBezTo>
                    <a:pt x="3360" y="57902"/>
                    <a:pt x="-1720" y="50857"/>
                    <a:pt x="-3466" y="42699"/>
                  </a:cubicBezTo>
                  <a:cubicBezTo>
                    <a:pt x="-6065" y="33948"/>
                    <a:pt x="-4747" y="24494"/>
                    <a:pt x="142" y="16786"/>
                  </a:cubicBezTo>
                  <a:cubicBezTo>
                    <a:pt x="5728" y="8748"/>
                    <a:pt x="14223" y="3185"/>
                    <a:pt x="23844" y="1268"/>
                  </a:cubicBezTo>
                  <a:cubicBezTo>
                    <a:pt x="30981" y="-772"/>
                    <a:pt x="38547" y="-772"/>
                    <a:pt x="45684" y="1268"/>
                  </a:cubicBezTo>
                  <a:cubicBezTo>
                    <a:pt x="52939" y="3736"/>
                    <a:pt x="59184" y="8519"/>
                    <a:pt x="63451" y="14885"/>
                  </a:cubicBezTo>
                  <a:cubicBezTo>
                    <a:pt x="68844" y="22430"/>
                    <a:pt x="72684" y="30937"/>
                    <a:pt x="74856" y="39945"/>
                  </a:cubicBezTo>
                  <a:cubicBezTo>
                    <a:pt x="78658" y="52785"/>
                    <a:pt x="78465" y="66479"/>
                    <a:pt x="74275" y="79203"/>
                  </a:cubicBezTo>
                  <a:cubicBezTo>
                    <a:pt x="70125" y="90822"/>
                    <a:pt x="60154" y="99391"/>
                    <a:pt x="48050" y="101742"/>
                  </a:cubicBezTo>
                  <a:cubicBezTo>
                    <a:pt x="30943" y="106114"/>
                    <a:pt x="18296" y="100939"/>
                    <a:pt x="10111" y="86225"/>
                  </a:cubicBezTo>
                  <a:close/>
                  <a:moveTo>
                    <a:pt x="28460" y="17406"/>
                  </a:moveTo>
                  <a:cubicBezTo>
                    <a:pt x="24465" y="18326"/>
                    <a:pt x="21050" y="20967"/>
                    <a:pt x="19188" y="24622"/>
                  </a:cubicBezTo>
                  <a:cubicBezTo>
                    <a:pt x="15231" y="31744"/>
                    <a:pt x="17444" y="40729"/>
                    <a:pt x="24270" y="45182"/>
                  </a:cubicBezTo>
                  <a:cubicBezTo>
                    <a:pt x="27684" y="47525"/>
                    <a:pt x="31951" y="48169"/>
                    <a:pt x="35908" y="46928"/>
                  </a:cubicBezTo>
                  <a:cubicBezTo>
                    <a:pt x="39982" y="46039"/>
                    <a:pt x="43434" y="43378"/>
                    <a:pt x="45335" y="39673"/>
                  </a:cubicBezTo>
                  <a:cubicBezTo>
                    <a:pt x="47275" y="36229"/>
                    <a:pt x="47819" y="32179"/>
                    <a:pt x="46849" y="28346"/>
                  </a:cubicBezTo>
                  <a:cubicBezTo>
                    <a:pt x="45879" y="24540"/>
                    <a:pt x="43473" y="21255"/>
                    <a:pt x="40138" y="19191"/>
                  </a:cubicBezTo>
                  <a:cubicBezTo>
                    <a:pt x="36685" y="16898"/>
                    <a:pt x="32417" y="16246"/>
                    <a:pt x="28460" y="17406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55" id="55"/>
            <p:cNvSpPr/>
            <p:nvPr/>
          </p:nvSpPr>
          <p:spPr>
            <a:xfrm>
              <a:off x="4433627" y="2913005"/>
              <a:ext cx="109679" cy="124520"/>
            </a:xfrm>
            <a:custGeom>
              <a:avLst/>
              <a:gdLst/>
              <a:ahLst/>
              <a:cxnLst/>
              <a:rect r="r" b="b" t="t" l="l"/>
              <a:pathLst>
                <a:path w="118589" h="134636" stroke="true" fill="norm" extrusionOk="true">
                  <a:moveTo>
                    <a:pt x="113817" y="110104"/>
                  </a:moveTo>
                  <a:lnTo>
                    <a:pt x="76420" y="4083"/>
                  </a:lnTo>
                  <a:lnTo>
                    <a:pt x="-4772" y="-262"/>
                  </a:lnTo>
                  <a:cubicBezTo>
                    <a:pt x="-1941" y="90242"/>
                    <a:pt x="31111" y="178341"/>
                    <a:pt x="113817" y="110104"/>
                  </a:cubicBezTo>
                  <a:close/>
                </a:path>
              </a:pathLst>
            </a:custGeom>
            <a:solidFill>
              <a:srgbClr val="1F3A6F"/>
            </a:solidFill>
            <a:ln cap="flat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56" id="56"/>
            <p:cNvSpPr/>
            <p:nvPr/>
          </p:nvSpPr>
          <p:spPr>
            <a:xfrm>
              <a:off x="4590809" y="3036426"/>
              <a:ext cx="194773" cy="203434"/>
            </a:xfrm>
            <a:custGeom>
              <a:avLst/>
              <a:gdLst/>
              <a:ahLst/>
              <a:cxnLst/>
              <a:rect r="r" b="b" t="t" l="l"/>
              <a:pathLst>
                <a:path w="210596" h="219961" stroke="true" fill="norm" extrusionOk="true">
                  <a:moveTo>
                    <a:pt x="9269" y="173413"/>
                  </a:moveTo>
                  <a:cubicBezTo>
                    <a:pt x="25446" y="194982"/>
                    <a:pt x="59700" y="225318"/>
                    <a:pt x="122274" y="218801"/>
                  </a:cubicBezTo>
                  <a:cubicBezTo>
                    <a:pt x="184847" y="212284"/>
                    <a:pt x="201411" y="176905"/>
                    <a:pt x="205213" y="153629"/>
                  </a:cubicBezTo>
                  <a:cubicBezTo>
                    <a:pt x="206957" y="142461"/>
                    <a:pt x="204940" y="131032"/>
                    <a:pt x="199509" y="121121"/>
                  </a:cubicBezTo>
                  <a:lnTo>
                    <a:pt x="170765" y="67432"/>
                  </a:lnTo>
                  <a:lnTo>
                    <a:pt x="134454" y="-262"/>
                  </a:lnTo>
                  <a:lnTo>
                    <a:pt x="-4772" y="34652"/>
                  </a:lnTo>
                  <a:cubicBezTo>
                    <a:pt x="2132" y="57927"/>
                    <a:pt x="2092" y="91367"/>
                    <a:pt x="618" y="116854"/>
                  </a:cubicBezTo>
                  <a:cubicBezTo>
                    <a:pt x="192" y="124185"/>
                    <a:pt x="-351" y="130897"/>
                    <a:pt x="-855" y="136250"/>
                  </a:cubicBezTo>
                  <a:cubicBezTo>
                    <a:pt x="-2251" y="149471"/>
                    <a:pt x="1355" y="162738"/>
                    <a:pt x="9269" y="173413"/>
                  </a:cubicBezTo>
                  <a:close/>
                </a:path>
              </a:pathLst>
            </a:custGeom>
            <a:solidFill>
              <a:srgbClr val="FDC8AA"/>
            </a:solidFill>
            <a:ln cap="flat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57" id="57"/>
            <p:cNvSpPr/>
            <p:nvPr/>
          </p:nvSpPr>
          <p:spPr>
            <a:xfrm>
              <a:off x="4590809" y="3036426"/>
              <a:ext cx="162348" cy="133833"/>
            </a:xfrm>
            <a:custGeom>
              <a:avLst/>
              <a:gdLst/>
              <a:ahLst/>
              <a:cxnLst/>
              <a:rect r="r" b="b" t="t" l="l"/>
              <a:pathLst>
                <a:path w="175537" h="144705" stroke="true" fill="norm" extrusionOk="true">
                  <a:moveTo>
                    <a:pt x="618" y="116931"/>
                  </a:moveTo>
                  <a:cubicBezTo>
                    <a:pt x="34602" y="189047"/>
                    <a:pt x="136393" y="100328"/>
                    <a:pt x="170765" y="67432"/>
                  </a:cubicBezTo>
                  <a:lnTo>
                    <a:pt x="134454" y="-262"/>
                  </a:lnTo>
                  <a:lnTo>
                    <a:pt x="-4772" y="34652"/>
                  </a:lnTo>
                  <a:cubicBezTo>
                    <a:pt x="2054" y="57927"/>
                    <a:pt x="2054" y="91444"/>
                    <a:pt x="618" y="116931"/>
                  </a:cubicBezTo>
                  <a:close/>
                </a:path>
              </a:pathLst>
            </a:custGeom>
            <a:solidFill>
              <a:srgbClr val="EFA37D"/>
            </a:solidFill>
            <a:ln cap="flat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58" id="58"/>
            <p:cNvSpPr/>
            <p:nvPr/>
          </p:nvSpPr>
          <p:spPr>
            <a:xfrm>
              <a:off x="4510837" y="2733015"/>
              <a:ext cx="261109" cy="365398"/>
            </a:xfrm>
            <a:custGeom>
              <a:avLst/>
              <a:gdLst/>
              <a:ahLst/>
              <a:cxnLst/>
              <a:rect r="r" b="b" t="t" l="l"/>
              <a:pathLst>
                <a:path w="282321" h="395082" stroke="true" fill="norm" extrusionOk="true">
                  <a:moveTo>
                    <a:pt x="-2678" y="214173"/>
                  </a:moveTo>
                  <a:cubicBezTo>
                    <a:pt x="10549" y="322793"/>
                    <a:pt x="83519" y="403366"/>
                    <a:pt x="160252" y="394094"/>
                  </a:cubicBezTo>
                  <a:cubicBezTo>
                    <a:pt x="236983" y="384823"/>
                    <a:pt x="288655" y="289082"/>
                    <a:pt x="275505" y="180384"/>
                  </a:cubicBezTo>
                  <a:cubicBezTo>
                    <a:pt x="274380" y="171384"/>
                    <a:pt x="272905" y="162617"/>
                    <a:pt x="271005" y="154044"/>
                  </a:cubicBezTo>
                  <a:cubicBezTo>
                    <a:pt x="250250" y="59040"/>
                    <a:pt x="182984" y="-8033"/>
                    <a:pt x="112498" y="463"/>
                  </a:cubicBezTo>
                  <a:cubicBezTo>
                    <a:pt x="57993" y="7135"/>
                    <a:pt x="16213" y="57217"/>
                    <a:pt x="1201" y="124600"/>
                  </a:cubicBezTo>
                  <a:cubicBezTo>
                    <a:pt x="-5123" y="154024"/>
                    <a:pt x="-6442" y="184310"/>
                    <a:pt x="-2678" y="214173"/>
                  </a:cubicBezTo>
                  <a:close/>
                </a:path>
              </a:pathLst>
            </a:custGeom>
            <a:solidFill>
              <a:srgbClr val="FDC8AA"/>
            </a:solidFill>
            <a:ln cap="flat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59" id="59"/>
            <p:cNvSpPr/>
            <p:nvPr/>
          </p:nvSpPr>
          <p:spPr>
            <a:xfrm>
              <a:off x="4619619" y="2984833"/>
              <a:ext cx="92450" cy="69677"/>
            </a:xfrm>
            <a:custGeom>
              <a:avLst/>
              <a:gdLst/>
              <a:ahLst/>
              <a:cxnLst/>
              <a:rect r="r" b="b" t="t" l="l"/>
              <a:pathLst>
                <a:path w="99960" h="75337" stroke="true" fill="norm" extrusionOk="true">
                  <a:moveTo>
                    <a:pt x="-4772" y="20803"/>
                  </a:moveTo>
                  <a:lnTo>
                    <a:pt x="94072" y="-262"/>
                  </a:lnTo>
                  <a:cubicBezTo>
                    <a:pt x="94072" y="-262"/>
                    <a:pt x="104469" y="65259"/>
                    <a:pt x="61797" y="73716"/>
                  </a:cubicBezTo>
                  <a:cubicBezTo>
                    <a:pt x="19125" y="82173"/>
                    <a:pt x="2831" y="49548"/>
                    <a:pt x="-4772" y="20803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60" id="60"/>
            <p:cNvSpPr/>
            <p:nvPr/>
          </p:nvSpPr>
          <p:spPr>
            <a:xfrm>
              <a:off x="4516433" y="2733015"/>
              <a:ext cx="249533" cy="200762"/>
            </a:xfrm>
            <a:custGeom>
              <a:avLst/>
              <a:gdLst/>
              <a:ahLst/>
              <a:cxnLst/>
              <a:rect r="r" b="b" t="t" l="l"/>
              <a:pathLst>
                <a:path w="269805" h="217072" stroke="true" fill="norm" extrusionOk="true">
                  <a:moveTo>
                    <a:pt x="-4772" y="124561"/>
                  </a:moveTo>
                  <a:lnTo>
                    <a:pt x="29755" y="216811"/>
                  </a:lnTo>
                  <a:cubicBezTo>
                    <a:pt x="29755" y="216811"/>
                    <a:pt x="31732" y="169290"/>
                    <a:pt x="158042" y="171229"/>
                  </a:cubicBezTo>
                  <a:cubicBezTo>
                    <a:pt x="210723" y="172044"/>
                    <a:pt x="244045" y="163897"/>
                    <a:pt x="265033" y="154044"/>
                  </a:cubicBezTo>
                  <a:cubicBezTo>
                    <a:pt x="244278" y="59040"/>
                    <a:pt x="177012" y="-8033"/>
                    <a:pt x="106526" y="463"/>
                  </a:cubicBezTo>
                  <a:cubicBezTo>
                    <a:pt x="52021" y="7135"/>
                    <a:pt x="10241" y="57217"/>
                    <a:pt x="-4772" y="124561"/>
                  </a:cubicBezTo>
                  <a:close/>
                </a:path>
              </a:pathLst>
            </a:custGeom>
            <a:solidFill>
              <a:srgbClr val="EFA37D"/>
            </a:solidFill>
            <a:ln cap="flat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61" id="61"/>
            <p:cNvSpPr/>
            <p:nvPr/>
          </p:nvSpPr>
          <p:spPr>
            <a:xfrm>
              <a:off x="4433485" y="2630749"/>
              <a:ext cx="393713" cy="331747"/>
            </a:xfrm>
            <a:custGeom>
              <a:avLst/>
              <a:gdLst/>
              <a:ahLst/>
              <a:cxnLst/>
              <a:rect r="r" b="b" t="t" l="l"/>
              <a:pathLst>
                <a:path w="425698" h="358698" stroke="true" fill="norm" extrusionOk="true">
                  <a:moveTo>
                    <a:pt x="262779" y="10874"/>
                  </a:moveTo>
                  <a:cubicBezTo>
                    <a:pt x="165177" y="57425"/>
                    <a:pt x="156835" y="110882"/>
                    <a:pt x="137323" y="118213"/>
                  </a:cubicBezTo>
                  <a:cubicBezTo>
                    <a:pt x="117811" y="125545"/>
                    <a:pt x="55082" y="107778"/>
                    <a:pt x="15940" y="177450"/>
                  </a:cubicBezTo>
                  <a:cubicBezTo>
                    <a:pt x="1859" y="202511"/>
                    <a:pt x="-6133" y="254105"/>
                    <a:pt x="-4581" y="304924"/>
                  </a:cubicBezTo>
                  <a:lnTo>
                    <a:pt x="76613" y="309268"/>
                  </a:lnTo>
                  <a:lnTo>
                    <a:pt x="71608" y="295148"/>
                  </a:lnTo>
                  <a:cubicBezTo>
                    <a:pt x="71608" y="295148"/>
                    <a:pt x="104272" y="363734"/>
                    <a:pt x="123357" y="358109"/>
                  </a:cubicBezTo>
                  <a:cubicBezTo>
                    <a:pt x="142443" y="352484"/>
                    <a:pt x="78049" y="263066"/>
                    <a:pt x="196249" y="255734"/>
                  </a:cubicBezTo>
                  <a:cubicBezTo>
                    <a:pt x="314452" y="248402"/>
                    <a:pt x="378032" y="255928"/>
                    <a:pt x="413063" y="164299"/>
                  </a:cubicBezTo>
                  <a:cubicBezTo>
                    <a:pt x="448092" y="72671"/>
                    <a:pt x="360382" y="-35600"/>
                    <a:pt x="262779" y="10874"/>
                  </a:cubicBezTo>
                  <a:close/>
                </a:path>
              </a:pathLst>
            </a:custGeom>
            <a:solidFill>
              <a:srgbClr val="1F3A6F"/>
            </a:solidFill>
            <a:ln cap="flat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62" id="62"/>
            <p:cNvSpPr/>
            <p:nvPr/>
          </p:nvSpPr>
          <p:spPr>
            <a:xfrm>
              <a:off x="4469191" y="2903278"/>
              <a:ext cx="75729" cy="86354"/>
            </a:xfrm>
            <a:custGeom>
              <a:avLst/>
              <a:gdLst/>
              <a:ahLst/>
              <a:cxnLst/>
              <a:rect r="r" b="b" t="t" l="l"/>
              <a:pathLst>
                <a:path w="81881" h="93369" stroke="true" fill="norm" extrusionOk="true">
                  <a:moveTo>
                    <a:pt x="67604" y="26394"/>
                  </a:moveTo>
                  <a:cubicBezTo>
                    <a:pt x="61941" y="13669"/>
                    <a:pt x="50807" y="4220"/>
                    <a:pt x="37307" y="713"/>
                  </a:cubicBezTo>
                  <a:cubicBezTo>
                    <a:pt x="26173" y="-1886"/>
                    <a:pt x="12131" y="-180"/>
                    <a:pt x="649" y="16967"/>
                  </a:cubicBezTo>
                  <a:cubicBezTo>
                    <a:pt x="-22396" y="51299"/>
                    <a:pt x="33467" y="109449"/>
                    <a:pt x="66208" y="88772"/>
                  </a:cubicBezTo>
                  <a:lnTo>
                    <a:pt x="77109" y="66428"/>
                  </a:lnTo>
                  <a:cubicBezTo>
                    <a:pt x="76526" y="52598"/>
                    <a:pt x="73308" y="39009"/>
                    <a:pt x="67604" y="26394"/>
                  </a:cubicBezTo>
                  <a:close/>
                </a:path>
              </a:pathLst>
            </a:custGeom>
            <a:solidFill>
              <a:srgbClr val="FDC8AA"/>
            </a:solidFill>
            <a:ln cap="flat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63" id="63"/>
            <p:cNvSpPr/>
            <p:nvPr/>
          </p:nvSpPr>
          <p:spPr>
            <a:xfrm>
              <a:off x="5234284" y="5257680"/>
              <a:ext cx="271059" cy="99812"/>
            </a:xfrm>
            <a:custGeom>
              <a:avLst/>
              <a:gdLst/>
              <a:ahLst/>
              <a:cxnLst/>
              <a:rect r="r" b="b" t="t" l="l"/>
              <a:pathLst>
                <a:path w="293079" h="107921" stroke="true" fill="norm" extrusionOk="true">
                  <a:moveTo>
                    <a:pt x="0" y="17263"/>
                  </a:moveTo>
                  <a:lnTo>
                    <a:pt x="150167" y="0"/>
                  </a:lnTo>
                  <a:lnTo>
                    <a:pt x="293080" y="66180"/>
                  </a:lnTo>
                  <a:lnTo>
                    <a:pt x="293080" y="107922"/>
                  </a:lnTo>
                  <a:lnTo>
                    <a:pt x="0" y="107922"/>
                  </a:lnTo>
                  <a:lnTo>
                    <a:pt x="0" y="17263"/>
                  </a:lnTo>
                  <a:close/>
                </a:path>
              </a:pathLst>
            </a:custGeom>
            <a:solidFill>
              <a:srgbClr val="15315E"/>
            </a:solidFill>
            <a:ln cap="flat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64" id="64"/>
            <p:cNvSpPr/>
            <p:nvPr/>
          </p:nvSpPr>
          <p:spPr>
            <a:xfrm>
              <a:off x="4614740" y="5690801"/>
              <a:ext cx="146847" cy="96870"/>
            </a:xfrm>
            <a:custGeom>
              <a:avLst/>
              <a:gdLst/>
              <a:ahLst/>
              <a:cxnLst/>
              <a:rect r="r" b="b" t="t" l="l"/>
              <a:pathLst>
                <a:path w="158777" h="104740" stroke="true" fill="norm" extrusionOk="true">
                  <a:moveTo>
                    <a:pt x="154006" y="104479"/>
                  </a:moveTo>
                  <a:cubicBezTo>
                    <a:pt x="147760" y="45048"/>
                    <a:pt x="114593" y="-262"/>
                    <a:pt x="74598" y="-262"/>
                  </a:cubicBezTo>
                  <a:cubicBezTo>
                    <a:pt x="34602" y="-262"/>
                    <a:pt x="1433" y="45087"/>
                    <a:pt x="-4772" y="104479"/>
                  </a:cubicBezTo>
                  <a:close/>
                </a:path>
              </a:pathLst>
            </a:custGeom>
            <a:solidFill>
              <a:srgbClr val="15315E"/>
            </a:solidFill>
            <a:ln cap="flat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65" id="65"/>
            <p:cNvSpPr/>
            <p:nvPr/>
          </p:nvSpPr>
          <p:spPr>
            <a:xfrm>
              <a:off x="4989271" y="3453471"/>
              <a:ext cx="181408" cy="160270"/>
            </a:xfrm>
            <a:custGeom>
              <a:avLst/>
              <a:gdLst/>
              <a:ahLst/>
              <a:cxnLst/>
              <a:rect r="r" b="b" t="t" l="l"/>
              <a:pathLst>
                <a:path w="196145" h="173290" stroke="true" fill="norm" extrusionOk="true">
                  <a:moveTo>
                    <a:pt x="38366" y="66659"/>
                  </a:moveTo>
                  <a:cubicBezTo>
                    <a:pt x="38366" y="66659"/>
                    <a:pt x="183568" y="-14301"/>
                    <a:pt x="190938" y="1875"/>
                  </a:cubicBezTo>
                  <a:cubicBezTo>
                    <a:pt x="198309" y="18052"/>
                    <a:pt x="109473" y="80353"/>
                    <a:pt x="109473" y="80353"/>
                  </a:cubicBezTo>
                  <a:cubicBezTo>
                    <a:pt x="109473" y="80353"/>
                    <a:pt x="121732" y="91177"/>
                    <a:pt x="117543" y="105646"/>
                  </a:cubicBezTo>
                  <a:cubicBezTo>
                    <a:pt x="113353" y="120116"/>
                    <a:pt x="102025" y="117905"/>
                    <a:pt x="102025" y="117905"/>
                  </a:cubicBezTo>
                  <a:cubicBezTo>
                    <a:pt x="102025" y="117905"/>
                    <a:pt x="114788" y="125237"/>
                    <a:pt x="110133" y="136797"/>
                  </a:cubicBezTo>
                  <a:cubicBezTo>
                    <a:pt x="105479" y="148357"/>
                    <a:pt x="90969" y="146844"/>
                    <a:pt x="90969" y="146844"/>
                  </a:cubicBezTo>
                  <a:cubicBezTo>
                    <a:pt x="90969" y="146844"/>
                    <a:pt x="100552" y="154913"/>
                    <a:pt x="92443" y="163021"/>
                  </a:cubicBezTo>
                  <a:cubicBezTo>
                    <a:pt x="84336" y="171129"/>
                    <a:pt x="36775" y="181758"/>
                    <a:pt x="-4772" y="160810"/>
                  </a:cubicBezTo>
                  <a:close/>
                </a:path>
              </a:pathLst>
            </a:custGeom>
            <a:solidFill>
              <a:srgbClr val="FDC8AA"/>
            </a:solidFill>
            <a:ln cap="flat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66" id="66"/>
            <p:cNvSpPr/>
            <p:nvPr/>
          </p:nvSpPr>
          <p:spPr>
            <a:xfrm>
              <a:off x="4410736" y="3598959"/>
              <a:ext cx="199805" cy="161739"/>
            </a:xfrm>
            <a:custGeom>
              <a:avLst/>
              <a:gdLst/>
              <a:ahLst/>
              <a:cxnLst/>
              <a:rect r="r" b="b" t="t" l="l"/>
              <a:pathLst>
                <a:path w="216037" h="174878" stroke="true" fill="norm" extrusionOk="true">
                  <a:moveTo>
                    <a:pt x="216037" y="0"/>
                  </a:moveTo>
                  <a:lnTo>
                    <a:pt x="32664" y="174878"/>
                  </a:lnTo>
                  <a:lnTo>
                    <a:pt x="28629" y="169680"/>
                  </a:lnTo>
                  <a:lnTo>
                    <a:pt x="0" y="132866"/>
                  </a:lnTo>
                  <a:lnTo>
                    <a:pt x="216037" y="0"/>
                  </a:lnTo>
                  <a:close/>
                </a:path>
              </a:pathLst>
            </a:custGeom>
            <a:solidFill>
              <a:srgbClr val="EFA37D"/>
            </a:solidFill>
            <a:ln cap="flat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67" id="67"/>
            <p:cNvSpPr/>
            <p:nvPr/>
          </p:nvSpPr>
          <p:spPr>
            <a:xfrm rot="1352399">
              <a:off x="6988760" y="4540046"/>
              <a:ext cx="594070" cy="719357"/>
            </a:xfrm>
            <a:custGeom>
              <a:avLst/>
              <a:gdLst/>
              <a:ahLst/>
              <a:cxnLst/>
              <a:rect r="r" b="b" t="t" l="l"/>
              <a:pathLst>
                <a:path w="642331" h="777796" stroke="true" fill="norm" extrusionOk="true">
                  <a:moveTo>
                    <a:pt x="-4772" y="-262"/>
                  </a:moveTo>
                  <a:lnTo>
                    <a:pt x="637560" y="-262"/>
                  </a:lnTo>
                  <a:lnTo>
                    <a:pt x="637560" y="777535"/>
                  </a:lnTo>
                  <a:lnTo>
                    <a:pt x="-4772" y="777535"/>
                  </a:lnTo>
                  <a:close/>
                </a:path>
              </a:pathLst>
            </a:custGeom>
            <a:solidFill>
              <a:srgbClr val="E59D29"/>
            </a:solidFill>
            <a:ln cap="flat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68" id="68"/>
            <p:cNvSpPr/>
            <p:nvPr/>
          </p:nvSpPr>
          <p:spPr>
            <a:xfrm rot="21298800">
              <a:off x="6471694" y="4339119"/>
              <a:ext cx="594070" cy="719357"/>
            </a:xfrm>
            <a:custGeom>
              <a:avLst/>
              <a:gdLst/>
              <a:ahLst/>
              <a:cxnLst/>
              <a:rect r="r" b="b" t="t" l="l"/>
              <a:pathLst>
                <a:path w="642331" h="777796" stroke="true" fill="norm" extrusionOk="true">
                  <a:moveTo>
                    <a:pt x="-4773" y="-262"/>
                  </a:moveTo>
                  <a:lnTo>
                    <a:pt x="637559" y="-262"/>
                  </a:lnTo>
                  <a:lnTo>
                    <a:pt x="637559" y="777535"/>
                  </a:lnTo>
                  <a:lnTo>
                    <a:pt x="-4773" y="777535"/>
                  </a:lnTo>
                  <a:close/>
                </a:path>
              </a:pathLst>
            </a:custGeom>
            <a:solidFill>
              <a:srgbClr val="F4B545"/>
            </a:solidFill>
            <a:ln cap="flat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69" id="69"/>
            <p:cNvSpPr/>
            <p:nvPr/>
          </p:nvSpPr>
          <p:spPr>
            <a:xfrm>
              <a:off x="6290968" y="3988280"/>
              <a:ext cx="1784556" cy="1419298"/>
            </a:xfrm>
            <a:custGeom>
              <a:avLst/>
              <a:gdLst/>
              <a:ahLst/>
              <a:cxnLst/>
              <a:rect r="r" b="b" t="t" l="l"/>
              <a:pathLst>
                <a:path w="1929530" h="1534600" stroke="true" fill="norm" extrusionOk="true">
                  <a:moveTo>
                    <a:pt x="1672047" y="1534338"/>
                  </a:moveTo>
                  <a:lnTo>
                    <a:pt x="164518" y="1534338"/>
                  </a:lnTo>
                  <a:cubicBezTo>
                    <a:pt x="158737" y="1534299"/>
                    <a:pt x="153812" y="1530071"/>
                    <a:pt x="152881" y="1524329"/>
                  </a:cubicBezTo>
                  <a:lnTo>
                    <a:pt x="-4619" y="562538"/>
                  </a:lnTo>
                  <a:cubicBezTo>
                    <a:pt x="-5666" y="556021"/>
                    <a:pt x="-1243" y="549892"/>
                    <a:pt x="5274" y="548844"/>
                  </a:cubicBezTo>
                  <a:cubicBezTo>
                    <a:pt x="5856" y="548767"/>
                    <a:pt x="6438" y="548689"/>
                    <a:pt x="7019" y="548689"/>
                  </a:cubicBezTo>
                  <a:lnTo>
                    <a:pt x="1657073" y="548689"/>
                  </a:lnTo>
                  <a:lnTo>
                    <a:pt x="1901972" y="6753"/>
                  </a:lnTo>
                  <a:cubicBezTo>
                    <a:pt x="1904688" y="756"/>
                    <a:pt x="1911748" y="-1913"/>
                    <a:pt x="1917722" y="799"/>
                  </a:cubicBezTo>
                  <a:cubicBezTo>
                    <a:pt x="1923736" y="3510"/>
                    <a:pt x="1926413" y="10570"/>
                    <a:pt x="1923696" y="16568"/>
                  </a:cubicBezTo>
                  <a:lnTo>
                    <a:pt x="1675655" y="565370"/>
                  </a:lnTo>
                  <a:cubicBezTo>
                    <a:pt x="1673716" y="569637"/>
                    <a:pt x="1669488" y="572392"/>
                    <a:pt x="1664794" y="572392"/>
                  </a:cubicBezTo>
                  <a:lnTo>
                    <a:pt x="21062" y="572392"/>
                  </a:lnTo>
                  <a:lnTo>
                    <a:pt x="174643" y="1510325"/>
                  </a:lnTo>
                  <a:lnTo>
                    <a:pt x="1660409" y="1510325"/>
                  </a:lnTo>
                  <a:lnTo>
                    <a:pt x="1681785" y="691796"/>
                  </a:lnTo>
                  <a:cubicBezTo>
                    <a:pt x="1682289" y="685201"/>
                    <a:pt x="1688030" y="680275"/>
                    <a:pt x="1694625" y="680818"/>
                  </a:cubicBezTo>
                  <a:cubicBezTo>
                    <a:pt x="1700715" y="681283"/>
                    <a:pt x="1705487" y="686288"/>
                    <a:pt x="1705642" y="692417"/>
                  </a:cubicBezTo>
                  <a:lnTo>
                    <a:pt x="1683957" y="1522351"/>
                  </a:lnTo>
                  <a:cubicBezTo>
                    <a:pt x="1683995" y="1528946"/>
                    <a:pt x="1678642" y="1534299"/>
                    <a:pt x="1672047" y="1534338"/>
                  </a:cubicBezTo>
                  <a:cubicBezTo>
                    <a:pt x="1672047" y="1534338"/>
                    <a:pt x="1672047" y="1534338"/>
                    <a:pt x="1672047" y="1534338"/>
                  </a:cubicBezTo>
                  <a:close/>
                </a:path>
              </a:pathLst>
            </a:custGeom>
            <a:solidFill>
              <a:srgbClr val="1F3A6F"/>
            </a:solidFill>
            <a:ln cap="flat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70" id="70"/>
            <p:cNvSpPr/>
            <p:nvPr/>
          </p:nvSpPr>
          <p:spPr>
            <a:xfrm>
              <a:off x="6487177" y="4591126"/>
              <a:ext cx="139067" cy="724011"/>
            </a:xfrm>
            <a:custGeom>
              <a:avLst/>
              <a:gdLst/>
              <a:ahLst/>
              <a:cxnLst/>
              <a:rect r="r" b="b" t="t" l="l"/>
              <a:pathLst>
                <a:path w="150365" h="782829" stroke="true" fill="norm" extrusionOk="true">
                  <a:moveTo>
                    <a:pt x="133534" y="782509"/>
                  </a:moveTo>
                  <a:cubicBezTo>
                    <a:pt x="127753" y="782470"/>
                    <a:pt x="122866" y="778281"/>
                    <a:pt x="121896" y="772578"/>
                  </a:cubicBezTo>
                  <a:lnTo>
                    <a:pt x="-4609" y="13596"/>
                  </a:lnTo>
                  <a:cubicBezTo>
                    <a:pt x="-5694" y="7118"/>
                    <a:pt x="-1271" y="989"/>
                    <a:pt x="5207" y="-98"/>
                  </a:cubicBezTo>
                  <a:cubicBezTo>
                    <a:pt x="11685" y="-1184"/>
                    <a:pt x="17815" y="3238"/>
                    <a:pt x="18900" y="9717"/>
                  </a:cubicBezTo>
                  <a:lnTo>
                    <a:pt x="145403" y="768660"/>
                  </a:lnTo>
                  <a:cubicBezTo>
                    <a:pt x="146568" y="775138"/>
                    <a:pt x="142263" y="781306"/>
                    <a:pt x="135783" y="782470"/>
                  </a:cubicBezTo>
                  <a:cubicBezTo>
                    <a:pt x="135745" y="782509"/>
                    <a:pt x="135705" y="782509"/>
                    <a:pt x="135667" y="782509"/>
                  </a:cubicBezTo>
                  <a:cubicBezTo>
                    <a:pt x="134968" y="782587"/>
                    <a:pt x="134231" y="782587"/>
                    <a:pt x="133534" y="782509"/>
                  </a:cubicBezTo>
                  <a:close/>
                </a:path>
              </a:pathLst>
            </a:custGeom>
            <a:solidFill>
              <a:srgbClr val="1F3A6F"/>
            </a:solidFill>
            <a:ln cap="flat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71" id="71"/>
            <p:cNvSpPr/>
            <p:nvPr/>
          </p:nvSpPr>
          <p:spPr>
            <a:xfrm>
              <a:off x="6747799" y="4591058"/>
              <a:ext cx="42094" cy="724026"/>
            </a:xfrm>
            <a:custGeom>
              <a:avLst/>
              <a:gdLst/>
              <a:ahLst/>
              <a:cxnLst/>
              <a:rect r="r" b="b" t="t" l="l"/>
              <a:pathLst>
                <a:path w="45514" h="782845" stroke="true" fill="norm" extrusionOk="true">
                  <a:moveTo>
                    <a:pt x="28828" y="782583"/>
                  </a:moveTo>
                  <a:cubicBezTo>
                    <a:pt x="22350" y="782583"/>
                    <a:pt x="17073" y="777424"/>
                    <a:pt x="16917" y="770945"/>
                  </a:cubicBezTo>
                  <a:lnTo>
                    <a:pt x="-4767" y="12002"/>
                  </a:lnTo>
                  <a:cubicBezTo>
                    <a:pt x="-4960" y="5407"/>
                    <a:pt x="199" y="-63"/>
                    <a:pt x="6793" y="-257"/>
                  </a:cubicBezTo>
                  <a:cubicBezTo>
                    <a:pt x="13389" y="-450"/>
                    <a:pt x="18857" y="4709"/>
                    <a:pt x="19052" y="11304"/>
                  </a:cubicBezTo>
                  <a:lnTo>
                    <a:pt x="40737" y="770247"/>
                  </a:lnTo>
                  <a:cubicBezTo>
                    <a:pt x="40932" y="776803"/>
                    <a:pt x="35772" y="782312"/>
                    <a:pt x="29177" y="782506"/>
                  </a:cubicBezTo>
                  <a:cubicBezTo>
                    <a:pt x="29139" y="782506"/>
                    <a:pt x="29139" y="782506"/>
                    <a:pt x="29099" y="782506"/>
                  </a:cubicBezTo>
                  <a:close/>
                </a:path>
              </a:pathLst>
            </a:custGeom>
            <a:solidFill>
              <a:srgbClr val="1F3A6F"/>
            </a:solidFill>
            <a:ln cap="flat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72" id="72"/>
            <p:cNvSpPr/>
            <p:nvPr/>
          </p:nvSpPr>
          <p:spPr>
            <a:xfrm>
              <a:off x="6985172" y="4591133"/>
              <a:ext cx="35415" cy="723951"/>
            </a:xfrm>
            <a:custGeom>
              <a:avLst/>
              <a:gdLst/>
              <a:ahLst/>
              <a:cxnLst/>
              <a:rect r="r" b="b" t="t" l="l"/>
              <a:pathLst>
                <a:path w="38292" h="782764" stroke="true" fill="norm" extrusionOk="true">
                  <a:moveTo>
                    <a:pt x="7100" y="782502"/>
                  </a:moveTo>
                  <a:lnTo>
                    <a:pt x="6867" y="782502"/>
                  </a:lnTo>
                  <a:cubicBezTo>
                    <a:pt x="312" y="782347"/>
                    <a:pt x="-4888" y="776916"/>
                    <a:pt x="-4770" y="770360"/>
                  </a:cubicBezTo>
                  <a:lnTo>
                    <a:pt x="9699" y="11417"/>
                  </a:lnTo>
                  <a:cubicBezTo>
                    <a:pt x="9815" y="4822"/>
                    <a:pt x="15245" y="-377"/>
                    <a:pt x="21841" y="-260"/>
                  </a:cubicBezTo>
                  <a:cubicBezTo>
                    <a:pt x="28436" y="-144"/>
                    <a:pt x="33634" y="5288"/>
                    <a:pt x="33519" y="11882"/>
                  </a:cubicBezTo>
                  <a:lnTo>
                    <a:pt x="19009" y="770864"/>
                  </a:lnTo>
                  <a:cubicBezTo>
                    <a:pt x="18894" y="777343"/>
                    <a:pt x="13579" y="782541"/>
                    <a:pt x="7100" y="782502"/>
                  </a:cubicBezTo>
                  <a:close/>
                </a:path>
              </a:pathLst>
            </a:custGeom>
            <a:solidFill>
              <a:srgbClr val="1F3A6F"/>
            </a:solidFill>
            <a:ln cap="flat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73" id="73"/>
            <p:cNvSpPr/>
            <p:nvPr/>
          </p:nvSpPr>
          <p:spPr>
            <a:xfrm>
              <a:off x="7172173" y="4591913"/>
              <a:ext cx="102346" cy="709895"/>
            </a:xfrm>
            <a:custGeom>
              <a:avLst/>
              <a:gdLst/>
              <a:ahLst/>
              <a:cxnLst/>
              <a:rect r="r" b="b" t="t" l="l"/>
              <a:pathLst>
                <a:path w="110660" h="767566" stroke="true" fill="norm" extrusionOk="true">
                  <a:moveTo>
                    <a:pt x="7174" y="767305"/>
                  </a:moveTo>
                  <a:lnTo>
                    <a:pt x="5778" y="767305"/>
                  </a:lnTo>
                  <a:cubicBezTo>
                    <a:pt x="-778" y="766529"/>
                    <a:pt x="-5434" y="760632"/>
                    <a:pt x="-4695" y="754076"/>
                  </a:cubicBezTo>
                  <a:lnTo>
                    <a:pt x="82160" y="9680"/>
                  </a:lnTo>
                  <a:cubicBezTo>
                    <a:pt x="83286" y="3163"/>
                    <a:pt x="89453" y="-1182"/>
                    <a:pt x="95971" y="-96"/>
                  </a:cubicBezTo>
                  <a:cubicBezTo>
                    <a:pt x="101985" y="952"/>
                    <a:pt x="106251" y="6344"/>
                    <a:pt x="105864" y="12434"/>
                  </a:cubicBezTo>
                  <a:lnTo>
                    <a:pt x="19007" y="756947"/>
                  </a:lnTo>
                  <a:cubicBezTo>
                    <a:pt x="18192" y="762882"/>
                    <a:pt x="13148" y="767266"/>
                    <a:pt x="7174" y="767305"/>
                  </a:cubicBezTo>
                  <a:close/>
                </a:path>
              </a:pathLst>
            </a:custGeom>
            <a:solidFill>
              <a:srgbClr val="1F3A6F"/>
            </a:solidFill>
            <a:ln cap="flat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74" id="74"/>
            <p:cNvSpPr/>
            <p:nvPr/>
          </p:nvSpPr>
          <p:spPr>
            <a:xfrm>
              <a:off x="7389550" y="4591308"/>
              <a:ext cx="105602" cy="710501"/>
            </a:xfrm>
            <a:custGeom>
              <a:avLst/>
              <a:gdLst/>
              <a:ahLst/>
              <a:cxnLst/>
              <a:rect r="r" b="b" t="t" l="l"/>
              <a:pathLst>
                <a:path w="114181" h="768221" stroke="true" fill="norm" extrusionOk="true">
                  <a:moveTo>
                    <a:pt x="7143" y="767960"/>
                  </a:moveTo>
                  <a:lnTo>
                    <a:pt x="5708" y="767960"/>
                  </a:lnTo>
                  <a:cubicBezTo>
                    <a:pt x="-808" y="767184"/>
                    <a:pt x="-5464" y="761248"/>
                    <a:pt x="-4688" y="754693"/>
                  </a:cubicBezTo>
                  <a:cubicBezTo>
                    <a:pt x="-4688" y="754693"/>
                    <a:pt x="-4688" y="754693"/>
                    <a:pt x="-4688" y="754693"/>
                  </a:cubicBezTo>
                  <a:lnTo>
                    <a:pt x="85661" y="10219"/>
                  </a:lnTo>
                  <a:cubicBezTo>
                    <a:pt x="86436" y="3702"/>
                    <a:pt x="92410" y="-954"/>
                    <a:pt x="98928" y="-177"/>
                  </a:cubicBezTo>
                  <a:cubicBezTo>
                    <a:pt x="105446" y="598"/>
                    <a:pt x="110100" y="6572"/>
                    <a:pt x="109325" y="13089"/>
                  </a:cubicBezTo>
                  <a:lnTo>
                    <a:pt x="18976" y="757563"/>
                  </a:lnTo>
                  <a:cubicBezTo>
                    <a:pt x="18200" y="763499"/>
                    <a:pt x="13157" y="767960"/>
                    <a:pt x="7143" y="767960"/>
                  </a:cubicBezTo>
                  <a:close/>
                </a:path>
              </a:pathLst>
            </a:custGeom>
            <a:solidFill>
              <a:srgbClr val="1F3A6F"/>
            </a:solidFill>
            <a:ln cap="flat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75" id="75"/>
            <p:cNvSpPr/>
            <p:nvPr/>
          </p:nvSpPr>
          <p:spPr>
            <a:xfrm>
              <a:off x="7630204" y="4591107"/>
              <a:ext cx="72274" cy="723977"/>
            </a:xfrm>
            <a:custGeom>
              <a:avLst/>
              <a:gdLst/>
              <a:ahLst/>
              <a:cxnLst/>
              <a:rect r="r" b="b" t="t" l="l"/>
              <a:pathLst>
                <a:path w="78145" h="782792" stroke="true" fill="norm" extrusionOk="true">
                  <a:moveTo>
                    <a:pt x="7162" y="782531"/>
                  </a:moveTo>
                  <a:lnTo>
                    <a:pt x="6310" y="782531"/>
                  </a:lnTo>
                  <a:cubicBezTo>
                    <a:pt x="-248" y="782026"/>
                    <a:pt x="-5175" y="776324"/>
                    <a:pt x="-4746" y="769768"/>
                  </a:cubicBezTo>
                  <a:lnTo>
                    <a:pt x="49564" y="10824"/>
                  </a:lnTo>
                  <a:cubicBezTo>
                    <a:pt x="50028" y="4268"/>
                    <a:pt x="55731" y="-697"/>
                    <a:pt x="62327" y="-232"/>
                  </a:cubicBezTo>
                  <a:cubicBezTo>
                    <a:pt x="68882" y="273"/>
                    <a:pt x="73809" y="5975"/>
                    <a:pt x="73343" y="12531"/>
                  </a:cubicBezTo>
                  <a:lnTo>
                    <a:pt x="19033" y="771475"/>
                  </a:lnTo>
                  <a:cubicBezTo>
                    <a:pt x="18607" y="777720"/>
                    <a:pt x="13407" y="782531"/>
                    <a:pt x="7162" y="782531"/>
                  </a:cubicBezTo>
                  <a:close/>
                </a:path>
              </a:pathLst>
            </a:custGeom>
            <a:solidFill>
              <a:srgbClr val="1F3A6F"/>
            </a:solidFill>
            <a:ln cap="flat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76" id="76"/>
            <p:cNvSpPr/>
            <p:nvPr/>
          </p:nvSpPr>
          <p:spPr>
            <a:xfrm>
              <a:off x="6437115" y="4754847"/>
              <a:ext cx="1334885" cy="22065"/>
            </a:xfrm>
            <a:custGeom>
              <a:avLst/>
              <a:gdLst/>
              <a:ahLst/>
              <a:cxnLst/>
              <a:rect r="r" b="b" t="t" l="l"/>
              <a:pathLst>
                <a:path w="1443329" h="23857" stroke="true" fill="norm" extrusionOk="true">
                  <a:moveTo>
                    <a:pt x="1427286" y="23596"/>
                  </a:moveTo>
                  <a:lnTo>
                    <a:pt x="6498" y="23596"/>
                  </a:lnTo>
                  <a:cubicBezTo>
                    <a:pt x="-97" y="23208"/>
                    <a:pt x="-5140" y="17583"/>
                    <a:pt x="-4751" y="10988"/>
                  </a:cubicBezTo>
                  <a:cubicBezTo>
                    <a:pt x="-4403" y="4936"/>
                    <a:pt x="446" y="87"/>
                    <a:pt x="6498" y="-262"/>
                  </a:cubicBezTo>
                  <a:lnTo>
                    <a:pt x="1427286" y="-262"/>
                  </a:lnTo>
                  <a:cubicBezTo>
                    <a:pt x="1433882" y="126"/>
                    <a:pt x="1438924" y="5751"/>
                    <a:pt x="1438536" y="12346"/>
                  </a:cubicBezTo>
                  <a:cubicBezTo>
                    <a:pt x="1438187" y="18398"/>
                    <a:pt x="1433338" y="23247"/>
                    <a:pt x="1427286" y="23596"/>
                  </a:cubicBezTo>
                  <a:close/>
                </a:path>
              </a:pathLst>
            </a:custGeom>
            <a:solidFill>
              <a:srgbClr val="1F3A6F"/>
            </a:solidFill>
            <a:ln cap="flat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77" id="77"/>
            <p:cNvSpPr/>
            <p:nvPr/>
          </p:nvSpPr>
          <p:spPr>
            <a:xfrm>
              <a:off x="6507132" y="5149543"/>
              <a:ext cx="1265458" cy="22028"/>
            </a:xfrm>
            <a:custGeom>
              <a:avLst/>
              <a:gdLst/>
              <a:ahLst/>
              <a:cxnLst/>
              <a:rect r="r" b="b" t="t" l="l"/>
              <a:pathLst>
                <a:path w="1368262" h="23818" stroke="true" fill="norm" extrusionOk="true">
                  <a:moveTo>
                    <a:pt x="1351581" y="23557"/>
                  </a:moveTo>
                  <a:lnTo>
                    <a:pt x="7138" y="23557"/>
                  </a:lnTo>
                  <a:cubicBezTo>
                    <a:pt x="543" y="23557"/>
                    <a:pt x="-4772" y="18242"/>
                    <a:pt x="-4772" y="11648"/>
                  </a:cubicBezTo>
                  <a:cubicBezTo>
                    <a:pt x="-4772" y="5053"/>
                    <a:pt x="543" y="-262"/>
                    <a:pt x="7138" y="-262"/>
                  </a:cubicBezTo>
                  <a:lnTo>
                    <a:pt x="1351581" y="-262"/>
                  </a:lnTo>
                  <a:cubicBezTo>
                    <a:pt x="1358177" y="-262"/>
                    <a:pt x="1363490" y="5053"/>
                    <a:pt x="1363490" y="11648"/>
                  </a:cubicBezTo>
                  <a:cubicBezTo>
                    <a:pt x="1363490" y="18242"/>
                    <a:pt x="1358177" y="23557"/>
                    <a:pt x="1351581" y="23557"/>
                  </a:cubicBezTo>
                  <a:close/>
                </a:path>
              </a:pathLst>
            </a:custGeom>
            <a:solidFill>
              <a:srgbClr val="1F3A6F"/>
            </a:solidFill>
            <a:ln cap="flat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78" id="78"/>
            <p:cNvSpPr/>
            <p:nvPr/>
          </p:nvSpPr>
          <p:spPr>
            <a:xfrm>
              <a:off x="6544929" y="5385505"/>
              <a:ext cx="1194232" cy="243891"/>
            </a:xfrm>
            <a:custGeom>
              <a:avLst/>
              <a:gdLst/>
              <a:ahLst/>
              <a:cxnLst/>
              <a:rect r="r" b="b" t="t" l="l"/>
              <a:pathLst>
                <a:path w="1291250" h="263704" stroke="true" fill="norm" extrusionOk="true">
                  <a:moveTo>
                    <a:pt x="1234798" y="263422"/>
                  </a:moveTo>
                  <a:lnTo>
                    <a:pt x="7856" y="263422"/>
                  </a:lnTo>
                  <a:cubicBezTo>
                    <a:pt x="1263" y="263810"/>
                    <a:pt x="-4363" y="258767"/>
                    <a:pt x="-4751" y="252172"/>
                  </a:cubicBezTo>
                  <a:cubicBezTo>
                    <a:pt x="-5140" y="245577"/>
                    <a:pt x="-95" y="239952"/>
                    <a:pt x="6498" y="239564"/>
                  </a:cubicBezTo>
                  <a:cubicBezTo>
                    <a:pt x="6964" y="239525"/>
                    <a:pt x="7390" y="239525"/>
                    <a:pt x="7856" y="239564"/>
                  </a:cubicBezTo>
                  <a:lnTo>
                    <a:pt x="1224711" y="239564"/>
                  </a:lnTo>
                  <a:lnTo>
                    <a:pt x="1262805" y="9716"/>
                  </a:lnTo>
                  <a:cubicBezTo>
                    <a:pt x="1263892" y="3238"/>
                    <a:pt x="1270020" y="-1184"/>
                    <a:pt x="1276500" y="-98"/>
                  </a:cubicBezTo>
                  <a:cubicBezTo>
                    <a:pt x="1282978" y="988"/>
                    <a:pt x="1287401" y="7118"/>
                    <a:pt x="1286314" y="13596"/>
                  </a:cubicBezTo>
                  <a:lnTo>
                    <a:pt x="1246551" y="253336"/>
                  </a:lnTo>
                  <a:cubicBezTo>
                    <a:pt x="1245659" y="259155"/>
                    <a:pt x="1240654" y="263422"/>
                    <a:pt x="1234798" y="263422"/>
                  </a:cubicBezTo>
                  <a:close/>
                </a:path>
              </a:pathLst>
            </a:custGeom>
            <a:solidFill>
              <a:srgbClr val="1F3A6F"/>
            </a:solidFill>
            <a:ln cap="flat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79" id="79"/>
            <p:cNvSpPr/>
            <p:nvPr/>
          </p:nvSpPr>
          <p:spPr>
            <a:xfrm rot="18900000">
              <a:off x="6652383" y="5554842"/>
              <a:ext cx="232849" cy="232849"/>
            </a:xfrm>
            <a:custGeom>
              <a:avLst/>
              <a:gdLst/>
              <a:ahLst/>
              <a:cxnLst/>
              <a:rect r="r" b="b" t="t" l="l"/>
              <a:pathLst>
                <a:path w="251765" h="251765" stroke="true" fill="norm" extrusionOk="true">
                  <a:moveTo>
                    <a:pt x="246993" y="125621"/>
                  </a:moveTo>
                  <a:cubicBezTo>
                    <a:pt x="246993" y="195144"/>
                    <a:pt x="190634" y="251504"/>
                    <a:pt x="121110" y="251504"/>
                  </a:cubicBezTo>
                  <a:cubicBezTo>
                    <a:pt x="51586" y="251504"/>
                    <a:pt x="-4774" y="195144"/>
                    <a:pt x="-4774" y="125621"/>
                  </a:cubicBezTo>
                  <a:cubicBezTo>
                    <a:pt x="-4774" y="56098"/>
                    <a:pt x="51586" y="-262"/>
                    <a:pt x="121110" y="-262"/>
                  </a:cubicBezTo>
                  <a:cubicBezTo>
                    <a:pt x="190634" y="-262"/>
                    <a:pt x="246993" y="56098"/>
                    <a:pt x="246993" y="125621"/>
                  </a:cubicBezTo>
                  <a:close/>
                </a:path>
              </a:pathLst>
            </a:custGeom>
            <a:solidFill>
              <a:srgbClr val="1F3A6F"/>
            </a:solidFill>
            <a:ln cap="flat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80" id="80"/>
            <p:cNvSpPr/>
            <p:nvPr/>
          </p:nvSpPr>
          <p:spPr>
            <a:xfrm rot="20250002">
              <a:off x="7325947" y="5554840"/>
              <a:ext cx="232849" cy="232849"/>
            </a:xfrm>
            <a:custGeom>
              <a:avLst/>
              <a:gdLst/>
              <a:ahLst/>
              <a:cxnLst/>
              <a:rect r="r" b="b" t="t" l="l"/>
              <a:pathLst>
                <a:path w="251765" h="251765" stroke="true" fill="norm" extrusionOk="true">
                  <a:moveTo>
                    <a:pt x="246993" y="125621"/>
                  </a:moveTo>
                  <a:cubicBezTo>
                    <a:pt x="246993" y="195144"/>
                    <a:pt x="190634" y="251504"/>
                    <a:pt x="121110" y="251504"/>
                  </a:cubicBezTo>
                  <a:cubicBezTo>
                    <a:pt x="51586" y="251504"/>
                    <a:pt x="-4774" y="195144"/>
                    <a:pt x="-4774" y="125621"/>
                  </a:cubicBezTo>
                  <a:cubicBezTo>
                    <a:pt x="-4774" y="56098"/>
                    <a:pt x="51586" y="-262"/>
                    <a:pt x="121110" y="-262"/>
                  </a:cubicBezTo>
                  <a:cubicBezTo>
                    <a:pt x="190634" y="-262"/>
                    <a:pt x="246993" y="56098"/>
                    <a:pt x="246993" y="125621"/>
                  </a:cubicBezTo>
                  <a:close/>
                </a:path>
              </a:pathLst>
            </a:custGeom>
            <a:solidFill>
              <a:srgbClr val="1F3A6F"/>
            </a:solidFill>
            <a:ln cap="flat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81" id="81"/>
            <p:cNvSpPr/>
            <p:nvPr/>
          </p:nvSpPr>
          <p:spPr>
            <a:xfrm>
              <a:off x="7484706" y="1483727"/>
              <a:ext cx="553814" cy="553779"/>
            </a:xfrm>
            <a:custGeom>
              <a:avLst/>
              <a:gdLst/>
              <a:ahLst/>
              <a:cxnLst/>
              <a:rect r="r" b="b" t="t" l="l"/>
              <a:pathLst>
                <a:path w="598805" h="598767" stroke="true" fill="norm" extrusionOk="true">
                  <a:moveTo>
                    <a:pt x="233609" y="598506"/>
                  </a:moveTo>
                  <a:lnTo>
                    <a:pt x="229303" y="567472"/>
                  </a:lnTo>
                  <a:cubicBezTo>
                    <a:pt x="210799" y="437201"/>
                    <a:pt x="134727" y="322153"/>
                    <a:pt x="22072" y="254142"/>
                  </a:cubicBezTo>
                  <a:lnTo>
                    <a:pt x="-4772" y="238120"/>
                  </a:lnTo>
                  <a:lnTo>
                    <a:pt x="26262" y="233814"/>
                  </a:lnTo>
                  <a:cubicBezTo>
                    <a:pt x="156529" y="215329"/>
                    <a:pt x="271587" y="139233"/>
                    <a:pt x="339592" y="26583"/>
                  </a:cubicBezTo>
                  <a:lnTo>
                    <a:pt x="355653" y="-262"/>
                  </a:lnTo>
                  <a:lnTo>
                    <a:pt x="359918" y="30772"/>
                  </a:lnTo>
                  <a:cubicBezTo>
                    <a:pt x="378423" y="161039"/>
                    <a:pt x="454535" y="276075"/>
                    <a:pt x="567189" y="344063"/>
                  </a:cubicBezTo>
                  <a:lnTo>
                    <a:pt x="594034" y="360124"/>
                  </a:lnTo>
                  <a:lnTo>
                    <a:pt x="562999" y="364391"/>
                  </a:lnTo>
                  <a:cubicBezTo>
                    <a:pt x="432733" y="382918"/>
                    <a:pt x="317674" y="459022"/>
                    <a:pt x="249669" y="571661"/>
                  </a:cubicBezTo>
                  <a:close/>
                  <a:moveTo>
                    <a:pt x="57452" y="250805"/>
                  </a:moveTo>
                  <a:cubicBezTo>
                    <a:pt x="154667" y="318220"/>
                    <a:pt x="222243" y="420408"/>
                    <a:pt x="246256" y="536243"/>
                  </a:cubicBezTo>
                  <a:cubicBezTo>
                    <a:pt x="313717" y="439063"/>
                    <a:pt x="415857" y="371478"/>
                    <a:pt x="531694" y="347438"/>
                  </a:cubicBezTo>
                  <a:cubicBezTo>
                    <a:pt x="434479" y="280016"/>
                    <a:pt x="366902" y="177832"/>
                    <a:pt x="342890" y="62001"/>
                  </a:cubicBezTo>
                  <a:cubicBezTo>
                    <a:pt x="275506" y="159227"/>
                    <a:pt x="173286" y="226824"/>
                    <a:pt x="57452" y="250805"/>
                  </a:cubicBezTo>
                  <a:close/>
                </a:path>
              </a:pathLst>
            </a:custGeom>
            <a:solidFill>
              <a:srgbClr val="C4D7F2"/>
            </a:solidFill>
            <a:ln cap="flat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82" id="82"/>
            <p:cNvSpPr/>
            <p:nvPr/>
          </p:nvSpPr>
          <p:spPr>
            <a:xfrm>
              <a:off x="5770447" y="4094115"/>
              <a:ext cx="468390" cy="468389"/>
            </a:xfrm>
            <a:custGeom>
              <a:avLst/>
              <a:gdLst/>
              <a:ahLst/>
              <a:cxnLst/>
              <a:rect r="r" b="b" t="t" l="l"/>
              <a:pathLst>
                <a:path w="506441" h="506440" stroke="true" fill="norm" extrusionOk="true">
                  <a:moveTo>
                    <a:pt x="196835" y="506179"/>
                  </a:moveTo>
                  <a:lnTo>
                    <a:pt x="192567" y="475144"/>
                  </a:lnTo>
                  <a:cubicBezTo>
                    <a:pt x="177361" y="367999"/>
                    <a:pt x="114749" y="273344"/>
                    <a:pt x="22074" y="217405"/>
                  </a:cubicBezTo>
                  <a:lnTo>
                    <a:pt x="-4772" y="201345"/>
                  </a:lnTo>
                  <a:lnTo>
                    <a:pt x="26262" y="197078"/>
                  </a:lnTo>
                  <a:cubicBezTo>
                    <a:pt x="133408" y="181871"/>
                    <a:pt x="228062" y="119259"/>
                    <a:pt x="284003" y="26583"/>
                  </a:cubicBezTo>
                  <a:lnTo>
                    <a:pt x="300062" y="-262"/>
                  </a:lnTo>
                  <a:lnTo>
                    <a:pt x="304330" y="30772"/>
                  </a:lnTo>
                  <a:cubicBezTo>
                    <a:pt x="319576" y="137918"/>
                    <a:pt x="382148" y="232573"/>
                    <a:pt x="474825" y="288512"/>
                  </a:cubicBezTo>
                  <a:lnTo>
                    <a:pt x="501669" y="304534"/>
                  </a:lnTo>
                  <a:lnTo>
                    <a:pt x="470635" y="308839"/>
                  </a:lnTo>
                  <a:cubicBezTo>
                    <a:pt x="363489" y="324046"/>
                    <a:pt x="268873" y="386658"/>
                    <a:pt x="212934" y="479296"/>
                  </a:cubicBezTo>
                  <a:close/>
                  <a:moveTo>
                    <a:pt x="57181" y="214030"/>
                  </a:moveTo>
                  <a:cubicBezTo>
                    <a:pt x="134844" y="269232"/>
                    <a:pt x="189192" y="351356"/>
                    <a:pt x="209598" y="444420"/>
                  </a:cubicBezTo>
                  <a:cubicBezTo>
                    <a:pt x="264800" y="366757"/>
                    <a:pt x="346924" y="312409"/>
                    <a:pt x="439989" y="292004"/>
                  </a:cubicBezTo>
                  <a:cubicBezTo>
                    <a:pt x="362364" y="236801"/>
                    <a:pt x="308016" y="154677"/>
                    <a:pt x="287610" y="61613"/>
                  </a:cubicBezTo>
                  <a:cubicBezTo>
                    <a:pt x="232408" y="139276"/>
                    <a:pt x="150246" y="193586"/>
                    <a:pt x="57181" y="214030"/>
                  </a:cubicBezTo>
                  <a:close/>
                </a:path>
              </a:pathLst>
            </a:custGeom>
            <a:solidFill>
              <a:srgbClr val="C4D7F2"/>
            </a:solidFill>
            <a:ln cap="flat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83" id="83"/>
            <p:cNvSpPr/>
            <p:nvPr/>
          </p:nvSpPr>
          <p:spPr>
            <a:xfrm>
              <a:off x="5331442" y="1459078"/>
              <a:ext cx="526117" cy="714011"/>
            </a:xfrm>
            <a:custGeom>
              <a:avLst/>
              <a:gdLst/>
              <a:ahLst/>
              <a:cxnLst/>
              <a:rect r="r" b="b" t="t" l="l"/>
              <a:pathLst>
                <a:path w="568858" h="772016" stroke="true" fill="norm" extrusionOk="true">
                  <a:moveTo>
                    <a:pt x="464543" y="771755"/>
                  </a:moveTo>
                  <a:lnTo>
                    <a:pt x="463147" y="771755"/>
                  </a:lnTo>
                  <a:cubicBezTo>
                    <a:pt x="458725" y="771452"/>
                    <a:pt x="454730" y="768946"/>
                    <a:pt x="452557" y="765082"/>
                  </a:cubicBezTo>
                  <a:cubicBezTo>
                    <a:pt x="442741" y="750031"/>
                    <a:pt x="123943" y="353529"/>
                    <a:pt x="1939" y="202043"/>
                  </a:cubicBezTo>
                  <a:lnTo>
                    <a:pt x="-4772" y="193702"/>
                  </a:lnTo>
                  <a:lnTo>
                    <a:pt x="222514" y="-262"/>
                  </a:lnTo>
                  <a:lnTo>
                    <a:pt x="564087" y="676441"/>
                  </a:lnTo>
                  <a:lnTo>
                    <a:pt x="559470" y="681988"/>
                  </a:lnTo>
                  <a:cubicBezTo>
                    <a:pt x="489488" y="766324"/>
                    <a:pt x="470944" y="771755"/>
                    <a:pt x="464543" y="771755"/>
                  </a:cubicBezTo>
                  <a:close/>
                  <a:moveTo>
                    <a:pt x="471099" y="753289"/>
                  </a:moveTo>
                  <a:lnTo>
                    <a:pt x="471565" y="753987"/>
                  </a:lnTo>
                  <a:close/>
                  <a:moveTo>
                    <a:pt x="25758" y="196612"/>
                  </a:moveTo>
                  <a:cubicBezTo>
                    <a:pt x="108153" y="298909"/>
                    <a:pt x="424588" y="692113"/>
                    <a:pt x="466987" y="747819"/>
                  </a:cubicBezTo>
                  <a:cubicBezTo>
                    <a:pt x="480100" y="738664"/>
                    <a:pt x="511406" y="705147"/>
                    <a:pt x="537939" y="673648"/>
                  </a:cubicBezTo>
                  <a:lnTo>
                    <a:pt x="215494" y="34846"/>
                  </a:lnTo>
                  <a:close/>
                </a:path>
              </a:pathLst>
            </a:custGeom>
            <a:solidFill>
              <a:srgbClr val="C4D7F2"/>
            </a:solidFill>
            <a:ln cap="flat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84" id="84"/>
            <p:cNvSpPr/>
            <p:nvPr/>
          </p:nvSpPr>
          <p:spPr>
            <a:xfrm>
              <a:off x="6531118" y="3814079"/>
              <a:ext cx="538494" cy="137639"/>
            </a:xfrm>
            <a:custGeom>
              <a:avLst/>
              <a:gdLst/>
              <a:ahLst/>
              <a:cxnLst/>
              <a:rect r="r" b="b" t="t" l="l"/>
              <a:pathLst>
                <a:path w="582240" h="148821" stroke="true" fill="norm" extrusionOk="true">
                  <a:moveTo>
                    <a:pt x="10570" y="148555"/>
                  </a:moveTo>
                  <a:cubicBezTo>
                    <a:pt x="1687" y="148117"/>
                    <a:pt x="-5180" y="140548"/>
                    <a:pt x="-4754" y="131645"/>
                  </a:cubicBezTo>
                  <a:cubicBezTo>
                    <a:pt x="-4365" y="123355"/>
                    <a:pt x="2268" y="116725"/>
                    <a:pt x="10570" y="116318"/>
                  </a:cubicBezTo>
                  <a:cubicBezTo>
                    <a:pt x="198057" y="116811"/>
                    <a:pt x="383525" y="77556"/>
                    <a:pt x="554756" y="1142"/>
                  </a:cubicBezTo>
                  <a:cubicBezTo>
                    <a:pt x="562903" y="-2489"/>
                    <a:pt x="572445" y="1165"/>
                    <a:pt x="576054" y="9308"/>
                  </a:cubicBezTo>
                  <a:cubicBezTo>
                    <a:pt x="579700" y="17450"/>
                    <a:pt x="576054" y="26994"/>
                    <a:pt x="567907" y="30624"/>
                  </a:cubicBezTo>
                  <a:cubicBezTo>
                    <a:pt x="392525" y="108858"/>
                    <a:pt x="202595" y="149051"/>
                    <a:pt x="10570" y="148555"/>
                  </a:cubicBezTo>
                  <a:close/>
                </a:path>
              </a:pathLst>
            </a:custGeom>
            <a:solidFill>
              <a:srgbClr val="1F3A6F"/>
            </a:solidFill>
            <a:ln cap="flat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85" id="85"/>
            <p:cNvSpPr/>
            <p:nvPr/>
          </p:nvSpPr>
          <p:spPr>
            <a:xfrm>
              <a:off x="5135367" y="5357492"/>
              <a:ext cx="578105" cy="413280"/>
            </a:xfrm>
            <a:custGeom>
              <a:avLst/>
              <a:gdLst/>
              <a:ahLst/>
              <a:cxnLst/>
              <a:rect r="r" b="b" t="t" l="l"/>
              <a:pathLst>
                <a:path w="625069" h="446854" stroke="true" fill="norm" extrusionOk="true">
                  <a:moveTo>
                    <a:pt x="0" y="0"/>
                  </a:moveTo>
                  <a:lnTo>
                    <a:pt x="625069" y="0"/>
                  </a:lnTo>
                  <a:lnTo>
                    <a:pt x="625069" y="446855"/>
                  </a:lnTo>
                  <a:lnTo>
                    <a:pt x="0" y="446855"/>
                  </a:lnTo>
                  <a:close/>
                </a:path>
              </a:pathLst>
            </a:custGeom>
            <a:solidFill>
              <a:schemeClr val="accent1"/>
            </a:solidFill>
            <a:ln cap="flat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l" marL="0"/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2F2F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3048000" y="3152938"/>
            <a:ext cx="6083300" cy="584775"/>
          </a:xfrm>
        </p:spPr>
        <p:txBody>
          <a:bodyPr vert="horz" anchor="t" tIns="45720" lIns="91440" bIns="45720" rIns="91440">
            <a:spAutoFit/>
          </a:bodyPr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zh-CN" b="true" i="false" sz="32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核心功能</a:t>
            </a:r>
          </a:p>
        </p:txBody>
      </p:sp>
      <p:sp>
        <p:nvSpPr>
          <p:cNvPr name="AutoShape 3" id="3"/>
          <p:cNvSpPr/>
          <p:nvPr/>
        </p:nvSpPr>
        <p:spPr>
          <a:xfrm>
            <a:off x="5115564" y="1562959"/>
            <a:ext cx="1798639" cy="1589979"/>
          </a:xfrm>
          <a:prstGeom prst="rect">
            <a:avLst/>
          </a:prstGeom>
        </p:spPr>
        <p:txBody>
          <a:bodyPr vert="horz" anchor="t" wrap="none" tIns="45720" lIns="91440" bIns="45720" rIns="91440">
            <a:noAutofit/>
          </a:bodyPr>
          <a:p>
            <a:pPr algn="l" marL="0"/>
            <a:r>
              <a:rPr lang="en-US" b="false" i="false" sz="8800" baseline="0" u="none">
                <a:solidFill>
                  <a:srgbClr val="EAE4FF"/>
                </a:solidFill>
                <a:latin typeface="Arial"/>
                <a:ea typeface="Arial"/>
              </a:rPr>
              <a:t>02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gradFill>
          <a:gsLst>
            <a:gs pos="0">
              <a:srgbClr val="AE94FF">
                <a:lumMod val="40000"/>
                <a:lumOff val="60000"/>
              </a:srgbClr>
            </a:gs>
            <a:gs pos="100000">
              <a:srgbClr val="3ED0E8">
                <a:lumMod val="40000"/>
                <a:lumOff val="6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0400" y="128587"/>
            <a:ext cx="10858500" cy="900112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自动生成内容</a:t>
            </a:r>
          </a:p>
        </p:txBody>
      </p:sp>
      <p:sp>
        <p:nvSpPr>
          <p:cNvPr name="Freeform 3" id="3"/>
          <p:cNvSpPr/>
          <p:nvPr/>
        </p:nvSpPr>
        <p:spPr>
          <a:xfrm>
            <a:off x="-51389" y="2495975"/>
            <a:ext cx="10327169" cy="3103767"/>
          </a:xfrm>
          <a:custGeom>
            <a:avLst/>
            <a:gdLst/>
            <a:ahLst/>
            <a:cxnLst/>
            <a:rect r="r" b="b" t="t" l="l"/>
            <a:pathLst>
              <a:path w="10184" h="8661" stroke="true" fill="norm" extrusionOk="true">
                <a:moveTo>
                  <a:pt x="0" y="8295"/>
                </a:moveTo>
                <a:cubicBezTo>
                  <a:pt x="1485" y="10000"/>
                  <a:pt x="1641" y="5194"/>
                  <a:pt x="2334" y="5233"/>
                </a:cubicBezTo>
                <a:cubicBezTo>
                  <a:pt x="3027" y="5271"/>
                  <a:pt x="3451" y="7132"/>
                  <a:pt x="4356" y="6977"/>
                </a:cubicBezTo>
                <a:cubicBezTo>
                  <a:pt x="5262" y="6822"/>
                  <a:pt x="5332" y="3411"/>
                  <a:pt x="6266" y="3101"/>
                </a:cubicBezTo>
                <a:cubicBezTo>
                  <a:pt x="7199" y="2791"/>
                  <a:pt x="7295" y="4758"/>
                  <a:pt x="8186" y="4641"/>
                </a:cubicBezTo>
                <a:cubicBezTo>
                  <a:pt x="9077" y="4525"/>
                  <a:pt x="9279" y="814"/>
                  <a:pt x="10184" y="0"/>
                </a:cubicBezTo>
              </a:path>
            </a:pathLst>
          </a:custGeom>
          <a:noFill/>
          <a:ln w="15875" cap="flat">
            <a:solidFill>
              <a:srgbClr val="FFFFFF">
                <a:lumMod val="75000"/>
              </a:srgbClr>
            </a:solidFill>
            <a:prstDash val="dash"/>
          </a:ln>
        </p:spPr>
        <p:txBody>
          <a:bodyPr vert="horz" anchor="t" wrap="square" tIns="45720" lIns="91440" bIns="45720" rIns="91440">
            <a:prstTxWarp prst="textNoShape">
              <a:avLst/>
            </a:prstTxWarp>
            <a:normAutofit/>
          </a:bodyPr>
          <a:p>
            <a:pPr algn="l" marL="0"/>
          </a:p>
        </p:txBody>
      </p:sp>
      <p:grpSp>
        <p:nvGrpSpPr>
          <p:cNvPr name="Group 4" id="4"/>
          <p:cNvGrpSpPr/>
          <p:nvPr/>
        </p:nvGrpSpPr>
        <p:grpSpPr>
          <a:xfrm>
            <a:off x="9202957" y="1162479"/>
            <a:ext cx="2007968" cy="2004957"/>
            <a:chOff x="4006850" y="1281113"/>
            <a:chExt cx="4237038" cy="4230687"/>
          </a:xfrm>
        </p:grpSpPr>
        <p:sp>
          <p:nvSpPr>
            <p:cNvPr name="Freeform 5" id="5"/>
            <p:cNvSpPr/>
            <p:nvPr/>
          </p:nvSpPr>
          <p:spPr>
            <a:xfrm>
              <a:off x="4006850" y="3949700"/>
              <a:ext cx="1563688" cy="1562100"/>
            </a:xfrm>
            <a:custGeom>
              <a:avLst/>
              <a:gdLst/>
              <a:ahLst/>
              <a:cxnLst/>
              <a:rect r="r" b="b" t="t" l="l"/>
              <a:pathLst>
                <a:path w="404" h="404" stroke="true" fill="norm" extrusionOk="true">
                  <a:moveTo>
                    <a:pt x="319" y="292"/>
                  </a:moveTo>
                  <a:cubicBezTo>
                    <a:pt x="262" y="349"/>
                    <a:pt x="0" y="404"/>
                    <a:pt x="0" y="404"/>
                  </a:cubicBezTo>
                  <a:cubicBezTo>
                    <a:pt x="0" y="404"/>
                    <a:pt x="55" y="142"/>
                    <a:pt x="112" y="85"/>
                  </a:cubicBezTo>
                  <a:cubicBezTo>
                    <a:pt x="170" y="27"/>
                    <a:pt x="289" y="0"/>
                    <a:pt x="346" y="58"/>
                  </a:cubicBezTo>
                  <a:cubicBezTo>
                    <a:pt x="404" y="115"/>
                    <a:pt x="377" y="234"/>
                    <a:pt x="319" y="292"/>
                  </a:cubicBezTo>
                  <a:close/>
                </a:path>
              </a:pathLst>
            </a:custGeom>
            <a:solidFill>
              <a:srgbClr val="ED572F"/>
            </a:solidFill>
          </p:spPr>
          <p:txBody>
            <a:bodyPr vert="horz" anchor="ctr" wrap="square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Freeform 6" id="6"/>
            <p:cNvSpPr/>
            <p:nvPr/>
          </p:nvSpPr>
          <p:spPr>
            <a:xfrm>
              <a:off x="4265613" y="4051300"/>
              <a:ext cx="1203325" cy="1201738"/>
            </a:xfrm>
            <a:custGeom>
              <a:avLst/>
              <a:gdLst/>
              <a:ahLst/>
              <a:cxnLst/>
              <a:rect r="r" b="b" t="t" l="l"/>
              <a:pathLst>
                <a:path w="311" h="311" stroke="true" fill="norm" extrusionOk="true">
                  <a:moveTo>
                    <a:pt x="246" y="224"/>
                  </a:moveTo>
                  <a:cubicBezTo>
                    <a:pt x="202" y="268"/>
                    <a:pt x="0" y="311"/>
                    <a:pt x="0" y="311"/>
                  </a:cubicBezTo>
                  <a:cubicBezTo>
                    <a:pt x="0" y="311"/>
                    <a:pt x="43" y="109"/>
                    <a:pt x="87" y="65"/>
                  </a:cubicBezTo>
                  <a:cubicBezTo>
                    <a:pt x="131" y="21"/>
                    <a:pt x="223" y="0"/>
                    <a:pt x="267" y="44"/>
                  </a:cubicBezTo>
                  <a:cubicBezTo>
                    <a:pt x="311" y="88"/>
                    <a:pt x="290" y="180"/>
                    <a:pt x="246" y="224"/>
                  </a:cubicBezTo>
                  <a:close/>
                </a:path>
              </a:pathLst>
            </a:custGeom>
            <a:solidFill>
              <a:srgbClr val="EA902F"/>
            </a:solidFill>
          </p:spPr>
          <p:txBody>
            <a:bodyPr vert="horz" anchor="ctr" wrap="square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Freeform 7" id="7"/>
            <p:cNvSpPr/>
            <p:nvPr/>
          </p:nvSpPr>
          <p:spPr>
            <a:xfrm>
              <a:off x="4491038" y="4094163"/>
              <a:ext cx="935038" cy="933450"/>
            </a:xfrm>
            <a:custGeom>
              <a:avLst/>
              <a:gdLst/>
              <a:ahLst/>
              <a:cxnLst/>
              <a:rect r="r" b="b" t="t" l="l"/>
              <a:pathLst>
                <a:path w="242" h="242" stroke="true" fill="norm" extrusionOk="true">
                  <a:moveTo>
                    <a:pt x="192" y="175"/>
                  </a:moveTo>
                  <a:cubicBezTo>
                    <a:pt x="157" y="209"/>
                    <a:pt x="0" y="242"/>
                    <a:pt x="0" y="242"/>
                  </a:cubicBezTo>
                  <a:cubicBezTo>
                    <a:pt x="0" y="242"/>
                    <a:pt x="33" y="85"/>
                    <a:pt x="67" y="50"/>
                  </a:cubicBezTo>
                  <a:cubicBezTo>
                    <a:pt x="102" y="16"/>
                    <a:pt x="173" y="0"/>
                    <a:pt x="208" y="34"/>
                  </a:cubicBezTo>
                  <a:cubicBezTo>
                    <a:pt x="242" y="68"/>
                    <a:pt x="226" y="140"/>
                    <a:pt x="192" y="175"/>
                  </a:cubicBezTo>
                  <a:close/>
                </a:path>
              </a:pathLst>
            </a:custGeom>
            <a:solidFill>
              <a:srgbClr val="F4BD31"/>
            </a:solidFill>
          </p:spPr>
          <p:txBody>
            <a:bodyPr vert="horz" anchor="ctr" wrap="square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Freeform 8" id="8"/>
            <p:cNvSpPr/>
            <p:nvPr/>
          </p:nvSpPr>
          <p:spPr>
            <a:xfrm>
              <a:off x="4733925" y="4175125"/>
              <a:ext cx="611188" cy="609600"/>
            </a:xfrm>
            <a:custGeom>
              <a:avLst/>
              <a:gdLst/>
              <a:ahLst/>
              <a:cxnLst/>
              <a:rect r="r" b="b" t="t" l="l"/>
              <a:pathLst>
                <a:path w="158" h="158" stroke="true" fill="norm" extrusionOk="true">
                  <a:moveTo>
                    <a:pt x="125" y="114"/>
                  </a:moveTo>
                  <a:cubicBezTo>
                    <a:pt x="103" y="137"/>
                    <a:pt x="0" y="158"/>
                    <a:pt x="0" y="158"/>
                  </a:cubicBezTo>
                  <a:cubicBezTo>
                    <a:pt x="0" y="158"/>
                    <a:pt x="21" y="55"/>
                    <a:pt x="44" y="33"/>
                  </a:cubicBezTo>
                  <a:cubicBezTo>
                    <a:pt x="66" y="10"/>
                    <a:pt x="113" y="0"/>
                    <a:pt x="136" y="22"/>
                  </a:cubicBezTo>
                  <a:cubicBezTo>
                    <a:pt x="158" y="45"/>
                    <a:pt x="148" y="92"/>
                    <a:pt x="125" y="114"/>
                  </a:cubicBezTo>
                  <a:close/>
                </a:path>
              </a:pathLst>
            </a:custGeom>
            <a:solidFill>
              <a:srgbClr val="FFE269"/>
            </a:solidFill>
          </p:spPr>
          <p:txBody>
            <a:bodyPr vert="horz" anchor="ctr" wrap="square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Freeform 9" id="9"/>
            <p:cNvSpPr/>
            <p:nvPr/>
          </p:nvSpPr>
          <p:spPr>
            <a:xfrm>
              <a:off x="4127500" y="2733675"/>
              <a:ext cx="1524000" cy="1522413"/>
            </a:xfrm>
            <a:custGeom>
              <a:avLst/>
              <a:gdLst/>
              <a:ahLst/>
              <a:cxnLst/>
              <a:rect r="r" b="b" t="t" l="l"/>
              <a:pathLst>
                <a:path w="394" h="394" stroke="true" fill="norm" extrusionOk="true">
                  <a:moveTo>
                    <a:pt x="394" y="0"/>
                  </a:moveTo>
                  <a:cubicBezTo>
                    <a:pt x="58" y="0"/>
                    <a:pt x="85" y="108"/>
                    <a:pt x="0" y="394"/>
                  </a:cubicBezTo>
                  <a:cubicBezTo>
                    <a:pt x="185" y="323"/>
                    <a:pt x="185" y="323"/>
                    <a:pt x="185" y="323"/>
                  </a:cubicBezTo>
                  <a:lnTo>
                    <a:pt x="394" y="0"/>
                  </a:lnTo>
                  <a:close/>
                </a:path>
              </a:pathLst>
            </a:custGeom>
            <a:solidFill>
              <a:srgbClr val="EA3453"/>
            </a:solidFill>
          </p:spPr>
          <p:txBody>
            <a:bodyPr vert="horz" anchor="ctr" wrap="square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Freeform 10" id="10"/>
            <p:cNvSpPr/>
            <p:nvPr/>
          </p:nvSpPr>
          <p:spPr>
            <a:xfrm>
              <a:off x="5264150" y="3868738"/>
              <a:ext cx="1524000" cy="1522413"/>
            </a:xfrm>
            <a:custGeom>
              <a:avLst/>
              <a:gdLst/>
              <a:ahLst/>
              <a:cxnLst/>
              <a:rect r="r" b="b" t="t" l="l"/>
              <a:pathLst>
                <a:path w="394" h="394" stroke="true" fill="norm" extrusionOk="true">
                  <a:moveTo>
                    <a:pt x="394" y="0"/>
                  </a:moveTo>
                  <a:cubicBezTo>
                    <a:pt x="394" y="336"/>
                    <a:pt x="286" y="308"/>
                    <a:pt x="0" y="394"/>
                  </a:cubicBezTo>
                  <a:cubicBezTo>
                    <a:pt x="71" y="209"/>
                    <a:pt x="71" y="209"/>
                    <a:pt x="71" y="209"/>
                  </a:cubicBezTo>
                  <a:lnTo>
                    <a:pt x="394" y="0"/>
                  </a:lnTo>
                  <a:close/>
                </a:path>
              </a:pathLst>
            </a:custGeom>
            <a:solidFill>
              <a:srgbClr val="EA3453"/>
            </a:solidFill>
          </p:spPr>
          <p:txBody>
            <a:bodyPr vert="horz" anchor="ctr" wrap="square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Freeform 11" id="11"/>
            <p:cNvSpPr/>
            <p:nvPr/>
          </p:nvSpPr>
          <p:spPr>
            <a:xfrm>
              <a:off x="5264150" y="4216400"/>
              <a:ext cx="987425" cy="1174750"/>
            </a:xfrm>
            <a:custGeom>
              <a:avLst/>
              <a:gdLst/>
              <a:ahLst/>
              <a:cxnLst/>
              <a:rect r="r" b="b" t="t" l="l"/>
              <a:pathLst>
                <a:path w="255" h="304" stroke="true" fill="norm" extrusionOk="true">
                  <a:moveTo>
                    <a:pt x="0" y="304"/>
                  </a:moveTo>
                  <a:cubicBezTo>
                    <a:pt x="90" y="277"/>
                    <a:pt x="162" y="262"/>
                    <a:pt x="219" y="242"/>
                  </a:cubicBezTo>
                  <a:cubicBezTo>
                    <a:pt x="175" y="207"/>
                    <a:pt x="136" y="134"/>
                    <a:pt x="255" y="0"/>
                  </a:cubicBezTo>
                  <a:cubicBezTo>
                    <a:pt x="71" y="119"/>
                    <a:pt x="71" y="119"/>
                    <a:pt x="71" y="119"/>
                  </a:cubicBezTo>
                  <a:lnTo>
                    <a:pt x="0" y="304"/>
                  </a:lnTo>
                  <a:close/>
                </a:path>
              </a:pathLst>
            </a:custGeom>
            <a:solidFill>
              <a:srgbClr val="AA2B46"/>
            </a:solidFill>
          </p:spPr>
          <p:txBody>
            <a:bodyPr vert="horz" anchor="ctr" wrap="square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Freeform 12" id="12"/>
            <p:cNvSpPr/>
            <p:nvPr/>
          </p:nvSpPr>
          <p:spPr>
            <a:xfrm>
              <a:off x="4127500" y="2752725"/>
              <a:ext cx="1511300" cy="1503363"/>
            </a:xfrm>
            <a:custGeom>
              <a:avLst/>
              <a:gdLst/>
              <a:ahLst/>
              <a:cxnLst/>
              <a:rect r="r" b="b" t="t" l="l"/>
              <a:pathLst>
                <a:path w="391" h="389" stroke="true" fill="norm" extrusionOk="true">
                  <a:moveTo>
                    <a:pt x="0" y="389"/>
                  </a:moveTo>
                  <a:cubicBezTo>
                    <a:pt x="185" y="318"/>
                    <a:pt x="185" y="318"/>
                    <a:pt x="185" y="318"/>
                  </a:cubicBezTo>
                  <a:cubicBezTo>
                    <a:pt x="391" y="0"/>
                    <a:pt x="391" y="0"/>
                    <a:pt x="391" y="0"/>
                  </a:cubicBezTo>
                  <a:cubicBezTo>
                    <a:pt x="256" y="165"/>
                    <a:pt x="148" y="304"/>
                    <a:pt x="46" y="223"/>
                  </a:cubicBezTo>
                  <a:cubicBezTo>
                    <a:pt x="32" y="270"/>
                    <a:pt x="19" y="325"/>
                    <a:pt x="0" y="389"/>
                  </a:cubicBezTo>
                  <a:close/>
                </a:path>
              </a:pathLst>
            </a:custGeom>
            <a:solidFill>
              <a:srgbClr val="AA2B46"/>
            </a:solidFill>
          </p:spPr>
          <p:txBody>
            <a:bodyPr vert="horz" anchor="ctr" wrap="square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Freeform 13" id="13"/>
            <p:cNvSpPr/>
            <p:nvPr/>
          </p:nvSpPr>
          <p:spPr>
            <a:xfrm>
              <a:off x="4841875" y="1281113"/>
              <a:ext cx="3402013" cy="3395663"/>
            </a:xfrm>
            <a:custGeom>
              <a:avLst/>
              <a:gdLst/>
              <a:ahLst/>
              <a:cxnLst/>
              <a:rect r="r" b="b" t="t" l="l"/>
              <a:pathLst>
                <a:path w="879" h="879" stroke="true" fill="norm" extrusionOk="true">
                  <a:moveTo>
                    <a:pt x="710" y="494"/>
                  </a:moveTo>
                  <a:cubicBezTo>
                    <a:pt x="879" y="313"/>
                    <a:pt x="864" y="15"/>
                    <a:pt x="864" y="15"/>
                  </a:cubicBezTo>
                  <a:cubicBezTo>
                    <a:pt x="864" y="15"/>
                    <a:pt x="566" y="0"/>
                    <a:pt x="385" y="169"/>
                  </a:cubicBezTo>
                  <a:cubicBezTo>
                    <a:pt x="203" y="339"/>
                    <a:pt x="0" y="699"/>
                    <a:pt x="0" y="699"/>
                  </a:cubicBezTo>
                  <a:cubicBezTo>
                    <a:pt x="180" y="879"/>
                    <a:pt x="180" y="879"/>
                    <a:pt x="180" y="879"/>
                  </a:cubicBezTo>
                  <a:cubicBezTo>
                    <a:pt x="180" y="879"/>
                    <a:pt x="540" y="676"/>
                    <a:pt x="710" y="494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 vert="horz" anchor="ctr" wrap="square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Freeform 14" id="14"/>
            <p:cNvSpPr/>
            <p:nvPr/>
          </p:nvSpPr>
          <p:spPr>
            <a:xfrm>
              <a:off x="4841875" y="1393825"/>
              <a:ext cx="2673350" cy="3282950"/>
            </a:xfrm>
            <a:custGeom>
              <a:avLst/>
              <a:gdLst/>
              <a:ahLst/>
              <a:cxnLst/>
              <a:rect r="r" b="b" t="t" l="l"/>
              <a:pathLst>
                <a:path w="691" h="850" stroke="true" fill="norm" extrusionOk="true">
                  <a:moveTo>
                    <a:pt x="691" y="0"/>
                  </a:moveTo>
                  <a:cubicBezTo>
                    <a:pt x="594" y="17"/>
                    <a:pt x="475" y="56"/>
                    <a:pt x="385" y="140"/>
                  </a:cubicBezTo>
                  <a:cubicBezTo>
                    <a:pt x="203" y="310"/>
                    <a:pt x="0" y="670"/>
                    <a:pt x="0" y="670"/>
                  </a:cubicBezTo>
                  <a:cubicBezTo>
                    <a:pt x="180" y="850"/>
                    <a:pt x="180" y="850"/>
                    <a:pt x="180" y="850"/>
                  </a:cubicBezTo>
                  <a:cubicBezTo>
                    <a:pt x="180" y="850"/>
                    <a:pt x="201" y="839"/>
                    <a:pt x="235" y="818"/>
                  </a:cubicBezTo>
                  <a:cubicBezTo>
                    <a:pt x="23" y="674"/>
                    <a:pt x="103" y="372"/>
                    <a:pt x="691" y="0"/>
                  </a:cubicBezTo>
                  <a:close/>
                </a:path>
              </a:pathLst>
            </a:custGeom>
            <a:solidFill>
              <a:srgbClr val="DAD5E2"/>
            </a:solidFill>
          </p:spPr>
          <p:txBody>
            <a:bodyPr vert="horz" anchor="ctr" wrap="square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Freeform 15" id="15"/>
            <p:cNvSpPr/>
            <p:nvPr/>
          </p:nvSpPr>
          <p:spPr>
            <a:xfrm>
              <a:off x="7186613" y="1316038"/>
              <a:ext cx="1022350" cy="1019175"/>
            </a:xfrm>
            <a:custGeom>
              <a:avLst/>
              <a:gdLst/>
              <a:ahLst/>
              <a:cxnLst/>
              <a:rect r="r" b="b" t="t" l="l"/>
              <a:pathLst>
                <a:path w="264" h="264" stroke="true" fill="norm" extrusionOk="true">
                  <a:moveTo>
                    <a:pt x="224" y="264"/>
                  </a:moveTo>
                  <a:cubicBezTo>
                    <a:pt x="264" y="129"/>
                    <a:pt x="258" y="6"/>
                    <a:pt x="258" y="6"/>
                  </a:cubicBezTo>
                  <a:cubicBezTo>
                    <a:pt x="258" y="6"/>
                    <a:pt x="136" y="0"/>
                    <a:pt x="0" y="40"/>
                  </a:cubicBezTo>
                  <a:lnTo>
                    <a:pt x="224" y="264"/>
                  </a:lnTo>
                  <a:close/>
                </a:path>
              </a:pathLst>
            </a:custGeom>
            <a:solidFill>
              <a:srgbClr val="EA3453"/>
            </a:solidFill>
          </p:spPr>
          <p:txBody>
            <a:bodyPr vert="horz" anchor="ctr" wrap="square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Freeform 16" id="16"/>
            <p:cNvSpPr/>
            <p:nvPr/>
          </p:nvSpPr>
          <p:spPr>
            <a:xfrm>
              <a:off x="7186613" y="1316038"/>
              <a:ext cx="998538" cy="1019175"/>
            </a:xfrm>
            <a:custGeom>
              <a:avLst/>
              <a:gdLst/>
              <a:ahLst/>
              <a:cxnLst/>
              <a:rect r="r" b="b" t="t" l="l"/>
              <a:pathLst>
                <a:path w="258" h="264" stroke="true" fill="norm" extrusionOk="true">
                  <a:moveTo>
                    <a:pt x="0" y="40"/>
                  </a:moveTo>
                  <a:cubicBezTo>
                    <a:pt x="224" y="264"/>
                    <a:pt x="224" y="264"/>
                    <a:pt x="224" y="264"/>
                  </a:cubicBezTo>
                  <a:cubicBezTo>
                    <a:pt x="225" y="261"/>
                    <a:pt x="226" y="257"/>
                    <a:pt x="227" y="254"/>
                  </a:cubicBezTo>
                  <a:cubicBezTo>
                    <a:pt x="132" y="175"/>
                    <a:pt x="11" y="39"/>
                    <a:pt x="258" y="6"/>
                  </a:cubicBezTo>
                  <a:cubicBezTo>
                    <a:pt x="258" y="6"/>
                    <a:pt x="136" y="0"/>
                    <a:pt x="0" y="40"/>
                  </a:cubicBezTo>
                  <a:close/>
                </a:path>
              </a:pathLst>
            </a:custGeom>
            <a:solidFill>
              <a:srgbClr val="AA2B46"/>
            </a:solidFill>
          </p:spPr>
          <p:txBody>
            <a:bodyPr vert="horz" anchor="ctr" wrap="square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AutoShape 17" id="17"/>
            <p:cNvSpPr/>
            <p:nvPr/>
          </p:nvSpPr>
          <p:spPr>
            <a:xfrm>
              <a:off x="6389688" y="2049463"/>
              <a:ext cx="1044575" cy="1042988"/>
            </a:xfrm>
            <a:prstGeom prst="ellipse">
              <a:avLst/>
            </a:prstGeom>
            <a:solidFill>
              <a:srgbClr val="E0DEDC"/>
            </a:solidFill>
          </p:spPr>
          <p:txBody>
            <a:bodyPr vert="horz" anchor="ctr" wrap="square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AutoShape 18" id="18"/>
            <p:cNvSpPr/>
            <p:nvPr/>
          </p:nvSpPr>
          <p:spPr>
            <a:xfrm>
              <a:off x="6424613" y="2084388"/>
              <a:ext cx="974725" cy="969963"/>
            </a:xfrm>
            <a:prstGeom prst="ellipse">
              <a:avLst/>
            </a:prstGeom>
            <a:solidFill>
              <a:srgbClr val="AA2B46"/>
            </a:solidFill>
          </p:spPr>
          <p:txBody>
            <a:bodyPr vert="horz" anchor="ctr" wrap="square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AutoShape 19" id="19"/>
            <p:cNvSpPr/>
            <p:nvPr/>
          </p:nvSpPr>
          <p:spPr>
            <a:xfrm>
              <a:off x="6456363" y="2116138"/>
              <a:ext cx="912813" cy="911225"/>
            </a:xfrm>
            <a:prstGeom prst="ellipse">
              <a:avLst/>
            </a:prstGeom>
            <a:solidFill>
              <a:srgbClr val="EA3453"/>
            </a:solidFill>
          </p:spPr>
          <p:txBody>
            <a:bodyPr vert="horz" anchor="ctr" wrap="square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AutoShape 20" id="20"/>
            <p:cNvSpPr/>
            <p:nvPr/>
          </p:nvSpPr>
          <p:spPr>
            <a:xfrm>
              <a:off x="6529388" y="2184400"/>
              <a:ext cx="766763" cy="769938"/>
            </a:xfrm>
            <a:prstGeom prst="ellipse">
              <a:avLst/>
            </a:prstGeom>
            <a:solidFill>
              <a:srgbClr val="384460"/>
            </a:solidFill>
          </p:spPr>
          <p:txBody>
            <a:bodyPr vert="horz" anchor="ctr" wrap="square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AutoShape 21" id="21"/>
            <p:cNvSpPr/>
            <p:nvPr/>
          </p:nvSpPr>
          <p:spPr>
            <a:xfrm>
              <a:off x="6553200" y="2211388"/>
              <a:ext cx="719138" cy="719138"/>
            </a:xfrm>
            <a:prstGeom prst="ellipse">
              <a:avLst/>
            </a:prstGeom>
            <a:solidFill>
              <a:srgbClr val="89BBE8"/>
            </a:solidFill>
          </p:spPr>
          <p:txBody>
            <a:bodyPr vert="horz" anchor="ctr" wrap="square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Freeform 22" id="22"/>
            <p:cNvSpPr/>
            <p:nvPr/>
          </p:nvSpPr>
          <p:spPr>
            <a:xfrm>
              <a:off x="6553200" y="2211388"/>
              <a:ext cx="646113" cy="646113"/>
            </a:xfrm>
            <a:custGeom>
              <a:avLst/>
              <a:gdLst/>
              <a:ahLst/>
              <a:cxnLst/>
              <a:rect r="r" b="b" t="t" l="l"/>
              <a:pathLst>
                <a:path w="167" h="167" stroke="true" fill="norm" extrusionOk="true">
                  <a:moveTo>
                    <a:pt x="0" y="93"/>
                  </a:moveTo>
                  <a:cubicBezTo>
                    <a:pt x="0" y="123"/>
                    <a:pt x="14" y="150"/>
                    <a:pt x="37" y="167"/>
                  </a:cubicBezTo>
                  <a:cubicBezTo>
                    <a:pt x="167" y="37"/>
                    <a:pt x="167" y="37"/>
                    <a:pt x="167" y="37"/>
                  </a:cubicBezTo>
                  <a:cubicBezTo>
                    <a:pt x="150" y="14"/>
                    <a:pt x="123" y="0"/>
                    <a:pt x="93" y="0"/>
                  </a:cubicBezTo>
                  <a:cubicBezTo>
                    <a:pt x="92" y="0"/>
                    <a:pt x="91" y="0"/>
                    <a:pt x="90" y="0"/>
                  </a:cubicBezTo>
                  <a:cubicBezTo>
                    <a:pt x="0" y="90"/>
                    <a:pt x="0" y="90"/>
                    <a:pt x="0" y="90"/>
                  </a:cubicBezTo>
                  <a:cubicBezTo>
                    <a:pt x="0" y="91"/>
                    <a:pt x="0" y="92"/>
                    <a:pt x="0" y="93"/>
                  </a:cubicBezTo>
                  <a:close/>
                </a:path>
              </a:pathLst>
            </a:custGeom>
            <a:solidFill>
              <a:srgbClr val="BBE2FF"/>
            </a:solidFill>
          </p:spPr>
          <p:txBody>
            <a:bodyPr vert="horz" anchor="ctr" wrap="square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Freeform 23" id="23"/>
            <p:cNvSpPr/>
            <p:nvPr/>
          </p:nvSpPr>
          <p:spPr>
            <a:xfrm>
              <a:off x="6777038" y="2436813"/>
              <a:ext cx="490538" cy="490538"/>
            </a:xfrm>
            <a:custGeom>
              <a:avLst/>
              <a:gdLst/>
              <a:ahLst/>
              <a:cxnLst/>
              <a:rect r="r" b="b" t="t" l="l"/>
              <a:pathLst>
                <a:path w="127" h="127" stroke="true" fill="norm" extrusionOk="true">
                  <a:moveTo>
                    <a:pt x="121" y="0"/>
                  </a:moveTo>
                  <a:cubicBezTo>
                    <a:pt x="0" y="121"/>
                    <a:pt x="0" y="121"/>
                    <a:pt x="0" y="121"/>
                  </a:cubicBezTo>
                  <a:cubicBezTo>
                    <a:pt x="7" y="124"/>
                    <a:pt x="15" y="126"/>
                    <a:pt x="23" y="127"/>
                  </a:cubicBezTo>
                  <a:cubicBezTo>
                    <a:pt x="127" y="23"/>
                    <a:pt x="127" y="23"/>
                    <a:pt x="127" y="23"/>
                  </a:cubicBezTo>
                  <a:cubicBezTo>
                    <a:pt x="126" y="15"/>
                    <a:pt x="124" y="7"/>
                    <a:pt x="121" y="0"/>
                  </a:cubicBezTo>
                  <a:close/>
                </a:path>
              </a:pathLst>
            </a:custGeom>
            <a:solidFill>
              <a:srgbClr val="BBE2FF"/>
            </a:solidFill>
          </p:spPr>
          <p:txBody>
            <a:bodyPr vert="horz" anchor="ctr" wrap="square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Freeform 24" id="24"/>
            <p:cNvSpPr/>
            <p:nvPr/>
          </p:nvSpPr>
          <p:spPr>
            <a:xfrm>
              <a:off x="7151688" y="1520825"/>
              <a:ext cx="47625" cy="46038"/>
            </a:xfrm>
            <a:custGeom>
              <a:avLst/>
              <a:gdLst/>
              <a:ahLst/>
              <a:cxnLst/>
              <a:rect r="r" b="b" t="t" l="l"/>
              <a:pathLst>
                <a:path w="12" h="12" stroke="true" fill="norm" extrusionOk="true">
                  <a:moveTo>
                    <a:pt x="10" y="10"/>
                  </a:moveTo>
                  <a:cubicBezTo>
                    <a:pt x="7" y="12"/>
                    <a:pt x="4" y="12"/>
                    <a:pt x="2" y="10"/>
                  </a:cubicBezTo>
                  <a:cubicBezTo>
                    <a:pt x="0" y="8"/>
                    <a:pt x="0" y="4"/>
                    <a:pt x="2" y="2"/>
                  </a:cubicBezTo>
                  <a:cubicBezTo>
                    <a:pt x="4" y="0"/>
                    <a:pt x="7" y="0"/>
                    <a:pt x="10" y="2"/>
                  </a:cubicBezTo>
                  <a:cubicBezTo>
                    <a:pt x="12" y="4"/>
                    <a:pt x="12" y="8"/>
                    <a:pt x="10" y="10"/>
                  </a:cubicBezTo>
                  <a:close/>
                </a:path>
              </a:pathLst>
            </a:custGeom>
            <a:solidFill>
              <a:srgbClr val="B3B0B5"/>
            </a:solidFill>
          </p:spPr>
          <p:txBody>
            <a:bodyPr vert="horz" anchor="ctr" wrap="square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Freeform 25" id="25"/>
            <p:cNvSpPr/>
            <p:nvPr/>
          </p:nvSpPr>
          <p:spPr>
            <a:xfrm>
              <a:off x="7264400" y="1631950"/>
              <a:ext cx="42863" cy="47625"/>
            </a:xfrm>
            <a:custGeom>
              <a:avLst/>
              <a:gdLst/>
              <a:ahLst/>
              <a:cxnLst/>
              <a:rect r="r" b="b" t="t" l="l"/>
              <a:pathLst>
                <a:path w="11" h="12" stroke="true" fill="norm" extrusionOk="true">
                  <a:moveTo>
                    <a:pt x="9" y="9"/>
                  </a:moveTo>
                  <a:cubicBezTo>
                    <a:pt x="7" y="12"/>
                    <a:pt x="4" y="12"/>
                    <a:pt x="2" y="9"/>
                  </a:cubicBezTo>
                  <a:cubicBezTo>
                    <a:pt x="0" y="7"/>
                    <a:pt x="0" y="4"/>
                    <a:pt x="2" y="2"/>
                  </a:cubicBezTo>
                  <a:cubicBezTo>
                    <a:pt x="4" y="0"/>
                    <a:pt x="7" y="0"/>
                    <a:pt x="9" y="2"/>
                  </a:cubicBezTo>
                  <a:cubicBezTo>
                    <a:pt x="11" y="4"/>
                    <a:pt x="11" y="7"/>
                    <a:pt x="9" y="9"/>
                  </a:cubicBezTo>
                  <a:close/>
                </a:path>
              </a:pathLst>
            </a:custGeom>
            <a:solidFill>
              <a:srgbClr val="B3B0B5"/>
            </a:solidFill>
          </p:spPr>
          <p:txBody>
            <a:bodyPr vert="horz" anchor="ctr" wrap="square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Freeform 26" id="26"/>
            <p:cNvSpPr/>
            <p:nvPr/>
          </p:nvSpPr>
          <p:spPr>
            <a:xfrm>
              <a:off x="7372350" y="1744663"/>
              <a:ext cx="46038" cy="42863"/>
            </a:xfrm>
            <a:custGeom>
              <a:avLst/>
              <a:gdLst/>
              <a:ahLst/>
              <a:cxnLst/>
              <a:rect r="r" b="b" t="t" l="l"/>
              <a:pathLst>
                <a:path w="12" h="11" stroke="true" fill="norm" extrusionOk="true">
                  <a:moveTo>
                    <a:pt x="10" y="9"/>
                  </a:moveTo>
                  <a:cubicBezTo>
                    <a:pt x="8" y="11"/>
                    <a:pt x="5" y="11"/>
                    <a:pt x="2" y="9"/>
                  </a:cubicBezTo>
                  <a:cubicBezTo>
                    <a:pt x="0" y="7"/>
                    <a:pt x="0" y="4"/>
                    <a:pt x="2" y="2"/>
                  </a:cubicBezTo>
                  <a:cubicBezTo>
                    <a:pt x="5" y="0"/>
                    <a:pt x="8" y="0"/>
                    <a:pt x="10" y="2"/>
                  </a:cubicBezTo>
                  <a:cubicBezTo>
                    <a:pt x="12" y="4"/>
                    <a:pt x="12" y="7"/>
                    <a:pt x="10" y="9"/>
                  </a:cubicBezTo>
                  <a:close/>
                </a:path>
              </a:pathLst>
            </a:custGeom>
            <a:solidFill>
              <a:srgbClr val="B3B0B5"/>
            </a:solidFill>
          </p:spPr>
          <p:txBody>
            <a:bodyPr vert="horz" anchor="ctr" wrap="square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Freeform 27" id="27"/>
            <p:cNvSpPr/>
            <p:nvPr/>
          </p:nvSpPr>
          <p:spPr>
            <a:xfrm>
              <a:off x="7485063" y="1852613"/>
              <a:ext cx="46038" cy="46038"/>
            </a:xfrm>
            <a:custGeom>
              <a:avLst/>
              <a:gdLst/>
              <a:ahLst/>
              <a:cxnLst/>
              <a:rect r="r" b="b" t="t" l="l"/>
              <a:pathLst>
                <a:path w="12" h="12" stroke="true" fill="norm" extrusionOk="true">
                  <a:moveTo>
                    <a:pt x="10" y="10"/>
                  </a:moveTo>
                  <a:cubicBezTo>
                    <a:pt x="8" y="12"/>
                    <a:pt x="4" y="12"/>
                    <a:pt x="2" y="10"/>
                  </a:cubicBezTo>
                  <a:cubicBezTo>
                    <a:pt x="0" y="8"/>
                    <a:pt x="0" y="5"/>
                    <a:pt x="2" y="2"/>
                  </a:cubicBezTo>
                  <a:cubicBezTo>
                    <a:pt x="4" y="0"/>
                    <a:pt x="8" y="0"/>
                    <a:pt x="10" y="2"/>
                  </a:cubicBezTo>
                  <a:cubicBezTo>
                    <a:pt x="12" y="5"/>
                    <a:pt x="12" y="8"/>
                    <a:pt x="10" y="10"/>
                  </a:cubicBezTo>
                  <a:close/>
                </a:path>
              </a:pathLst>
            </a:custGeom>
            <a:solidFill>
              <a:srgbClr val="B3B0B5"/>
            </a:solidFill>
          </p:spPr>
          <p:txBody>
            <a:bodyPr vert="horz" anchor="ctr" wrap="square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Freeform 28" id="28"/>
            <p:cNvSpPr/>
            <p:nvPr/>
          </p:nvSpPr>
          <p:spPr>
            <a:xfrm>
              <a:off x="7597775" y="1965325"/>
              <a:ext cx="46038" cy="46038"/>
            </a:xfrm>
            <a:custGeom>
              <a:avLst/>
              <a:gdLst/>
              <a:ahLst/>
              <a:cxnLst/>
              <a:rect r="r" b="b" t="t" l="l"/>
              <a:pathLst>
                <a:path w="12" h="12" stroke="true" fill="norm" extrusionOk="true">
                  <a:moveTo>
                    <a:pt x="10" y="10"/>
                  </a:moveTo>
                  <a:cubicBezTo>
                    <a:pt x="7" y="12"/>
                    <a:pt x="4" y="12"/>
                    <a:pt x="2" y="10"/>
                  </a:cubicBezTo>
                  <a:cubicBezTo>
                    <a:pt x="0" y="8"/>
                    <a:pt x="0" y="4"/>
                    <a:pt x="2" y="2"/>
                  </a:cubicBezTo>
                  <a:cubicBezTo>
                    <a:pt x="4" y="0"/>
                    <a:pt x="7" y="0"/>
                    <a:pt x="10" y="2"/>
                  </a:cubicBezTo>
                  <a:cubicBezTo>
                    <a:pt x="12" y="4"/>
                    <a:pt x="12" y="8"/>
                    <a:pt x="10" y="10"/>
                  </a:cubicBezTo>
                  <a:close/>
                </a:path>
              </a:pathLst>
            </a:custGeom>
            <a:solidFill>
              <a:srgbClr val="B3B0B5"/>
            </a:solidFill>
          </p:spPr>
          <p:txBody>
            <a:bodyPr vert="horz" anchor="ctr" wrap="square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Freeform 29" id="29"/>
            <p:cNvSpPr/>
            <p:nvPr/>
          </p:nvSpPr>
          <p:spPr>
            <a:xfrm>
              <a:off x="7708900" y="2076450"/>
              <a:ext cx="42863" cy="47625"/>
            </a:xfrm>
            <a:custGeom>
              <a:avLst/>
              <a:gdLst/>
              <a:ahLst/>
              <a:cxnLst/>
              <a:rect r="r" b="b" t="t" l="l"/>
              <a:pathLst>
                <a:path w="11" h="12" stroke="true" fill="norm" extrusionOk="true">
                  <a:moveTo>
                    <a:pt x="9" y="9"/>
                  </a:moveTo>
                  <a:cubicBezTo>
                    <a:pt x="7" y="12"/>
                    <a:pt x="4" y="12"/>
                    <a:pt x="2" y="9"/>
                  </a:cubicBezTo>
                  <a:cubicBezTo>
                    <a:pt x="0" y="7"/>
                    <a:pt x="0" y="4"/>
                    <a:pt x="2" y="2"/>
                  </a:cubicBezTo>
                  <a:cubicBezTo>
                    <a:pt x="4" y="0"/>
                    <a:pt x="7" y="0"/>
                    <a:pt x="9" y="2"/>
                  </a:cubicBezTo>
                  <a:cubicBezTo>
                    <a:pt x="11" y="4"/>
                    <a:pt x="11" y="7"/>
                    <a:pt x="9" y="9"/>
                  </a:cubicBezTo>
                  <a:close/>
                </a:path>
              </a:pathLst>
            </a:custGeom>
            <a:solidFill>
              <a:srgbClr val="B3B0B5"/>
            </a:solidFill>
          </p:spPr>
          <p:txBody>
            <a:bodyPr vert="horz" anchor="ctr" wrap="square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Freeform 30" id="30"/>
            <p:cNvSpPr/>
            <p:nvPr/>
          </p:nvSpPr>
          <p:spPr>
            <a:xfrm>
              <a:off x="7818438" y="2189163"/>
              <a:ext cx="46038" cy="42863"/>
            </a:xfrm>
            <a:custGeom>
              <a:avLst/>
              <a:gdLst/>
              <a:ahLst/>
              <a:cxnLst/>
              <a:rect r="r" b="b" t="t" l="l"/>
              <a:pathLst>
                <a:path w="12" h="11" stroke="true" fill="norm" extrusionOk="true">
                  <a:moveTo>
                    <a:pt x="10" y="9"/>
                  </a:moveTo>
                  <a:cubicBezTo>
                    <a:pt x="8" y="11"/>
                    <a:pt x="5" y="11"/>
                    <a:pt x="2" y="9"/>
                  </a:cubicBezTo>
                  <a:cubicBezTo>
                    <a:pt x="0" y="7"/>
                    <a:pt x="0" y="4"/>
                    <a:pt x="2" y="2"/>
                  </a:cubicBezTo>
                  <a:cubicBezTo>
                    <a:pt x="5" y="0"/>
                    <a:pt x="8" y="0"/>
                    <a:pt x="10" y="2"/>
                  </a:cubicBezTo>
                  <a:cubicBezTo>
                    <a:pt x="12" y="4"/>
                    <a:pt x="12" y="7"/>
                    <a:pt x="10" y="9"/>
                  </a:cubicBezTo>
                  <a:close/>
                </a:path>
              </a:pathLst>
            </a:custGeom>
            <a:solidFill>
              <a:srgbClr val="B3B0B5"/>
            </a:solidFill>
          </p:spPr>
          <p:txBody>
            <a:bodyPr vert="horz" anchor="ctr" wrap="square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Freeform 31" id="31"/>
            <p:cNvSpPr/>
            <p:nvPr/>
          </p:nvSpPr>
          <p:spPr>
            <a:xfrm>
              <a:off x="7929563" y="2297113"/>
              <a:ext cx="46038" cy="46038"/>
            </a:xfrm>
            <a:custGeom>
              <a:avLst/>
              <a:gdLst/>
              <a:ahLst/>
              <a:cxnLst/>
              <a:rect r="r" b="b" t="t" l="l"/>
              <a:pathLst>
                <a:path w="12" h="12" stroke="true" fill="norm" extrusionOk="true">
                  <a:moveTo>
                    <a:pt x="10" y="10"/>
                  </a:moveTo>
                  <a:cubicBezTo>
                    <a:pt x="8" y="12"/>
                    <a:pt x="4" y="12"/>
                    <a:pt x="2" y="10"/>
                  </a:cubicBezTo>
                  <a:cubicBezTo>
                    <a:pt x="0" y="8"/>
                    <a:pt x="0" y="5"/>
                    <a:pt x="2" y="2"/>
                  </a:cubicBezTo>
                  <a:cubicBezTo>
                    <a:pt x="4" y="0"/>
                    <a:pt x="8" y="0"/>
                    <a:pt x="10" y="2"/>
                  </a:cubicBezTo>
                  <a:cubicBezTo>
                    <a:pt x="12" y="5"/>
                    <a:pt x="12" y="8"/>
                    <a:pt x="10" y="10"/>
                  </a:cubicBezTo>
                  <a:close/>
                </a:path>
              </a:pathLst>
            </a:custGeom>
            <a:solidFill>
              <a:srgbClr val="B3B0B5"/>
            </a:solidFill>
          </p:spPr>
          <p:txBody>
            <a:bodyPr vert="horz" anchor="ctr" wrap="square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Freeform 32" id="32"/>
            <p:cNvSpPr/>
            <p:nvPr/>
          </p:nvSpPr>
          <p:spPr>
            <a:xfrm>
              <a:off x="4900613" y="3954463"/>
              <a:ext cx="50800" cy="50800"/>
            </a:xfrm>
            <a:custGeom>
              <a:avLst/>
              <a:gdLst/>
              <a:ahLst/>
              <a:cxnLst/>
              <a:rect r="r" b="b" t="t" l="l"/>
              <a:pathLst>
                <a:path w="13" h="13" stroke="true" fill="norm" extrusionOk="true">
                  <a:moveTo>
                    <a:pt x="11" y="11"/>
                  </a:moveTo>
                  <a:cubicBezTo>
                    <a:pt x="9" y="13"/>
                    <a:pt x="5" y="13"/>
                    <a:pt x="3" y="11"/>
                  </a:cubicBezTo>
                  <a:cubicBezTo>
                    <a:pt x="0" y="9"/>
                    <a:pt x="0" y="5"/>
                    <a:pt x="3" y="3"/>
                  </a:cubicBezTo>
                  <a:cubicBezTo>
                    <a:pt x="5" y="0"/>
                    <a:pt x="9" y="0"/>
                    <a:pt x="11" y="3"/>
                  </a:cubicBezTo>
                  <a:cubicBezTo>
                    <a:pt x="13" y="5"/>
                    <a:pt x="13" y="9"/>
                    <a:pt x="11" y="11"/>
                  </a:cubicBezTo>
                  <a:close/>
                </a:path>
              </a:pathLst>
            </a:custGeom>
            <a:solidFill>
              <a:srgbClr val="B3B0B5"/>
            </a:solidFill>
          </p:spPr>
          <p:txBody>
            <a:bodyPr vert="horz" anchor="ctr" wrap="square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Freeform 33" id="33"/>
            <p:cNvSpPr/>
            <p:nvPr/>
          </p:nvSpPr>
          <p:spPr>
            <a:xfrm>
              <a:off x="5024438" y="4078288"/>
              <a:ext cx="50800" cy="49213"/>
            </a:xfrm>
            <a:custGeom>
              <a:avLst/>
              <a:gdLst/>
              <a:ahLst/>
              <a:cxnLst/>
              <a:rect r="r" b="b" t="t" l="l"/>
              <a:pathLst>
                <a:path w="13" h="13" stroke="true" fill="norm" extrusionOk="true">
                  <a:moveTo>
                    <a:pt x="11" y="11"/>
                  </a:moveTo>
                  <a:cubicBezTo>
                    <a:pt x="8" y="13"/>
                    <a:pt x="5" y="13"/>
                    <a:pt x="2" y="11"/>
                  </a:cubicBezTo>
                  <a:cubicBezTo>
                    <a:pt x="0" y="8"/>
                    <a:pt x="0" y="5"/>
                    <a:pt x="2" y="2"/>
                  </a:cubicBezTo>
                  <a:cubicBezTo>
                    <a:pt x="5" y="0"/>
                    <a:pt x="8" y="0"/>
                    <a:pt x="11" y="2"/>
                  </a:cubicBezTo>
                  <a:cubicBezTo>
                    <a:pt x="13" y="5"/>
                    <a:pt x="13" y="8"/>
                    <a:pt x="11" y="11"/>
                  </a:cubicBezTo>
                  <a:close/>
                </a:path>
              </a:pathLst>
            </a:custGeom>
            <a:solidFill>
              <a:srgbClr val="B3B0B5"/>
            </a:solidFill>
          </p:spPr>
          <p:txBody>
            <a:bodyPr vert="horz" anchor="ctr" wrap="square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Freeform 34" id="34"/>
            <p:cNvSpPr/>
            <p:nvPr/>
          </p:nvSpPr>
          <p:spPr>
            <a:xfrm>
              <a:off x="5148263" y="4202113"/>
              <a:ext cx="50800" cy="49213"/>
            </a:xfrm>
            <a:custGeom>
              <a:avLst/>
              <a:gdLst/>
              <a:ahLst/>
              <a:cxnLst/>
              <a:rect r="r" b="b" t="t" l="l"/>
              <a:pathLst>
                <a:path w="13" h="13" stroke="true" fill="norm" extrusionOk="true">
                  <a:moveTo>
                    <a:pt x="11" y="11"/>
                  </a:moveTo>
                  <a:cubicBezTo>
                    <a:pt x="8" y="13"/>
                    <a:pt x="4" y="13"/>
                    <a:pt x="2" y="11"/>
                  </a:cubicBezTo>
                  <a:cubicBezTo>
                    <a:pt x="0" y="8"/>
                    <a:pt x="0" y="4"/>
                    <a:pt x="2" y="2"/>
                  </a:cubicBezTo>
                  <a:cubicBezTo>
                    <a:pt x="4" y="0"/>
                    <a:pt x="8" y="0"/>
                    <a:pt x="11" y="2"/>
                  </a:cubicBezTo>
                  <a:cubicBezTo>
                    <a:pt x="13" y="4"/>
                    <a:pt x="13" y="8"/>
                    <a:pt x="11" y="11"/>
                  </a:cubicBezTo>
                  <a:close/>
                </a:path>
              </a:pathLst>
            </a:custGeom>
            <a:solidFill>
              <a:srgbClr val="B3B0B5"/>
            </a:solidFill>
          </p:spPr>
          <p:txBody>
            <a:bodyPr vert="horz" anchor="ctr" wrap="square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Freeform 35" id="35"/>
            <p:cNvSpPr/>
            <p:nvPr/>
          </p:nvSpPr>
          <p:spPr>
            <a:xfrm>
              <a:off x="5272088" y="4325938"/>
              <a:ext cx="50800" cy="49213"/>
            </a:xfrm>
            <a:custGeom>
              <a:avLst/>
              <a:gdLst/>
              <a:ahLst/>
              <a:cxnLst/>
              <a:rect r="r" b="b" t="t" l="l"/>
              <a:pathLst>
                <a:path w="13" h="13" stroke="true" fill="norm" extrusionOk="true">
                  <a:moveTo>
                    <a:pt x="10" y="10"/>
                  </a:moveTo>
                  <a:cubicBezTo>
                    <a:pt x="8" y="13"/>
                    <a:pt x="4" y="13"/>
                    <a:pt x="2" y="10"/>
                  </a:cubicBezTo>
                  <a:cubicBezTo>
                    <a:pt x="0" y="8"/>
                    <a:pt x="0" y="4"/>
                    <a:pt x="2" y="2"/>
                  </a:cubicBezTo>
                  <a:cubicBezTo>
                    <a:pt x="4" y="0"/>
                    <a:pt x="8" y="0"/>
                    <a:pt x="10" y="2"/>
                  </a:cubicBezTo>
                  <a:cubicBezTo>
                    <a:pt x="13" y="4"/>
                    <a:pt x="13" y="8"/>
                    <a:pt x="10" y="10"/>
                  </a:cubicBezTo>
                  <a:close/>
                </a:path>
              </a:pathLst>
            </a:custGeom>
            <a:solidFill>
              <a:srgbClr val="B3B0B5"/>
            </a:solidFill>
          </p:spPr>
          <p:txBody>
            <a:bodyPr vert="horz" anchor="ctr" wrap="square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Freeform 36" id="36"/>
            <p:cNvSpPr/>
            <p:nvPr/>
          </p:nvSpPr>
          <p:spPr>
            <a:xfrm>
              <a:off x="5391150" y="4445000"/>
              <a:ext cx="50800" cy="50800"/>
            </a:xfrm>
            <a:custGeom>
              <a:avLst/>
              <a:gdLst/>
              <a:ahLst/>
              <a:cxnLst/>
              <a:rect r="r" b="b" t="t" l="l"/>
              <a:pathLst>
                <a:path w="13" h="13" stroke="true" fill="norm" extrusionOk="true">
                  <a:moveTo>
                    <a:pt x="11" y="11"/>
                  </a:moveTo>
                  <a:cubicBezTo>
                    <a:pt x="9" y="13"/>
                    <a:pt x="5" y="13"/>
                    <a:pt x="3" y="11"/>
                  </a:cubicBezTo>
                  <a:cubicBezTo>
                    <a:pt x="0" y="9"/>
                    <a:pt x="0" y="5"/>
                    <a:pt x="3" y="3"/>
                  </a:cubicBezTo>
                  <a:cubicBezTo>
                    <a:pt x="5" y="0"/>
                    <a:pt x="9" y="0"/>
                    <a:pt x="11" y="3"/>
                  </a:cubicBezTo>
                  <a:cubicBezTo>
                    <a:pt x="13" y="5"/>
                    <a:pt x="13" y="9"/>
                    <a:pt x="11" y="11"/>
                  </a:cubicBezTo>
                  <a:close/>
                </a:path>
              </a:pathLst>
            </a:custGeom>
            <a:solidFill>
              <a:srgbClr val="B3B0B5"/>
            </a:solidFill>
          </p:spPr>
          <p:txBody>
            <a:bodyPr vert="horz" anchor="ctr" wrap="square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Freeform 37" id="37"/>
            <p:cNvSpPr/>
            <p:nvPr/>
          </p:nvSpPr>
          <p:spPr>
            <a:xfrm>
              <a:off x="5514975" y="4568825"/>
              <a:ext cx="50800" cy="49213"/>
            </a:xfrm>
            <a:custGeom>
              <a:avLst/>
              <a:gdLst/>
              <a:ahLst/>
              <a:cxnLst/>
              <a:rect r="r" b="b" t="t" l="l"/>
              <a:pathLst>
                <a:path w="13" h="13" stroke="true" fill="norm" extrusionOk="true">
                  <a:moveTo>
                    <a:pt x="11" y="11"/>
                  </a:moveTo>
                  <a:cubicBezTo>
                    <a:pt x="8" y="13"/>
                    <a:pt x="5" y="13"/>
                    <a:pt x="2" y="11"/>
                  </a:cubicBezTo>
                  <a:cubicBezTo>
                    <a:pt x="0" y="8"/>
                    <a:pt x="0" y="5"/>
                    <a:pt x="2" y="2"/>
                  </a:cubicBezTo>
                  <a:cubicBezTo>
                    <a:pt x="5" y="0"/>
                    <a:pt x="8" y="0"/>
                    <a:pt x="11" y="2"/>
                  </a:cubicBezTo>
                  <a:cubicBezTo>
                    <a:pt x="13" y="5"/>
                    <a:pt x="13" y="8"/>
                    <a:pt x="11" y="11"/>
                  </a:cubicBezTo>
                  <a:close/>
                </a:path>
              </a:pathLst>
            </a:custGeom>
            <a:solidFill>
              <a:srgbClr val="B3B0B5"/>
            </a:solidFill>
          </p:spPr>
          <p:txBody>
            <a:bodyPr vert="horz" anchor="ctr" wrap="square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Freeform 38" id="38"/>
            <p:cNvSpPr/>
            <p:nvPr/>
          </p:nvSpPr>
          <p:spPr>
            <a:xfrm>
              <a:off x="4695825" y="3200400"/>
              <a:ext cx="1566863" cy="1622425"/>
            </a:xfrm>
            <a:custGeom>
              <a:avLst/>
              <a:gdLst/>
              <a:ahLst/>
              <a:cxnLst/>
              <a:rect r="r" b="b" t="t" l="l"/>
              <a:pathLst>
                <a:path w="405" h="420" stroke="true" fill="norm" extrusionOk="true">
                  <a:moveTo>
                    <a:pt x="405" y="15"/>
                  </a:moveTo>
                  <a:cubicBezTo>
                    <a:pt x="0" y="420"/>
                    <a:pt x="0" y="420"/>
                    <a:pt x="0" y="420"/>
                  </a:cubicBezTo>
                  <a:cubicBezTo>
                    <a:pt x="0" y="420"/>
                    <a:pt x="94" y="285"/>
                    <a:pt x="237" y="142"/>
                  </a:cubicBezTo>
                  <a:cubicBezTo>
                    <a:pt x="379" y="0"/>
                    <a:pt x="405" y="15"/>
                    <a:pt x="405" y="15"/>
                  </a:cubicBezTo>
                  <a:close/>
                </a:path>
              </a:pathLst>
            </a:custGeom>
            <a:solidFill>
              <a:srgbClr val="EA3453"/>
            </a:solidFill>
          </p:spPr>
          <p:txBody>
            <a:bodyPr vert="horz" anchor="ctr" wrap="square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Freeform 39" id="39"/>
            <p:cNvSpPr/>
            <p:nvPr/>
          </p:nvSpPr>
          <p:spPr>
            <a:xfrm>
              <a:off x="4695825" y="3259138"/>
              <a:ext cx="1624013" cy="1563688"/>
            </a:xfrm>
            <a:custGeom>
              <a:avLst/>
              <a:gdLst/>
              <a:ahLst/>
              <a:cxnLst/>
              <a:rect r="r" b="b" t="t" l="l"/>
              <a:pathLst>
                <a:path w="420" h="405" stroke="true" fill="norm" extrusionOk="true">
                  <a:moveTo>
                    <a:pt x="405" y="0"/>
                  </a:moveTo>
                  <a:cubicBezTo>
                    <a:pt x="0" y="405"/>
                    <a:pt x="0" y="405"/>
                    <a:pt x="0" y="405"/>
                  </a:cubicBezTo>
                  <a:cubicBezTo>
                    <a:pt x="0" y="405"/>
                    <a:pt x="135" y="311"/>
                    <a:pt x="278" y="168"/>
                  </a:cubicBezTo>
                  <a:cubicBezTo>
                    <a:pt x="420" y="26"/>
                    <a:pt x="405" y="0"/>
                    <a:pt x="405" y="0"/>
                  </a:cubicBezTo>
                  <a:close/>
                </a:path>
              </a:pathLst>
            </a:custGeom>
            <a:solidFill>
              <a:srgbClr val="AA2B46"/>
            </a:solidFill>
          </p:spPr>
          <p:txBody>
            <a:bodyPr vert="horz" anchor="ctr" wrap="square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Freeform 40" id="40"/>
            <p:cNvSpPr/>
            <p:nvPr/>
          </p:nvSpPr>
          <p:spPr>
            <a:xfrm>
              <a:off x="8045450" y="1404938"/>
              <a:ext cx="115888" cy="822325"/>
            </a:xfrm>
            <a:custGeom>
              <a:avLst/>
              <a:gdLst/>
              <a:ahLst/>
              <a:cxnLst/>
              <a:rect r="r" b="b" t="t" l="l"/>
              <a:pathLst>
                <a:path w="30" h="213" stroke="true" fill="norm" extrusionOk="true">
                  <a:moveTo>
                    <a:pt x="25" y="0"/>
                  </a:moveTo>
                  <a:cubicBezTo>
                    <a:pt x="25" y="0"/>
                    <a:pt x="30" y="77"/>
                    <a:pt x="0" y="213"/>
                  </a:cubicBezTo>
                  <a:cubicBezTo>
                    <a:pt x="0" y="213"/>
                    <a:pt x="7" y="123"/>
                    <a:pt x="25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 vert="horz" anchor="ctr" wrap="square" tIns="45720" lIns="91440" bIns="45720" rIns="91440">
              <a:normAutofit/>
            </a:bodyPr>
            <a:p>
              <a:pPr algn="ctr" marL="0"/>
            </a:p>
          </p:txBody>
        </p:sp>
      </p:grpSp>
      <p:sp>
        <p:nvSpPr>
          <p:cNvPr name="AutoShape 41" id="41"/>
          <p:cNvSpPr/>
          <p:nvPr/>
        </p:nvSpPr>
        <p:spPr>
          <a:xfrm>
            <a:off x="1960077" y="4013762"/>
            <a:ext cx="798386" cy="798384"/>
          </a:xfrm>
          <a:prstGeom prst="ellipse">
            <a:avLst/>
          </a:prstGeom>
          <a:solidFill>
            <a:srgbClr val="FFFFFF"/>
          </a:solidFill>
          <a:ln w="12700" cap="flat" cmpd="sng">
            <a:solidFill>
              <a:schemeClr val="accent1"/>
            </a:solidFill>
            <a:prstDash val="solid"/>
          </a:ln>
        </p:spPr>
        <p:txBody>
          <a:bodyPr vert="horz" anchor="ctr" wrap="square" tIns="45720" lIns="91440" bIns="45720" rIns="91440">
            <a:normAutofit/>
          </a:bodyPr>
          <a:p>
            <a:pPr algn="ctr" marL="0"/>
            <a:r>
              <a:rPr lang="en-US" b="true" i="true" sz="1600" baseline="0" u="none">
                <a:solidFill>
                  <a:schemeClr val="accent1"/>
                </a:solidFill>
                <a:latin typeface="Arial"/>
                <a:ea typeface="Arial"/>
              </a:rPr>
              <a:t>01</a:t>
            </a:r>
          </a:p>
        </p:txBody>
      </p:sp>
      <p:sp>
        <p:nvSpPr>
          <p:cNvPr name="AutoShape 42" id="42"/>
          <p:cNvSpPr/>
          <p:nvPr/>
        </p:nvSpPr>
        <p:spPr>
          <a:xfrm>
            <a:off x="5996604" y="3302577"/>
            <a:ext cx="798386" cy="798384"/>
          </a:xfrm>
          <a:prstGeom prst="ellipse">
            <a:avLst/>
          </a:prstGeom>
          <a:solidFill>
            <a:srgbClr val="FFFFFF"/>
          </a:solidFill>
          <a:ln w="12700" cap="flat" cmpd="sng">
            <a:solidFill>
              <a:schemeClr val="accent1"/>
            </a:solidFill>
            <a:prstDash val="solid"/>
          </a:ln>
        </p:spPr>
        <p:txBody>
          <a:bodyPr vert="horz" anchor="ctr" wrap="square" tIns="45720" lIns="91440" bIns="45720" rIns="91440">
            <a:normAutofit/>
          </a:bodyPr>
          <a:p>
            <a:pPr algn="ctr" marL="0"/>
            <a:r>
              <a:rPr lang="en-US" b="true" i="true" sz="1600" baseline="0" u="none">
                <a:solidFill>
                  <a:schemeClr val="accent1"/>
                </a:solidFill>
                <a:latin typeface="Arial"/>
                <a:ea typeface="Arial"/>
              </a:rPr>
              <a:t>02</a:t>
            </a:r>
          </a:p>
        </p:txBody>
      </p:sp>
      <p:sp>
        <p:nvSpPr>
          <p:cNvPr name="AutoShape 43" id="43"/>
          <p:cNvSpPr/>
          <p:nvPr/>
        </p:nvSpPr>
        <p:spPr>
          <a:xfrm>
            <a:off x="7848991" y="3701769"/>
            <a:ext cx="798386" cy="798384"/>
          </a:xfrm>
          <a:prstGeom prst="ellipse">
            <a:avLst/>
          </a:prstGeom>
          <a:solidFill>
            <a:srgbClr val="FFFFFF"/>
          </a:solidFill>
          <a:ln w="12700" cap="flat" cmpd="sng">
            <a:solidFill>
              <a:schemeClr val="accent1"/>
            </a:solidFill>
            <a:prstDash val="solid"/>
          </a:ln>
        </p:spPr>
        <p:txBody>
          <a:bodyPr vert="horz" anchor="ctr" wrap="square" tIns="45720" lIns="91440" bIns="45720" rIns="91440">
            <a:normAutofit/>
          </a:bodyPr>
          <a:p>
            <a:pPr algn="ctr" marL="0"/>
            <a:r>
              <a:rPr lang="en-US" b="true" i="true" sz="1600" baseline="0" u="none">
                <a:solidFill>
                  <a:schemeClr val="accent1"/>
                </a:solidFill>
                <a:latin typeface="Arial"/>
                <a:ea typeface="Arial"/>
              </a:rPr>
              <a:t>03</a:t>
            </a:r>
          </a:p>
        </p:txBody>
      </p:sp>
      <p:sp>
        <p:nvSpPr>
          <p:cNvPr name="AutoShape 44" id="44"/>
          <p:cNvSpPr/>
          <p:nvPr/>
        </p:nvSpPr>
        <p:spPr>
          <a:xfrm>
            <a:off x="683337" y="2613193"/>
            <a:ext cx="3264921" cy="1249680"/>
          </a:xfrm>
          <a:prstGeom prst="rect">
            <a:avLst/>
          </a:prstGeom>
          <a:noFill/>
        </p:spPr>
        <p:txBody>
          <a:bodyPr vert="horz" anchor="t" wrap="square" tIns="45720" lIns="91440" bIns="45720" rIns="91440">
            <a:spAutoFit/>
          </a:bodyPr>
          <a:p>
            <a:pPr algn="ctr" marL="0">
              <a:lnSpc>
                <a:spcPct val="120000"/>
              </a:lnSpc>
            </a:pPr>
            <a:r>
              <a:rPr lang="zh-CN" b="false" i="false" sz="14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AI能够根据用户输入的主题和关键词，自动生成符合语境的文本内容。它支持多种语言和风格，能够生成标题、段落、列表等多种文本形式，确保内容的丰富性和专业性。</a:t>
            </a:r>
          </a:p>
        </p:txBody>
      </p:sp>
      <p:sp>
        <p:nvSpPr>
          <p:cNvPr name="TextBox 45" id="45"/>
          <p:cNvSpPr txBox="true"/>
          <p:nvPr/>
        </p:nvSpPr>
        <p:spPr>
          <a:xfrm>
            <a:off x="683337" y="2223013"/>
            <a:ext cx="3264921" cy="338554"/>
          </a:xfrm>
          <a:prstGeom prst="rect">
            <a:avLst/>
          </a:prstGeom>
          <a:noFill/>
        </p:spPr>
        <p:txBody>
          <a:bodyPr anchor="b" rtlCol="false" vert="horz" wrap="square" tIns="45720" lIns="91440" bIns="45720" rIns="91440">
            <a:spAutoFit/>
          </a:bodyPr>
          <a:lstStyle/>
          <a:p>
            <a:pPr algn="ctr" marL="0">
              <a:lnSpc>
                <a:spcPct val="100000"/>
              </a:lnSpc>
              <a:spcBef>
                <a:spcPct val="0"/>
              </a:spcBef>
              <a:defRPr/>
            </a:pPr>
            <a:r>
              <a:rPr lang="zh-CN" b="true" i="false" sz="16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文本生成</a:t>
            </a:r>
            <a:endParaRPr lang="en-US" sz="1100"/>
          </a:p>
        </p:txBody>
      </p:sp>
      <p:sp>
        <p:nvSpPr>
          <p:cNvPr name="AutoShape 46" id="46"/>
          <p:cNvSpPr/>
          <p:nvPr/>
        </p:nvSpPr>
        <p:spPr>
          <a:xfrm>
            <a:off x="4715420" y="1945644"/>
            <a:ext cx="3264921" cy="960120"/>
          </a:xfrm>
          <a:prstGeom prst="rect">
            <a:avLst/>
          </a:prstGeom>
          <a:noFill/>
        </p:spPr>
        <p:txBody>
          <a:bodyPr vert="horz" anchor="t" wrap="square" tIns="45720" lIns="91440" bIns="45720" rIns="91440">
            <a:spAutoFit/>
          </a:bodyPr>
          <a:p>
            <a:pPr algn="ctr" marL="0">
              <a:lnSpc>
                <a:spcPct val="120000"/>
              </a:lnSpc>
            </a:pPr>
            <a:r>
              <a:rPr lang="zh-CN" b="false" i="false" sz="14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AI可以根据文本内容自动生成相关的图像和插图。它能够识别关键词并生成符合主题的图片，支持多种图像风格，如扁平化、3D效果等，增强PPT的视觉效果。</a:t>
            </a:r>
          </a:p>
        </p:txBody>
      </p:sp>
      <p:sp>
        <p:nvSpPr>
          <p:cNvPr name="TextBox 47" id="47"/>
          <p:cNvSpPr txBox="true"/>
          <p:nvPr/>
        </p:nvSpPr>
        <p:spPr>
          <a:xfrm>
            <a:off x="4715420" y="1555464"/>
            <a:ext cx="3264921" cy="338554"/>
          </a:xfrm>
          <a:prstGeom prst="rect">
            <a:avLst/>
          </a:prstGeom>
          <a:noFill/>
        </p:spPr>
        <p:txBody>
          <a:bodyPr anchor="b" rtlCol="false" vert="horz" wrap="square" tIns="45720" lIns="91440" bIns="45720" rIns="91440">
            <a:spAutoFit/>
          </a:bodyPr>
          <a:lstStyle/>
          <a:p>
            <a:pPr algn="ctr" marL="0">
              <a:lnSpc>
                <a:spcPct val="100000"/>
              </a:lnSpc>
              <a:spcBef>
                <a:spcPct val="0"/>
              </a:spcBef>
              <a:defRPr/>
            </a:pPr>
            <a:r>
              <a:rPr lang="zh-CN" b="true" i="false" sz="16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图像生成</a:t>
            </a:r>
            <a:endParaRPr lang="en-US" sz="1100"/>
          </a:p>
        </p:txBody>
      </p:sp>
      <p:sp>
        <p:nvSpPr>
          <p:cNvPr name="AutoShape 48" id="48"/>
          <p:cNvSpPr/>
          <p:nvPr/>
        </p:nvSpPr>
        <p:spPr>
          <a:xfrm>
            <a:off x="5908523" y="4756942"/>
            <a:ext cx="4607249" cy="670560"/>
          </a:xfrm>
          <a:prstGeom prst="rect">
            <a:avLst/>
          </a:prstGeom>
          <a:noFill/>
        </p:spPr>
        <p:txBody>
          <a:bodyPr vert="horz" anchor="t" wrap="square" tIns="45720" lIns="91440" bIns="45720" rIns="91440">
            <a:spAutoFit/>
          </a:bodyPr>
          <a:p>
            <a:pPr algn="ctr" marL="0">
              <a:lnSpc>
                <a:spcPct val="120000"/>
              </a:lnSpc>
            </a:pPr>
            <a:r>
              <a:rPr lang="zh-CN" b="false" i="false" sz="14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AI能够根据数据自动生成各种类型的图表，如柱状图、饼图、折线图等。它支持数据导入和自动分析，能够生成直观且美观的图表，帮助用户更好地展示数据。</a:t>
            </a:r>
          </a:p>
        </p:txBody>
      </p:sp>
      <p:sp>
        <p:nvSpPr>
          <p:cNvPr name="TextBox 49" id="49"/>
          <p:cNvSpPr txBox="true"/>
          <p:nvPr/>
        </p:nvSpPr>
        <p:spPr>
          <a:xfrm>
            <a:off x="5930340" y="4477169"/>
            <a:ext cx="4607249" cy="338554"/>
          </a:xfrm>
          <a:prstGeom prst="rect">
            <a:avLst/>
          </a:prstGeom>
          <a:noFill/>
        </p:spPr>
        <p:txBody>
          <a:bodyPr anchor="b" rtlCol="false" vert="horz" wrap="square" tIns="45720" lIns="91440" bIns="45720" rIns="91440">
            <a:spAutoFit/>
          </a:bodyPr>
          <a:lstStyle/>
          <a:p>
            <a:pPr algn="ctr" marL="0">
              <a:lnSpc>
                <a:spcPct val="100000"/>
              </a:lnSpc>
              <a:spcBef>
                <a:spcPct val="0"/>
              </a:spcBef>
              <a:defRPr/>
            </a:pPr>
            <a:r>
              <a:rPr lang="zh-CN" b="true" i="false" sz="16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图表生成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gradFill>
          <a:gsLst>
            <a:gs pos="0">
              <a:srgbClr val="AE94FF">
                <a:lumMod val="40000"/>
                <a:lumOff val="60000"/>
              </a:srgbClr>
            </a:gs>
            <a:gs pos="100000">
              <a:srgbClr val="3ED0E8">
                <a:lumMod val="40000"/>
                <a:lumOff val="6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0400" y="128587"/>
            <a:ext cx="10858500" cy="900112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rgbClr val="2F2F2F"/>
                </a:solidFill>
                <a:latin typeface="Arial"/>
                <a:ea typeface="Arial"/>
              </a:rPr>
              <a:t>智能排版</a:t>
            </a:r>
          </a:p>
        </p:txBody>
      </p:sp>
      <p:sp>
        <p:nvSpPr>
          <p:cNvPr name="AutoShape 3" id="3"/>
          <p:cNvSpPr/>
          <p:nvPr/>
        </p:nvSpPr>
        <p:spPr>
          <a:xfrm>
            <a:off x="3244831" y="1130687"/>
            <a:ext cx="5689637" cy="5689637"/>
          </a:xfrm>
          <a:prstGeom prst="ellipse">
            <a:avLst/>
          </a:prstGeom>
          <a:noFill/>
          <a:ln w="12700" cap="flat" cmpd="sng">
            <a:solidFill>
              <a:schemeClr val="accent1">
                <a:alpha val="71000"/>
              </a:schemeClr>
            </a:solidFill>
            <a:prstDash val="sysDot"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4" id="4"/>
          <p:cNvSpPr/>
          <p:nvPr/>
        </p:nvSpPr>
        <p:spPr>
          <a:xfrm>
            <a:off x="1160674" y="343307"/>
            <a:ext cx="9857952" cy="6577785"/>
          </a:xfrm>
          <a:custGeom>
            <a:avLst/>
            <a:gdLst/>
            <a:ahLst/>
            <a:cxnLst/>
            <a:rect r="r" b="b" t="t" l="l"/>
            <a:pathLst>
              <a:path w="9857952" h="6577785" stroke="true" fill="norm" extrusionOk="true">
                <a:moveTo>
                  <a:pt x="1597731" y="0"/>
                </a:moveTo>
                <a:lnTo>
                  <a:pt x="8260222" y="0"/>
                </a:lnTo>
                <a:lnTo>
                  <a:pt x="8414288" y="146889"/>
                </a:lnTo>
                <a:cubicBezTo>
                  <a:pt x="9306258" y="1038858"/>
                  <a:pt x="9857952" y="2271102"/>
                  <a:pt x="9857952" y="3632201"/>
                </a:cubicBezTo>
                <a:cubicBezTo>
                  <a:pt x="9857952" y="4674293"/>
                  <a:pt x="9534559" y="5640852"/>
                  <a:pt x="8982656" y="6436995"/>
                </a:cubicBezTo>
                <a:lnTo>
                  <a:pt x="8876052" y="6577785"/>
                </a:lnTo>
                <a:lnTo>
                  <a:pt x="981900" y="6577785"/>
                </a:lnTo>
                <a:lnTo>
                  <a:pt x="875296" y="6436995"/>
                </a:lnTo>
                <a:cubicBezTo>
                  <a:pt x="323393" y="5640852"/>
                  <a:pt x="0" y="4674293"/>
                  <a:pt x="0" y="3632201"/>
                </a:cubicBezTo>
                <a:cubicBezTo>
                  <a:pt x="0" y="2271102"/>
                  <a:pt x="551695" y="1038858"/>
                  <a:pt x="1443664" y="146889"/>
                </a:cubicBezTo>
                <a:close/>
              </a:path>
            </a:pathLst>
          </a:custGeom>
          <a:noFill/>
          <a:ln w="19050" cap="flat" cmpd="sng">
            <a:gradFill>
              <a:gsLst>
                <a:gs pos="0">
                  <a:srgbClr val="AE94FF">
                    <a:alpha val="0"/>
                    <a:lumMod val="5000"/>
                    <a:lumOff val="95000"/>
                  </a:srgbClr>
                </a:gs>
                <a:gs pos="54000">
                  <a:srgbClr val="AE94FF">
                    <a:alpha val="59000"/>
                    <a:lumMod val="45000"/>
                    <a:lumOff val="55000"/>
                  </a:srgbClr>
                </a:gs>
                <a:gs pos="100000">
                  <a:srgbClr val="AE94FF">
                    <a:alpha val="0"/>
                    <a:lumMod val="30000"/>
                    <a:lumOff val="70000"/>
                  </a:srgbClr>
                </a:gs>
              </a:gsLst>
              <a:lin ang="5400000"/>
            </a:gradFill>
            <a:prstDash val="sysDot"/>
          </a:ln>
        </p:spPr>
        <p:txBody>
          <a:bodyPr vert="horz" anchor="ctr" wrap="square" tIns="45720" lIns="91440" bIns="45720" rIns="91440">
            <a:noAutofit/>
          </a:bodyPr>
          <a:p>
            <a:pPr algn="ctr" marL="0"/>
          </a:p>
        </p:txBody>
      </p:sp>
      <p:sp>
        <p:nvSpPr>
          <p:cNvPr name="AutoShape 5" id="5"/>
          <p:cNvSpPr/>
          <p:nvPr/>
        </p:nvSpPr>
        <p:spPr>
          <a:xfrm>
            <a:off x="3950222" y="1836077"/>
            <a:ext cx="4278855" cy="4278855"/>
          </a:xfrm>
          <a:prstGeom prst="ellipse">
            <a:avLst/>
          </a:prstGeom>
          <a:solidFill>
            <a:srgbClr val="FFFFFF">
              <a:alpha val="15000"/>
            </a:srgbClr>
          </a:solidFill>
          <a:ln w="28575" cap="flat" cmpd="sng">
            <a:solidFill>
              <a:schemeClr val="accent1">
                <a:alpha val="65000"/>
                <a:lumMod val="40000"/>
                <a:lumOff val="60000"/>
              </a:schemeClr>
            </a:solidFill>
            <a:prstDash val="sysDash"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6" id="6"/>
          <p:cNvSpPr/>
          <p:nvPr/>
        </p:nvSpPr>
        <p:spPr>
          <a:xfrm>
            <a:off x="4520012" y="2405868"/>
            <a:ext cx="3139276" cy="3139275"/>
          </a:xfrm>
          <a:prstGeom prst="ellipse">
            <a:avLst/>
          </a:prstGeom>
          <a:solidFill>
            <a:schemeClr val="accent1">
              <a:alpha val="30000"/>
            </a:schemeClr>
          </a:solidFill>
          <a:ln cap="flat" cmpd="sng">
            <a:prstDash val="solid"/>
          </a:ln>
          <a:effectLst>
            <a:outerShdw algn="tl" blurRad="139700" dir="2700000" dist="127000" rotWithShape="false">
              <a:schemeClr val="accent1">
                <a:alpha val="32000"/>
              </a:schemeClr>
            </a:outerShdw>
          </a:effectLst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7" id="7"/>
          <p:cNvSpPr/>
          <p:nvPr/>
        </p:nvSpPr>
        <p:spPr>
          <a:xfrm>
            <a:off x="5130783" y="3016639"/>
            <a:ext cx="1917735" cy="1917735"/>
          </a:xfrm>
          <a:prstGeom prst="ellipse">
            <a:avLst/>
          </a:prstGeom>
          <a:gradFill>
            <a:gsLst>
              <a:gs pos="50000">
                <a:srgbClr val="AE94FF">
                  <a:lumMod val="0"/>
                  <a:lumOff val="100000"/>
                </a:srgbClr>
              </a:gs>
              <a:gs pos="100000">
                <a:srgbClr val="AE94FF">
                  <a:lumMod val="18000"/>
                  <a:lumOff val="82000"/>
                </a:srgbClr>
              </a:gs>
            </a:gsLst>
            <a:path path="circle">
              <a:fillToRect t="0" l="0" b="100000" r="100000"/>
            </a:path>
          </a:gradFill>
          <a:ln cap="flat" cmpd="sng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8" id="8"/>
          <p:cNvSpPr/>
          <p:nvPr/>
        </p:nvSpPr>
        <p:spPr>
          <a:xfrm flipH="true" flipV="true" rot="16200000">
            <a:off x="2165452" y="651352"/>
            <a:ext cx="2035638" cy="3722474"/>
          </a:xfrm>
          <a:custGeom>
            <a:avLst/>
            <a:gdLst/>
            <a:ahLst/>
            <a:cxnLst/>
            <a:rect r="r" b="b" t="t" l="l"/>
            <a:pathLst>
              <a:path w="1897936" h="3997154" stroke="true" fill="norm" extrusionOk="true">
                <a:moveTo>
                  <a:pt x="0" y="3926397"/>
                </a:moveTo>
                <a:lnTo>
                  <a:pt x="0" y="70757"/>
                </a:lnTo>
                <a:cubicBezTo>
                  <a:pt x="0" y="31679"/>
                  <a:pt x="36829" y="0"/>
                  <a:pt x="82261" y="0"/>
                </a:cubicBezTo>
                <a:lnTo>
                  <a:pt x="1521561" y="0"/>
                </a:lnTo>
                <a:lnTo>
                  <a:pt x="1521564" y="1"/>
                </a:lnTo>
                <a:lnTo>
                  <a:pt x="1861888" y="1"/>
                </a:lnTo>
                <a:cubicBezTo>
                  <a:pt x="1895220" y="1"/>
                  <a:pt x="1910639" y="41504"/>
                  <a:pt x="1885394" y="63268"/>
                </a:cubicBezTo>
                <a:lnTo>
                  <a:pt x="1603821" y="306004"/>
                </a:lnTo>
                <a:lnTo>
                  <a:pt x="1603820" y="3926397"/>
                </a:lnTo>
                <a:cubicBezTo>
                  <a:pt x="1603820" y="3965476"/>
                  <a:pt x="1566991" y="3997154"/>
                  <a:pt x="1521560" y="3997154"/>
                </a:cubicBezTo>
                <a:lnTo>
                  <a:pt x="82261" y="3997154"/>
                </a:lnTo>
                <a:cubicBezTo>
                  <a:pt x="36829" y="3997154"/>
                  <a:pt x="0" y="3965476"/>
                  <a:pt x="0" y="3926397"/>
                </a:cubicBezTo>
                <a:close/>
              </a:path>
            </a:pathLst>
          </a:custGeom>
          <a:gradFill>
            <a:gsLst>
              <a:gs pos="0">
                <a:srgbClr val="AE94FF">
                  <a:lumMod val="60000"/>
                  <a:lumOff val="40000"/>
                </a:srgbClr>
              </a:gs>
              <a:gs pos="60000">
                <a:srgbClr val="AE94FF"/>
              </a:gs>
            </a:gsLst>
            <a:path path="circle">
              <a:fillToRect t="0" l="0" b="100000" r="100000"/>
            </a:path>
          </a:gradFill>
          <a:ln cap="flat" cmpd="sng">
            <a:prstDash val="solid"/>
          </a:ln>
        </p:spPr>
        <p:txBody>
          <a:bodyPr vert="horz" anchor="ctr" wrap="none" tIns="45720" lIns="91440" bIns="45720" rIns="91440">
            <a:normAutofit/>
          </a:bodyPr>
          <a:p>
            <a:pPr algn="ctr" marL="0"/>
          </a:p>
        </p:txBody>
      </p:sp>
      <p:sp>
        <p:nvSpPr>
          <p:cNvPr name="TextBox 9" id="9"/>
          <p:cNvSpPr txBox="true"/>
          <p:nvPr/>
        </p:nvSpPr>
        <p:spPr>
          <a:xfrm>
            <a:off x="1357499" y="1606767"/>
            <a:ext cx="3558524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r" marL="0">
              <a:lnSpc>
                <a:spcPct val="100000"/>
              </a:lnSpc>
              <a:defRPr/>
            </a:pPr>
            <a:r>
              <a:rPr lang="zh-CN" b="true" i="false" sz="1600" baseline="0" u="none" altLang="en-US">
                <a:solidFill>
                  <a:srgbClr val="FFFFFF"/>
                </a:solidFill>
                <a:latin typeface="+mn-ea"/>
                <a:ea typeface="+mn-ea"/>
              </a:rPr>
              <a:t>布局优化</a:t>
            </a:r>
            <a:endParaRPr lang="en-US" sz="1100"/>
          </a:p>
        </p:txBody>
      </p:sp>
      <p:sp>
        <p:nvSpPr>
          <p:cNvPr name="TextBox 10" id="10"/>
          <p:cNvSpPr txBox="true"/>
          <p:nvPr/>
        </p:nvSpPr>
        <p:spPr>
          <a:xfrm>
            <a:off x="1367643" y="2085128"/>
            <a:ext cx="3546440" cy="548640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r" marL="0">
              <a:lnSpc>
                <a:spcPct val="120000"/>
              </a:lnSpc>
              <a:defRPr/>
            </a:pPr>
            <a:r>
              <a:rPr lang="zh-CN" b="false" i="false" sz="1200" baseline="0" u="none" altLang="en-US">
                <a:solidFill>
                  <a:srgbClr val="FFFFFF"/>
                </a:solidFill>
                <a:latin typeface="+mn-ea"/>
                <a:ea typeface="+mn-ea"/>
              </a:rPr>
              <a:t>AI能够根据内容自动优化PPT的布局，确保每一页的排版合理且美观。它支持多种布局模板，能够根据内容长度和类型自动调整，确保演示文稿的视觉效果。</a:t>
            </a:r>
            <a:endParaRPr lang="en-US" sz="1100"/>
          </a:p>
        </p:txBody>
      </p:sp>
      <p:sp>
        <p:nvSpPr>
          <p:cNvPr name="Freeform 11" id="11"/>
          <p:cNvSpPr/>
          <p:nvPr/>
        </p:nvSpPr>
        <p:spPr>
          <a:xfrm>
            <a:off x="5643877" y="3530406"/>
            <a:ext cx="891546" cy="890198"/>
          </a:xfrm>
          <a:custGeom>
            <a:avLst/>
            <a:gdLst/>
            <a:ahLst/>
            <a:cxnLst/>
            <a:rect r="r" b="b" t="t" l="l"/>
            <a:pathLst>
              <a:path w="607639" h="606722" stroke="true" fill="norm" extrusionOk="true">
                <a:moveTo>
                  <a:pt x="263280" y="569605"/>
                </a:moveTo>
                <a:cubicBezTo>
                  <a:pt x="276541" y="571559"/>
                  <a:pt x="290070" y="572624"/>
                  <a:pt x="303776" y="572624"/>
                </a:cubicBezTo>
                <a:cubicBezTo>
                  <a:pt x="317571" y="572624"/>
                  <a:pt x="331099" y="571559"/>
                  <a:pt x="344360" y="569605"/>
                </a:cubicBezTo>
                <a:cubicBezTo>
                  <a:pt x="342580" y="590383"/>
                  <a:pt x="325047" y="606722"/>
                  <a:pt x="303776" y="606722"/>
                </a:cubicBezTo>
                <a:cubicBezTo>
                  <a:pt x="282593" y="606722"/>
                  <a:pt x="265060" y="590383"/>
                  <a:pt x="263280" y="569605"/>
                </a:cubicBezTo>
                <a:close/>
                <a:moveTo>
                  <a:pt x="520845" y="462910"/>
                </a:moveTo>
                <a:cubicBezTo>
                  <a:pt x="534463" y="478833"/>
                  <a:pt x="533662" y="502852"/>
                  <a:pt x="518620" y="517886"/>
                </a:cubicBezTo>
                <a:cubicBezTo>
                  <a:pt x="510966" y="525536"/>
                  <a:pt x="500730" y="529806"/>
                  <a:pt x="489872" y="529806"/>
                </a:cubicBezTo>
                <a:cubicBezTo>
                  <a:pt x="480081" y="529806"/>
                  <a:pt x="470914" y="526426"/>
                  <a:pt x="463615" y="520110"/>
                </a:cubicBezTo>
                <a:cubicBezTo>
                  <a:pt x="485421" y="504008"/>
                  <a:pt x="504736" y="484705"/>
                  <a:pt x="520845" y="462910"/>
                </a:cubicBezTo>
                <a:close/>
                <a:moveTo>
                  <a:pt x="86705" y="462910"/>
                </a:moveTo>
                <a:cubicBezTo>
                  <a:pt x="102814" y="484705"/>
                  <a:pt x="122218" y="504008"/>
                  <a:pt x="144024" y="520110"/>
                </a:cubicBezTo>
                <a:cubicBezTo>
                  <a:pt x="136726" y="526337"/>
                  <a:pt x="127469" y="529806"/>
                  <a:pt x="117767" y="529806"/>
                </a:cubicBezTo>
                <a:cubicBezTo>
                  <a:pt x="106909" y="529806"/>
                  <a:pt x="96673" y="525536"/>
                  <a:pt x="89019" y="517886"/>
                </a:cubicBezTo>
                <a:cubicBezTo>
                  <a:pt x="73977" y="502852"/>
                  <a:pt x="73176" y="478833"/>
                  <a:pt x="86705" y="462910"/>
                </a:cubicBezTo>
                <a:close/>
                <a:moveTo>
                  <a:pt x="570451" y="262856"/>
                </a:moveTo>
                <a:cubicBezTo>
                  <a:pt x="591269" y="264634"/>
                  <a:pt x="607639" y="282152"/>
                  <a:pt x="607639" y="303316"/>
                </a:cubicBezTo>
                <a:cubicBezTo>
                  <a:pt x="607639" y="324569"/>
                  <a:pt x="591269" y="342087"/>
                  <a:pt x="570451" y="343865"/>
                </a:cubicBezTo>
                <a:cubicBezTo>
                  <a:pt x="572409" y="330615"/>
                  <a:pt x="573476" y="317099"/>
                  <a:pt x="573476" y="303316"/>
                </a:cubicBezTo>
                <a:cubicBezTo>
                  <a:pt x="573476" y="289622"/>
                  <a:pt x="572409" y="276106"/>
                  <a:pt x="570451" y="262856"/>
                </a:cubicBezTo>
                <a:close/>
                <a:moveTo>
                  <a:pt x="37188" y="262856"/>
                </a:moveTo>
                <a:cubicBezTo>
                  <a:pt x="35142" y="276106"/>
                  <a:pt x="34163" y="289622"/>
                  <a:pt x="34163" y="303316"/>
                </a:cubicBezTo>
                <a:cubicBezTo>
                  <a:pt x="34163" y="317099"/>
                  <a:pt x="35142" y="330615"/>
                  <a:pt x="37188" y="343865"/>
                </a:cubicBezTo>
                <a:cubicBezTo>
                  <a:pt x="16370" y="342087"/>
                  <a:pt x="0" y="324569"/>
                  <a:pt x="0" y="303316"/>
                </a:cubicBezTo>
                <a:cubicBezTo>
                  <a:pt x="0" y="282152"/>
                  <a:pt x="16370" y="264634"/>
                  <a:pt x="37188" y="262856"/>
                </a:cubicBezTo>
                <a:close/>
                <a:moveTo>
                  <a:pt x="303820" y="124478"/>
                </a:moveTo>
                <a:cubicBezTo>
                  <a:pt x="402751" y="124478"/>
                  <a:pt x="482951" y="204567"/>
                  <a:pt x="482951" y="303362"/>
                </a:cubicBezTo>
                <a:cubicBezTo>
                  <a:pt x="482951" y="402157"/>
                  <a:pt x="402751" y="482246"/>
                  <a:pt x="303820" y="482246"/>
                </a:cubicBezTo>
                <a:cubicBezTo>
                  <a:pt x="204889" y="482246"/>
                  <a:pt x="124689" y="402157"/>
                  <a:pt x="124689" y="303362"/>
                </a:cubicBezTo>
                <a:cubicBezTo>
                  <a:pt x="124689" y="204567"/>
                  <a:pt x="204889" y="124478"/>
                  <a:pt x="303820" y="124478"/>
                </a:cubicBezTo>
                <a:close/>
                <a:moveTo>
                  <a:pt x="303740" y="100594"/>
                </a:moveTo>
                <a:cubicBezTo>
                  <a:pt x="191865" y="100594"/>
                  <a:pt x="100726" y="191601"/>
                  <a:pt x="100726" y="303316"/>
                </a:cubicBezTo>
                <a:cubicBezTo>
                  <a:pt x="100726" y="415120"/>
                  <a:pt x="191865" y="506038"/>
                  <a:pt x="303740" y="506038"/>
                </a:cubicBezTo>
                <a:cubicBezTo>
                  <a:pt x="415705" y="506038"/>
                  <a:pt x="506754" y="415120"/>
                  <a:pt x="506754" y="303316"/>
                </a:cubicBezTo>
                <a:cubicBezTo>
                  <a:pt x="506754" y="191601"/>
                  <a:pt x="415705" y="100594"/>
                  <a:pt x="303740" y="100594"/>
                </a:cubicBezTo>
                <a:close/>
                <a:moveTo>
                  <a:pt x="489872" y="76987"/>
                </a:moveTo>
                <a:cubicBezTo>
                  <a:pt x="500730" y="76987"/>
                  <a:pt x="510966" y="81164"/>
                  <a:pt x="518620" y="88895"/>
                </a:cubicBezTo>
                <a:cubicBezTo>
                  <a:pt x="533662" y="103913"/>
                  <a:pt x="534463" y="127906"/>
                  <a:pt x="520845" y="143813"/>
                </a:cubicBezTo>
                <a:cubicBezTo>
                  <a:pt x="504736" y="122041"/>
                  <a:pt x="485421" y="102669"/>
                  <a:pt x="463615" y="86584"/>
                </a:cubicBezTo>
                <a:cubicBezTo>
                  <a:pt x="470914" y="80364"/>
                  <a:pt x="480081" y="76987"/>
                  <a:pt x="489872" y="76987"/>
                </a:cubicBezTo>
                <a:close/>
                <a:moveTo>
                  <a:pt x="117767" y="76987"/>
                </a:moveTo>
                <a:cubicBezTo>
                  <a:pt x="127469" y="76987"/>
                  <a:pt x="136726" y="80364"/>
                  <a:pt x="144024" y="86584"/>
                </a:cubicBezTo>
                <a:cubicBezTo>
                  <a:pt x="122218" y="102669"/>
                  <a:pt x="102814" y="122041"/>
                  <a:pt x="86705" y="143813"/>
                </a:cubicBezTo>
                <a:cubicBezTo>
                  <a:pt x="73176" y="127906"/>
                  <a:pt x="73977" y="103913"/>
                  <a:pt x="89019" y="88895"/>
                </a:cubicBezTo>
                <a:cubicBezTo>
                  <a:pt x="96673" y="81164"/>
                  <a:pt x="106909" y="76987"/>
                  <a:pt x="117767" y="76987"/>
                </a:cubicBezTo>
                <a:close/>
                <a:moveTo>
                  <a:pt x="303740" y="57934"/>
                </a:moveTo>
                <a:cubicBezTo>
                  <a:pt x="439291" y="57934"/>
                  <a:pt x="549564" y="168049"/>
                  <a:pt x="549564" y="303316"/>
                </a:cubicBezTo>
                <a:cubicBezTo>
                  <a:pt x="549564" y="438672"/>
                  <a:pt x="439291" y="548787"/>
                  <a:pt x="303740" y="548787"/>
                </a:cubicBezTo>
                <a:cubicBezTo>
                  <a:pt x="168279" y="548787"/>
                  <a:pt x="58005" y="438672"/>
                  <a:pt x="58005" y="303316"/>
                </a:cubicBezTo>
                <a:cubicBezTo>
                  <a:pt x="58005" y="168049"/>
                  <a:pt x="168279" y="57934"/>
                  <a:pt x="303740" y="57934"/>
                </a:cubicBezTo>
                <a:close/>
                <a:moveTo>
                  <a:pt x="303776" y="0"/>
                </a:moveTo>
                <a:cubicBezTo>
                  <a:pt x="325047" y="0"/>
                  <a:pt x="342580" y="16339"/>
                  <a:pt x="344360" y="37117"/>
                </a:cubicBezTo>
                <a:cubicBezTo>
                  <a:pt x="331099" y="35075"/>
                  <a:pt x="317571" y="34098"/>
                  <a:pt x="303776" y="34098"/>
                </a:cubicBezTo>
                <a:cubicBezTo>
                  <a:pt x="290070" y="34098"/>
                  <a:pt x="276541" y="35075"/>
                  <a:pt x="263280" y="37117"/>
                </a:cubicBezTo>
                <a:cubicBezTo>
                  <a:pt x="265060" y="16339"/>
                  <a:pt x="282593" y="0"/>
                  <a:pt x="303776" y="0"/>
                </a:cubicBezTo>
                <a:close/>
              </a:path>
            </a:pathLst>
          </a:custGeom>
          <a:solidFill>
            <a:schemeClr val="accent1"/>
          </a:solidFill>
          <a:ln cap="flat" cmpd="sng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12" id="12"/>
          <p:cNvSpPr/>
          <p:nvPr/>
        </p:nvSpPr>
        <p:spPr>
          <a:xfrm>
            <a:off x="7167783" y="1494767"/>
            <a:ext cx="3722473" cy="2027782"/>
          </a:xfrm>
          <a:custGeom>
            <a:avLst/>
            <a:gdLst/>
            <a:ahLst/>
            <a:cxnLst/>
            <a:rect r="r" b="b" t="t" l="l"/>
            <a:pathLst>
              <a:path w="3675904" h="1627088" stroke="true" fill="norm" extrusionOk="true">
                <a:moveTo>
                  <a:pt x="65071" y="0"/>
                </a:moveTo>
                <a:lnTo>
                  <a:pt x="3610833" y="0"/>
                </a:lnTo>
                <a:cubicBezTo>
                  <a:pt x="3646771" y="0"/>
                  <a:pt x="3675904" y="30815"/>
                  <a:pt x="3675904" y="68827"/>
                </a:cubicBezTo>
                <a:lnTo>
                  <a:pt x="3675904" y="1273088"/>
                </a:lnTo>
                <a:cubicBezTo>
                  <a:pt x="3675904" y="1311101"/>
                  <a:pt x="3646771" y="1341915"/>
                  <a:pt x="3610833" y="1341915"/>
                </a:cubicBezTo>
                <a:lnTo>
                  <a:pt x="380101" y="1341915"/>
                </a:lnTo>
                <a:lnTo>
                  <a:pt x="59506" y="1618289"/>
                </a:lnTo>
                <a:cubicBezTo>
                  <a:pt x="36180" y="1638398"/>
                  <a:pt x="0" y="1621819"/>
                  <a:pt x="0" y="1591022"/>
                </a:cubicBezTo>
                <a:lnTo>
                  <a:pt x="0" y="1273088"/>
                </a:lnTo>
                <a:lnTo>
                  <a:pt x="0" y="1154208"/>
                </a:lnTo>
                <a:lnTo>
                  <a:pt x="0" y="68827"/>
                </a:lnTo>
                <a:cubicBezTo>
                  <a:pt x="0" y="30815"/>
                  <a:pt x="29133" y="0"/>
                  <a:pt x="65071" y="0"/>
                </a:cubicBezTo>
                <a:close/>
              </a:path>
            </a:pathLst>
          </a:custGeom>
          <a:gradFill>
            <a:gsLst>
              <a:gs pos="0">
                <a:srgbClr val="3ED0E8">
                  <a:lumMod val="60000"/>
                  <a:lumOff val="40000"/>
                </a:srgbClr>
              </a:gs>
              <a:gs pos="60000">
                <a:srgbClr val="3ED0E8"/>
              </a:gs>
            </a:gsLst>
            <a:path path="circle">
              <a:fillToRect t="0" l="0" b="100000" r="100000"/>
            </a:path>
          </a:gradFill>
          <a:ln cap="flat" cmpd="sng">
            <a:prstDash val="solid"/>
          </a:ln>
        </p:spPr>
        <p:txBody>
          <a:bodyPr vert="horz" anchor="ctr" wrap="none" tIns="45720" lIns="91440" bIns="45720" rIns="91440">
            <a:normAutofit/>
          </a:bodyPr>
          <a:p>
            <a:pPr algn="ctr" marL="0"/>
          </a:p>
        </p:txBody>
      </p:sp>
      <p:sp>
        <p:nvSpPr>
          <p:cNvPr name="TextBox 13" id="13"/>
          <p:cNvSpPr txBox="true"/>
          <p:nvPr/>
        </p:nvSpPr>
        <p:spPr>
          <a:xfrm>
            <a:off x="7292362" y="1654938"/>
            <a:ext cx="3643504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00000"/>
              </a:lnSpc>
              <a:defRPr/>
            </a:pPr>
            <a:r>
              <a:rPr lang="zh-CN" b="true" i="false" sz="1600" baseline="0" u="none" altLang="en-US">
                <a:solidFill>
                  <a:srgbClr val="FFFFFF"/>
                </a:solidFill>
                <a:latin typeface="+mn-ea"/>
                <a:ea typeface="+mn-ea"/>
              </a:rPr>
              <a:t>颜色搭配</a:t>
            </a:r>
            <a:endParaRPr lang="en-US" sz="1100"/>
          </a:p>
        </p:txBody>
      </p:sp>
      <p:sp>
        <p:nvSpPr>
          <p:cNvPr name="TextBox 14" id="14"/>
          <p:cNvSpPr txBox="true"/>
          <p:nvPr/>
        </p:nvSpPr>
        <p:spPr>
          <a:xfrm>
            <a:off x="7292362" y="2074658"/>
            <a:ext cx="3643504" cy="516745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20000"/>
              </a:lnSpc>
              <a:defRPr/>
            </a:pPr>
            <a:r>
              <a:rPr lang="zh-CN" b="false" i="false" sz="1200" baseline="0" u="none" altLang="en-US">
                <a:solidFill>
                  <a:srgbClr val="FFFFFF"/>
                </a:solidFill>
                <a:latin typeface="+mn-ea"/>
                <a:ea typeface="+mn-ea"/>
              </a:rPr>
              <a:t>AI能够根据PPT的主题和用户偏好，自动生成合适的颜色搭配方案。它支持多种配色方案，能够根据内容的类型和风格自动调整颜色，确保PPT的整体视觉效果。</a:t>
            </a:r>
            <a:endParaRPr lang="en-US" sz="1100"/>
          </a:p>
        </p:txBody>
      </p:sp>
      <p:sp>
        <p:nvSpPr>
          <p:cNvPr name="Freeform 15" id="15"/>
          <p:cNvSpPr/>
          <p:nvPr/>
        </p:nvSpPr>
        <p:spPr>
          <a:xfrm>
            <a:off x="1359188" y="4353354"/>
            <a:ext cx="3887772" cy="1761674"/>
          </a:xfrm>
          <a:custGeom>
            <a:avLst/>
            <a:gdLst/>
            <a:ahLst/>
            <a:cxnLst/>
            <a:rect r="r" b="b" t="t" l="l"/>
            <a:pathLst>
              <a:path w="4389450" h="1341915" stroke="true" fill="norm" extrusionOk="true">
                <a:moveTo>
                  <a:pt x="73072" y="0"/>
                </a:moveTo>
                <a:lnTo>
                  <a:pt x="4054815" y="0"/>
                </a:lnTo>
                <a:lnTo>
                  <a:pt x="4054820" y="1"/>
                </a:lnTo>
                <a:lnTo>
                  <a:pt x="4353402" y="1"/>
                </a:lnTo>
                <a:cubicBezTo>
                  <a:pt x="4386734" y="1"/>
                  <a:pt x="4402153" y="41504"/>
                  <a:pt x="4376908" y="63268"/>
                </a:cubicBezTo>
                <a:lnTo>
                  <a:pt x="4127886" y="277942"/>
                </a:lnTo>
                <a:lnTo>
                  <a:pt x="4127886" y="1273088"/>
                </a:lnTo>
                <a:cubicBezTo>
                  <a:pt x="4127886" y="1311101"/>
                  <a:pt x="4095171" y="1341915"/>
                  <a:pt x="4054815" y="1341915"/>
                </a:cubicBezTo>
                <a:lnTo>
                  <a:pt x="73072" y="1341915"/>
                </a:lnTo>
                <a:cubicBezTo>
                  <a:pt x="32715" y="1341915"/>
                  <a:pt x="0" y="1311101"/>
                  <a:pt x="0" y="1273088"/>
                </a:cubicBezTo>
                <a:lnTo>
                  <a:pt x="0" y="68827"/>
                </a:lnTo>
                <a:cubicBezTo>
                  <a:pt x="0" y="30815"/>
                  <a:pt x="32715" y="0"/>
                  <a:pt x="73072" y="0"/>
                </a:cubicBezTo>
                <a:close/>
              </a:path>
            </a:pathLst>
          </a:custGeom>
          <a:gradFill>
            <a:gsLst>
              <a:gs pos="0">
                <a:srgbClr val="3ED0E8">
                  <a:lumMod val="60000"/>
                  <a:lumOff val="40000"/>
                </a:srgbClr>
              </a:gs>
              <a:gs pos="60000">
                <a:srgbClr val="3ED0E8"/>
              </a:gs>
            </a:gsLst>
            <a:path path="circle">
              <a:fillToRect t="0" l="0" b="100000" r="100000"/>
            </a:path>
          </a:gradFill>
          <a:ln cap="flat" cmpd="sng">
            <a:prstDash val="solid"/>
          </a:ln>
        </p:spPr>
        <p:txBody>
          <a:bodyPr vert="horz" anchor="ctr" wrap="none" tIns="45720" lIns="91440" bIns="45720" rIns="91440">
            <a:normAutofit/>
          </a:bodyPr>
          <a:p>
            <a:pPr algn="ctr" marL="0"/>
          </a:p>
        </p:txBody>
      </p:sp>
      <p:sp>
        <p:nvSpPr>
          <p:cNvPr name="TextBox 16" id="16"/>
          <p:cNvSpPr txBox="true"/>
          <p:nvPr/>
        </p:nvSpPr>
        <p:spPr>
          <a:xfrm>
            <a:off x="1404797" y="4503594"/>
            <a:ext cx="3521370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r" marL="0">
              <a:lnSpc>
                <a:spcPct val="100000"/>
              </a:lnSpc>
              <a:defRPr/>
            </a:pPr>
            <a:r>
              <a:rPr lang="zh-CN" b="true" i="false" sz="1600" baseline="0" u="none" altLang="en-US">
                <a:solidFill>
                  <a:srgbClr val="FFFFFF"/>
                </a:solidFill>
                <a:latin typeface="+mn-ea"/>
                <a:ea typeface="+mn-ea"/>
              </a:rPr>
              <a:t>字体选择</a:t>
            </a:r>
            <a:endParaRPr lang="en-US" sz="1100"/>
          </a:p>
        </p:txBody>
      </p:sp>
      <p:sp>
        <p:nvSpPr>
          <p:cNvPr name="TextBox 17" id="17"/>
          <p:cNvSpPr txBox="true"/>
          <p:nvPr/>
        </p:nvSpPr>
        <p:spPr>
          <a:xfrm>
            <a:off x="1417497" y="4944168"/>
            <a:ext cx="3496586" cy="777240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r" marL="0">
              <a:lnSpc>
                <a:spcPct val="120000"/>
              </a:lnSpc>
              <a:defRPr/>
            </a:pPr>
            <a:r>
              <a:rPr lang="zh-CN" b="false" i="false" sz="1200" baseline="0" u="none" altLang="en-US">
                <a:solidFill>
                  <a:srgbClr val="FFFFFF"/>
                </a:solidFill>
                <a:latin typeface="+mn-ea"/>
                <a:ea typeface="+mn-ea"/>
              </a:rPr>
              <a:t>AI能够根据PPT的主题和风格，自动选择最合适的字体。它支持多种字体组合，能够根据内容的重要性和层次自动调整字体大小和样式，确保文本的可读性和美观性。</a:t>
            </a:r>
            <a:endParaRPr lang="en-US" sz="1100"/>
          </a:p>
        </p:txBody>
      </p:sp>
      <p:sp>
        <p:nvSpPr>
          <p:cNvPr name="Freeform 18" id="18"/>
          <p:cNvSpPr/>
          <p:nvPr/>
        </p:nvSpPr>
        <p:spPr>
          <a:xfrm flipH="true">
            <a:off x="6952631" y="4353354"/>
            <a:ext cx="3887772" cy="1761674"/>
          </a:xfrm>
          <a:custGeom>
            <a:avLst/>
            <a:gdLst/>
            <a:ahLst/>
            <a:cxnLst/>
            <a:rect r="r" b="b" t="t" l="l"/>
            <a:pathLst>
              <a:path w="4389450" h="1341915" stroke="true" fill="norm" extrusionOk="true">
                <a:moveTo>
                  <a:pt x="4054815" y="0"/>
                </a:moveTo>
                <a:lnTo>
                  <a:pt x="73071" y="0"/>
                </a:lnTo>
                <a:cubicBezTo>
                  <a:pt x="32715" y="0"/>
                  <a:pt x="0" y="30815"/>
                  <a:pt x="0" y="68827"/>
                </a:cubicBezTo>
                <a:lnTo>
                  <a:pt x="0" y="1273088"/>
                </a:lnTo>
                <a:cubicBezTo>
                  <a:pt x="0" y="1311101"/>
                  <a:pt x="32715" y="1341915"/>
                  <a:pt x="73071" y="1341915"/>
                </a:cubicBezTo>
                <a:lnTo>
                  <a:pt x="4054815" y="1341915"/>
                </a:lnTo>
                <a:cubicBezTo>
                  <a:pt x="4095171" y="1341915"/>
                  <a:pt x="4127886" y="1311101"/>
                  <a:pt x="4127886" y="1273088"/>
                </a:cubicBezTo>
                <a:lnTo>
                  <a:pt x="4127886" y="277942"/>
                </a:lnTo>
                <a:lnTo>
                  <a:pt x="4376908" y="63268"/>
                </a:lnTo>
                <a:cubicBezTo>
                  <a:pt x="4402153" y="41504"/>
                  <a:pt x="4386734" y="1"/>
                  <a:pt x="4353402" y="1"/>
                </a:cubicBezTo>
                <a:lnTo>
                  <a:pt x="4054820" y="1"/>
                </a:lnTo>
                <a:close/>
              </a:path>
            </a:pathLst>
          </a:custGeom>
          <a:gradFill>
            <a:gsLst>
              <a:gs pos="0">
                <a:srgbClr val="AE94FF">
                  <a:lumMod val="60000"/>
                  <a:lumOff val="40000"/>
                </a:srgbClr>
              </a:gs>
              <a:gs pos="60000">
                <a:srgbClr val="AE94FF"/>
              </a:gs>
            </a:gsLst>
            <a:path path="circle">
              <a:fillToRect t="0" l="0" b="100000" r="100000"/>
            </a:path>
          </a:gradFill>
          <a:ln cap="flat" cmpd="sng">
            <a:prstDash val="solid"/>
          </a:ln>
        </p:spPr>
        <p:txBody>
          <a:bodyPr vert="horz" anchor="ctr" wrap="none" tIns="45720" lIns="91440" bIns="45720" rIns="91440">
            <a:normAutofit/>
          </a:bodyPr>
          <a:p>
            <a:pPr algn="ctr" marL="0"/>
          </a:p>
        </p:txBody>
      </p:sp>
      <p:sp>
        <p:nvSpPr>
          <p:cNvPr name="TextBox 19" id="19"/>
          <p:cNvSpPr txBox="true"/>
          <p:nvPr/>
        </p:nvSpPr>
        <p:spPr>
          <a:xfrm>
            <a:off x="7292362" y="4505500"/>
            <a:ext cx="3593649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00000"/>
              </a:lnSpc>
              <a:defRPr/>
            </a:pPr>
            <a:r>
              <a:rPr lang="zh-CN" b="true" i="false" sz="1600" baseline="0" u="none" altLang="en-US">
                <a:solidFill>
                  <a:srgbClr val="FFFFFF"/>
                </a:solidFill>
                <a:latin typeface="+mn-ea"/>
                <a:ea typeface="+mn-ea"/>
              </a:rPr>
              <a:t>动画效果</a:t>
            </a:r>
            <a:endParaRPr lang="en-US" sz="1100"/>
          </a:p>
        </p:txBody>
      </p:sp>
      <p:sp>
        <p:nvSpPr>
          <p:cNvPr name="TextBox 20" id="20"/>
          <p:cNvSpPr txBox="true"/>
          <p:nvPr/>
        </p:nvSpPr>
        <p:spPr>
          <a:xfrm>
            <a:off x="7292362" y="4929686"/>
            <a:ext cx="3593649" cy="777240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20000"/>
              </a:lnSpc>
              <a:defRPr/>
            </a:pPr>
            <a:r>
              <a:rPr lang="zh-CN" b="false" i="false" sz="1200" baseline="0" u="none" altLang="en-US">
                <a:solidFill>
                  <a:srgbClr val="FFFFFF"/>
                </a:solidFill>
                <a:latin typeface="+mn-ea"/>
                <a:ea typeface="+mn-ea"/>
              </a:rPr>
              <a:t>AI能够根据内容自动添加合适的动画效果，增强PPT的互动性和视觉效果。它支持多种动画类型，能够根据内容的层次和重要性自动调整动画的节奏和效果，确保演示的流畅性。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2F2F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3048000" y="3152938"/>
            <a:ext cx="6083300" cy="584775"/>
          </a:xfrm>
        </p:spPr>
        <p:txBody>
          <a:bodyPr vert="horz" anchor="t" tIns="45720" lIns="91440" bIns="45720" rIns="91440">
            <a:spAutoFit/>
          </a:bodyPr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zh-CN" b="true" i="false" sz="32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使用流程</a:t>
            </a:r>
          </a:p>
        </p:txBody>
      </p:sp>
      <p:sp>
        <p:nvSpPr>
          <p:cNvPr name="AutoShape 3" id="3"/>
          <p:cNvSpPr/>
          <p:nvPr/>
        </p:nvSpPr>
        <p:spPr>
          <a:xfrm>
            <a:off x="5115564" y="1562959"/>
            <a:ext cx="1798639" cy="1589979"/>
          </a:xfrm>
          <a:prstGeom prst="rect">
            <a:avLst/>
          </a:prstGeom>
        </p:spPr>
        <p:txBody>
          <a:bodyPr vert="horz" anchor="t" wrap="none" tIns="45720" lIns="91440" bIns="45720" rIns="91440">
            <a:noAutofit/>
          </a:bodyPr>
          <a:p>
            <a:pPr algn="l" marL="0"/>
            <a:r>
              <a:rPr lang="en-US" b="false" i="false" sz="8800" baseline="0" u="none">
                <a:solidFill>
                  <a:srgbClr val="EAE4FF"/>
                </a:solidFill>
                <a:latin typeface="Arial"/>
                <a:ea typeface="Arial"/>
              </a:rPr>
              <a:t>03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gradFill>
          <a:gsLst>
            <a:gs pos="0">
              <a:srgbClr val="AE94FF">
                <a:lumMod val="40000"/>
                <a:lumOff val="60000"/>
              </a:srgbClr>
            </a:gs>
            <a:gs pos="100000">
              <a:srgbClr val="3ED0E8">
                <a:lumMod val="40000"/>
                <a:lumOff val="6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0400" y="128587"/>
            <a:ext cx="10858500" cy="900112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输入需求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591623" y="1436353"/>
            <a:ext cx="4596933" cy="338554"/>
          </a:xfrm>
          <a:prstGeom prst="rect">
            <a:avLst/>
          </a:prstGeom>
          <a:noFill/>
          <a:ln cap="rnd" cmpd="sng">
            <a:prstDash val="solid"/>
          </a:ln>
        </p:spPr>
        <p:txBody>
          <a:bodyPr anchor="ctr" rtlCol="false" vert="horz" rot="0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true" i="false" sz="16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主题选择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6591622" y="1835053"/>
            <a:ext cx="4581893" cy="652780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30000"/>
              </a:lnSpc>
              <a:defRPr/>
            </a:pPr>
            <a:r>
              <a:rPr lang="zh-CN" b="false" i="false" sz="12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用户首先需要选择PPT的主题，如企业报告、教育培训或产品展示等。AI会根据主题自动推荐相关的模板和内容，帮助用户快速进入制作流程。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>
            <a:off x="6247032" y="1516422"/>
            <a:ext cx="233587" cy="233587"/>
          </a:xfrm>
          <a:prstGeom prst="ellipse">
            <a:avLst/>
          </a:prstGeom>
          <a:solidFill>
            <a:schemeClr val="accent1"/>
          </a:solidFill>
          <a:ln cap="flat" cmpd="sng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TextBox 6" id="6"/>
          <p:cNvSpPr txBox="true"/>
          <p:nvPr/>
        </p:nvSpPr>
        <p:spPr>
          <a:xfrm>
            <a:off x="5471535" y="1371605"/>
            <a:ext cx="777332" cy="523220"/>
          </a:xfrm>
          <a:prstGeom prst="roundRect">
            <a:avLst>
              <a:gd name="adj" fmla="val 0"/>
            </a:avLst>
          </a:prstGeom>
          <a:noFill/>
          <a:ln cap="rnd" cmpd="sng">
            <a:prstDash val="solid"/>
          </a:ln>
        </p:spPr>
        <p:txBody>
          <a:bodyPr anchor="ctr" rtlCol="false" vert="horz" rot="0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true" i="false" sz="2800" baseline="0" u="none">
                <a:solidFill>
                  <a:schemeClr val="accent1"/>
                </a:solidFill>
                <a:latin typeface="Arial"/>
                <a:ea typeface="Arial"/>
              </a:rPr>
              <a:t>01.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>
            <a:off x="6363830" y="1516422"/>
            <a:ext cx="0" cy="1644854"/>
          </a:xfrm>
          <a:prstGeom prst="line">
            <a:avLst/>
          </a:prstGeom>
          <a:ln w="12700" cap="flat" cmpd="sng">
            <a:solidFill>
              <a:srgbClr val="2F2F2F">
                <a:alpha val="20000"/>
                <a:lumMod val="50000"/>
                <a:lumOff val="50000"/>
              </a:srgbClr>
            </a:solidFill>
            <a:prstDash val="dash"/>
          </a:ln>
        </p:spPr>
      </p:cxnSp>
      <p:cxnSp>
        <p:nvCxnSpPr>
          <p:cNvPr name="Connector 8" id="8"/>
          <p:cNvCxnSpPr/>
          <p:nvPr/>
        </p:nvCxnSpPr>
        <p:spPr>
          <a:xfrm>
            <a:off x="6363826" y="3358195"/>
            <a:ext cx="0" cy="1279877"/>
          </a:xfrm>
          <a:prstGeom prst="line">
            <a:avLst/>
          </a:prstGeom>
          <a:ln w="12700" cap="flat" cmpd="sng">
            <a:solidFill>
              <a:srgbClr val="2F2F2F">
                <a:alpha val="20000"/>
                <a:lumMod val="50000"/>
                <a:lumOff val="50000"/>
              </a:srgbClr>
            </a:solidFill>
            <a:prstDash val="dash"/>
          </a:ln>
        </p:spPr>
      </p:cxnSp>
      <p:sp>
        <p:nvSpPr>
          <p:cNvPr name="TextBox 9" id="9"/>
          <p:cNvSpPr txBox="true"/>
          <p:nvPr/>
        </p:nvSpPr>
        <p:spPr>
          <a:xfrm>
            <a:off x="6591624" y="3109011"/>
            <a:ext cx="4596948" cy="338554"/>
          </a:xfrm>
          <a:prstGeom prst="rect">
            <a:avLst/>
          </a:prstGeom>
          <a:noFill/>
          <a:ln cap="rnd" cmpd="sng">
            <a:prstDash val="solid"/>
          </a:ln>
        </p:spPr>
        <p:txBody>
          <a:bodyPr anchor="ctr" rtlCol="false" vert="horz" rot="0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true" i="false" sz="16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内容输入</a:t>
            </a:r>
            <a:endParaRPr lang="en-US" sz="1100"/>
          </a:p>
        </p:txBody>
      </p:sp>
      <p:sp>
        <p:nvSpPr>
          <p:cNvPr name="TextBox 10" id="10"/>
          <p:cNvSpPr txBox="true"/>
          <p:nvPr/>
        </p:nvSpPr>
        <p:spPr>
          <a:xfrm>
            <a:off x="6591622" y="3507711"/>
            <a:ext cx="4581893" cy="652780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30000"/>
              </a:lnSpc>
              <a:defRPr/>
            </a:pPr>
            <a:r>
              <a:rPr lang="zh-CN" b="false" i="false" sz="12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用户可以输入PPT的主要内容，如文本、数据和图片等。AI会自动分析输入的内容，并生成符合语境的文本和图表，确保内容的丰富性和专业性。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>
            <a:off x="6293228" y="3189138"/>
            <a:ext cx="141195" cy="141195"/>
          </a:xfrm>
          <a:prstGeom prst="ellipse">
            <a:avLst/>
          </a:prstGeom>
          <a:solidFill>
            <a:srgbClr val="2F2F2F">
              <a:alpha val="30000"/>
              <a:lumMod val="50000"/>
              <a:lumOff val="50000"/>
            </a:srgbClr>
          </a:solidFill>
          <a:ln cap="rnd" cmpd="sng">
            <a:prstDash val="solid"/>
          </a:ln>
        </p:spPr>
        <p:txBody>
          <a:bodyPr vert="horz" rot="0" anchor="ctr" wrap="square" tIns="45720" lIns="91440" bIns="45720" rIns="91440">
            <a:prstTxWarp prst="textNoShape">
              <a:avLst/>
            </a:prstTxWarp>
            <a:normAutofit/>
          </a:bodyPr>
          <a:p>
            <a:pPr algn="ctr" marL="0"/>
          </a:p>
        </p:txBody>
      </p:sp>
      <p:sp>
        <p:nvSpPr>
          <p:cNvPr name="TextBox 12" id="12"/>
          <p:cNvSpPr txBox="true"/>
          <p:nvPr/>
        </p:nvSpPr>
        <p:spPr>
          <a:xfrm>
            <a:off x="5471535" y="2978293"/>
            <a:ext cx="777332" cy="523220"/>
          </a:xfrm>
          <a:prstGeom prst="roundRect">
            <a:avLst>
              <a:gd name="adj" fmla="val 0"/>
            </a:avLst>
          </a:prstGeom>
          <a:noFill/>
          <a:ln cap="rnd" cmpd="sng">
            <a:prstDash val="solid"/>
          </a:ln>
        </p:spPr>
        <p:txBody>
          <a:bodyPr anchor="ctr" rtlCol="false" vert="horz" rot="0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true" i="false" sz="2800" baseline="0" u="none">
                <a:solidFill>
                  <a:schemeClr val="accent1"/>
                </a:solidFill>
                <a:latin typeface="Arial"/>
                <a:ea typeface="Arial"/>
              </a:rPr>
              <a:t>02.</a:t>
            </a:r>
            <a:endParaRPr lang="en-US" sz="1100"/>
          </a:p>
        </p:txBody>
      </p:sp>
      <p:sp>
        <p:nvSpPr>
          <p:cNvPr name="TextBox 13" id="13"/>
          <p:cNvSpPr txBox="true"/>
          <p:nvPr/>
        </p:nvSpPr>
        <p:spPr>
          <a:xfrm>
            <a:off x="6591623" y="4649692"/>
            <a:ext cx="4596903" cy="338554"/>
          </a:xfrm>
          <a:prstGeom prst="rect">
            <a:avLst/>
          </a:prstGeom>
          <a:noFill/>
          <a:ln cap="rnd" cmpd="sng">
            <a:prstDash val="solid"/>
          </a:ln>
        </p:spPr>
        <p:txBody>
          <a:bodyPr anchor="ctr" rtlCol="false" vert="horz" rot="0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true" i="false" sz="16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风格设定</a:t>
            </a:r>
            <a:endParaRPr lang="en-US" sz="1100"/>
          </a:p>
        </p:txBody>
      </p:sp>
      <p:sp>
        <p:nvSpPr>
          <p:cNvPr name="TextBox 14" id="14"/>
          <p:cNvSpPr txBox="true"/>
          <p:nvPr/>
        </p:nvSpPr>
        <p:spPr>
          <a:xfrm>
            <a:off x="6591622" y="5048392"/>
            <a:ext cx="4581893" cy="652780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30000"/>
              </a:lnSpc>
              <a:defRPr/>
            </a:pPr>
            <a:r>
              <a:rPr lang="zh-CN" b="false" i="false" sz="12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用户可以选择PPT的风格，如简约、商务或创意等。AI会根据用户选择的风格自动调整排版、字体和颜色，确保PPT的整体视觉效果符合用户需求。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>
            <a:off x="6293228" y="4682445"/>
            <a:ext cx="141195" cy="141195"/>
          </a:xfrm>
          <a:prstGeom prst="ellipse">
            <a:avLst/>
          </a:prstGeom>
          <a:solidFill>
            <a:srgbClr val="2F2F2F">
              <a:alpha val="30000"/>
              <a:lumMod val="50000"/>
              <a:lumOff val="50000"/>
            </a:srgbClr>
          </a:solidFill>
          <a:ln cap="rnd" cmpd="sng">
            <a:prstDash val="solid"/>
          </a:ln>
        </p:spPr>
        <p:txBody>
          <a:bodyPr vert="horz" rot="0" anchor="ctr" wrap="square" tIns="45720" lIns="91440" bIns="45720" rIns="91440">
            <a:prstTxWarp prst="textNoShape">
              <a:avLst/>
            </a:prstTxWarp>
            <a:normAutofit/>
          </a:bodyPr>
          <a:p>
            <a:pPr algn="ctr" marL="0"/>
          </a:p>
        </p:txBody>
      </p:sp>
      <p:cxnSp>
        <p:nvCxnSpPr>
          <p:cNvPr name="Connector 16" id="16"/>
          <p:cNvCxnSpPr/>
          <p:nvPr/>
        </p:nvCxnSpPr>
        <p:spPr>
          <a:xfrm>
            <a:off x="6363825" y="4838505"/>
            <a:ext cx="0" cy="636821"/>
          </a:xfrm>
          <a:prstGeom prst="line">
            <a:avLst/>
          </a:prstGeom>
          <a:ln w="12700" cap="flat" cmpd="sng">
            <a:solidFill>
              <a:srgbClr val="2F2F2F">
                <a:alpha val="20000"/>
                <a:lumMod val="50000"/>
                <a:lumOff val="50000"/>
              </a:srgbClr>
            </a:solidFill>
            <a:prstDash val="dash"/>
          </a:ln>
        </p:spPr>
      </p:cxnSp>
      <p:sp>
        <p:nvSpPr>
          <p:cNvPr name="TextBox 17" id="17"/>
          <p:cNvSpPr txBox="true"/>
          <p:nvPr/>
        </p:nvSpPr>
        <p:spPr>
          <a:xfrm>
            <a:off x="5471535" y="4469319"/>
            <a:ext cx="777332" cy="523220"/>
          </a:xfrm>
          <a:prstGeom prst="roundRect">
            <a:avLst>
              <a:gd name="adj" fmla="val 0"/>
            </a:avLst>
          </a:prstGeom>
          <a:noFill/>
          <a:ln cap="rnd" cmpd="sng">
            <a:prstDash val="solid"/>
          </a:ln>
        </p:spPr>
        <p:txBody>
          <a:bodyPr anchor="ctr" rtlCol="false" vert="horz" rot="0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true" i="false" sz="2800" baseline="0" u="none">
                <a:solidFill>
                  <a:schemeClr val="accent1"/>
                </a:solidFill>
                <a:latin typeface="Arial"/>
                <a:ea typeface="Arial"/>
              </a:rPr>
              <a:t>03.</a:t>
            </a:r>
            <a:endParaRPr lang="en-US" sz="1100"/>
          </a:p>
        </p:txBody>
      </p:sp>
      <p:grpSp>
        <p:nvGrpSpPr>
          <p:cNvPr name="Group 18" id="18"/>
          <p:cNvGrpSpPr/>
          <p:nvPr/>
        </p:nvGrpSpPr>
        <p:grpSpPr>
          <a:xfrm flipH="true">
            <a:off x="660400" y="1544468"/>
            <a:ext cx="4806432" cy="4278482"/>
            <a:chOff x="4207816" y="3089901"/>
            <a:chExt cx="3085279" cy="2746378"/>
          </a:xfrm>
        </p:grpSpPr>
        <p:sp>
          <p:nvSpPr>
            <p:cNvPr name="Freeform 19" id="19"/>
            <p:cNvSpPr/>
            <p:nvPr/>
          </p:nvSpPr>
          <p:spPr>
            <a:xfrm>
              <a:off x="4758741" y="3301931"/>
              <a:ext cx="2534354" cy="2534348"/>
            </a:xfrm>
            <a:custGeom>
              <a:avLst/>
              <a:gdLst/>
              <a:ahLst/>
              <a:cxnLst/>
              <a:rect r="r" b="b" t="t" l="l"/>
              <a:pathLst>
                <a:path w="3286910" h="3286910" stroke="true" fill="norm" extrusionOk="true">
                  <a:moveTo>
                    <a:pt x="3286911" y="1643455"/>
                  </a:moveTo>
                  <a:cubicBezTo>
                    <a:pt x="3286911" y="2551111"/>
                    <a:pt x="2551111" y="3286911"/>
                    <a:pt x="1643455" y="3286911"/>
                  </a:cubicBezTo>
                  <a:cubicBezTo>
                    <a:pt x="735800" y="3286911"/>
                    <a:pt x="0" y="2551111"/>
                    <a:pt x="0" y="1643455"/>
                  </a:cubicBezTo>
                  <a:cubicBezTo>
                    <a:pt x="0" y="735800"/>
                    <a:pt x="735800" y="0"/>
                    <a:pt x="1643455" y="0"/>
                  </a:cubicBezTo>
                  <a:cubicBezTo>
                    <a:pt x="2551111" y="0"/>
                    <a:pt x="3286911" y="735800"/>
                    <a:pt x="3286911" y="1643455"/>
                  </a:cubicBezTo>
                  <a:close/>
                </a:path>
              </a:pathLst>
            </a:custGeom>
            <a:solidFill>
              <a:srgbClr val="EDEBEB"/>
            </a:solidFill>
            <a:ln cap="flat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20" id="20"/>
            <p:cNvSpPr/>
            <p:nvPr/>
          </p:nvSpPr>
          <p:spPr>
            <a:xfrm>
              <a:off x="4223614" y="3394947"/>
              <a:ext cx="302667" cy="732372"/>
            </a:xfrm>
            <a:custGeom>
              <a:avLst/>
              <a:gdLst/>
              <a:ahLst/>
              <a:cxnLst/>
              <a:rect r="r" b="b" t="t" l="l"/>
              <a:pathLst>
                <a:path w="392541" h="949847" stroke="true" fill="norm" extrusionOk="true">
                  <a:moveTo>
                    <a:pt x="0" y="0"/>
                  </a:moveTo>
                  <a:lnTo>
                    <a:pt x="392541" y="949847"/>
                  </a:lnTo>
                </a:path>
              </a:pathLst>
            </a:custGeom>
            <a:solidFill>
              <a:schemeClr val="accent1"/>
            </a:solidFill>
            <a:ln w="27936" cap="rnd">
              <a:solidFill>
                <a:schemeClr val="accent1"/>
              </a:solidFill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21" id="21"/>
            <p:cNvSpPr/>
            <p:nvPr/>
          </p:nvSpPr>
          <p:spPr>
            <a:xfrm>
              <a:off x="4207816" y="3680196"/>
              <a:ext cx="565430" cy="532267"/>
            </a:xfrm>
            <a:custGeom>
              <a:avLst/>
              <a:gdLst/>
              <a:ahLst/>
              <a:cxnLst/>
              <a:rect r="r" b="b" t="t" l="l"/>
              <a:pathLst>
                <a:path w="733330" h="690321" stroke="true" fill="norm" extrusionOk="true">
                  <a:moveTo>
                    <a:pt x="733331" y="484085"/>
                  </a:moveTo>
                  <a:lnTo>
                    <a:pt x="584371" y="183368"/>
                  </a:lnTo>
                  <a:lnTo>
                    <a:pt x="286451" y="0"/>
                  </a:lnTo>
                  <a:lnTo>
                    <a:pt x="197634" y="88817"/>
                  </a:lnTo>
                  <a:lnTo>
                    <a:pt x="0" y="106020"/>
                  </a:lnTo>
                  <a:lnTo>
                    <a:pt x="85949" y="484085"/>
                  </a:lnTo>
                  <a:lnTo>
                    <a:pt x="280716" y="521360"/>
                  </a:lnTo>
                  <a:lnTo>
                    <a:pt x="354777" y="690321"/>
                  </a:lnTo>
                  <a:lnTo>
                    <a:pt x="733331" y="484085"/>
                  </a:lnTo>
                  <a:close/>
                </a:path>
              </a:pathLst>
            </a:custGeom>
            <a:solidFill>
              <a:srgbClr val="FFB1A5"/>
            </a:solidFill>
            <a:ln cap="flat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22" id="22"/>
            <p:cNvSpPr/>
            <p:nvPr/>
          </p:nvSpPr>
          <p:spPr>
            <a:xfrm>
              <a:off x="4433213" y="3934818"/>
              <a:ext cx="340034" cy="277646"/>
            </a:xfrm>
            <a:custGeom>
              <a:avLst/>
              <a:gdLst/>
              <a:ahLst/>
              <a:cxnLst/>
              <a:rect r="r" b="b" t="t" l="l"/>
              <a:pathLst>
                <a:path w="441005" h="360091" stroke="true" fill="norm" extrusionOk="true">
                  <a:moveTo>
                    <a:pt x="441006" y="153855"/>
                  </a:moveTo>
                  <a:lnTo>
                    <a:pt x="62451" y="360092"/>
                  </a:lnTo>
                  <a:lnTo>
                    <a:pt x="0" y="217635"/>
                  </a:lnTo>
                  <a:lnTo>
                    <a:pt x="364777" y="0"/>
                  </a:lnTo>
                  <a:lnTo>
                    <a:pt x="441006" y="153855"/>
                  </a:lnTo>
                  <a:close/>
                </a:path>
              </a:pathLst>
            </a:custGeom>
            <a:solidFill>
              <a:srgbClr val="E2837F"/>
            </a:solidFill>
            <a:ln cap="flat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23" id="23"/>
            <p:cNvSpPr/>
            <p:nvPr/>
          </p:nvSpPr>
          <p:spPr>
            <a:xfrm>
              <a:off x="4309460" y="3748677"/>
              <a:ext cx="132487" cy="79921"/>
            </a:xfrm>
            <a:custGeom>
              <a:avLst/>
              <a:gdLst/>
              <a:ahLst/>
              <a:cxnLst/>
              <a:rect r="r" b="b" t="t" l="l"/>
              <a:pathLst>
                <a:path w="171828" h="103653" stroke="true" fill="norm" extrusionOk="true">
                  <a:moveTo>
                    <a:pt x="65228" y="-186"/>
                  </a:moveTo>
                  <a:lnTo>
                    <a:pt x="-650" y="59957"/>
                  </a:lnTo>
                  <a:cubicBezTo>
                    <a:pt x="-650" y="59957"/>
                    <a:pt x="50892" y="108911"/>
                    <a:pt x="88097" y="102967"/>
                  </a:cubicBezTo>
                  <a:cubicBezTo>
                    <a:pt x="125302" y="97022"/>
                    <a:pt x="171179" y="51635"/>
                    <a:pt x="171179" y="51635"/>
                  </a:cubicBezTo>
                </a:path>
              </a:pathLst>
            </a:custGeom>
            <a:noFill/>
            <a:ln w="6984" cap="rnd">
              <a:solidFill>
                <a:srgbClr val="E2837F"/>
              </a:solidFill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24" id="24"/>
            <p:cNvSpPr/>
            <p:nvPr/>
          </p:nvSpPr>
          <p:spPr>
            <a:xfrm>
              <a:off x="4399726" y="3820448"/>
              <a:ext cx="171796" cy="92408"/>
            </a:xfrm>
            <a:custGeom>
              <a:avLst/>
              <a:gdLst/>
              <a:ahLst/>
              <a:cxnLst/>
              <a:rect r="r" b="b" t="t" l="l"/>
              <a:pathLst>
                <a:path w="222810" h="119848" stroke="true" fill="norm" extrusionOk="true">
                  <a:moveTo>
                    <a:pt x="222161" y="118702"/>
                  </a:moveTo>
                  <a:cubicBezTo>
                    <a:pt x="222161" y="118702"/>
                    <a:pt x="59144" y="138354"/>
                    <a:pt x="-650" y="-186"/>
                  </a:cubicBezTo>
                </a:path>
              </a:pathLst>
            </a:custGeom>
            <a:noFill/>
            <a:ln w="6984" cap="rnd">
              <a:solidFill>
                <a:srgbClr val="E2837F"/>
              </a:solidFill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25" id="25"/>
            <p:cNvSpPr/>
            <p:nvPr/>
          </p:nvSpPr>
          <p:spPr>
            <a:xfrm>
              <a:off x="4224532" y="3817482"/>
              <a:ext cx="115178" cy="17956"/>
            </a:xfrm>
            <a:custGeom>
              <a:avLst/>
              <a:gdLst/>
              <a:ahLst/>
              <a:cxnLst/>
              <a:rect r="r" b="b" t="t" l="l"/>
              <a:pathLst>
                <a:path w="149379" h="23288" stroke="true" fill="norm" extrusionOk="true">
                  <a:moveTo>
                    <a:pt x="149380" y="0"/>
                  </a:moveTo>
                  <a:lnTo>
                    <a:pt x="0" y="23288"/>
                  </a:lnTo>
                </a:path>
              </a:pathLst>
            </a:custGeom>
            <a:ln w="6984" cap="rnd">
              <a:solidFill>
                <a:srgbClr val="E2837F"/>
              </a:solidFill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26" id="26"/>
            <p:cNvSpPr/>
            <p:nvPr/>
          </p:nvSpPr>
          <p:spPr>
            <a:xfrm>
              <a:off x="4243404" y="3866552"/>
              <a:ext cx="187434" cy="51872"/>
            </a:xfrm>
            <a:custGeom>
              <a:avLst/>
              <a:gdLst/>
              <a:ahLst/>
              <a:cxnLst/>
              <a:rect r="r" b="b" t="t" l="l"/>
              <a:pathLst>
                <a:path w="243091" h="67276" stroke="true" fill="norm" extrusionOk="true">
                  <a:moveTo>
                    <a:pt x="243092" y="0"/>
                  </a:moveTo>
                  <a:lnTo>
                    <a:pt x="0" y="67277"/>
                  </a:lnTo>
                </a:path>
              </a:pathLst>
            </a:custGeom>
            <a:ln w="6984" cap="rnd">
              <a:solidFill>
                <a:srgbClr val="E2837F"/>
              </a:solidFill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27" id="27"/>
            <p:cNvSpPr/>
            <p:nvPr/>
          </p:nvSpPr>
          <p:spPr>
            <a:xfrm>
              <a:off x="4412505" y="3885262"/>
              <a:ext cx="92746" cy="149042"/>
            </a:xfrm>
            <a:custGeom>
              <a:avLst/>
              <a:gdLst/>
              <a:ahLst/>
              <a:cxnLst/>
              <a:rect r="r" b="b" t="t" l="l"/>
              <a:pathLst>
                <a:path w="120286" h="193298" stroke="true" fill="norm" extrusionOk="true">
                  <a:moveTo>
                    <a:pt x="53710" y="0"/>
                  </a:moveTo>
                  <a:lnTo>
                    <a:pt x="120287" y="115042"/>
                  </a:lnTo>
                  <a:lnTo>
                    <a:pt x="0" y="193298"/>
                  </a:lnTo>
                </a:path>
              </a:pathLst>
            </a:custGeom>
            <a:noFill/>
            <a:ln w="6984" cap="rnd">
              <a:solidFill>
                <a:srgbClr val="E2837F"/>
              </a:solidFill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28" id="28"/>
            <p:cNvSpPr/>
            <p:nvPr/>
          </p:nvSpPr>
          <p:spPr>
            <a:xfrm>
              <a:off x="4261792" y="3912816"/>
              <a:ext cx="205013" cy="86599"/>
            </a:xfrm>
            <a:custGeom>
              <a:avLst/>
              <a:gdLst/>
              <a:ahLst/>
              <a:cxnLst/>
              <a:rect r="r" b="b" t="t" l="l"/>
              <a:pathLst>
                <a:path w="265890" h="112314" stroke="true" fill="norm" extrusionOk="true">
                  <a:moveTo>
                    <a:pt x="265890" y="0"/>
                  </a:moveTo>
                  <a:lnTo>
                    <a:pt x="0" y="112315"/>
                  </a:lnTo>
                </a:path>
              </a:pathLst>
            </a:custGeom>
            <a:ln w="6984" cap="rnd">
              <a:solidFill>
                <a:srgbClr val="E2837F"/>
              </a:solidFill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29" id="29"/>
            <p:cNvSpPr/>
            <p:nvPr/>
          </p:nvSpPr>
          <p:spPr>
            <a:xfrm>
              <a:off x="4441839" y="3783943"/>
              <a:ext cx="2637308" cy="2052148"/>
            </a:xfrm>
            <a:custGeom>
              <a:avLst/>
              <a:gdLst/>
              <a:ahLst/>
              <a:cxnLst/>
              <a:rect r="r" b="b" t="t" l="l"/>
              <a:pathLst>
                <a:path w="3420435" h="2661522" stroke="true" fill="norm" extrusionOk="true">
                  <a:moveTo>
                    <a:pt x="3413961" y="1766423"/>
                  </a:moveTo>
                  <a:cubicBezTo>
                    <a:pt x="3477461" y="1230867"/>
                    <a:pt x="3002887" y="673560"/>
                    <a:pt x="2905959" y="490542"/>
                  </a:cubicBezTo>
                  <a:cubicBezTo>
                    <a:pt x="2802876" y="295776"/>
                    <a:pt x="2429356" y="154438"/>
                    <a:pt x="2429356" y="154438"/>
                  </a:cubicBezTo>
                  <a:cubicBezTo>
                    <a:pt x="2369003" y="24640"/>
                    <a:pt x="2123184" y="-186"/>
                    <a:pt x="2123184" y="-186"/>
                  </a:cubicBezTo>
                  <a:cubicBezTo>
                    <a:pt x="1699453" y="28487"/>
                    <a:pt x="1737287" y="120101"/>
                    <a:pt x="1737287" y="120101"/>
                  </a:cubicBezTo>
                  <a:cubicBezTo>
                    <a:pt x="1412652" y="196469"/>
                    <a:pt x="1206416" y="433266"/>
                    <a:pt x="1206416" y="433266"/>
                  </a:cubicBezTo>
                  <a:lnTo>
                    <a:pt x="767019" y="918470"/>
                  </a:lnTo>
                  <a:lnTo>
                    <a:pt x="404200" y="246262"/>
                  </a:lnTo>
                  <a:lnTo>
                    <a:pt x="-650" y="483059"/>
                  </a:lnTo>
                  <a:cubicBezTo>
                    <a:pt x="-650" y="483059"/>
                    <a:pt x="197964" y="1594455"/>
                    <a:pt x="480568" y="1816007"/>
                  </a:cubicBezTo>
                  <a:cubicBezTo>
                    <a:pt x="763173" y="2037559"/>
                    <a:pt x="1007663" y="1823630"/>
                    <a:pt x="1007663" y="1823630"/>
                  </a:cubicBezTo>
                  <a:lnTo>
                    <a:pt x="982626" y="2264216"/>
                  </a:lnTo>
                  <a:cubicBezTo>
                    <a:pt x="1534415" y="2738482"/>
                    <a:pt x="2332358" y="2793478"/>
                    <a:pt x="2944003" y="2399399"/>
                  </a:cubicBezTo>
                  <a:lnTo>
                    <a:pt x="2944003" y="2102178"/>
                  </a:lnTo>
                  <a:cubicBezTo>
                    <a:pt x="3122336" y="2102178"/>
                    <a:pt x="3241923" y="2029726"/>
                    <a:pt x="3312767" y="1965666"/>
                  </a:cubicBezTo>
                  <a:cubicBezTo>
                    <a:pt x="3369483" y="1913677"/>
                    <a:pt x="3405429" y="1842890"/>
                    <a:pt x="3413961" y="1766423"/>
                  </a:cubicBezTo>
                  <a:close/>
                </a:path>
              </a:pathLst>
            </a:custGeom>
            <a:solidFill>
              <a:srgbClr val="4C67FE"/>
            </a:solidFill>
            <a:ln cap="flat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30" id="30"/>
            <p:cNvSpPr/>
            <p:nvPr/>
          </p:nvSpPr>
          <p:spPr>
            <a:xfrm>
              <a:off x="5781273" y="3830370"/>
              <a:ext cx="376810" cy="2005909"/>
            </a:xfrm>
            <a:custGeom>
              <a:avLst/>
              <a:gdLst/>
              <a:ahLst/>
              <a:cxnLst/>
              <a:rect r="r" b="b" t="t" l="l"/>
              <a:pathLst>
                <a:path w="488700" h="2601554" stroke="true" fill="norm" extrusionOk="true">
                  <a:moveTo>
                    <a:pt x="-650" y="2570668"/>
                  </a:moveTo>
                  <a:cubicBezTo>
                    <a:pt x="103881" y="2591102"/>
                    <a:pt x="210139" y="2601383"/>
                    <a:pt x="316642" y="2601369"/>
                  </a:cubicBezTo>
                  <a:cubicBezTo>
                    <a:pt x="336293" y="2601369"/>
                    <a:pt x="355735" y="2600879"/>
                    <a:pt x="375247" y="2600250"/>
                  </a:cubicBezTo>
                  <a:lnTo>
                    <a:pt x="488051" y="-186"/>
                  </a:lnTo>
                  <a:lnTo>
                    <a:pt x="202369" y="-186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31" id="31"/>
            <p:cNvSpPr/>
            <p:nvPr/>
          </p:nvSpPr>
          <p:spPr>
            <a:xfrm>
              <a:off x="6239776" y="3903273"/>
              <a:ext cx="142420" cy="269449"/>
            </a:xfrm>
            <a:custGeom>
              <a:avLst/>
              <a:gdLst/>
              <a:ahLst/>
              <a:cxnLst/>
              <a:rect r="r" b="b" t="t" l="l"/>
              <a:pathLst>
                <a:path w="184710" h="349461" stroke="true" fill="norm" extrusionOk="true">
                  <a:moveTo>
                    <a:pt x="97537" y="-186"/>
                  </a:moveTo>
                  <a:cubicBezTo>
                    <a:pt x="97537" y="-186"/>
                    <a:pt x="196985" y="183181"/>
                    <a:pt x="182648" y="234723"/>
                  </a:cubicBezTo>
                  <a:cubicBezTo>
                    <a:pt x="168311" y="286265"/>
                    <a:pt x="-650" y="349275"/>
                    <a:pt x="-650" y="349275"/>
                  </a:cubicBezTo>
                </a:path>
              </a:pathLst>
            </a:custGeom>
            <a:noFill/>
            <a:ln w="6984" cap="rnd">
              <a:solidFill>
                <a:srgbClr val="0C2FCC"/>
              </a:solidFill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32" id="32"/>
            <p:cNvSpPr/>
            <p:nvPr/>
          </p:nvSpPr>
          <p:spPr>
            <a:xfrm>
              <a:off x="6131553" y="4201463"/>
              <a:ext cx="243667" cy="682440"/>
            </a:xfrm>
            <a:custGeom>
              <a:avLst/>
              <a:gdLst/>
              <a:ahLst/>
              <a:cxnLst/>
              <a:rect r="r" b="b" t="t" l="l"/>
              <a:pathLst>
                <a:path w="316022" h="885088" stroke="true" fill="norm" extrusionOk="true">
                  <a:moveTo>
                    <a:pt x="196495" y="-186"/>
                  </a:moveTo>
                  <a:cubicBezTo>
                    <a:pt x="196495" y="-186"/>
                    <a:pt x="340209" y="111709"/>
                    <a:pt x="311606" y="185979"/>
                  </a:cubicBezTo>
                  <a:cubicBezTo>
                    <a:pt x="283004" y="260249"/>
                    <a:pt x="-650" y="884902"/>
                    <a:pt x="-650" y="884902"/>
                  </a:cubicBezTo>
                </a:path>
              </a:pathLst>
            </a:custGeom>
            <a:noFill/>
            <a:ln w="6984" cap="rnd">
              <a:solidFill>
                <a:srgbClr val="0C2FCC"/>
              </a:solidFill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33" id="33"/>
            <p:cNvSpPr/>
            <p:nvPr/>
          </p:nvSpPr>
          <p:spPr>
            <a:xfrm>
              <a:off x="5665556" y="3876797"/>
              <a:ext cx="156806" cy="282498"/>
            </a:xfrm>
            <a:custGeom>
              <a:avLst/>
              <a:gdLst/>
              <a:ahLst/>
              <a:cxnLst/>
              <a:rect r="r" b="b" t="t" l="l"/>
              <a:pathLst>
                <a:path w="203368" h="366385" stroke="true" fill="norm" extrusionOk="true">
                  <a:moveTo>
                    <a:pt x="150198" y="-186"/>
                  </a:moveTo>
                  <a:cubicBezTo>
                    <a:pt x="150198" y="-186"/>
                    <a:pt x="-650" y="220387"/>
                    <a:pt x="-650" y="274795"/>
                  </a:cubicBezTo>
                  <a:cubicBezTo>
                    <a:pt x="-650" y="329204"/>
                    <a:pt x="202719" y="366200"/>
                    <a:pt x="202719" y="366200"/>
                  </a:cubicBezTo>
                </a:path>
              </a:pathLst>
            </a:custGeom>
            <a:noFill/>
            <a:ln w="6984" cap="rnd">
              <a:solidFill>
                <a:srgbClr val="0C2FCC"/>
              </a:solidFill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34" id="34"/>
            <p:cNvSpPr/>
            <p:nvPr/>
          </p:nvSpPr>
          <p:spPr>
            <a:xfrm>
              <a:off x="5665522" y="4172723"/>
              <a:ext cx="157037" cy="710911"/>
            </a:xfrm>
            <a:custGeom>
              <a:avLst/>
              <a:gdLst/>
              <a:ahLst/>
              <a:cxnLst/>
              <a:rect r="r" b="b" t="t" l="l"/>
              <a:pathLst>
                <a:path w="203668" h="922013" stroke="true" fill="norm" extrusionOk="true">
                  <a:moveTo>
                    <a:pt x="142618" y="-186"/>
                  </a:moveTo>
                  <a:cubicBezTo>
                    <a:pt x="142618" y="-186"/>
                    <a:pt x="-3475" y="194651"/>
                    <a:pt x="-608" y="251577"/>
                  </a:cubicBezTo>
                  <a:cubicBezTo>
                    <a:pt x="2259" y="308504"/>
                    <a:pt x="211363" y="844480"/>
                    <a:pt x="202761" y="921827"/>
                  </a:cubicBezTo>
                </a:path>
              </a:pathLst>
            </a:custGeom>
            <a:noFill/>
            <a:ln w="6984" cap="rnd">
              <a:solidFill>
                <a:srgbClr val="0C2FCC"/>
              </a:solidFill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35" id="35"/>
            <p:cNvSpPr/>
            <p:nvPr/>
          </p:nvSpPr>
          <p:spPr>
            <a:xfrm>
              <a:off x="5219402" y="4440015"/>
              <a:ext cx="117066" cy="750166"/>
            </a:xfrm>
            <a:custGeom>
              <a:avLst/>
              <a:gdLst/>
              <a:ahLst/>
              <a:cxnLst/>
              <a:rect r="r" b="b" t="t" l="l"/>
              <a:pathLst>
                <a:path w="151827" h="972925" stroke="true" fill="norm" extrusionOk="true">
                  <a:moveTo>
                    <a:pt x="-650" y="972739"/>
                  </a:moveTo>
                  <a:cubicBezTo>
                    <a:pt x="-650" y="972739"/>
                    <a:pt x="108168" y="105554"/>
                    <a:pt x="151178" y="-186"/>
                  </a:cubicBezTo>
                </a:path>
              </a:pathLst>
            </a:custGeom>
            <a:noFill/>
            <a:ln w="6984" cap="rnd">
              <a:solidFill>
                <a:srgbClr val="0C2FCC"/>
              </a:solidFill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36" id="36"/>
            <p:cNvSpPr/>
            <p:nvPr/>
          </p:nvSpPr>
          <p:spPr>
            <a:xfrm>
              <a:off x="5033746" y="4492266"/>
              <a:ext cx="69019" cy="259150"/>
            </a:xfrm>
            <a:custGeom>
              <a:avLst/>
              <a:gdLst/>
              <a:ahLst/>
              <a:cxnLst/>
              <a:rect r="r" b="b" t="t" l="l"/>
              <a:pathLst>
                <a:path w="89514" h="336104" stroke="true" fill="norm" extrusionOk="true">
                  <a:moveTo>
                    <a:pt x="-650" y="-186"/>
                  </a:moveTo>
                  <a:cubicBezTo>
                    <a:pt x="-650" y="-186"/>
                    <a:pt x="128239" y="178356"/>
                    <a:pt x="76697" y="335918"/>
                  </a:cubicBezTo>
                </a:path>
              </a:pathLst>
            </a:custGeom>
            <a:noFill/>
            <a:ln w="6984" cap="rnd">
              <a:solidFill>
                <a:srgbClr val="0C2FCC"/>
              </a:solidFill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37" id="37"/>
            <p:cNvSpPr/>
            <p:nvPr/>
          </p:nvSpPr>
          <p:spPr>
            <a:xfrm>
              <a:off x="5916349" y="3964205"/>
              <a:ext cx="229655" cy="89457"/>
            </a:xfrm>
            <a:custGeom>
              <a:avLst/>
              <a:gdLst/>
              <a:ahLst/>
              <a:cxnLst/>
              <a:rect r="r" b="b" t="t" l="l"/>
              <a:pathLst>
                <a:path w="297850" h="116020" stroke="true" fill="norm" extrusionOk="true">
                  <a:moveTo>
                    <a:pt x="297850" y="116021"/>
                  </a:moveTo>
                  <a:lnTo>
                    <a:pt x="138260" y="0"/>
                  </a:lnTo>
                  <a:lnTo>
                    <a:pt x="0" y="110076"/>
                  </a:lnTo>
                </a:path>
              </a:pathLst>
            </a:custGeom>
            <a:noFill/>
            <a:ln w="6984" cap="rnd">
              <a:gradFill>
                <a:gsLst>
                  <a:gs pos="0">
                    <a:srgbClr val="F4EBFD"/>
                  </a:gs>
                  <a:gs pos="100000">
                    <a:srgbClr val="B67EF4"/>
                  </a:gs>
                </a:gsLst>
                <a:lin ang="5400000"/>
              </a:gradFill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38" id="38"/>
            <p:cNvSpPr/>
            <p:nvPr/>
          </p:nvSpPr>
          <p:spPr>
            <a:xfrm>
              <a:off x="5883185" y="3964205"/>
              <a:ext cx="209272" cy="1134633"/>
            </a:xfrm>
            <a:custGeom>
              <a:avLst/>
              <a:gdLst/>
              <a:ahLst/>
              <a:cxnLst/>
              <a:rect r="r" b="b" t="t" l="l"/>
              <a:pathLst>
                <a:path w="271414" h="1471556" stroke="true" fill="norm" extrusionOk="true">
                  <a:moveTo>
                    <a:pt x="144484" y="133015"/>
                  </a:moveTo>
                  <a:lnTo>
                    <a:pt x="98957" y="65528"/>
                  </a:lnTo>
                  <a:lnTo>
                    <a:pt x="181270" y="0"/>
                  </a:lnTo>
                  <a:lnTo>
                    <a:pt x="271415" y="65528"/>
                  </a:lnTo>
                  <a:lnTo>
                    <a:pt x="211621" y="137840"/>
                  </a:lnTo>
                  <a:lnTo>
                    <a:pt x="239245" y="1383719"/>
                  </a:lnTo>
                  <a:lnTo>
                    <a:pt x="115042" y="1471557"/>
                  </a:lnTo>
                  <a:lnTo>
                    <a:pt x="0" y="1371691"/>
                  </a:lnTo>
                  <a:lnTo>
                    <a:pt x="144484" y="133015"/>
                  </a:lnTo>
                  <a:close/>
                </a:path>
              </a:pathLst>
            </a:custGeom>
            <a:solidFill>
              <a:srgbClr val="350706"/>
            </a:solidFill>
            <a:ln cap="flat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39" id="39"/>
            <p:cNvSpPr/>
            <p:nvPr/>
          </p:nvSpPr>
          <p:spPr>
            <a:xfrm>
              <a:off x="6641714" y="4439961"/>
              <a:ext cx="70692" cy="965155"/>
            </a:xfrm>
            <a:custGeom>
              <a:avLst/>
              <a:gdLst/>
              <a:ahLst/>
              <a:cxnLst/>
              <a:rect r="r" b="b" t="t" l="l"/>
              <a:pathLst>
                <a:path w="91683" h="1251753" stroke="true" fill="norm" extrusionOk="true">
                  <a:moveTo>
                    <a:pt x="91684" y="1251753"/>
                  </a:moveTo>
                  <a:lnTo>
                    <a:pt x="0" y="0"/>
                  </a:lnTo>
                </a:path>
              </a:pathLst>
            </a:custGeom>
            <a:ln w="6984" cap="rnd">
              <a:solidFill>
                <a:srgbClr val="FFC000"/>
              </a:solidFill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40" id="40"/>
            <p:cNvSpPr/>
            <p:nvPr/>
          </p:nvSpPr>
          <p:spPr>
            <a:xfrm>
              <a:off x="4472359" y="4102515"/>
              <a:ext cx="351143" cy="205013"/>
            </a:xfrm>
            <a:custGeom>
              <a:avLst/>
              <a:gdLst/>
              <a:ahLst/>
              <a:cxnLst/>
              <a:rect r="r" b="b" t="t" l="l"/>
              <a:pathLst>
                <a:path w="455411" h="265890" stroke="true" fill="norm" extrusionOk="true">
                  <a:moveTo>
                    <a:pt x="455412" y="0"/>
                  </a:moveTo>
                  <a:lnTo>
                    <a:pt x="0" y="265890"/>
                  </a:lnTo>
                </a:path>
              </a:pathLst>
            </a:custGeom>
            <a:ln w="6984" cap="rnd">
              <a:solidFill>
                <a:srgbClr val="0C2FCC"/>
              </a:solidFill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41" id="41"/>
            <p:cNvSpPr/>
            <p:nvPr/>
          </p:nvSpPr>
          <p:spPr>
            <a:xfrm>
              <a:off x="5936460" y="3613170"/>
              <a:ext cx="228201" cy="341617"/>
            </a:xfrm>
            <a:custGeom>
              <a:avLst/>
              <a:gdLst/>
              <a:ahLst/>
              <a:cxnLst/>
              <a:rect r="r" b="b" t="t" l="l"/>
              <a:pathLst>
                <a:path w="295963" h="443057" stroke="true" fill="norm" extrusionOk="true">
                  <a:moveTo>
                    <a:pt x="295314" y="-116"/>
                  </a:moveTo>
                  <a:lnTo>
                    <a:pt x="285803" y="358926"/>
                  </a:lnTo>
                  <a:cubicBezTo>
                    <a:pt x="285803" y="358926"/>
                    <a:pt x="249507" y="441029"/>
                    <a:pt x="123485" y="442847"/>
                  </a:cubicBezTo>
                  <a:cubicBezTo>
                    <a:pt x="-2536" y="444666"/>
                    <a:pt x="-648" y="343541"/>
                    <a:pt x="-648" y="343541"/>
                  </a:cubicBezTo>
                  <a:lnTo>
                    <a:pt x="8933" y="-186"/>
                  </a:lnTo>
                  <a:close/>
                </a:path>
              </a:pathLst>
            </a:custGeom>
            <a:solidFill>
              <a:srgbClr val="FFA38A"/>
            </a:solidFill>
            <a:ln cap="flat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42" id="42"/>
            <p:cNvSpPr/>
            <p:nvPr/>
          </p:nvSpPr>
          <p:spPr>
            <a:xfrm>
              <a:off x="5939643" y="3613225"/>
              <a:ext cx="225234" cy="197196"/>
            </a:xfrm>
            <a:custGeom>
              <a:avLst/>
              <a:gdLst/>
              <a:ahLst/>
              <a:cxnLst/>
              <a:rect r="r" b="b" t="t" l="l"/>
              <a:pathLst>
                <a:path w="292115" h="255751" stroke="true" fill="norm" extrusionOk="true">
                  <a:moveTo>
                    <a:pt x="-650" y="205700"/>
                  </a:moveTo>
                  <a:cubicBezTo>
                    <a:pt x="39352" y="237311"/>
                    <a:pt x="93971" y="255494"/>
                    <a:pt x="165234" y="255494"/>
                  </a:cubicBezTo>
                  <a:cubicBezTo>
                    <a:pt x="206775" y="256465"/>
                    <a:pt x="247966" y="247577"/>
                    <a:pt x="285382" y="229548"/>
                  </a:cubicBezTo>
                  <a:lnTo>
                    <a:pt x="291466" y="-186"/>
                  </a:lnTo>
                  <a:lnTo>
                    <a:pt x="4735" y="-186"/>
                  </a:lnTo>
                  <a:close/>
                </a:path>
              </a:pathLst>
            </a:custGeom>
            <a:solidFill>
              <a:srgbClr val="FB7B5C"/>
            </a:solidFill>
            <a:ln cap="flat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43" id="43"/>
            <p:cNvSpPr/>
            <p:nvPr/>
          </p:nvSpPr>
          <p:spPr>
            <a:xfrm>
              <a:off x="6223437" y="4455869"/>
              <a:ext cx="676025" cy="853859"/>
            </a:xfrm>
            <a:custGeom>
              <a:avLst/>
              <a:gdLst/>
              <a:ahLst/>
              <a:cxnLst/>
              <a:rect r="r" b="b" t="t" l="l"/>
              <a:pathLst>
                <a:path w="876766" h="1107409" stroke="true" fill="norm" extrusionOk="true">
                  <a:moveTo>
                    <a:pt x="0" y="1107409"/>
                  </a:moveTo>
                  <a:lnTo>
                    <a:pt x="744730" y="1107409"/>
                  </a:lnTo>
                  <a:lnTo>
                    <a:pt x="876766" y="0"/>
                  </a:lnTo>
                  <a:lnTo>
                    <a:pt x="132036" y="0"/>
                  </a:lnTo>
                  <a:lnTo>
                    <a:pt x="0" y="1107409"/>
                  </a:lnTo>
                  <a:close/>
                </a:path>
              </a:pathLst>
            </a:custGeom>
            <a:solidFill>
              <a:srgbClr val="FACE5D"/>
            </a:solidFill>
            <a:ln cap="flat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44" id="44"/>
            <p:cNvSpPr/>
            <p:nvPr/>
          </p:nvSpPr>
          <p:spPr>
            <a:xfrm>
              <a:off x="6602618" y="4880669"/>
              <a:ext cx="381663" cy="438172"/>
            </a:xfrm>
            <a:custGeom>
              <a:avLst/>
              <a:gdLst/>
              <a:ahLst/>
              <a:cxnLst/>
              <a:rect r="r" b="b" t="t" l="l"/>
              <a:pathLst>
                <a:path w="494995" h="568285" stroke="true" fill="norm" extrusionOk="true">
                  <a:moveTo>
                    <a:pt x="494995" y="258827"/>
                  </a:moveTo>
                  <a:lnTo>
                    <a:pt x="381981" y="568286"/>
                  </a:lnTo>
                  <a:lnTo>
                    <a:pt x="114482" y="541571"/>
                  </a:lnTo>
                  <a:lnTo>
                    <a:pt x="122245" y="463594"/>
                  </a:lnTo>
                  <a:lnTo>
                    <a:pt x="51052" y="450726"/>
                  </a:lnTo>
                  <a:lnTo>
                    <a:pt x="35457" y="350301"/>
                  </a:lnTo>
                  <a:lnTo>
                    <a:pt x="0" y="345126"/>
                  </a:lnTo>
                  <a:lnTo>
                    <a:pt x="629" y="232322"/>
                  </a:lnTo>
                  <a:lnTo>
                    <a:pt x="316942" y="194347"/>
                  </a:lnTo>
                  <a:lnTo>
                    <a:pt x="308620" y="144554"/>
                  </a:lnTo>
                  <a:lnTo>
                    <a:pt x="93922" y="84690"/>
                  </a:lnTo>
                  <a:lnTo>
                    <a:pt x="130148" y="0"/>
                  </a:lnTo>
                  <a:lnTo>
                    <a:pt x="428068" y="54269"/>
                  </a:lnTo>
                  <a:lnTo>
                    <a:pt x="494995" y="258827"/>
                  </a:lnTo>
                  <a:close/>
                </a:path>
              </a:pathLst>
            </a:custGeom>
            <a:solidFill>
              <a:srgbClr val="FFB1A5"/>
            </a:solidFill>
            <a:ln cap="flat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45" id="45"/>
            <p:cNvSpPr/>
            <p:nvPr/>
          </p:nvSpPr>
          <p:spPr>
            <a:xfrm>
              <a:off x="6629955" y="5150767"/>
              <a:ext cx="264597" cy="1833"/>
            </a:xfrm>
            <a:custGeom>
              <a:avLst/>
              <a:gdLst/>
              <a:ahLst/>
              <a:cxnLst/>
              <a:rect r="r" b="b" t="t" l="l"/>
              <a:pathLst>
                <a:path w="343167" h="2377" stroke="true" fill="norm" extrusionOk="true">
                  <a:moveTo>
                    <a:pt x="0" y="0"/>
                  </a:moveTo>
                  <a:lnTo>
                    <a:pt x="343168" y="2378"/>
                  </a:lnTo>
                </a:path>
              </a:pathLst>
            </a:custGeom>
            <a:ln w="6984" cap="rnd">
              <a:solidFill>
                <a:srgbClr val="E2837F"/>
              </a:solidFill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46" id="46"/>
            <p:cNvSpPr/>
            <p:nvPr/>
          </p:nvSpPr>
          <p:spPr>
            <a:xfrm>
              <a:off x="6696873" y="5238120"/>
              <a:ext cx="161066" cy="16069"/>
            </a:xfrm>
            <a:custGeom>
              <a:avLst/>
              <a:gdLst/>
              <a:ahLst/>
              <a:cxnLst/>
              <a:rect r="r" b="b" t="t" l="l"/>
              <a:pathLst>
                <a:path w="208893" h="20840" stroke="true" fill="norm" extrusionOk="true">
                  <a:moveTo>
                    <a:pt x="0" y="0"/>
                  </a:moveTo>
                  <a:lnTo>
                    <a:pt x="208894" y="20840"/>
                  </a:lnTo>
                </a:path>
              </a:pathLst>
            </a:custGeom>
            <a:ln w="6984" cap="rnd">
              <a:solidFill>
                <a:srgbClr val="E2837F"/>
              </a:solidFill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47" id="47"/>
            <p:cNvSpPr/>
            <p:nvPr/>
          </p:nvSpPr>
          <p:spPr>
            <a:xfrm>
              <a:off x="6846994" y="5027500"/>
              <a:ext cx="44917" cy="3019"/>
            </a:xfrm>
            <a:custGeom>
              <a:avLst/>
              <a:gdLst/>
              <a:ahLst/>
              <a:cxnLst/>
              <a:rect r="r" b="b" t="t" l="l"/>
              <a:pathLst>
                <a:path w="58255" h="3916" stroke="true" fill="norm" extrusionOk="true">
                  <a:moveTo>
                    <a:pt x="0" y="3916"/>
                  </a:moveTo>
                  <a:lnTo>
                    <a:pt x="58255" y="0"/>
                  </a:lnTo>
                </a:path>
              </a:pathLst>
            </a:custGeom>
            <a:ln w="6984" cap="rnd">
              <a:solidFill>
                <a:srgbClr val="E2837F"/>
              </a:solidFill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48" id="48"/>
            <p:cNvSpPr/>
            <p:nvPr/>
          </p:nvSpPr>
          <p:spPr>
            <a:xfrm>
              <a:off x="5749252" y="3389307"/>
              <a:ext cx="151940" cy="186767"/>
            </a:xfrm>
            <a:custGeom>
              <a:avLst/>
              <a:gdLst/>
              <a:ahLst/>
              <a:cxnLst/>
              <a:rect r="r" b="b" t="t" l="l"/>
              <a:pathLst>
                <a:path w="197057" h="242226" stroke="true" fill="norm" extrusionOk="true">
                  <a:moveTo>
                    <a:pt x="116822" y="3355"/>
                  </a:moveTo>
                  <a:lnTo>
                    <a:pt x="196407" y="56365"/>
                  </a:lnTo>
                  <a:lnTo>
                    <a:pt x="143397" y="242040"/>
                  </a:lnTo>
                  <a:cubicBezTo>
                    <a:pt x="143397" y="242040"/>
                    <a:pt x="-48153" y="160987"/>
                    <a:pt x="10522" y="43078"/>
                  </a:cubicBezTo>
                  <a:cubicBezTo>
                    <a:pt x="24019" y="16572"/>
                    <a:pt x="63812" y="-9933"/>
                    <a:pt x="116822" y="3355"/>
                  </a:cubicBezTo>
                  <a:close/>
                </a:path>
              </a:pathLst>
            </a:custGeom>
            <a:solidFill>
              <a:srgbClr val="FFA38A"/>
            </a:solidFill>
            <a:ln cap="flat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49" id="49"/>
            <p:cNvSpPr/>
            <p:nvPr/>
          </p:nvSpPr>
          <p:spPr>
            <a:xfrm>
              <a:off x="6229956" y="3389307"/>
              <a:ext cx="151994" cy="186767"/>
            </a:xfrm>
            <a:custGeom>
              <a:avLst/>
              <a:gdLst/>
              <a:ahLst/>
              <a:cxnLst/>
              <a:rect r="r" b="b" t="t" l="l"/>
              <a:pathLst>
                <a:path w="197127" h="242226" stroke="true" fill="norm" extrusionOk="true">
                  <a:moveTo>
                    <a:pt x="78935" y="3355"/>
                  </a:moveTo>
                  <a:lnTo>
                    <a:pt x="-650" y="56365"/>
                  </a:lnTo>
                  <a:lnTo>
                    <a:pt x="52431" y="242040"/>
                  </a:lnTo>
                  <a:cubicBezTo>
                    <a:pt x="52431" y="242040"/>
                    <a:pt x="243980" y="160987"/>
                    <a:pt x="185306" y="43078"/>
                  </a:cubicBezTo>
                  <a:cubicBezTo>
                    <a:pt x="171738" y="16572"/>
                    <a:pt x="132016" y="-9933"/>
                    <a:pt x="78935" y="3355"/>
                  </a:cubicBezTo>
                  <a:close/>
                </a:path>
              </a:pathLst>
            </a:custGeom>
            <a:solidFill>
              <a:srgbClr val="FFA38A"/>
            </a:solidFill>
            <a:ln cap="flat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50" id="50"/>
            <p:cNvSpPr/>
            <p:nvPr/>
          </p:nvSpPr>
          <p:spPr>
            <a:xfrm>
              <a:off x="5836455" y="3132641"/>
              <a:ext cx="458408" cy="614905"/>
            </a:xfrm>
            <a:custGeom>
              <a:avLst/>
              <a:gdLst/>
              <a:ahLst/>
              <a:cxnLst/>
              <a:rect r="r" b="b" t="t" l="l"/>
              <a:pathLst>
                <a:path w="594529" h="797498" stroke="true" fill="norm" extrusionOk="true">
                  <a:moveTo>
                    <a:pt x="299126" y="797312"/>
                  </a:moveTo>
                  <a:cubicBezTo>
                    <a:pt x="91001" y="797312"/>
                    <a:pt x="2884" y="666116"/>
                    <a:pt x="-543" y="488972"/>
                  </a:cubicBezTo>
                  <a:lnTo>
                    <a:pt x="-543" y="475475"/>
                  </a:lnTo>
                  <a:cubicBezTo>
                    <a:pt x="-3969" y="298331"/>
                    <a:pt x="74567" y="2160"/>
                    <a:pt x="256256" y="2160"/>
                  </a:cubicBezTo>
                  <a:lnTo>
                    <a:pt x="300035" y="271"/>
                  </a:lnTo>
                  <a:cubicBezTo>
                    <a:pt x="464171" y="-12666"/>
                    <a:pt x="590472" y="251615"/>
                    <a:pt x="593759" y="428689"/>
                  </a:cubicBezTo>
                  <a:lnTo>
                    <a:pt x="593759" y="442256"/>
                  </a:lnTo>
                  <a:cubicBezTo>
                    <a:pt x="597255" y="619400"/>
                    <a:pt x="525224" y="797312"/>
                    <a:pt x="299126" y="797312"/>
                  </a:cubicBezTo>
                  <a:close/>
                </a:path>
              </a:pathLst>
            </a:custGeom>
            <a:solidFill>
              <a:srgbClr val="FFA38A"/>
            </a:solidFill>
            <a:ln cap="flat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51" id="51"/>
            <p:cNvSpPr/>
            <p:nvPr/>
          </p:nvSpPr>
          <p:spPr>
            <a:xfrm>
              <a:off x="5915049" y="3413874"/>
              <a:ext cx="44379" cy="60555"/>
            </a:xfrm>
            <a:custGeom>
              <a:avLst/>
              <a:gdLst/>
              <a:ahLst/>
              <a:cxnLst/>
              <a:rect r="r" b="b" t="t" l="l"/>
              <a:pathLst>
                <a:path w="57556" h="78536" stroke="true" fill="norm" extrusionOk="true">
                  <a:moveTo>
                    <a:pt x="56907" y="38977"/>
                  </a:moveTo>
                  <a:cubicBezTo>
                    <a:pt x="56907" y="60657"/>
                    <a:pt x="44179" y="78280"/>
                    <a:pt x="28304" y="78350"/>
                  </a:cubicBezTo>
                  <a:cubicBezTo>
                    <a:pt x="12429" y="78420"/>
                    <a:pt x="-509" y="60866"/>
                    <a:pt x="-649" y="39187"/>
                  </a:cubicBezTo>
                  <a:cubicBezTo>
                    <a:pt x="-789" y="17507"/>
                    <a:pt x="12079" y="-186"/>
                    <a:pt x="28024" y="-186"/>
                  </a:cubicBezTo>
                  <a:cubicBezTo>
                    <a:pt x="43969" y="-186"/>
                    <a:pt x="56837" y="17297"/>
                    <a:pt x="56907" y="38977"/>
                  </a:cubicBezTo>
                  <a:close/>
                </a:path>
              </a:pathLst>
            </a:custGeom>
            <a:solidFill>
              <a:srgbClr val="350706"/>
            </a:solidFill>
            <a:ln cap="flat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52" id="52"/>
            <p:cNvSpPr/>
            <p:nvPr/>
          </p:nvSpPr>
          <p:spPr>
            <a:xfrm>
              <a:off x="6008019" y="3459752"/>
              <a:ext cx="62802" cy="77227"/>
            </a:xfrm>
            <a:custGeom>
              <a:avLst/>
              <a:gdLst/>
              <a:ahLst/>
              <a:cxnLst/>
              <a:rect r="r" b="b" t="t" l="l"/>
              <a:pathLst>
                <a:path w="81450" h="100159" stroke="true" fill="norm" extrusionOk="true">
                  <a:moveTo>
                    <a:pt x="70533" y="99973"/>
                  </a:moveTo>
                  <a:lnTo>
                    <a:pt x="9551" y="99483"/>
                  </a:lnTo>
                  <a:cubicBezTo>
                    <a:pt x="2068" y="99483"/>
                    <a:pt x="-2828" y="89902"/>
                    <a:pt x="319" y="81510"/>
                  </a:cubicBezTo>
                  <a:lnTo>
                    <a:pt x="28293" y="7170"/>
                  </a:lnTo>
                  <a:cubicBezTo>
                    <a:pt x="29524" y="2023"/>
                    <a:pt x="34692" y="-1152"/>
                    <a:pt x="39839" y="79"/>
                  </a:cubicBezTo>
                  <a:cubicBezTo>
                    <a:pt x="43119" y="869"/>
                    <a:pt x="45748" y="3317"/>
                    <a:pt x="46756" y="6541"/>
                  </a:cubicBezTo>
                  <a:lnTo>
                    <a:pt x="79345" y="81370"/>
                  </a:lnTo>
                  <a:cubicBezTo>
                    <a:pt x="83401" y="89832"/>
                    <a:pt x="78506" y="100043"/>
                    <a:pt x="70533" y="99973"/>
                  </a:cubicBezTo>
                  <a:close/>
                </a:path>
              </a:pathLst>
            </a:custGeom>
            <a:solidFill>
              <a:srgbClr val="FB7B5C"/>
            </a:solidFill>
            <a:ln cap="flat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53" id="53"/>
            <p:cNvSpPr/>
            <p:nvPr/>
          </p:nvSpPr>
          <p:spPr>
            <a:xfrm>
              <a:off x="6108038" y="3413874"/>
              <a:ext cx="44379" cy="60555"/>
            </a:xfrm>
            <a:custGeom>
              <a:avLst/>
              <a:gdLst/>
              <a:ahLst/>
              <a:cxnLst/>
              <a:rect r="r" b="b" t="t" l="l"/>
              <a:pathLst>
                <a:path w="57556" h="78536" stroke="true" fill="norm" extrusionOk="true">
                  <a:moveTo>
                    <a:pt x="-650" y="38977"/>
                  </a:moveTo>
                  <a:cubicBezTo>
                    <a:pt x="-650" y="60657"/>
                    <a:pt x="12078" y="78280"/>
                    <a:pt x="27953" y="78350"/>
                  </a:cubicBezTo>
                  <a:cubicBezTo>
                    <a:pt x="43829" y="78420"/>
                    <a:pt x="56836" y="60866"/>
                    <a:pt x="56906" y="39187"/>
                  </a:cubicBezTo>
                  <a:cubicBezTo>
                    <a:pt x="56976" y="17507"/>
                    <a:pt x="44178" y="-186"/>
                    <a:pt x="28233" y="-186"/>
                  </a:cubicBezTo>
                  <a:cubicBezTo>
                    <a:pt x="12288" y="-186"/>
                    <a:pt x="-580" y="17297"/>
                    <a:pt x="-650" y="38977"/>
                  </a:cubicBezTo>
                  <a:close/>
                </a:path>
              </a:pathLst>
            </a:custGeom>
            <a:solidFill>
              <a:srgbClr val="350706"/>
            </a:solidFill>
            <a:ln cap="flat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54" id="54"/>
            <p:cNvSpPr/>
            <p:nvPr/>
          </p:nvSpPr>
          <p:spPr>
            <a:xfrm>
              <a:off x="5958354" y="3600448"/>
              <a:ext cx="163537" cy="78072"/>
            </a:xfrm>
            <a:custGeom>
              <a:avLst/>
              <a:gdLst/>
              <a:ahLst/>
              <a:cxnLst/>
              <a:rect r="r" b="b" t="t" l="l"/>
              <a:pathLst>
                <a:path w="249035" h="118888" stroke="true" fill="norm" extrusionOk="true">
                  <a:moveTo>
                    <a:pt x="248386" y="-186"/>
                  </a:moveTo>
                  <a:cubicBezTo>
                    <a:pt x="248386" y="46670"/>
                    <a:pt x="214398" y="118702"/>
                    <a:pt x="123833" y="118702"/>
                  </a:cubicBezTo>
                  <a:cubicBezTo>
                    <a:pt x="33268" y="118702"/>
                    <a:pt x="-650" y="46740"/>
                    <a:pt x="-650" y="-186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55" id="55"/>
            <p:cNvSpPr/>
            <p:nvPr/>
          </p:nvSpPr>
          <p:spPr>
            <a:xfrm>
              <a:off x="5821923" y="3089901"/>
              <a:ext cx="480611" cy="378655"/>
            </a:xfrm>
            <a:custGeom>
              <a:avLst/>
              <a:gdLst/>
              <a:ahLst/>
              <a:cxnLst/>
              <a:rect r="r" b="b" t="t" l="l"/>
              <a:pathLst>
                <a:path w="623324" h="491095" stroke="true" fill="norm" extrusionOk="true">
                  <a:moveTo>
                    <a:pt x="311047" y="-104"/>
                  </a:moveTo>
                  <a:cubicBezTo>
                    <a:pt x="24806" y="-4580"/>
                    <a:pt x="-650" y="174312"/>
                    <a:pt x="-650" y="239141"/>
                  </a:cubicBezTo>
                  <a:cubicBezTo>
                    <a:pt x="-650" y="346071"/>
                    <a:pt x="25925" y="490905"/>
                    <a:pt x="25925" y="490905"/>
                  </a:cubicBezTo>
                  <a:cubicBezTo>
                    <a:pt x="32919" y="491534"/>
                    <a:pt x="34947" y="423488"/>
                    <a:pt x="47675" y="352155"/>
                  </a:cubicBezTo>
                  <a:cubicBezTo>
                    <a:pt x="55158" y="310684"/>
                    <a:pt x="74879" y="280543"/>
                    <a:pt x="117050" y="280263"/>
                  </a:cubicBezTo>
                  <a:cubicBezTo>
                    <a:pt x="164535" y="279913"/>
                    <a:pt x="441195" y="279913"/>
                    <a:pt x="488681" y="280263"/>
                  </a:cubicBezTo>
                  <a:cubicBezTo>
                    <a:pt x="530851" y="280466"/>
                    <a:pt x="566867" y="310684"/>
                    <a:pt x="574350" y="352155"/>
                  </a:cubicBezTo>
                  <a:cubicBezTo>
                    <a:pt x="587148" y="423488"/>
                    <a:pt x="589386" y="491534"/>
                    <a:pt x="596169" y="490905"/>
                  </a:cubicBezTo>
                  <a:cubicBezTo>
                    <a:pt x="596169" y="490905"/>
                    <a:pt x="622675" y="345861"/>
                    <a:pt x="622675" y="239141"/>
                  </a:cubicBezTo>
                  <a:cubicBezTo>
                    <a:pt x="622675" y="174312"/>
                    <a:pt x="597289" y="-4580"/>
                    <a:pt x="311047" y="-104"/>
                  </a:cubicBezTo>
                  <a:close/>
                </a:path>
              </a:pathLst>
            </a:custGeom>
            <a:solidFill>
              <a:srgbClr val="4E0507"/>
            </a:solidFill>
            <a:ln cap="flat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56" id="56"/>
            <p:cNvSpPr/>
            <p:nvPr/>
          </p:nvSpPr>
          <p:spPr>
            <a:xfrm>
              <a:off x="5862631" y="3360332"/>
              <a:ext cx="165650" cy="178375"/>
            </a:xfrm>
            <a:custGeom>
              <a:avLst/>
              <a:gdLst/>
              <a:ahLst/>
              <a:cxnLst/>
              <a:rect r="r" b="b" t="t" l="l"/>
              <a:pathLst>
                <a:path w="214838" h="231342" stroke="true" fill="norm" extrusionOk="true">
                  <a:moveTo>
                    <a:pt x="214838" y="115671"/>
                  </a:moveTo>
                  <a:cubicBezTo>
                    <a:pt x="214838" y="179555"/>
                    <a:pt x="166745" y="231343"/>
                    <a:pt x="107419" y="231343"/>
                  </a:cubicBezTo>
                  <a:cubicBezTo>
                    <a:pt x="48093" y="231343"/>
                    <a:pt x="0" y="179555"/>
                    <a:pt x="0" y="115671"/>
                  </a:cubicBezTo>
                  <a:cubicBezTo>
                    <a:pt x="0" y="51788"/>
                    <a:pt x="48093" y="0"/>
                    <a:pt x="107419" y="0"/>
                  </a:cubicBezTo>
                  <a:cubicBezTo>
                    <a:pt x="166745" y="0"/>
                    <a:pt x="214838" y="51788"/>
                    <a:pt x="214838" y="115671"/>
                  </a:cubicBezTo>
                  <a:close/>
                </a:path>
              </a:pathLst>
            </a:custGeom>
            <a:noFill/>
            <a:ln w="6984" cap="flat">
              <a:solidFill>
                <a:srgbClr val="4E0507"/>
              </a:solidFill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57" id="57"/>
            <p:cNvSpPr/>
            <p:nvPr/>
          </p:nvSpPr>
          <p:spPr>
            <a:xfrm>
              <a:off x="6047376" y="3353973"/>
              <a:ext cx="177404" cy="191101"/>
            </a:xfrm>
            <a:custGeom>
              <a:avLst/>
              <a:gdLst/>
              <a:ahLst/>
              <a:cxnLst/>
              <a:rect r="r" b="b" t="t" l="l"/>
              <a:pathLst>
                <a:path w="230083" h="247847" stroke="true" fill="norm" extrusionOk="true">
                  <a:moveTo>
                    <a:pt x="230084" y="123924"/>
                  </a:moveTo>
                  <a:cubicBezTo>
                    <a:pt x="230084" y="192365"/>
                    <a:pt x="178578" y="247847"/>
                    <a:pt x="115042" y="247847"/>
                  </a:cubicBezTo>
                  <a:cubicBezTo>
                    <a:pt x="51506" y="247847"/>
                    <a:pt x="0" y="192365"/>
                    <a:pt x="0" y="123924"/>
                  </a:cubicBezTo>
                  <a:cubicBezTo>
                    <a:pt x="0" y="55482"/>
                    <a:pt x="51506" y="0"/>
                    <a:pt x="115042" y="0"/>
                  </a:cubicBezTo>
                  <a:cubicBezTo>
                    <a:pt x="178578" y="0"/>
                    <a:pt x="230084" y="55482"/>
                    <a:pt x="230084" y="123924"/>
                  </a:cubicBezTo>
                  <a:close/>
                </a:path>
              </a:pathLst>
            </a:custGeom>
            <a:noFill/>
            <a:ln w="6984" cap="flat">
              <a:solidFill>
                <a:srgbClr val="4E0507"/>
              </a:solidFill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l" marL="0"/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gradFill>
          <a:gsLst>
            <a:gs pos="0">
              <a:srgbClr val="AE94FF">
                <a:lumMod val="40000"/>
                <a:lumOff val="60000"/>
              </a:srgbClr>
            </a:gs>
            <a:gs pos="100000">
              <a:srgbClr val="3ED0E8">
                <a:lumMod val="40000"/>
                <a:lumOff val="6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0400" y="128587"/>
            <a:ext cx="10858500" cy="900112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生成与编辑</a:t>
            </a:r>
          </a:p>
        </p:txBody>
      </p:sp>
      <p:sp>
        <p:nvSpPr>
          <p:cNvPr name="Freeform 3" id="3"/>
          <p:cNvSpPr/>
          <p:nvPr/>
        </p:nvSpPr>
        <p:spPr>
          <a:xfrm rot="17228401">
            <a:off x="8398520" y="2333851"/>
            <a:ext cx="678069" cy="378695"/>
          </a:xfrm>
          <a:custGeom>
            <a:avLst/>
            <a:gdLst/>
            <a:ahLst/>
            <a:cxnLst/>
            <a:rect r="r" b="b" t="t" l="l"/>
            <a:pathLst>
              <a:path w="454342" h="253746" stroke="true" fill="norm" extrusionOk="true">
                <a:moveTo>
                  <a:pt x="434590" y="-56"/>
                </a:moveTo>
                <a:cubicBezTo>
                  <a:pt x="445479" y="-56"/>
                  <a:pt x="454307" y="-56"/>
                  <a:pt x="454307" y="-56"/>
                </a:cubicBezTo>
                <a:lnTo>
                  <a:pt x="454307" y="253690"/>
                </a:lnTo>
                <a:cubicBezTo>
                  <a:pt x="454307" y="253690"/>
                  <a:pt x="445479" y="253690"/>
                  <a:pt x="434590" y="253690"/>
                </a:cubicBezTo>
                <a:lnTo>
                  <a:pt x="19680" y="253690"/>
                </a:lnTo>
                <a:cubicBezTo>
                  <a:pt x="8791" y="253690"/>
                  <a:pt x="-36" y="253690"/>
                  <a:pt x="-36" y="253690"/>
                </a:cubicBezTo>
                <a:lnTo>
                  <a:pt x="-36" y="-56"/>
                </a:lnTo>
                <a:cubicBezTo>
                  <a:pt x="-36" y="-56"/>
                  <a:pt x="8791" y="-56"/>
                  <a:pt x="19680" y="-56"/>
                </a:cubicBezTo>
                <a:close/>
              </a:path>
            </a:pathLst>
          </a:custGeom>
          <a:solidFill>
            <a:srgbClr val="1B0202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4" id="4"/>
          <p:cNvSpPr/>
          <p:nvPr/>
        </p:nvSpPr>
        <p:spPr>
          <a:xfrm rot="1028401">
            <a:off x="8576475" y="2194720"/>
            <a:ext cx="373010" cy="672382"/>
          </a:xfrm>
          <a:custGeom>
            <a:avLst/>
            <a:gdLst/>
            <a:ahLst/>
            <a:cxnLst/>
            <a:rect r="r" b="b" t="t" l="l"/>
            <a:pathLst>
              <a:path w="249936" h="450532" stroke="true" fill="norm" extrusionOk="true">
                <a:moveTo>
                  <a:pt x="232088" y="-56"/>
                </a:moveTo>
                <a:cubicBezTo>
                  <a:pt x="241925" y="-56"/>
                  <a:pt x="249900" y="-56"/>
                  <a:pt x="249900" y="-56"/>
                </a:cubicBezTo>
                <a:lnTo>
                  <a:pt x="249900" y="450477"/>
                </a:lnTo>
                <a:cubicBezTo>
                  <a:pt x="249900" y="450477"/>
                  <a:pt x="241925" y="450477"/>
                  <a:pt x="232088" y="450477"/>
                </a:cubicBezTo>
                <a:lnTo>
                  <a:pt x="17775" y="450477"/>
                </a:lnTo>
                <a:cubicBezTo>
                  <a:pt x="7938" y="450477"/>
                  <a:pt x="-36" y="450477"/>
                  <a:pt x="-36" y="450477"/>
                </a:cubicBezTo>
                <a:lnTo>
                  <a:pt x="-36" y="-56"/>
                </a:lnTo>
                <a:cubicBezTo>
                  <a:pt x="-36" y="-56"/>
                  <a:pt x="7938" y="-56"/>
                  <a:pt x="17775" y="-56"/>
                </a:cubicBezTo>
                <a:close/>
              </a:path>
            </a:pathLst>
          </a:custGeom>
          <a:solidFill>
            <a:srgbClr val="FFFFFF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5" id="5"/>
          <p:cNvSpPr/>
          <p:nvPr/>
        </p:nvSpPr>
        <p:spPr>
          <a:xfrm>
            <a:off x="8489405" y="2158763"/>
            <a:ext cx="546380" cy="744592"/>
          </a:xfrm>
          <a:custGeom>
            <a:avLst/>
            <a:gdLst/>
            <a:ahLst/>
            <a:cxnLst/>
            <a:rect r="r" b="b" t="t" l="l"/>
            <a:pathLst>
              <a:path w="366104" h="498916" stroke="true" fill="norm" extrusionOk="true">
                <a:moveTo>
                  <a:pt x="218756" y="498130"/>
                </a:moveTo>
                <a:lnTo>
                  <a:pt x="13873" y="434693"/>
                </a:lnTo>
                <a:cubicBezTo>
                  <a:pt x="3491" y="431445"/>
                  <a:pt x="-2339" y="420434"/>
                  <a:pt x="824" y="410023"/>
                </a:cubicBezTo>
                <a:lnTo>
                  <a:pt x="123506" y="13878"/>
                </a:lnTo>
                <a:cubicBezTo>
                  <a:pt x="126706" y="3468"/>
                  <a:pt x="137736" y="-2381"/>
                  <a:pt x="148137" y="820"/>
                </a:cubicBezTo>
                <a:cubicBezTo>
                  <a:pt x="148157" y="820"/>
                  <a:pt x="148166" y="829"/>
                  <a:pt x="148176" y="829"/>
                </a:cubicBezTo>
                <a:lnTo>
                  <a:pt x="352106" y="63885"/>
                </a:lnTo>
                <a:cubicBezTo>
                  <a:pt x="362517" y="67066"/>
                  <a:pt x="368384" y="78087"/>
                  <a:pt x="365203" y="88507"/>
                </a:cubicBezTo>
                <a:cubicBezTo>
                  <a:pt x="365184" y="88555"/>
                  <a:pt x="365174" y="88602"/>
                  <a:pt x="365155" y="88650"/>
                </a:cubicBezTo>
                <a:lnTo>
                  <a:pt x="242949" y="485080"/>
                </a:lnTo>
                <a:cubicBezTo>
                  <a:pt x="239701" y="495224"/>
                  <a:pt x="229014" y="500987"/>
                  <a:pt x="218756" y="498130"/>
                </a:cubicBezTo>
                <a:close/>
                <a:moveTo>
                  <a:pt x="146747" y="4449"/>
                </a:moveTo>
                <a:cubicBezTo>
                  <a:pt x="138422" y="1810"/>
                  <a:pt x="129535" y="6420"/>
                  <a:pt x="126897" y="14745"/>
                </a:cubicBezTo>
                <a:cubicBezTo>
                  <a:pt x="126878" y="14802"/>
                  <a:pt x="126859" y="14869"/>
                  <a:pt x="126840" y="14926"/>
                </a:cubicBezTo>
                <a:lnTo>
                  <a:pt x="4443" y="411357"/>
                </a:lnTo>
                <a:cubicBezTo>
                  <a:pt x="1900" y="419796"/>
                  <a:pt x="6615" y="428711"/>
                  <a:pt x="15016" y="431359"/>
                </a:cubicBezTo>
                <a:lnTo>
                  <a:pt x="219708" y="494510"/>
                </a:lnTo>
                <a:cubicBezTo>
                  <a:pt x="228147" y="497053"/>
                  <a:pt x="237063" y="492338"/>
                  <a:pt x="239711" y="483937"/>
                </a:cubicBezTo>
                <a:lnTo>
                  <a:pt x="361631" y="87507"/>
                </a:lnTo>
                <a:cubicBezTo>
                  <a:pt x="364269" y="79182"/>
                  <a:pt x="359659" y="70295"/>
                  <a:pt x="351334" y="67657"/>
                </a:cubicBezTo>
                <a:cubicBezTo>
                  <a:pt x="351277" y="67638"/>
                  <a:pt x="351211" y="67619"/>
                  <a:pt x="351153" y="67600"/>
                </a:cubicBezTo>
                <a:close/>
              </a:path>
            </a:pathLst>
          </a:custGeom>
          <a:solidFill>
            <a:srgbClr val="1B0202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6" id="6"/>
          <p:cNvSpPr/>
          <p:nvPr/>
        </p:nvSpPr>
        <p:spPr>
          <a:xfrm rot="1028401">
            <a:off x="8828099" y="2230713"/>
            <a:ext cx="59561" cy="8386"/>
          </a:xfrm>
          <a:custGeom>
            <a:avLst/>
            <a:gdLst/>
            <a:ahLst/>
            <a:cxnLst/>
            <a:rect r="r" b="b" t="t" l="l"/>
            <a:pathLst>
              <a:path w="39909" h="5619" stroke="true" fill="norm" extrusionOk="true">
                <a:moveTo>
                  <a:pt x="-36" y="-56"/>
                </a:moveTo>
                <a:lnTo>
                  <a:pt x="39874" y="-56"/>
                </a:lnTo>
                <a:lnTo>
                  <a:pt x="39874" y="5564"/>
                </a:lnTo>
                <a:lnTo>
                  <a:pt x="-36" y="5564"/>
                </a:lnTo>
                <a:close/>
              </a:path>
            </a:pathLst>
          </a:custGeom>
          <a:solidFill>
            <a:srgbClr val="1B0202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7" id="7"/>
          <p:cNvSpPr/>
          <p:nvPr/>
        </p:nvSpPr>
        <p:spPr>
          <a:xfrm>
            <a:off x="10400087" y="2841568"/>
            <a:ext cx="676315" cy="951295"/>
          </a:xfrm>
          <a:custGeom>
            <a:avLst/>
            <a:gdLst/>
            <a:ahLst/>
            <a:cxnLst/>
            <a:rect r="r" b="b" t="t" l="l"/>
            <a:pathLst>
              <a:path w="453167" h="637418" stroke="true" fill="norm" extrusionOk="true">
                <a:moveTo>
                  <a:pt x="23586" y="298932"/>
                </a:moveTo>
                <a:cubicBezTo>
                  <a:pt x="26253" y="294170"/>
                  <a:pt x="29968" y="289407"/>
                  <a:pt x="35302" y="289407"/>
                </a:cubicBezTo>
                <a:cubicBezTo>
                  <a:pt x="40645" y="289931"/>
                  <a:pt x="45446" y="292922"/>
                  <a:pt x="48256" y="297504"/>
                </a:cubicBezTo>
                <a:cubicBezTo>
                  <a:pt x="62781" y="315515"/>
                  <a:pt x="72602" y="336861"/>
                  <a:pt x="76831" y="359607"/>
                </a:cubicBezTo>
                <a:cubicBezTo>
                  <a:pt x="80545" y="280644"/>
                  <a:pt x="86356" y="196443"/>
                  <a:pt x="133028" y="132912"/>
                </a:cubicBezTo>
                <a:cubicBezTo>
                  <a:pt x="138524" y="124425"/>
                  <a:pt x="146135" y="117529"/>
                  <a:pt x="155126" y="112909"/>
                </a:cubicBezTo>
                <a:cubicBezTo>
                  <a:pt x="164356" y="108337"/>
                  <a:pt x="175462" y="110014"/>
                  <a:pt x="182939" y="117100"/>
                </a:cubicBezTo>
                <a:cubicBezTo>
                  <a:pt x="188102" y="124758"/>
                  <a:pt x="190302" y="134036"/>
                  <a:pt x="189130" y="143199"/>
                </a:cubicBezTo>
                <a:cubicBezTo>
                  <a:pt x="189130" y="169583"/>
                  <a:pt x="188464" y="196062"/>
                  <a:pt x="188083" y="222542"/>
                </a:cubicBezTo>
                <a:cubicBezTo>
                  <a:pt x="188083" y="197967"/>
                  <a:pt x="214181" y="160058"/>
                  <a:pt x="226183" y="139103"/>
                </a:cubicBezTo>
                <a:cubicBezTo>
                  <a:pt x="241575" y="111195"/>
                  <a:pt x="260454" y="85363"/>
                  <a:pt x="282380" y="62236"/>
                </a:cubicBezTo>
                <a:cubicBezTo>
                  <a:pt x="305431" y="38328"/>
                  <a:pt x="392680" y="-38443"/>
                  <a:pt x="416492" y="23660"/>
                </a:cubicBezTo>
                <a:cubicBezTo>
                  <a:pt x="423160" y="40995"/>
                  <a:pt x="418683" y="60426"/>
                  <a:pt x="412873" y="78048"/>
                </a:cubicBezTo>
                <a:cubicBezTo>
                  <a:pt x="397680" y="123949"/>
                  <a:pt x="374068" y="166621"/>
                  <a:pt x="343245" y="203873"/>
                </a:cubicBezTo>
                <a:cubicBezTo>
                  <a:pt x="359628" y="188157"/>
                  <a:pt x="378011" y="172536"/>
                  <a:pt x="400395" y="168726"/>
                </a:cubicBezTo>
                <a:cubicBezTo>
                  <a:pt x="422779" y="164916"/>
                  <a:pt x="449544" y="177679"/>
                  <a:pt x="452782" y="200158"/>
                </a:cubicBezTo>
                <a:cubicBezTo>
                  <a:pt x="455068" y="215874"/>
                  <a:pt x="445734" y="230829"/>
                  <a:pt x="436304" y="243592"/>
                </a:cubicBezTo>
                <a:cubicBezTo>
                  <a:pt x="398680" y="294246"/>
                  <a:pt x="352798" y="338194"/>
                  <a:pt x="300573" y="373608"/>
                </a:cubicBezTo>
                <a:cubicBezTo>
                  <a:pt x="327510" y="358092"/>
                  <a:pt x="357390" y="348358"/>
                  <a:pt x="388298" y="345033"/>
                </a:cubicBezTo>
                <a:cubicBezTo>
                  <a:pt x="395785" y="343500"/>
                  <a:pt x="403586" y="344852"/>
                  <a:pt x="410110" y="348843"/>
                </a:cubicBezTo>
                <a:cubicBezTo>
                  <a:pt x="416607" y="354939"/>
                  <a:pt x="418654" y="364417"/>
                  <a:pt x="415254" y="372656"/>
                </a:cubicBezTo>
                <a:cubicBezTo>
                  <a:pt x="411844" y="380666"/>
                  <a:pt x="406701" y="387820"/>
                  <a:pt x="400205" y="393611"/>
                </a:cubicBezTo>
                <a:cubicBezTo>
                  <a:pt x="349912" y="444741"/>
                  <a:pt x="292096" y="487889"/>
                  <a:pt x="228754" y="521532"/>
                </a:cubicBezTo>
                <a:cubicBezTo>
                  <a:pt x="250872" y="510835"/>
                  <a:pt x="275256" y="505673"/>
                  <a:pt x="299811" y="506482"/>
                </a:cubicBezTo>
                <a:cubicBezTo>
                  <a:pt x="304431" y="506082"/>
                  <a:pt x="309012" y="507682"/>
                  <a:pt x="312384" y="510864"/>
                </a:cubicBezTo>
                <a:cubicBezTo>
                  <a:pt x="317528" y="517245"/>
                  <a:pt x="311527" y="526294"/>
                  <a:pt x="305621" y="532009"/>
                </a:cubicBezTo>
                <a:cubicBezTo>
                  <a:pt x="251452" y="584101"/>
                  <a:pt x="183663" y="619820"/>
                  <a:pt x="110073" y="635070"/>
                </a:cubicBezTo>
                <a:cubicBezTo>
                  <a:pt x="100434" y="638127"/>
                  <a:pt x="90090" y="638127"/>
                  <a:pt x="80450" y="635070"/>
                </a:cubicBezTo>
                <a:cubicBezTo>
                  <a:pt x="69668" y="628602"/>
                  <a:pt x="61581" y="618449"/>
                  <a:pt x="57685" y="606495"/>
                </a:cubicBezTo>
                <a:cubicBezTo>
                  <a:pt x="35302" y="558203"/>
                  <a:pt x="14156" y="508768"/>
                  <a:pt x="4822" y="456381"/>
                </a:cubicBezTo>
                <a:cubicBezTo>
                  <a:pt x="-4513" y="403993"/>
                  <a:pt x="-1370" y="347986"/>
                  <a:pt x="22824" y="300647"/>
                </a:cubicBezTo>
                <a:cubicBezTo>
                  <a:pt x="23110" y="299980"/>
                  <a:pt x="23300" y="299504"/>
                  <a:pt x="23586" y="298932"/>
                </a:cubicBezTo>
                <a:close/>
              </a:path>
            </a:pathLst>
          </a:custGeom>
          <a:solidFill>
            <a:srgbClr val="8DDBBF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8" id="8"/>
          <p:cNvSpPr/>
          <p:nvPr/>
        </p:nvSpPr>
        <p:spPr>
          <a:xfrm>
            <a:off x="10446178" y="3921309"/>
            <a:ext cx="680256" cy="368035"/>
          </a:xfrm>
          <a:custGeom>
            <a:avLst/>
            <a:gdLst/>
            <a:ahLst/>
            <a:cxnLst/>
            <a:rect r="r" b="b" t="t" l="l"/>
            <a:pathLst>
              <a:path w="455808" h="246603" stroke="true" fill="norm" extrusionOk="true">
                <a:moveTo>
                  <a:pt x="162628" y="2264"/>
                </a:moveTo>
                <a:cubicBezTo>
                  <a:pt x="161037" y="26886"/>
                  <a:pt x="149854" y="49899"/>
                  <a:pt x="131481" y="66367"/>
                </a:cubicBezTo>
                <a:cubicBezTo>
                  <a:pt x="173486" y="37792"/>
                  <a:pt x="217206" y="7598"/>
                  <a:pt x="267974" y="359"/>
                </a:cubicBezTo>
                <a:cubicBezTo>
                  <a:pt x="274642" y="-594"/>
                  <a:pt x="282928" y="-308"/>
                  <a:pt x="286071" y="5598"/>
                </a:cubicBezTo>
                <a:cubicBezTo>
                  <a:pt x="287795" y="10408"/>
                  <a:pt x="287233" y="15732"/>
                  <a:pt x="284547" y="20076"/>
                </a:cubicBezTo>
                <a:cubicBezTo>
                  <a:pt x="274384" y="42012"/>
                  <a:pt x="258973" y="61119"/>
                  <a:pt x="239685" y="75702"/>
                </a:cubicBezTo>
                <a:cubicBezTo>
                  <a:pt x="294796" y="46946"/>
                  <a:pt x="357366" y="35678"/>
                  <a:pt x="419040" y="43412"/>
                </a:cubicBezTo>
                <a:cubicBezTo>
                  <a:pt x="433899" y="45317"/>
                  <a:pt x="451521" y="50842"/>
                  <a:pt x="455140" y="65415"/>
                </a:cubicBezTo>
                <a:cubicBezTo>
                  <a:pt x="459236" y="81702"/>
                  <a:pt x="442662" y="95418"/>
                  <a:pt x="427708" y="103515"/>
                </a:cubicBezTo>
                <a:cubicBezTo>
                  <a:pt x="385084" y="125136"/>
                  <a:pt x="337964" y="136395"/>
                  <a:pt x="290167" y="136376"/>
                </a:cubicBezTo>
                <a:cubicBezTo>
                  <a:pt x="314818" y="136081"/>
                  <a:pt x="339402" y="138957"/>
                  <a:pt x="363319" y="144949"/>
                </a:cubicBezTo>
                <a:cubicBezTo>
                  <a:pt x="377321" y="148473"/>
                  <a:pt x="394276" y="158284"/>
                  <a:pt x="391037" y="172381"/>
                </a:cubicBezTo>
                <a:cubicBezTo>
                  <a:pt x="388846" y="181906"/>
                  <a:pt x="378464" y="186477"/>
                  <a:pt x="369129" y="189049"/>
                </a:cubicBezTo>
                <a:cubicBezTo>
                  <a:pt x="318266" y="202670"/>
                  <a:pt x="264354" y="189049"/>
                  <a:pt x="213777" y="174952"/>
                </a:cubicBezTo>
                <a:cubicBezTo>
                  <a:pt x="224254" y="184477"/>
                  <a:pt x="238732" y="187144"/>
                  <a:pt x="251305" y="193240"/>
                </a:cubicBezTo>
                <a:cubicBezTo>
                  <a:pt x="263878" y="199336"/>
                  <a:pt x="275880" y="212290"/>
                  <a:pt x="272546" y="225720"/>
                </a:cubicBezTo>
                <a:cubicBezTo>
                  <a:pt x="269212" y="239151"/>
                  <a:pt x="252258" y="244770"/>
                  <a:pt x="237970" y="246294"/>
                </a:cubicBezTo>
                <a:cubicBezTo>
                  <a:pt x="200594" y="247980"/>
                  <a:pt x="163323" y="241237"/>
                  <a:pt x="128909" y="226578"/>
                </a:cubicBezTo>
                <a:cubicBezTo>
                  <a:pt x="111192" y="219815"/>
                  <a:pt x="93857" y="212004"/>
                  <a:pt x="76617" y="204003"/>
                </a:cubicBezTo>
                <a:cubicBezTo>
                  <a:pt x="56452" y="196326"/>
                  <a:pt x="38098" y="184553"/>
                  <a:pt x="22705" y="169428"/>
                </a:cubicBezTo>
                <a:cubicBezTo>
                  <a:pt x="5941" y="150378"/>
                  <a:pt x="-5870" y="123517"/>
                  <a:pt x="2988" y="98752"/>
                </a:cubicBezTo>
                <a:cubicBezTo>
                  <a:pt x="11847" y="73987"/>
                  <a:pt x="33754" y="57700"/>
                  <a:pt x="53661" y="43412"/>
                </a:cubicBezTo>
                <a:cubicBezTo>
                  <a:pt x="82236" y="23219"/>
                  <a:pt x="112812" y="2550"/>
                  <a:pt x="148911" y="1978"/>
                </a:cubicBezTo>
                <a:cubicBezTo>
                  <a:pt x="153483" y="1788"/>
                  <a:pt x="158065" y="1883"/>
                  <a:pt x="162628" y="2264"/>
                </a:cubicBezTo>
                <a:close/>
              </a:path>
            </a:pathLst>
          </a:custGeom>
          <a:solidFill>
            <a:srgbClr val="8DDBBF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9" id="9"/>
          <p:cNvSpPr/>
          <p:nvPr/>
        </p:nvSpPr>
        <p:spPr>
          <a:xfrm>
            <a:off x="10865444" y="3646736"/>
            <a:ext cx="550607" cy="212900"/>
          </a:xfrm>
          <a:custGeom>
            <a:avLst/>
            <a:gdLst/>
            <a:ahLst/>
            <a:cxnLst/>
            <a:rect r="r" b="b" t="t" l="l"/>
            <a:pathLst>
              <a:path w="368936" h="142654" stroke="true" fill="norm" extrusionOk="true">
                <a:moveTo>
                  <a:pt x="103820" y="41462"/>
                </a:moveTo>
                <a:cubicBezTo>
                  <a:pt x="160970" y="20221"/>
                  <a:pt x="219168" y="-544"/>
                  <a:pt x="279842" y="28"/>
                </a:cubicBezTo>
                <a:cubicBezTo>
                  <a:pt x="307065" y="-886"/>
                  <a:pt x="334020" y="5705"/>
                  <a:pt x="357756" y="19078"/>
                </a:cubicBezTo>
                <a:cubicBezTo>
                  <a:pt x="362529" y="21459"/>
                  <a:pt x="366282" y="25488"/>
                  <a:pt x="368329" y="30413"/>
                </a:cubicBezTo>
                <a:cubicBezTo>
                  <a:pt x="371568" y="41081"/>
                  <a:pt x="360424" y="50225"/>
                  <a:pt x="350422" y="54892"/>
                </a:cubicBezTo>
                <a:cubicBezTo>
                  <a:pt x="308141" y="74580"/>
                  <a:pt x="260078" y="77971"/>
                  <a:pt x="215453" y="64417"/>
                </a:cubicBezTo>
                <a:cubicBezTo>
                  <a:pt x="227169" y="70132"/>
                  <a:pt x="240885" y="70418"/>
                  <a:pt x="253553" y="74799"/>
                </a:cubicBezTo>
                <a:cubicBezTo>
                  <a:pt x="266221" y="79181"/>
                  <a:pt x="277937" y="90706"/>
                  <a:pt x="275270" y="103374"/>
                </a:cubicBezTo>
                <a:cubicBezTo>
                  <a:pt x="272127" y="118138"/>
                  <a:pt x="253363" y="122424"/>
                  <a:pt x="238218" y="122996"/>
                </a:cubicBezTo>
                <a:cubicBezTo>
                  <a:pt x="195775" y="124491"/>
                  <a:pt x="153369" y="119214"/>
                  <a:pt x="112583" y="107375"/>
                </a:cubicBezTo>
                <a:cubicBezTo>
                  <a:pt x="120631" y="107127"/>
                  <a:pt x="128585" y="109137"/>
                  <a:pt x="135538" y="113185"/>
                </a:cubicBezTo>
                <a:cubicBezTo>
                  <a:pt x="142501" y="117633"/>
                  <a:pt x="144530" y="126882"/>
                  <a:pt x="140091" y="133835"/>
                </a:cubicBezTo>
                <a:cubicBezTo>
                  <a:pt x="140063" y="133873"/>
                  <a:pt x="140044" y="133911"/>
                  <a:pt x="140015" y="133949"/>
                </a:cubicBezTo>
                <a:cubicBezTo>
                  <a:pt x="136539" y="137226"/>
                  <a:pt x="132024" y="139188"/>
                  <a:pt x="127251" y="139474"/>
                </a:cubicBezTo>
                <a:cubicBezTo>
                  <a:pt x="108802" y="142427"/>
                  <a:pt x="90076" y="143293"/>
                  <a:pt x="71435" y="142046"/>
                </a:cubicBezTo>
                <a:cubicBezTo>
                  <a:pt x="52909" y="141893"/>
                  <a:pt x="34573" y="138340"/>
                  <a:pt x="17333" y="131568"/>
                </a:cubicBezTo>
                <a:cubicBezTo>
                  <a:pt x="4998" y="125167"/>
                  <a:pt x="-1841" y="111575"/>
                  <a:pt x="378" y="97850"/>
                </a:cubicBezTo>
                <a:cubicBezTo>
                  <a:pt x="3141" y="80038"/>
                  <a:pt x="17524" y="74323"/>
                  <a:pt x="32573" y="68513"/>
                </a:cubicBezTo>
                <a:cubicBezTo>
                  <a:pt x="56195" y="59369"/>
                  <a:pt x="79941" y="50348"/>
                  <a:pt x="103820" y="41462"/>
                </a:cubicBezTo>
                <a:close/>
              </a:path>
            </a:pathLst>
          </a:custGeom>
          <a:solidFill>
            <a:srgbClr val="8DDBBF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10" id="10"/>
          <p:cNvSpPr/>
          <p:nvPr/>
        </p:nvSpPr>
        <p:spPr>
          <a:xfrm>
            <a:off x="10036339" y="3074644"/>
            <a:ext cx="292140" cy="740600"/>
          </a:xfrm>
          <a:custGeom>
            <a:avLst/>
            <a:gdLst/>
            <a:ahLst/>
            <a:cxnLst/>
            <a:rect r="r" b="b" t="t" l="l"/>
            <a:pathLst>
              <a:path w="195749" h="496241" stroke="true" fill="norm" extrusionOk="true">
                <a:moveTo>
                  <a:pt x="189973" y="252582"/>
                </a:moveTo>
                <a:cubicBezTo>
                  <a:pt x="186449" y="178764"/>
                  <a:pt x="179876" y="102373"/>
                  <a:pt x="144062" y="37794"/>
                </a:cubicBezTo>
                <a:cubicBezTo>
                  <a:pt x="137519" y="23916"/>
                  <a:pt x="127051" y="12267"/>
                  <a:pt x="113963" y="4266"/>
                </a:cubicBezTo>
                <a:cubicBezTo>
                  <a:pt x="100276" y="-3488"/>
                  <a:pt x="83026" y="-592"/>
                  <a:pt x="72625" y="11219"/>
                </a:cubicBezTo>
                <a:cubicBezTo>
                  <a:pt x="67929" y="18829"/>
                  <a:pt x="65786" y="27735"/>
                  <a:pt x="66529" y="36651"/>
                </a:cubicBezTo>
                <a:cubicBezTo>
                  <a:pt x="67291" y="77608"/>
                  <a:pt x="87960" y="115137"/>
                  <a:pt x="108534" y="150951"/>
                </a:cubicBezTo>
                <a:cubicBezTo>
                  <a:pt x="94170" y="127595"/>
                  <a:pt x="72463" y="109679"/>
                  <a:pt x="46812" y="99992"/>
                </a:cubicBezTo>
                <a:cubicBezTo>
                  <a:pt x="41983" y="97801"/>
                  <a:pt x="36620" y="97077"/>
                  <a:pt x="31382" y="97896"/>
                </a:cubicBezTo>
                <a:cubicBezTo>
                  <a:pt x="22657" y="101506"/>
                  <a:pt x="16761" y="109803"/>
                  <a:pt x="16237" y="119232"/>
                </a:cubicBezTo>
                <a:cubicBezTo>
                  <a:pt x="10808" y="151046"/>
                  <a:pt x="28429" y="182383"/>
                  <a:pt x="49289" y="206958"/>
                </a:cubicBezTo>
                <a:cubicBezTo>
                  <a:pt x="70148" y="231532"/>
                  <a:pt x="95390" y="253344"/>
                  <a:pt x="110249" y="282015"/>
                </a:cubicBezTo>
                <a:cubicBezTo>
                  <a:pt x="91199" y="268203"/>
                  <a:pt x="71006" y="253440"/>
                  <a:pt x="47669" y="252487"/>
                </a:cubicBezTo>
                <a:cubicBezTo>
                  <a:pt x="24333" y="251535"/>
                  <a:pt x="-1670" y="269061"/>
                  <a:pt x="44" y="292397"/>
                </a:cubicBezTo>
                <a:cubicBezTo>
                  <a:pt x="1883" y="303351"/>
                  <a:pt x="7274" y="313390"/>
                  <a:pt x="15380" y="320972"/>
                </a:cubicBezTo>
                <a:cubicBezTo>
                  <a:pt x="41669" y="349547"/>
                  <a:pt x="77864" y="365549"/>
                  <a:pt x="113106" y="381170"/>
                </a:cubicBezTo>
                <a:cubicBezTo>
                  <a:pt x="100676" y="378998"/>
                  <a:pt x="87932" y="379427"/>
                  <a:pt x="75673" y="382408"/>
                </a:cubicBezTo>
                <a:cubicBezTo>
                  <a:pt x="63186" y="385742"/>
                  <a:pt x="53985" y="396343"/>
                  <a:pt x="52432" y="409173"/>
                </a:cubicBezTo>
                <a:cubicBezTo>
                  <a:pt x="52432" y="422318"/>
                  <a:pt x="62624" y="432891"/>
                  <a:pt x="72720" y="441273"/>
                </a:cubicBezTo>
                <a:cubicBezTo>
                  <a:pt x="92265" y="457456"/>
                  <a:pt x="113277" y="471772"/>
                  <a:pt x="135490" y="484040"/>
                </a:cubicBezTo>
                <a:cubicBezTo>
                  <a:pt x="151111" y="492708"/>
                  <a:pt x="171208" y="504519"/>
                  <a:pt x="185877" y="487564"/>
                </a:cubicBezTo>
                <a:cubicBezTo>
                  <a:pt x="200546" y="470610"/>
                  <a:pt x="194545" y="443654"/>
                  <a:pt x="194259" y="424032"/>
                </a:cubicBezTo>
                <a:cubicBezTo>
                  <a:pt x="194259" y="397267"/>
                  <a:pt x="193402" y="370407"/>
                  <a:pt x="192735" y="343641"/>
                </a:cubicBezTo>
                <a:cubicBezTo>
                  <a:pt x="192164" y="313161"/>
                  <a:pt x="191240" y="282805"/>
                  <a:pt x="189973" y="252582"/>
                </a:cubicBezTo>
                <a:close/>
              </a:path>
            </a:pathLst>
          </a:custGeom>
          <a:solidFill>
            <a:srgbClr val="8DDBBF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11" id="11"/>
          <p:cNvSpPr/>
          <p:nvPr/>
        </p:nvSpPr>
        <p:spPr>
          <a:xfrm>
            <a:off x="9418809" y="4048975"/>
            <a:ext cx="1611038" cy="673456"/>
          </a:xfrm>
          <a:custGeom>
            <a:avLst/>
            <a:gdLst/>
            <a:ahLst/>
            <a:cxnLst/>
            <a:rect r="r" b="b" t="t" l="l"/>
            <a:pathLst>
              <a:path w="1079481" h="451251" stroke="true" fill="norm" extrusionOk="true">
                <a:moveTo>
                  <a:pt x="2438" y="451074"/>
                </a:moveTo>
                <a:cubicBezTo>
                  <a:pt x="1857" y="450883"/>
                  <a:pt x="1333" y="450559"/>
                  <a:pt x="914" y="450121"/>
                </a:cubicBezTo>
                <a:cubicBezTo>
                  <a:pt x="-353" y="448826"/>
                  <a:pt x="-353" y="446749"/>
                  <a:pt x="914" y="445454"/>
                </a:cubicBezTo>
                <a:cubicBezTo>
                  <a:pt x="147999" y="318600"/>
                  <a:pt x="309390" y="209367"/>
                  <a:pt x="481831" y="119985"/>
                </a:cubicBezTo>
                <a:cubicBezTo>
                  <a:pt x="537457" y="91410"/>
                  <a:pt x="597941" y="62263"/>
                  <a:pt x="662806" y="46642"/>
                </a:cubicBezTo>
                <a:cubicBezTo>
                  <a:pt x="705564" y="37355"/>
                  <a:pt x="748912" y="30983"/>
                  <a:pt x="792536" y="27592"/>
                </a:cubicBezTo>
                <a:lnTo>
                  <a:pt x="1075905" y="-30"/>
                </a:lnTo>
                <a:cubicBezTo>
                  <a:pt x="1077630" y="-249"/>
                  <a:pt x="1079201" y="970"/>
                  <a:pt x="1079420" y="2694"/>
                </a:cubicBezTo>
                <a:cubicBezTo>
                  <a:pt x="1079420" y="2741"/>
                  <a:pt x="1079429" y="2780"/>
                  <a:pt x="1079429" y="2827"/>
                </a:cubicBezTo>
                <a:cubicBezTo>
                  <a:pt x="1079601" y="4608"/>
                  <a:pt x="1078344" y="6199"/>
                  <a:pt x="1076572" y="6447"/>
                </a:cubicBezTo>
                <a:lnTo>
                  <a:pt x="793679" y="34926"/>
                </a:lnTo>
                <a:cubicBezTo>
                  <a:pt x="750350" y="38193"/>
                  <a:pt x="707297" y="44404"/>
                  <a:pt x="664806" y="53500"/>
                </a:cubicBezTo>
                <a:cubicBezTo>
                  <a:pt x="600227" y="68931"/>
                  <a:pt x="540219" y="97601"/>
                  <a:pt x="484974" y="126271"/>
                </a:cubicBezTo>
                <a:cubicBezTo>
                  <a:pt x="313134" y="215330"/>
                  <a:pt x="152247" y="324105"/>
                  <a:pt x="5581" y="450407"/>
                </a:cubicBezTo>
                <a:cubicBezTo>
                  <a:pt x="4705" y="451121"/>
                  <a:pt x="3533" y="451369"/>
                  <a:pt x="2438" y="451074"/>
                </a:cubicBezTo>
                <a:close/>
              </a:path>
            </a:pathLst>
          </a:custGeom>
          <a:solidFill>
            <a:srgbClr val="1C0102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12" id="12"/>
          <p:cNvSpPr/>
          <p:nvPr/>
        </p:nvSpPr>
        <p:spPr>
          <a:xfrm>
            <a:off x="9377524" y="3639082"/>
            <a:ext cx="1886690" cy="1042525"/>
          </a:xfrm>
          <a:custGeom>
            <a:avLst/>
            <a:gdLst/>
            <a:ahLst/>
            <a:cxnLst/>
            <a:rect r="r" b="b" t="t" l="l"/>
            <a:pathLst>
              <a:path w="1264182" h="698547" stroke="true" fill="norm" extrusionOk="true">
                <a:moveTo>
                  <a:pt x="2478" y="698386"/>
                </a:moveTo>
                <a:cubicBezTo>
                  <a:pt x="1868" y="698262"/>
                  <a:pt x="1335" y="697919"/>
                  <a:pt x="954" y="697434"/>
                </a:cubicBezTo>
                <a:cubicBezTo>
                  <a:pt x="-332" y="696195"/>
                  <a:pt x="-370" y="694148"/>
                  <a:pt x="868" y="692852"/>
                </a:cubicBezTo>
                <a:cubicBezTo>
                  <a:pt x="897" y="692824"/>
                  <a:pt x="925" y="692795"/>
                  <a:pt x="954" y="692767"/>
                </a:cubicBezTo>
                <a:cubicBezTo>
                  <a:pt x="166308" y="551816"/>
                  <a:pt x="338777" y="419427"/>
                  <a:pt x="517685" y="296145"/>
                </a:cubicBezTo>
                <a:cubicBezTo>
                  <a:pt x="579597" y="253473"/>
                  <a:pt x="646177" y="208992"/>
                  <a:pt x="719234" y="175368"/>
                </a:cubicBezTo>
                <a:cubicBezTo>
                  <a:pt x="763716" y="154985"/>
                  <a:pt x="810674" y="138602"/>
                  <a:pt x="856013" y="122790"/>
                </a:cubicBezTo>
                <a:cubicBezTo>
                  <a:pt x="986886" y="77261"/>
                  <a:pt x="1122237" y="30207"/>
                  <a:pt x="1260159" y="13"/>
                </a:cubicBezTo>
                <a:cubicBezTo>
                  <a:pt x="1261912" y="-349"/>
                  <a:pt x="1263635" y="747"/>
                  <a:pt x="1264064" y="2490"/>
                </a:cubicBezTo>
                <a:cubicBezTo>
                  <a:pt x="1264464" y="4233"/>
                  <a:pt x="1263368" y="5966"/>
                  <a:pt x="1261626" y="6366"/>
                </a:cubicBezTo>
                <a:cubicBezTo>
                  <a:pt x="1261578" y="6376"/>
                  <a:pt x="1261540" y="6385"/>
                  <a:pt x="1261492" y="6395"/>
                </a:cubicBezTo>
                <a:cubicBezTo>
                  <a:pt x="1124047" y="36494"/>
                  <a:pt x="988887" y="83547"/>
                  <a:pt x="858204" y="128982"/>
                </a:cubicBezTo>
                <a:cubicBezTo>
                  <a:pt x="812960" y="144793"/>
                  <a:pt x="766192" y="161081"/>
                  <a:pt x="721996" y="181369"/>
                </a:cubicBezTo>
                <a:cubicBezTo>
                  <a:pt x="649416" y="214707"/>
                  <a:pt x="583122" y="258998"/>
                  <a:pt x="521400" y="301479"/>
                </a:cubicBezTo>
                <a:cubicBezTo>
                  <a:pt x="342663" y="424695"/>
                  <a:pt x="170356" y="556978"/>
                  <a:pt x="5145" y="697815"/>
                </a:cubicBezTo>
                <a:cubicBezTo>
                  <a:pt x="4402" y="698424"/>
                  <a:pt x="3411" y="698643"/>
                  <a:pt x="2478" y="698386"/>
                </a:cubicBezTo>
                <a:close/>
              </a:path>
            </a:pathLst>
          </a:custGeom>
          <a:solidFill>
            <a:srgbClr val="1C0102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13" id="13"/>
          <p:cNvSpPr/>
          <p:nvPr/>
        </p:nvSpPr>
        <p:spPr>
          <a:xfrm>
            <a:off x="9317890" y="3199869"/>
            <a:ext cx="1013429" cy="1422535"/>
          </a:xfrm>
          <a:custGeom>
            <a:avLst/>
            <a:gdLst/>
            <a:ahLst/>
            <a:cxnLst/>
            <a:rect r="r" b="b" t="t" l="l"/>
            <a:pathLst>
              <a:path w="679051" h="953174" stroke="true" fill="norm" extrusionOk="true">
                <a:moveTo>
                  <a:pt x="2431" y="952963"/>
                </a:moveTo>
                <a:cubicBezTo>
                  <a:pt x="1821" y="952801"/>
                  <a:pt x="1278" y="952430"/>
                  <a:pt x="907" y="951915"/>
                </a:cubicBezTo>
                <a:cubicBezTo>
                  <a:pt x="-351" y="950649"/>
                  <a:pt x="-351" y="948610"/>
                  <a:pt x="907" y="947343"/>
                </a:cubicBezTo>
                <a:cubicBezTo>
                  <a:pt x="91013" y="871143"/>
                  <a:pt x="185692" y="797324"/>
                  <a:pt x="282370" y="729221"/>
                </a:cubicBezTo>
                <a:cubicBezTo>
                  <a:pt x="303135" y="714648"/>
                  <a:pt x="323995" y="700646"/>
                  <a:pt x="344854" y="685882"/>
                </a:cubicBezTo>
                <a:cubicBezTo>
                  <a:pt x="438295" y="621398"/>
                  <a:pt x="534878" y="554723"/>
                  <a:pt x="614602" y="472046"/>
                </a:cubicBezTo>
                <a:cubicBezTo>
                  <a:pt x="633290" y="454329"/>
                  <a:pt x="648588" y="433346"/>
                  <a:pt x="659751" y="410133"/>
                </a:cubicBezTo>
                <a:cubicBezTo>
                  <a:pt x="670705" y="383749"/>
                  <a:pt x="671752" y="354888"/>
                  <a:pt x="671943" y="325075"/>
                </a:cubicBezTo>
                <a:cubicBezTo>
                  <a:pt x="672743" y="217376"/>
                  <a:pt x="663618" y="109829"/>
                  <a:pt x="644701" y="3797"/>
                </a:cubicBezTo>
                <a:cubicBezTo>
                  <a:pt x="644358" y="2044"/>
                  <a:pt x="645511" y="339"/>
                  <a:pt x="647273" y="6"/>
                </a:cubicBezTo>
                <a:cubicBezTo>
                  <a:pt x="647302" y="-4"/>
                  <a:pt x="647340" y="-4"/>
                  <a:pt x="647368" y="-13"/>
                </a:cubicBezTo>
                <a:cubicBezTo>
                  <a:pt x="649150" y="-299"/>
                  <a:pt x="650845" y="882"/>
                  <a:pt x="651178" y="2654"/>
                </a:cubicBezTo>
                <a:cubicBezTo>
                  <a:pt x="670248" y="109086"/>
                  <a:pt x="679553" y="217042"/>
                  <a:pt x="678991" y="325170"/>
                </a:cubicBezTo>
                <a:cubicBezTo>
                  <a:pt x="678991" y="354412"/>
                  <a:pt x="677658" y="385178"/>
                  <a:pt x="666228" y="412610"/>
                </a:cubicBezTo>
                <a:cubicBezTo>
                  <a:pt x="654826" y="436584"/>
                  <a:pt x="639101" y="458254"/>
                  <a:pt x="619841" y="476522"/>
                </a:cubicBezTo>
                <a:cubicBezTo>
                  <a:pt x="539641" y="559771"/>
                  <a:pt x="442771" y="626637"/>
                  <a:pt x="349045" y="691216"/>
                </a:cubicBezTo>
                <a:cubicBezTo>
                  <a:pt x="328186" y="705694"/>
                  <a:pt x="307326" y="719791"/>
                  <a:pt x="286657" y="734650"/>
                </a:cubicBezTo>
                <a:cubicBezTo>
                  <a:pt x="190073" y="802563"/>
                  <a:pt x="95490" y="875810"/>
                  <a:pt x="5574" y="952296"/>
                </a:cubicBezTo>
                <a:cubicBezTo>
                  <a:pt x="4717" y="953058"/>
                  <a:pt x="3526" y="953315"/>
                  <a:pt x="2431" y="952963"/>
                </a:cubicBezTo>
                <a:close/>
              </a:path>
            </a:pathLst>
          </a:custGeom>
          <a:solidFill>
            <a:srgbClr val="1C0102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14" id="14"/>
          <p:cNvSpPr/>
          <p:nvPr/>
        </p:nvSpPr>
        <p:spPr>
          <a:xfrm>
            <a:off x="9312773" y="2895272"/>
            <a:ext cx="1649989" cy="1769160"/>
          </a:xfrm>
          <a:custGeom>
            <a:avLst/>
            <a:gdLst/>
            <a:ahLst/>
            <a:cxnLst/>
            <a:rect r="r" b="b" t="t" l="l"/>
            <a:pathLst>
              <a:path w="1105580" h="1185431" stroke="true" fill="norm" extrusionOk="true">
                <a:moveTo>
                  <a:pt x="2145" y="1185158"/>
                </a:moveTo>
                <a:cubicBezTo>
                  <a:pt x="1659" y="1185062"/>
                  <a:pt x="1212" y="1184786"/>
                  <a:pt x="907" y="1184396"/>
                </a:cubicBezTo>
                <a:cubicBezTo>
                  <a:pt x="-351" y="1183129"/>
                  <a:pt x="-351" y="1181091"/>
                  <a:pt x="907" y="1179824"/>
                </a:cubicBezTo>
                <a:cubicBezTo>
                  <a:pt x="129494" y="1040378"/>
                  <a:pt x="295039" y="939889"/>
                  <a:pt x="455154" y="842639"/>
                </a:cubicBezTo>
                <a:cubicBezTo>
                  <a:pt x="522972" y="801491"/>
                  <a:pt x="593076" y="758914"/>
                  <a:pt x="659370" y="714051"/>
                </a:cubicBezTo>
                <a:cubicBezTo>
                  <a:pt x="730998" y="665474"/>
                  <a:pt x="803293" y="610133"/>
                  <a:pt x="847203" y="534124"/>
                </a:cubicBezTo>
                <a:cubicBezTo>
                  <a:pt x="865958" y="499186"/>
                  <a:pt x="881579" y="462658"/>
                  <a:pt x="893875" y="424967"/>
                </a:cubicBezTo>
                <a:cubicBezTo>
                  <a:pt x="895971" y="418967"/>
                  <a:pt x="898066" y="413061"/>
                  <a:pt x="900257" y="407156"/>
                </a:cubicBezTo>
                <a:cubicBezTo>
                  <a:pt x="951883" y="265157"/>
                  <a:pt x="1018691" y="129140"/>
                  <a:pt x="1099520" y="1486"/>
                </a:cubicBezTo>
                <a:cubicBezTo>
                  <a:pt x="1100454" y="-38"/>
                  <a:pt x="1102454" y="-514"/>
                  <a:pt x="1103978" y="429"/>
                </a:cubicBezTo>
                <a:cubicBezTo>
                  <a:pt x="1103988" y="429"/>
                  <a:pt x="1103988" y="438"/>
                  <a:pt x="1103997" y="438"/>
                </a:cubicBezTo>
                <a:cubicBezTo>
                  <a:pt x="1105540" y="1419"/>
                  <a:pt x="1106007" y="3458"/>
                  <a:pt x="1105045" y="5010"/>
                </a:cubicBezTo>
                <a:cubicBezTo>
                  <a:pt x="1024444" y="132274"/>
                  <a:pt x="957826" y="267872"/>
                  <a:pt x="906353" y="409442"/>
                </a:cubicBezTo>
                <a:cubicBezTo>
                  <a:pt x="904258" y="415347"/>
                  <a:pt x="902162" y="421253"/>
                  <a:pt x="899972" y="427158"/>
                </a:cubicBezTo>
                <a:cubicBezTo>
                  <a:pt x="887589" y="465220"/>
                  <a:pt x="871844" y="502101"/>
                  <a:pt x="852918" y="537362"/>
                </a:cubicBezTo>
                <a:cubicBezTo>
                  <a:pt x="808341" y="614515"/>
                  <a:pt x="735284" y="670712"/>
                  <a:pt x="662990" y="719481"/>
                </a:cubicBezTo>
                <a:cubicBezTo>
                  <a:pt x="596315" y="764438"/>
                  <a:pt x="526401" y="807015"/>
                  <a:pt x="458583" y="848259"/>
                </a:cubicBezTo>
                <a:cubicBezTo>
                  <a:pt x="298849" y="945223"/>
                  <a:pt x="133685" y="1045521"/>
                  <a:pt x="5669" y="1184301"/>
                </a:cubicBezTo>
                <a:cubicBezTo>
                  <a:pt x="4793" y="1185301"/>
                  <a:pt x="3383" y="1185644"/>
                  <a:pt x="2145" y="1185158"/>
                </a:cubicBezTo>
                <a:close/>
              </a:path>
            </a:pathLst>
          </a:custGeom>
          <a:solidFill>
            <a:srgbClr val="1C0102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15" id="15"/>
          <p:cNvSpPr/>
          <p:nvPr/>
        </p:nvSpPr>
        <p:spPr>
          <a:xfrm>
            <a:off x="10565554" y="4046979"/>
            <a:ext cx="33248" cy="39021"/>
          </a:xfrm>
          <a:custGeom>
            <a:avLst/>
            <a:gdLst/>
            <a:ahLst/>
            <a:cxnLst/>
            <a:rect r="r" b="b" t="t" l="l"/>
            <a:pathLst>
              <a:path w="22278" h="26146" stroke="true" fill="norm" extrusionOk="true">
                <a:moveTo>
                  <a:pt x="2249" y="25786"/>
                </a:moveTo>
                <a:lnTo>
                  <a:pt x="1201" y="25786"/>
                </a:lnTo>
                <a:cubicBezTo>
                  <a:pt x="-190" y="24624"/>
                  <a:pt x="-447" y="22576"/>
                  <a:pt x="629" y="21119"/>
                </a:cubicBezTo>
                <a:lnTo>
                  <a:pt x="16441" y="1212"/>
                </a:lnTo>
                <a:cubicBezTo>
                  <a:pt x="17527" y="-208"/>
                  <a:pt x="19565" y="-474"/>
                  <a:pt x="20984" y="611"/>
                </a:cubicBezTo>
                <a:cubicBezTo>
                  <a:pt x="20994" y="621"/>
                  <a:pt x="21003" y="631"/>
                  <a:pt x="21013" y="640"/>
                </a:cubicBezTo>
                <a:cubicBezTo>
                  <a:pt x="22394" y="1764"/>
                  <a:pt x="22651" y="3783"/>
                  <a:pt x="21584" y="5212"/>
                </a:cubicBezTo>
                <a:lnTo>
                  <a:pt x="5773" y="25215"/>
                </a:lnTo>
                <a:cubicBezTo>
                  <a:pt x="4830" y="26119"/>
                  <a:pt x="3430" y="26348"/>
                  <a:pt x="2249" y="25786"/>
                </a:cubicBezTo>
                <a:close/>
              </a:path>
            </a:pathLst>
          </a:custGeom>
          <a:solidFill>
            <a:srgbClr val="1C0102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16" id="16"/>
          <p:cNvSpPr/>
          <p:nvPr/>
        </p:nvSpPr>
        <p:spPr>
          <a:xfrm>
            <a:off x="10688319" y="4115853"/>
            <a:ext cx="45950" cy="28259"/>
          </a:xfrm>
          <a:custGeom>
            <a:avLst/>
            <a:gdLst/>
            <a:ahLst/>
            <a:cxnLst/>
            <a:rect r="r" b="b" t="t" l="l"/>
            <a:pathLst>
              <a:path w="30789" h="18935" stroke="true" fill="norm" extrusionOk="true">
                <a:moveTo>
                  <a:pt x="26479" y="18689"/>
                </a:moveTo>
                <a:lnTo>
                  <a:pt x="26003" y="18689"/>
                </a:lnTo>
                <a:lnTo>
                  <a:pt x="1714" y="6116"/>
                </a:lnTo>
                <a:cubicBezTo>
                  <a:pt x="161" y="5345"/>
                  <a:pt x="-477" y="3459"/>
                  <a:pt x="285" y="1906"/>
                </a:cubicBezTo>
                <a:cubicBezTo>
                  <a:pt x="314" y="1849"/>
                  <a:pt x="352" y="1792"/>
                  <a:pt x="381" y="1735"/>
                </a:cubicBezTo>
                <a:cubicBezTo>
                  <a:pt x="1181" y="135"/>
                  <a:pt x="3124" y="-513"/>
                  <a:pt x="4724" y="287"/>
                </a:cubicBezTo>
                <a:cubicBezTo>
                  <a:pt x="4734" y="297"/>
                  <a:pt x="4752" y="297"/>
                  <a:pt x="4762" y="306"/>
                </a:cubicBezTo>
                <a:lnTo>
                  <a:pt x="28956" y="12879"/>
                </a:lnTo>
                <a:cubicBezTo>
                  <a:pt x="30584" y="13727"/>
                  <a:pt x="31222" y="15727"/>
                  <a:pt x="30384" y="17356"/>
                </a:cubicBezTo>
                <a:cubicBezTo>
                  <a:pt x="29546" y="18651"/>
                  <a:pt x="27937" y="19204"/>
                  <a:pt x="26479" y="18689"/>
                </a:cubicBezTo>
                <a:close/>
              </a:path>
            </a:pathLst>
          </a:custGeom>
          <a:solidFill>
            <a:srgbClr val="1C0102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17" id="17"/>
          <p:cNvSpPr/>
          <p:nvPr/>
        </p:nvSpPr>
        <p:spPr>
          <a:xfrm>
            <a:off x="10913534" y="4010066"/>
            <a:ext cx="39327" cy="32401"/>
          </a:xfrm>
          <a:custGeom>
            <a:avLst/>
            <a:gdLst/>
            <a:ahLst/>
            <a:cxnLst/>
            <a:rect r="r" b="b" t="t" l="l"/>
            <a:pathLst>
              <a:path w="26351" h="21710" stroke="true" fill="norm" extrusionOk="true">
                <a:moveTo>
                  <a:pt x="2256" y="21468"/>
                </a:moveTo>
                <a:cubicBezTo>
                  <a:pt x="1456" y="21221"/>
                  <a:pt x="770" y="20678"/>
                  <a:pt x="350" y="19944"/>
                </a:cubicBezTo>
                <a:cubicBezTo>
                  <a:pt x="-497" y="18334"/>
                  <a:pt x="94" y="16344"/>
                  <a:pt x="1684" y="15467"/>
                </a:cubicBezTo>
                <a:cubicBezTo>
                  <a:pt x="8714" y="11572"/>
                  <a:pt x="15133" y="6666"/>
                  <a:pt x="20734" y="894"/>
                </a:cubicBezTo>
                <a:cubicBezTo>
                  <a:pt x="22029" y="-373"/>
                  <a:pt x="24106" y="-373"/>
                  <a:pt x="25401" y="894"/>
                </a:cubicBezTo>
                <a:cubicBezTo>
                  <a:pt x="26620" y="2209"/>
                  <a:pt x="26620" y="4247"/>
                  <a:pt x="25401" y="5561"/>
                </a:cubicBezTo>
                <a:cubicBezTo>
                  <a:pt x="19287" y="11772"/>
                  <a:pt x="12333" y="17096"/>
                  <a:pt x="4732" y="21373"/>
                </a:cubicBezTo>
                <a:cubicBezTo>
                  <a:pt x="3951" y="21716"/>
                  <a:pt x="3065" y="21744"/>
                  <a:pt x="2256" y="21468"/>
                </a:cubicBezTo>
                <a:close/>
              </a:path>
            </a:pathLst>
          </a:custGeom>
          <a:solidFill>
            <a:srgbClr val="1C0102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18" id="18"/>
          <p:cNvSpPr/>
          <p:nvPr/>
        </p:nvSpPr>
        <p:spPr>
          <a:xfrm>
            <a:off x="11112433" y="3697061"/>
            <a:ext cx="45353" cy="25309"/>
          </a:xfrm>
          <a:custGeom>
            <a:avLst/>
            <a:gdLst/>
            <a:ahLst/>
            <a:cxnLst/>
            <a:rect r="r" b="b" t="t" l="l"/>
            <a:pathLst>
              <a:path w="30389" h="16958" stroke="true" fill="norm" extrusionOk="true">
                <a:moveTo>
                  <a:pt x="25573" y="16600"/>
                </a:moveTo>
                <a:lnTo>
                  <a:pt x="25573" y="16600"/>
                </a:lnTo>
                <a:lnTo>
                  <a:pt x="1952" y="6218"/>
                </a:lnTo>
                <a:cubicBezTo>
                  <a:pt x="303" y="5523"/>
                  <a:pt x="-477" y="3627"/>
                  <a:pt x="218" y="1980"/>
                </a:cubicBezTo>
                <a:cubicBezTo>
                  <a:pt x="227" y="1961"/>
                  <a:pt x="227" y="1951"/>
                  <a:pt x="237" y="1932"/>
                </a:cubicBezTo>
                <a:cubicBezTo>
                  <a:pt x="933" y="284"/>
                  <a:pt x="2828" y="-497"/>
                  <a:pt x="4476" y="198"/>
                </a:cubicBezTo>
                <a:cubicBezTo>
                  <a:pt x="4494" y="208"/>
                  <a:pt x="4504" y="208"/>
                  <a:pt x="4524" y="217"/>
                </a:cubicBezTo>
                <a:lnTo>
                  <a:pt x="28241" y="10600"/>
                </a:lnTo>
                <a:cubicBezTo>
                  <a:pt x="29927" y="11228"/>
                  <a:pt x="30774" y="13105"/>
                  <a:pt x="30145" y="14791"/>
                </a:cubicBezTo>
                <a:cubicBezTo>
                  <a:pt x="29517" y="16477"/>
                  <a:pt x="27640" y="17324"/>
                  <a:pt x="25955" y="16696"/>
                </a:cubicBezTo>
                <a:close/>
              </a:path>
            </a:pathLst>
          </a:custGeom>
          <a:solidFill>
            <a:srgbClr val="1C0102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19" id="19"/>
          <p:cNvSpPr/>
          <p:nvPr/>
        </p:nvSpPr>
        <p:spPr>
          <a:xfrm>
            <a:off x="11022730" y="3731817"/>
            <a:ext cx="35291" cy="40228"/>
          </a:xfrm>
          <a:custGeom>
            <a:avLst/>
            <a:gdLst/>
            <a:ahLst/>
            <a:cxnLst/>
            <a:rect r="r" b="b" t="t" l="l"/>
            <a:pathLst>
              <a:path w="23647" h="26955" stroke="true" fill="norm" extrusionOk="true">
                <a:moveTo>
                  <a:pt x="19576" y="26840"/>
                </a:moveTo>
                <a:cubicBezTo>
                  <a:pt x="18985" y="26640"/>
                  <a:pt x="18452" y="26278"/>
                  <a:pt x="18052" y="25793"/>
                </a:cubicBezTo>
                <a:lnTo>
                  <a:pt x="907" y="5504"/>
                </a:lnTo>
                <a:cubicBezTo>
                  <a:pt x="-351" y="4238"/>
                  <a:pt x="-351" y="2199"/>
                  <a:pt x="907" y="932"/>
                </a:cubicBezTo>
                <a:cubicBezTo>
                  <a:pt x="2098" y="-334"/>
                  <a:pt x="4088" y="-392"/>
                  <a:pt x="5355" y="809"/>
                </a:cubicBezTo>
                <a:cubicBezTo>
                  <a:pt x="5393" y="847"/>
                  <a:pt x="5440" y="885"/>
                  <a:pt x="5479" y="932"/>
                </a:cubicBezTo>
                <a:lnTo>
                  <a:pt x="22624" y="21221"/>
                </a:lnTo>
                <a:cubicBezTo>
                  <a:pt x="23890" y="22411"/>
                  <a:pt x="23947" y="24402"/>
                  <a:pt x="22747" y="25659"/>
                </a:cubicBezTo>
                <a:cubicBezTo>
                  <a:pt x="22710" y="25707"/>
                  <a:pt x="22671" y="25755"/>
                  <a:pt x="22624" y="25793"/>
                </a:cubicBezTo>
                <a:cubicBezTo>
                  <a:pt x="21861" y="26659"/>
                  <a:pt x="20709" y="27060"/>
                  <a:pt x="19576" y="26840"/>
                </a:cubicBezTo>
                <a:close/>
              </a:path>
            </a:pathLst>
          </a:custGeom>
          <a:solidFill>
            <a:srgbClr val="1C0102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20" id="20"/>
          <p:cNvSpPr/>
          <p:nvPr/>
        </p:nvSpPr>
        <p:spPr>
          <a:xfrm>
            <a:off x="10658917" y="3592243"/>
            <a:ext cx="44626" cy="25938"/>
          </a:xfrm>
          <a:custGeom>
            <a:avLst/>
            <a:gdLst/>
            <a:ahLst/>
            <a:cxnLst/>
            <a:rect r="r" b="b" t="t" l="l"/>
            <a:pathLst>
              <a:path w="29902" h="17380" stroke="true" fill="norm" extrusionOk="true">
                <a:moveTo>
                  <a:pt x="2270" y="17111"/>
                </a:moveTo>
                <a:cubicBezTo>
                  <a:pt x="1365" y="16834"/>
                  <a:pt x="631" y="16177"/>
                  <a:pt x="269" y="15301"/>
                </a:cubicBezTo>
                <a:cubicBezTo>
                  <a:pt x="-483" y="13691"/>
                  <a:pt x="203" y="11786"/>
                  <a:pt x="1793" y="11015"/>
                </a:cubicBezTo>
                <a:lnTo>
                  <a:pt x="25225" y="251"/>
                </a:lnTo>
                <a:cubicBezTo>
                  <a:pt x="26854" y="-511"/>
                  <a:pt x="28797" y="194"/>
                  <a:pt x="29559" y="1823"/>
                </a:cubicBezTo>
                <a:cubicBezTo>
                  <a:pt x="30321" y="3452"/>
                  <a:pt x="29616" y="5395"/>
                  <a:pt x="27987" y="6157"/>
                </a:cubicBezTo>
                <a:lnTo>
                  <a:pt x="4556" y="17111"/>
                </a:lnTo>
                <a:cubicBezTo>
                  <a:pt x="3822" y="17396"/>
                  <a:pt x="3003" y="17396"/>
                  <a:pt x="2270" y="17111"/>
                </a:cubicBezTo>
                <a:close/>
              </a:path>
            </a:pathLst>
          </a:custGeom>
          <a:solidFill>
            <a:srgbClr val="1C0102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21" id="21"/>
          <p:cNvSpPr/>
          <p:nvPr/>
        </p:nvSpPr>
        <p:spPr>
          <a:xfrm>
            <a:off x="10772414" y="3305866"/>
            <a:ext cx="52396" cy="31209"/>
          </a:xfrm>
          <a:custGeom>
            <a:avLst/>
            <a:gdLst/>
            <a:ahLst/>
            <a:cxnLst/>
            <a:rect r="r" b="b" t="t" l="l"/>
            <a:pathLst>
              <a:path w="35108" h="20912" stroke="true" fill="norm" extrusionOk="true">
                <a:moveTo>
                  <a:pt x="2325" y="20689"/>
                </a:moveTo>
                <a:cubicBezTo>
                  <a:pt x="1439" y="20499"/>
                  <a:pt x="697" y="19899"/>
                  <a:pt x="325" y="19070"/>
                </a:cubicBezTo>
                <a:cubicBezTo>
                  <a:pt x="-494" y="17479"/>
                  <a:pt x="125" y="15527"/>
                  <a:pt x="1716" y="14708"/>
                </a:cubicBezTo>
                <a:cubicBezTo>
                  <a:pt x="1725" y="14698"/>
                  <a:pt x="1744" y="14698"/>
                  <a:pt x="1754" y="14688"/>
                </a:cubicBezTo>
                <a:lnTo>
                  <a:pt x="30329" y="306"/>
                </a:lnTo>
                <a:cubicBezTo>
                  <a:pt x="31920" y="-514"/>
                  <a:pt x="33872" y="106"/>
                  <a:pt x="34692" y="1696"/>
                </a:cubicBezTo>
                <a:cubicBezTo>
                  <a:pt x="34701" y="1706"/>
                  <a:pt x="34701" y="1725"/>
                  <a:pt x="34710" y="1734"/>
                </a:cubicBezTo>
                <a:cubicBezTo>
                  <a:pt x="35530" y="3325"/>
                  <a:pt x="34910" y="5278"/>
                  <a:pt x="33320" y="6097"/>
                </a:cubicBezTo>
                <a:cubicBezTo>
                  <a:pt x="33310" y="6106"/>
                  <a:pt x="33291" y="6106"/>
                  <a:pt x="33282" y="6116"/>
                </a:cubicBezTo>
                <a:lnTo>
                  <a:pt x="4707" y="20499"/>
                </a:lnTo>
                <a:cubicBezTo>
                  <a:pt x="3973" y="20899"/>
                  <a:pt x="3107" y="20965"/>
                  <a:pt x="2325" y="20689"/>
                </a:cubicBezTo>
                <a:close/>
              </a:path>
            </a:pathLst>
          </a:custGeom>
          <a:solidFill>
            <a:srgbClr val="1C0102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22" id="22"/>
          <p:cNvSpPr/>
          <p:nvPr/>
        </p:nvSpPr>
        <p:spPr>
          <a:xfrm>
            <a:off x="10622784" y="3374176"/>
            <a:ext cx="22761" cy="68874"/>
          </a:xfrm>
          <a:custGeom>
            <a:avLst/>
            <a:gdLst/>
            <a:ahLst/>
            <a:cxnLst/>
            <a:rect r="r" b="b" t="t" l="l"/>
            <a:pathLst>
              <a:path w="15251" h="46149" stroke="true" fill="norm" extrusionOk="true">
                <a:moveTo>
                  <a:pt x="10956" y="45879"/>
                </a:moveTo>
                <a:cubicBezTo>
                  <a:pt x="9936" y="45556"/>
                  <a:pt x="9127" y="44784"/>
                  <a:pt x="8765" y="43784"/>
                </a:cubicBezTo>
                <a:cubicBezTo>
                  <a:pt x="4564" y="30697"/>
                  <a:pt x="1631" y="17238"/>
                  <a:pt x="2" y="3588"/>
                </a:cubicBezTo>
                <a:cubicBezTo>
                  <a:pt x="-265" y="1874"/>
                  <a:pt x="906" y="264"/>
                  <a:pt x="2621" y="-2"/>
                </a:cubicBezTo>
                <a:cubicBezTo>
                  <a:pt x="2697" y="-12"/>
                  <a:pt x="2783" y="-22"/>
                  <a:pt x="2859" y="-31"/>
                </a:cubicBezTo>
                <a:cubicBezTo>
                  <a:pt x="4631" y="-250"/>
                  <a:pt x="6250" y="1007"/>
                  <a:pt x="6469" y="2779"/>
                </a:cubicBezTo>
                <a:cubicBezTo>
                  <a:pt x="6479" y="2798"/>
                  <a:pt x="6479" y="2807"/>
                  <a:pt x="6479" y="2826"/>
                </a:cubicBezTo>
                <a:cubicBezTo>
                  <a:pt x="8089" y="16057"/>
                  <a:pt x="10965" y="29096"/>
                  <a:pt x="15051" y="41784"/>
                </a:cubicBezTo>
                <a:cubicBezTo>
                  <a:pt x="15613" y="43479"/>
                  <a:pt x="14680" y="45308"/>
                  <a:pt x="12984" y="45870"/>
                </a:cubicBezTo>
                <a:cubicBezTo>
                  <a:pt x="12975" y="45870"/>
                  <a:pt x="12965" y="45879"/>
                  <a:pt x="12956" y="45879"/>
                </a:cubicBezTo>
                <a:cubicBezTo>
                  <a:pt x="12318" y="46165"/>
                  <a:pt x="11594" y="46165"/>
                  <a:pt x="10956" y="45879"/>
                </a:cubicBezTo>
                <a:close/>
              </a:path>
            </a:pathLst>
          </a:custGeom>
          <a:solidFill>
            <a:srgbClr val="1C0102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23" id="23"/>
          <p:cNvSpPr/>
          <p:nvPr/>
        </p:nvSpPr>
        <p:spPr>
          <a:xfrm>
            <a:off x="10790723" y="3090473"/>
            <a:ext cx="10945" cy="62550"/>
          </a:xfrm>
          <a:custGeom>
            <a:avLst/>
            <a:gdLst/>
            <a:ahLst/>
            <a:cxnLst/>
            <a:rect r="r" b="b" t="t" l="l"/>
            <a:pathLst>
              <a:path w="7334" h="41912" stroke="true" fill="norm" extrusionOk="true">
                <a:moveTo>
                  <a:pt x="2250" y="41760"/>
                </a:moveTo>
                <a:cubicBezTo>
                  <a:pt x="878" y="41274"/>
                  <a:pt x="-36" y="39979"/>
                  <a:pt x="-36" y="38522"/>
                </a:cubicBezTo>
                <a:lnTo>
                  <a:pt x="726" y="3089"/>
                </a:lnTo>
                <a:cubicBezTo>
                  <a:pt x="773" y="1298"/>
                  <a:pt x="2269" y="-102"/>
                  <a:pt x="4059" y="-55"/>
                </a:cubicBezTo>
                <a:cubicBezTo>
                  <a:pt x="4059" y="-55"/>
                  <a:pt x="4059" y="-55"/>
                  <a:pt x="4059" y="-55"/>
                </a:cubicBezTo>
                <a:cubicBezTo>
                  <a:pt x="5860" y="-7"/>
                  <a:pt x="7298" y="1479"/>
                  <a:pt x="7298" y="3279"/>
                </a:cubicBezTo>
                <a:lnTo>
                  <a:pt x="6536" y="38712"/>
                </a:lnTo>
                <a:cubicBezTo>
                  <a:pt x="6431" y="40512"/>
                  <a:pt x="4917" y="41913"/>
                  <a:pt x="3107" y="41855"/>
                </a:cubicBezTo>
                <a:close/>
              </a:path>
            </a:pathLst>
          </a:custGeom>
          <a:solidFill>
            <a:srgbClr val="1C0102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24" id="24"/>
          <p:cNvSpPr/>
          <p:nvPr/>
        </p:nvSpPr>
        <p:spPr>
          <a:xfrm>
            <a:off x="10250272" y="3334070"/>
            <a:ext cx="38015" cy="44005"/>
          </a:xfrm>
          <a:custGeom>
            <a:avLst/>
            <a:gdLst/>
            <a:ahLst/>
            <a:cxnLst/>
            <a:rect r="r" b="b" t="t" l="l"/>
            <a:pathLst>
              <a:path w="25472" h="29486" stroke="true" fill="norm" extrusionOk="true">
                <a:moveTo>
                  <a:pt x="21481" y="29413"/>
                </a:moveTo>
                <a:cubicBezTo>
                  <a:pt x="20880" y="29137"/>
                  <a:pt x="20357" y="28709"/>
                  <a:pt x="19957" y="28175"/>
                </a:cubicBezTo>
                <a:lnTo>
                  <a:pt x="907" y="5506"/>
                </a:lnTo>
                <a:cubicBezTo>
                  <a:pt x="-351" y="4239"/>
                  <a:pt x="-351" y="2200"/>
                  <a:pt x="907" y="934"/>
                </a:cubicBezTo>
                <a:cubicBezTo>
                  <a:pt x="2097" y="-333"/>
                  <a:pt x="4088" y="-390"/>
                  <a:pt x="5345" y="800"/>
                </a:cubicBezTo>
                <a:cubicBezTo>
                  <a:pt x="5393" y="848"/>
                  <a:pt x="5441" y="886"/>
                  <a:pt x="5479" y="934"/>
                </a:cubicBezTo>
                <a:lnTo>
                  <a:pt x="24529" y="23603"/>
                </a:lnTo>
                <a:cubicBezTo>
                  <a:pt x="25738" y="24889"/>
                  <a:pt x="25738" y="26889"/>
                  <a:pt x="24529" y="28175"/>
                </a:cubicBezTo>
                <a:cubicBezTo>
                  <a:pt x="23776" y="29070"/>
                  <a:pt x="22643" y="29528"/>
                  <a:pt x="21481" y="29413"/>
                </a:cubicBezTo>
                <a:close/>
              </a:path>
            </a:pathLst>
          </a:custGeom>
          <a:solidFill>
            <a:srgbClr val="1C0102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25" id="25"/>
          <p:cNvSpPr/>
          <p:nvPr/>
        </p:nvSpPr>
        <p:spPr>
          <a:xfrm>
            <a:off x="10257244" y="3548700"/>
            <a:ext cx="31817" cy="43110"/>
          </a:xfrm>
          <a:custGeom>
            <a:avLst/>
            <a:gdLst/>
            <a:ahLst/>
            <a:cxnLst/>
            <a:rect r="r" b="b" t="t" l="l"/>
            <a:pathLst>
              <a:path w="21319" h="28886" stroke="true" fill="norm" extrusionOk="true">
                <a:moveTo>
                  <a:pt x="16999" y="28666"/>
                </a:moveTo>
                <a:lnTo>
                  <a:pt x="15571" y="27809"/>
                </a:lnTo>
                <a:cubicBezTo>
                  <a:pt x="9122" y="20999"/>
                  <a:pt x="3931" y="13093"/>
                  <a:pt x="235" y="4473"/>
                </a:cubicBezTo>
                <a:cubicBezTo>
                  <a:pt x="-479" y="2835"/>
                  <a:pt x="264" y="920"/>
                  <a:pt x="1902" y="206"/>
                </a:cubicBezTo>
                <a:cubicBezTo>
                  <a:pt x="1921" y="196"/>
                  <a:pt x="1931" y="196"/>
                  <a:pt x="1950" y="187"/>
                </a:cubicBezTo>
                <a:cubicBezTo>
                  <a:pt x="3607" y="-480"/>
                  <a:pt x="5503" y="272"/>
                  <a:pt x="6236" y="1901"/>
                </a:cubicBezTo>
                <a:cubicBezTo>
                  <a:pt x="9646" y="9788"/>
                  <a:pt x="14418" y="17008"/>
                  <a:pt x="20333" y="23237"/>
                </a:cubicBezTo>
                <a:cubicBezTo>
                  <a:pt x="21600" y="24533"/>
                  <a:pt x="21600" y="26609"/>
                  <a:pt x="20333" y="27904"/>
                </a:cubicBezTo>
                <a:cubicBezTo>
                  <a:pt x="19447" y="28752"/>
                  <a:pt x="18171" y="29047"/>
                  <a:pt x="16999" y="28666"/>
                </a:cubicBezTo>
                <a:close/>
              </a:path>
            </a:pathLst>
          </a:custGeom>
          <a:solidFill>
            <a:srgbClr val="1C0102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26" id="26"/>
          <p:cNvSpPr/>
          <p:nvPr/>
        </p:nvSpPr>
        <p:spPr>
          <a:xfrm>
            <a:off x="9280969" y="4230307"/>
            <a:ext cx="596988" cy="597096"/>
          </a:xfrm>
          <a:custGeom>
            <a:avLst/>
            <a:gdLst/>
            <a:ahLst/>
            <a:cxnLst/>
            <a:rect r="r" b="b" t="t" l="l"/>
            <a:pathLst>
              <a:path w="400014" h="400086" stroke="true" fill="norm" extrusionOk="true">
                <a:moveTo>
                  <a:pt x="399979" y="211652"/>
                </a:moveTo>
                <a:lnTo>
                  <a:pt x="221766" y="1149"/>
                </a:lnTo>
                <a:cubicBezTo>
                  <a:pt x="111952" y="-10872"/>
                  <a:pt x="13187" y="68415"/>
                  <a:pt x="1167" y="178228"/>
                </a:cubicBezTo>
                <a:cubicBezTo>
                  <a:pt x="-10844" y="288042"/>
                  <a:pt x="68433" y="386807"/>
                  <a:pt x="178246" y="398827"/>
                </a:cubicBezTo>
                <a:cubicBezTo>
                  <a:pt x="288069" y="410838"/>
                  <a:pt x="386834" y="331562"/>
                  <a:pt x="398845" y="221748"/>
                </a:cubicBezTo>
                <a:cubicBezTo>
                  <a:pt x="399217" y="218386"/>
                  <a:pt x="399493" y="215023"/>
                  <a:pt x="399693" y="211652"/>
                </a:cubicBezTo>
                <a:close/>
              </a:path>
            </a:pathLst>
          </a:custGeom>
          <a:solidFill>
            <a:srgbClr val="3F9896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27" id="27"/>
          <p:cNvSpPr/>
          <p:nvPr/>
        </p:nvSpPr>
        <p:spPr>
          <a:xfrm>
            <a:off x="9941785" y="2175294"/>
            <a:ext cx="793212" cy="679491"/>
          </a:xfrm>
          <a:custGeom>
            <a:avLst/>
            <a:gdLst/>
            <a:ahLst/>
            <a:cxnLst/>
            <a:rect r="r" b="b" t="t" l="l"/>
            <a:pathLst>
              <a:path w="531494" h="455295" stroke="true" fill="norm" extrusionOk="true">
                <a:moveTo>
                  <a:pt x="120741" y="316650"/>
                </a:moveTo>
                <a:lnTo>
                  <a:pt x="131409" y="316650"/>
                </a:lnTo>
                <a:lnTo>
                  <a:pt x="131409" y="455239"/>
                </a:lnTo>
                <a:lnTo>
                  <a:pt x="283809" y="316650"/>
                </a:lnTo>
                <a:lnTo>
                  <a:pt x="410777" y="316650"/>
                </a:lnTo>
                <a:cubicBezTo>
                  <a:pt x="477442" y="316593"/>
                  <a:pt x="531459" y="262539"/>
                  <a:pt x="531459" y="195873"/>
                </a:cubicBezTo>
                <a:lnTo>
                  <a:pt x="531459" y="120721"/>
                </a:lnTo>
                <a:cubicBezTo>
                  <a:pt x="531459" y="54018"/>
                  <a:pt x="477385" y="-56"/>
                  <a:pt x="410682" y="-56"/>
                </a:cubicBezTo>
                <a:lnTo>
                  <a:pt x="120741" y="-56"/>
                </a:lnTo>
                <a:cubicBezTo>
                  <a:pt x="54037" y="-56"/>
                  <a:pt x="-36" y="54018"/>
                  <a:pt x="-36" y="120721"/>
                </a:cubicBezTo>
                <a:lnTo>
                  <a:pt x="-36" y="195873"/>
                </a:lnTo>
                <a:cubicBezTo>
                  <a:pt x="-36" y="262577"/>
                  <a:pt x="54037" y="316650"/>
                  <a:pt x="120741" y="316650"/>
                </a:cubicBezTo>
                <a:close/>
              </a:path>
            </a:pathLst>
          </a:custGeom>
          <a:solidFill>
            <a:schemeClr val="accent2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28" id="28"/>
          <p:cNvSpPr/>
          <p:nvPr/>
        </p:nvSpPr>
        <p:spPr>
          <a:xfrm>
            <a:off x="10130706" y="2267410"/>
            <a:ext cx="414092" cy="283026"/>
          </a:xfrm>
          <a:custGeom>
            <a:avLst/>
            <a:gdLst/>
            <a:ahLst/>
            <a:cxnLst/>
            <a:rect r="r" b="b" t="t" l="l"/>
            <a:pathLst>
              <a:path w="277463" h="189642" stroke="true" fill="norm" extrusionOk="true">
                <a:moveTo>
                  <a:pt x="244185" y="-56"/>
                </a:moveTo>
                <a:lnTo>
                  <a:pt x="33397" y="-56"/>
                </a:lnTo>
                <a:cubicBezTo>
                  <a:pt x="14928" y="-56"/>
                  <a:pt x="-36" y="14908"/>
                  <a:pt x="-36" y="33377"/>
                </a:cubicBezTo>
                <a:lnTo>
                  <a:pt x="-36" y="156154"/>
                </a:lnTo>
                <a:cubicBezTo>
                  <a:pt x="11" y="174595"/>
                  <a:pt x="14956" y="189530"/>
                  <a:pt x="33397" y="189587"/>
                </a:cubicBezTo>
                <a:lnTo>
                  <a:pt x="243994" y="189587"/>
                </a:lnTo>
                <a:cubicBezTo>
                  <a:pt x="262435" y="189539"/>
                  <a:pt x="277379" y="174595"/>
                  <a:pt x="277427" y="156154"/>
                </a:cubicBezTo>
                <a:lnTo>
                  <a:pt x="277427" y="33472"/>
                </a:lnTo>
                <a:cubicBezTo>
                  <a:pt x="277484" y="15041"/>
                  <a:pt x="262616" y="49"/>
                  <a:pt x="244185" y="-56"/>
                </a:cubicBezTo>
                <a:close/>
                <a:moveTo>
                  <a:pt x="100643" y="126627"/>
                </a:moveTo>
                <a:lnTo>
                  <a:pt x="69115" y="158059"/>
                </a:lnTo>
                <a:cubicBezTo>
                  <a:pt x="67696" y="159459"/>
                  <a:pt x="65782" y="160250"/>
                  <a:pt x="63781" y="160250"/>
                </a:cubicBezTo>
                <a:cubicBezTo>
                  <a:pt x="61791" y="160231"/>
                  <a:pt x="59876" y="159440"/>
                  <a:pt x="58447" y="158059"/>
                </a:cubicBezTo>
                <a:cubicBezTo>
                  <a:pt x="55504" y="155126"/>
                  <a:pt x="55485" y="150363"/>
                  <a:pt x="58419" y="147420"/>
                </a:cubicBezTo>
                <a:cubicBezTo>
                  <a:pt x="58428" y="147410"/>
                  <a:pt x="58438" y="147401"/>
                  <a:pt x="58447" y="147391"/>
                </a:cubicBezTo>
                <a:lnTo>
                  <a:pt x="89975" y="115959"/>
                </a:lnTo>
                <a:cubicBezTo>
                  <a:pt x="92861" y="113034"/>
                  <a:pt x="97567" y="113006"/>
                  <a:pt x="100481" y="115892"/>
                </a:cubicBezTo>
                <a:cubicBezTo>
                  <a:pt x="100500" y="115911"/>
                  <a:pt x="100529" y="115940"/>
                  <a:pt x="100548" y="115959"/>
                </a:cubicBezTo>
                <a:cubicBezTo>
                  <a:pt x="103548" y="118835"/>
                  <a:pt x="103643" y="123598"/>
                  <a:pt x="100767" y="126598"/>
                </a:cubicBezTo>
                <a:cubicBezTo>
                  <a:pt x="100729" y="126636"/>
                  <a:pt x="100681" y="126684"/>
                  <a:pt x="100643" y="126722"/>
                </a:cubicBezTo>
                <a:close/>
                <a:moveTo>
                  <a:pt x="219325" y="158059"/>
                </a:moveTo>
                <a:cubicBezTo>
                  <a:pt x="217896" y="159440"/>
                  <a:pt x="215981" y="160231"/>
                  <a:pt x="213991" y="160250"/>
                </a:cubicBezTo>
                <a:cubicBezTo>
                  <a:pt x="211990" y="160250"/>
                  <a:pt x="210076" y="159459"/>
                  <a:pt x="208657" y="158059"/>
                </a:cubicBezTo>
                <a:lnTo>
                  <a:pt x="177129" y="126627"/>
                </a:lnTo>
                <a:cubicBezTo>
                  <a:pt x="174186" y="123683"/>
                  <a:pt x="174186" y="118902"/>
                  <a:pt x="177129" y="115959"/>
                </a:cubicBezTo>
                <a:cubicBezTo>
                  <a:pt x="180072" y="113015"/>
                  <a:pt x="184854" y="113015"/>
                  <a:pt x="187797" y="115959"/>
                </a:cubicBezTo>
                <a:lnTo>
                  <a:pt x="219325" y="147391"/>
                </a:lnTo>
                <a:cubicBezTo>
                  <a:pt x="222296" y="150296"/>
                  <a:pt x="222354" y="155059"/>
                  <a:pt x="219448" y="158031"/>
                </a:cubicBezTo>
                <a:cubicBezTo>
                  <a:pt x="219410" y="158069"/>
                  <a:pt x="219363" y="158116"/>
                  <a:pt x="219325" y="158154"/>
                </a:cubicBezTo>
                <a:close/>
                <a:moveTo>
                  <a:pt x="258187" y="42902"/>
                </a:moveTo>
                <a:lnTo>
                  <a:pt x="158650" y="109577"/>
                </a:lnTo>
                <a:cubicBezTo>
                  <a:pt x="147859" y="116749"/>
                  <a:pt x="133819" y="116749"/>
                  <a:pt x="123027" y="109577"/>
                </a:cubicBezTo>
                <a:lnTo>
                  <a:pt x="19681" y="42426"/>
                </a:lnTo>
                <a:cubicBezTo>
                  <a:pt x="16185" y="40168"/>
                  <a:pt x="15185" y="35510"/>
                  <a:pt x="17442" y="32024"/>
                </a:cubicBezTo>
                <a:cubicBezTo>
                  <a:pt x="17461" y="31996"/>
                  <a:pt x="17471" y="31977"/>
                  <a:pt x="17490" y="31948"/>
                </a:cubicBezTo>
                <a:cubicBezTo>
                  <a:pt x="19700" y="28491"/>
                  <a:pt x="24291" y="27471"/>
                  <a:pt x="27748" y="29681"/>
                </a:cubicBezTo>
                <a:cubicBezTo>
                  <a:pt x="27786" y="29700"/>
                  <a:pt x="27834" y="29729"/>
                  <a:pt x="27872" y="29757"/>
                </a:cubicBezTo>
                <a:lnTo>
                  <a:pt x="131218" y="96909"/>
                </a:lnTo>
                <a:cubicBezTo>
                  <a:pt x="136981" y="100757"/>
                  <a:pt x="144506" y="100757"/>
                  <a:pt x="150268" y="96909"/>
                </a:cubicBezTo>
                <a:lnTo>
                  <a:pt x="249805" y="30234"/>
                </a:lnTo>
                <a:cubicBezTo>
                  <a:pt x="253138" y="27748"/>
                  <a:pt x="257853" y="28443"/>
                  <a:pt x="260330" y="31777"/>
                </a:cubicBezTo>
                <a:cubicBezTo>
                  <a:pt x="262816" y="35110"/>
                  <a:pt x="262130" y="39825"/>
                  <a:pt x="258796" y="42302"/>
                </a:cubicBezTo>
                <a:cubicBezTo>
                  <a:pt x="258596" y="42445"/>
                  <a:pt x="258396" y="42588"/>
                  <a:pt x="258187" y="42711"/>
                </a:cubicBezTo>
                <a:close/>
              </a:path>
            </a:pathLst>
          </a:custGeom>
          <a:solidFill>
            <a:srgbClr val="FFFFFF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29" id="29"/>
          <p:cNvSpPr/>
          <p:nvPr/>
        </p:nvSpPr>
        <p:spPr>
          <a:xfrm rot="11828401">
            <a:off x="8298515" y="4028187"/>
            <a:ext cx="2335147" cy="1744501"/>
          </a:xfrm>
          <a:custGeom>
            <a:avLst/>
            <a:gdLst/>
            <a:ahLst/>
            <a:cxnLst/>
            <a:rect r="r" b="b" t="t" l="l"/>
            <a:pathLst>
              <a:path w="1564672" h="1168908" stroke="true" fill="norm" extrusionOk="true">
                <a:moveTo>
                  <a:pt x="1521774" y="-56"/>
                </a:moveTo>
                <a:cubicBezTo>
                  <a:pt x="1545446" y="-56"/>
                  <a:pt x="1564637" y="-56"/>
                  <a:pt x="1564637" y="-56"/>
                </a:cubicBezTo>
                <a:lnTo>
                  <a:pt x="1564637" y="1168853"/>
                </a:lnTo>
                <a:cubicBezTo>
                  <a:pt x="1564637" y="1168853"/>
                  <a:pt x="1545446" y="1168853"/>
                  <a:pt x="1521774" y="1168853"/>
                </a:cubicBezTo>
                <a:lnTo>
                  <a:pt x="42826" y="1168853"/>
                </a:lnTo>
                <a:cubicBezTo>
                  <a:pt x="19154" y="1168853"/>
                  <a:pt x="-36" y="1168853"/>
                  <a:pt x="-36" y="1168853"/>
                </a:cubicBezTo>
                <a:lnTo>
                  <a:pt x="-36" y="-56"/>
                </a:lnTo>
                <a:cubicBezTo>
                  <a:pt x="-36" y="-56"/>
                  <a:pt x="19154" y="-56"/>
                  <a:pt x="42826" y="-56"/>
                </a:cubicBezTo>
                <a:close/>
              </a:path>
            </a:pathLst>
          </a:custGeom>
          <a:solidFill>
            <a:schemeClr val="accent2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30" id="30"/>
          <p:cNvSpPr/>
          <p:nvPr/>
        </p:nvSpPr>
        <p:spPr>
          <a:xfrm>
            <a:off x="8336732" y="5333076"/>
            <a:ext cx="1818015" cy="565512"/>
          </a:xfrm>
          <a:custGeom>
            <a:avLst/>
            <a:gdLst/>
            <a:ahLst/>
            <a:cxnLst/>
            <a:rect r="r" b="b" t="t" l="l"/>
            <a:pathLst>
              <a:path w="1218166" h="378923" stroke="true" fill="norm" extrusionOk="true">
                <a:moveTo>
                  <a:pt x="1215452" y="378851"/>
                </a:moveTo>
                <a:lnTo>
                  <a:pt x="1214785" y="378851"/>
                </a:lnTo>
                <a:lnTo>
                  <a:pt x="1178305" y="367421"/>
                </a:lnTo>
                <a:cubicBezTo>
                  <a:pt x="1177038" y="367069"/>
                  <a:pt x="1176295" y="365755"/>
                  <a:pt x="1176647" y="364488"/>
                </a:cubicBezTo>
                <a:cubicBezTo>
                  <a:pt x="1176657" y="364450"/>
                  <a:pt x="1176676" y="364412"/>
                  <a:pt x="1176685" y="364374"/>
                </a:cubicBezTo>
                <a:cubicBezTo>
                  <a:pt x="1177133" y="363135"/>
                  <a:pt x="1178457" y="362430"/>
                  <a:pt x="1179733" y="362754"/>
                </a:cubicBezTo>
                <a:lnTo>
                  <a:pt x="1216500" y="374089"/>
                </a:lnTo>
                <a:cubicBezTo>
                  <a:pt x="1217738" y="374537"/>
                  <a:pt x="1218405" y="375880"/>
                  <a:pt x="1218024" y="377137"/>
                </a:cubicBezTo>
                <a:cubicBezTo>
                  <a:pt x="1217700" y="378261"/>
                  <a:pt x="1216614" y="378985"/>
                  <a:pt x="1215452" y="378851"/>
                </a:cubicBezTo>
                <a:close/>
                <a:moveTo>
                  <a:pt x="1141919" y="356182"/>
                </a:moveTo>
                <a:lnTo>
                  <a:pt x="1141252" y="356182"/>
                </a:lnTo>
                <a:lnTo>
                  <a:pt x="1104486" y="344847"/>
                </a:lnTo>
                <a:cubicBezTo>
                  <a:pt x="1103209" y="344438"/>
                  <a:pt x="1102495" y="343085"/>
                  <a:pt x="1102866" y="341799"/>
                </a:cubicBezTo>
                <a:cubicBezTo>
                  <a:pt x="1103314" y="340561"/>
                  <a:pt x="1104629" y="339856"/>
                  <a:pt x="1105914" y="340180"/>
                </a:cubicBezTo>
                <a:lnTo>
                  <a:pt x="1142681" y="351515"/>
                </a:lnTo>
                <a:cubicBezTo>
                  <a:pt x="1143948" y="352029"/>
                  <a:pt x="1144557" y="353477"/>
                  <a:pt x="1144034" y="354744"/>
                </a:cubicBezTo>
                <a:cubicBezTo>
                  <a:pt x="1143681" y="355620"/>
                  <a:pt x="1142862" y="356210"/>
                  <a:pt x="1141919" y="356277"/>
                </a:cubicBezTo>
                <a:close/>
                <a:moveTo>
                  <a:pt x="1068386" y="333512"/>
                </a:moveTo>
                <a:lnTo>
                  <a:pt x="1067719" y="333512"/>
                </a:lnTo>
                <a:lnTo>
                  <a:pt x="1030953" y="322178"/>
                </a:lnTo>
                <a:cubicBezTo>
                  <a:pt x="1029676" y="321768"/>
                  <a:pt x="1028962" y="320415"/>
                  <a:pt x="1029333" y="319130"/>
                </a:cubicBezTo>
                <a:cubicBezTo>
                  <a:pt x="1029781" y="317891"/>
                  <a:pt x="1031096" y="317187"/>
                  <a:pt x="1032381" y="317510"/>
                </a:cubicBezTo>
                <a:lnTo>
                  <a:pt x="1069148" y="328845"/>
                </a:lnTo>
                <a:cubicBezTo>
                  <a:pt x="1070425" y="329255"/>
                  <a:pt x="1071139" y="330607"/>
                  <a:pt x="1070767" y="331893"/>
                </a:cubicBezTo>
                <a:cubicBezTo>
                  <a:pt x="1070377" y="332865"/>
                  <a:pt x="1069434" y="333512"/>
                  <a:pt x="1068386" y="333512"/>
                </a:cubicBezTo>
                <a:close/>
                <a:moveTo>
                  <a:pt x="994948" y="310843"/>
                </a:moveTo>
                <a:lnTo>
                  <a:pt x="994186" y="310843"/>
                </a:lnTo>
                <a:lnTo>
                  <a:pt x="957420" y="299508"/>
                </a:lnTo>
                <a:cubicBezTo>
                  <a:pt x="956181" y="299060"/>
                  <a:pt x="955477" y="297737"/>
                  <a:pt x="955801" y="296460"/>
                </a:cubicBezTo>
                <a:cubicBezTo>
                  <a:pt x="956210" y="295184"/>
                  <a:pt x="957563" y="294469"/>
                  <a:pt x="958848" y="294841"/>
                </a:cubicBezTo>
                <a:lnTo>
                  <a:pt x="995615" y="306176"/>
                </a:lnTo>
                <a:cubicBezTo>
                  <a:pt x="996882" y="306681"/>
                  <a:pt x="997501" y="308128"/>
                  <a:pt x="996996" y="309395"/>
                </a:cubicBezTo>
                <a:cubicBezTo>
                  <a:pt x="996653" y="310252"/>
                  <a:pt x="995863" y="310843"/>
                  <a:pt x="994948" y="310938"/>
                </a:cubicBezTo>
                <a:close/>
                <a:moveTo>
                  <a:pt x="921130" y="288174"/>
                </a:moveTo>
                <a:lnTo>
                  <a:pt x="921130" y="288174"/>
                </a:lnTo>
                <a:lnTo>
                  <a:pt x="884363" y="276839"/>
                </a:lnTo>
                <a:cubicBezTo>
                  <a:pt x="883125" y="276391"/>
                  <a:pt x="882458" y="275048"/>
                  <a:pt x="882839" y="273791"/>
                </a:cubicBezTo>
                <a:cubicBezTo>
                  <a:pt x="883211" y="272524"/>
                  <a:pt x="884525" y="271800"/>
                  <a:pt x="885792" y="272171"/>
                </a:cubicBezTo>
                <a:lnTo>
                  <a:pt x="922558" y="283506"/>
                </a:lnTo>
                <a:cubicBezTo>
                  <a:pt x="923825" y="283859"/>
                  <a:pt x="924568" y="285173"/>
                  <a:pt x="924216" y="286440"/>
                </a:cubicBezTo>
                <a:cubicBezTo>
                  <a:pt x="924206" y="286478"/>
                  <a:pt x="924187" y="286516"/>
                  <a:pt x="924178" y="286554"/>
                </a:cubicBezTo>
                <a:cubicBezTo>
                  <a:pt x="923768" y="287831"/>
                  <a:pt x="922415" y="288545"/>
                  <a:pt x="921130" y="288174"/>
                </a:cubicBezTo>
                <a:close/>
                <a:moveTo>
                  <a:pt x="847597" y="265504"/>
                </a:moveTo>
                <a:lnTo>
                  <a:pt x="846835" y="265504"/>
                </a:lnTo>
                <a:lnTo>
                  <a:pt x="810068" y="254169"/>
                </a:lnTo>
                <a:cubicBezTo>
                  <a:pt x="808839" y="253760"/>
                  <a:pt x="808172" y="252455"/>
                  <a:pt x="808544" y="251216"/>
                </a:cubicBezTo>
                <a:cubicBezTo>
                  <a:pt x="808915" y="249950"/>
                  <a:pt x="810230" y="249226"/>
                  <a:pt x="811497" y="249597"/>
                </a:cubicBezTo>
                <a:lnTo>
                  <a:pt x="848263" y="260932"/>
                </a:lnTo>
                <a:cubicBezTo>
                  <a:pt x="849530" y="261284"/>
                  <a:pt x="850273" y="262599"/>
                  <a:pt x="849920" y="263866"/>
                </a:cubicBezTo>
                <a:cubicBezTo>
                  <a:pt x="849911" y="263904"/>
                  <a:pt x="849892" y="263942"/>
                  <a:pt x="849882" y="263980"/>
                </a:cubicBezTo>
                <a:cubicBezTo>
                  <a:pt x="849559" y="264828"/>
                  <a:pt x="848787" y="265418"/>
                  <a:pt x="847882" y="265504"/>
                </a:cubicBezTo>
                <a:close/>
                <a:moveTo>
                  <a:pt x="774064" y="242739"/>
                </a:moveTo>
                <a:lnTo>
                  <a:pt x="773397" y="242739"/>
                </a:lnTo>
                <a:lnTo>
                  <a:pt x="736916" y="231785"/>
                </a:lnTo>
                <a:cubicBezTo>
                  <a:pt x="735649" y="231414"/>
                  <a:pt x="734925" y="230099"/>
                  <a:pt x="735297" y="228833"/>
                </a:cubicBezTo>
                <a:cubicBezTo>
                  <a:pt x="735668" y="227566"/>
                  <a:pt x="736983" y="226842"/>
                  <a:pt x="738249" y="227213"/>
                </a:cubicBezTo>
                <a:lnTo>
                  <a:pt x="775016" y="238548"/>
                </a:lnTo>
                <a:cubicBezTo>
                  <a:pt x="776283" y="238920"/>
                  <a:pt x="777007" y="240234"/>
                  <a:pt x="776635" y="241501"/>
                </a:cubicBezTo>
                <a:cubicBezTo>
                  <a:pt x="776340" y="242520"/>
                  <a:pt x="775406" y="243216"/>
                  <a:pt x="774349" y="243216"/>
                </a:cubicBezTo>
                <a:close/>
                <a:moveTo>
                  <a:pt x="700530" y="220070"/>
                </a:moveTo>
                <a:lnTo>
                  <a:pt x="699864" y="220070"/>
                </a:lnTo>
                <a:lnTo>
                  <a:pt x="663097" y="208735"/>
                </a:lnTo>
                <a:cubicBezTo>
                  <a:pt x="661869" y="208430"/>
                  <a:pt x="661126" y="207192"/>
                  <a:pt x="661421" y="205973"/>
                </a:cubicBezTo>
                <a:cubicBezTo>
                  <a:pt x="661440" y="205906"/>
                  <a:pt x="661459" y="205839"/>
                  <a:pt x="661478" y="205782"/>
                </a:cubicBezTo>
                <a:cubicBezTo>
                  <a:pt x="661831" y="204515"/>
                  <a:pt x="663145" y="203772"/>
                  <a:pt x="664412" y="204125"/>
                </a:cubicBezTo>
                <a:cubicBezTo>
                  <a:pt x="664450" y="204134"/>
                  <a:pt x="664488" y="204153"/>
                  <a:pt x="664526" y="204163"/>
                </a:cubicBezTo>
                <a:lnTo>
                  <a:pt x="701197" y="215498"/>
                </a:lnTo>
                <a:cubicBezTo>
                  <a:pt x="702464" y="215869"/>
                  <a:pt x="703188" y="217184"/>
                  <a:pt x="702816" y="218450"/>
                </a:cubicBezTo>
                <a:cubicBezTo>
                  <a:pt x="702521" y="219470"/>
                  <a:pt x="701588" y="220165"/>
                  <a:pt x="700530" y="220165"/>
                </a:cubicBezTo>
                <a:close/>
                <a:moveTo>
                  <a:pt x="626997" y="197400"/>
                </a:moveTo>
                <a:lnTo>
                  <a:pt x="626331" y="197400"/>
                </a:lnTo>
                <a:lnTo>
                  <a:pt x="589564" y="186066"/>
                </a:lnTo>
                <a:cubicBezTo>
                  <a:pt x="588336" y="185761"/>
                  <a:pt x="587593" y="184522"/>
                  <a:pt x="587888" y="183303"/>
                </a:cubicBezTo>
                <a:cubicBezTo>
                  <a:pt x="587907" y="183237"/>
                  <a:pt x="587926" y="183170"/>
                  <a:pt x="587945" y="183113"/>
                </a:cubicBezTo>
                <a:cubicBezTo>
                  <a:pt x="588298" y="181846"/>
                  <a:pt x="589612" y="181103"/>
                  <a:pt x="590879" y="181455"/>
                </a:cubicBezTo>
                <a:cubicBezTo>
                  <a:pt x="590917" y="181465"/>
                  <a:pt x="590955" y="181484"/>
                  <a:pt x="590993" y="181493"/>
                </a:cubicBezTo>
                <a:lnTo>
                  <a:pt x="627760" y="192828"/>
                </a:lnTo>
                <a:cubicBezTo>
                  <a:pt x="629026" y="193190"/>
                  <a:pt x="629750" y="194514"/>
                  <a:pt x="629388" y="195771"/>
                </a:cubicBezTo>
                <a:cubicBezTo>
                  <a:pt x="629083" y="196829"/>
                  <a:pt x="628093" y="197543"/>
                  <a:pt x="626997" y="197495"/>
                </a:cubicBezTo>
                <a:close/>
                <a:moveTo>
                  <a:pt x="553750" y="174635"/>
                </a:moveTo>
                <a:lnTo>
                  <a:pt x="553083" y="174635"/>
                </a:lnTo>
                <a:lnTo>
                  <a:pt x="516317" y="163301"/>
                </a:lnTo>
                <a:cubicBezTo>
                  <a:pt x="515050" y="162929"/>
                  <a:pt x="514326" y="161615"/>
                  <a:pt x="514698" y="160348"/>
                </a:cubicBezTo>
                <a:cubicBezTo>
                  <a:pt x="515107" y="159072"/>
                  <a:pt x="516460" y="158357"/>
                  <a:pt x="517746" y="158729"/>
                </a:cubicBezTo>
                <a:lnTo>
                  <a:pt x="554512" y="170063"/>
                </a:lnTo>
                <a:cubicBezTo>
                  <a:pt x="555779" y="170435"/>
                  <a:pt x="556503" y="171749"/>
                  <a:pt x="556131" y="173016"/>
                </a:cubicBezTo>
                <a:cubicBezTo>
                  <a:pt x="555741" y="173988"/>
                  <a:pt x="554798" y="174635"/>
                  <a:pt x="553750" y="174635"/>
                </a:cubicBezTo>
                <a:close/>
                <a:moveTo>
                  <a:pt x="480217" y="151966"/>
                </a:moveTo>
                <a:lnTo>
                  <a:pt x="479551" y="151966"/>
                </a:lnTo>
                <a:lnTo>
                  <a:pt x="442784" y="140631"/>
                </a:lnTo>
                <a:cubicBezTo>
                  <a:pt x="441517" y="140241"/>
                  <a:pt x="440822" y="138897"/>
                  <a:pt x="441212" y="137631"/>
                </a:cubicBezTo>
                <a:cubicBezTo>
                  <a:pt x="441603" y="136364"/>
                  <a:pt x="442946" y="135669"/>
                  <a:pt x="444213" y="136059"/>
                </a:cubicBezTo>
                <a:lnTo>
                  <a:pt x="480979" y="147394"/>
                </a:lnTo>
                <a:cubicBezTo>
                  <a:pt x="482246" y="147765"/>
                  <a:pt x="482970" y="149080"/>
                  <a:pt x="482598" y="150347"/>
                </a:cubicBezTo>
                <a:cubicBezTo>
                  <a:pt x="482237" y="151356"/>
                  <a:pt x="481294" y="152042"/>
                  <a:pt x="480217" y="152061"/>
                </a:cubicBezTo>
                <a:close/>
                <a:moveTo>
                  <a:pt x="406780" y="129392"/>
                </a:moveTo>
                <a:lnTo>
                  <a:pt x="406018" y="129392"/>
                </a:lnTo>
                <a:lnTo>
                  <a:pt x="369251" y="118057"/>
                </a:lnTo>
                <a:cubicBezTo>
                  <a:pt x="367975" y="117647"/>
                  <a:pt x="367260" y="116295"/>
                  <a:pt x="367632" y="115009"/>
                </a:cubicBezTo>
                <a:cubicBezTo>
                  <a:pt x="368080" y="113771"/>
                  <a:pt x="369422" y="113104"/>
                  <a:pt x="370680" y="113485"/>
                </a:cubicBezTo>
                <a:lnTo>
                  <a:pt x="407446" y="124820"/>
                </a:lnTo>
                <a:cubicBezTo>
                  <a:pt x="408713" y="125191"/>
                  <a:pt x="409437" y="126505"/>
                  <a:pt x="409065" y="127772"/>
                </a:cubicBezTo>
                <a:cubicBezTo>
                  <a:pt x="408713" y="128734"/>
                  <a:pt x="407799" y="129372"/>
                  <a:pt x="406780" y="129392"/>
                </a:cubicBezTo>
                <a:close/>
                <a:moveTo>
                  <a:pt x="333246" y="106722"/>
                </a:moveTo>
                <a:lnTo>
                  <a:pt x="332485" y="106722"/>
                </a:lnTo>
                <a:lnTo>
                  <a:pt x="295718" y="95387"/>
                </a:lnTo>
                <a:cubicBezTo>
                  <a:pt x="294461" y="94987"/>
                  <a:pt x="293775" y="93644"/>
                  <a:pt x="294175" y="92397"/>
                </a:cubicBezTo>
                <a:cubicBezTo>
                  <a:pt x="294184" y="92378"/>
                  <a:pt x="294184" y="92358"/>
                  <a:pt x="294194" y="92339"/>
                </a:cubicBezTo>
                <a:cubicBezTo>
                  <a:pt x="294604" y="91111"/>
                  <a:pt x="295908" y="90434"/>
                  <a:pt x="297147" y="90816"/>
                </a:cubicBezTo>
                <a:lnTo>
                  <a:pt x="333913" y="102150"/>
                </a:lnTo>
                <a:cubicBezTo>
                  <a:pt x="335142" y="102455"/>
                  <a:pt x="335885" y="103693"/>
                  <a:pt x="335590" y="104912"/>
                </a:cubicBezTo>
                <a:cubicBezTo>
                  <a:pt x="335570" y="104979"/>
                  <a:pt x="335552" y="105046"/>
                  <a:pt x="335532" y="105103"/>
                </a:cubicBezTo>
                <a:cubicBezTo>
                  <a:pt x="335180" y="106065"/>
                  <a:pt x="334266" y="106703"/>
                  <a:pt x="333246" y="106722"/>
                </a:cubicBezTo>
                <a:close/>
                <a:moveTo>
                  <a:pt x="259713" y="84053"/>
                </a:moveTo>
                <a:lnTo>
                  <a:pt x="258952" y="84053"/>
                </a:lnTo>
                <a:lnTo>
                  <a:pt x="222185" y="72718"/>
                </a:lnTo>
                <a:cubicBezTo>
                  <a:pt x="220928" y="72318"/>
                  <a:pt x="220242" y="70975"/>
                  <a:pt x="220642" y="69727"/>
                </a:cubicBezTo>
                <a:cubicBezTo>
                  <a:pt x="220652" y="69708"/>
                  <a:pt x="220652" y="69689"/>
                  <a:pt x="220661" y="69670"/>
                </a:cubicBezTo>
                <a:cubicBezTo>
                  <a:pt x="221070" y="68441"/>
                  <a:pt x="222356" y="67736"/>
                  <a:pt x="223614" y="68051"/>
                </a:cubicBezTo>
                <a:lnTo>
                  <a:pt x="260380" y="79481"/>
                </a:lnTo>
                <a:cubicBezTo>
                  <a:pt x="261647" y="79852"/>
                  <a:pt x="262371" y="81167"/>
                  <a:pt x="261999" y="82433"/>
                </a:cubicBezTo>
                <a:cubicBezTo>
                  <a:pt x="261704" y="83453"/>
                  <a:pt x="260771" y="84148"/>
                  <a:pt x="259713" y="84148"/>
                </a:cubicBezTo>
                <a:close/>
                <a:moveTo>
                  <a:pt x="186180" y="61383"/>
                </a:moveTo>
                <a:lnTo>
                  <a:pt x="185514" y="61383"/>
                </a:lnTo>
                <a:lnTo>
                  <a:pt x="148747" y="50049"/>
                </a:lnTo>
                <a:cubicBezTo>
                  <a:pt x="147481" y="49696"/>
                  <a:pt x="146738" y="48381"/>
                  <a:pt x="147090" y="47115"/>
                </a:cubicBezTo>
                <a:cubicBezTo>
                  <a:pt x="147099" y="47077"/>
                  <a:pt x="147119" y="47039"/>
                  <a:pt x="147128" y="47000"/>
                </a:cubicBezTo>
                <a:cubicBezTo>
                  <a:pt x="147537" y="45772"/>
                  <a:pt x="148823" y="45067"/>
                  <a:pt x="150081" y="45381"/>
                </a:cubicBezTo>
                <a:lnTo>
                  <a:pt x="186847" y="56716"/>
                </a:lnTo>
                <a:cubicBezTo>
                  <a:pt x="188124" y="57125"/>
                  <a:pt x="188838" y="58478"/>
                  <a:pt x="188466" y="59764"/>
                </a:cubicBezTo>
                <a:cubicBezTo>
                  <a:pt x="188133" y="60745"/>
                  <a:pt x="187209" y="61393"/>
                  <a:pt x="186180" y="61383"/>
                </a:cubicBezTo>
                <a:close/>
                <a:moveTo>
                  <a:pt x="112647" y="38714"/>
                </a:moveTo>
                <a:lnTo>
                  <a:pt x="111981" y="38714"/>
                </a:lnTo>
                <a:lnTo>
                  <a:pt x="75214" y="27379"/>
                </a:lnTo>
                <a:cubicBezTo>
                  <a:pt x="73938" y="26969"/>
                  <a:pt x="73223" y="25617"/>
                  <a:pt x="73595" y="24331"/>
                </a:cubicBezTo>
                <a:cubicBezTo>
                  <a:pt x="74043" y="23093"/>
                  <a:pt x="75357" y="22388"/>
                  <a:pt x="76643" y="22712"/>
                </a:cubicBezTo>
                <a:lnTo>
                  <a:pt x="113314" y="34046"/>
                </a:lnTo>
                <a:cubicBezTo>
                  <a:pt x="114591" y="34456"/>
                  <a:pt x="115305" y="35808"/>
                  <a:pt x="114933" y="37094"/>
                </a:cubicBezTo>
                <a:cubicBezTo>
                  <a:pt x="114600" y="38075"/>
                  <a:pt x="113676" y="38723"/>
                  <a:pt x="112647" y="38714"/>
                </a:cubicBezTo>
                <a:close/>
                <a:moveTo>
                  <a:pt x="39114" y="16044"/>
                </a:moveTo>
                <a:lnTo>
                  <a:pt x="38448" y="16044"/>
                </a:lnTo>
                <a:lnTo>
                  <a:pt x="1681" y="4709"/>
                </a:lnTo>
                <a:cubicBezTo>
                  <a:pt x="405" y="4300"/>
                  <a:pt x="-310" y="2947"/>
                  <a:pt x="62" y="1661"/>
                </a:cubicBezTo>
                <a:cubicBezTo>
                  <a:pt x="471" y="385"/>
                  <a:pt x="1824" y="-329"/>
                  <a:pt x="3110" y="42"/>
                </a:cubicBezTo>
                <a:lnTo>
                  <a:pt x="39877" y="11377"/>
                </a:lnTo>
                <a:cubicBezTo>
                  <a:pt x="41115" y="11825"/>
                  <a:pt x="41781" y="13168"/>
                  <a:pt x="41401" y="14425"/>
                </a:cubicBezTo>
                <a:cubicBezTo>
                  <a:pt x="41067" y="15406"/>
                  <a:pt x="40143" y="16054"/>
                  <a:pt x="39114" y="16044"/>
                </a:cubicBezTo>
                <a:close/>
              </a:path>
            </a:pathLst>
          </a:custGeom>
          <a:solidFill>
            <a:srgbClr val="FFFFFF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31" id="31"/>
          <p:cNvSpPr/>
          <p:nvPr/>
        </p:nvSpPr>
        <p:spPr>
          <a:xfrm>
            <a:off x="10202021" y="5889268"/>
            <a:ext cx="43128" cy="35594"/>
          </a:xfrm>
          <a:custGeom>
            <a:avLst/>
            <a:gdLst/>
            <a:ahLst/>
            <a:cxnLst/>
            <a:rect r="r" b="b" t="t" l="l"/>
            <a:pathLst>
              <a:path w="28898" h="23850" stroke="true" fill="norm" extrusionOk="true">
                <a:moveTo>
                  <a:pt x="22378" y="23794"/>
                </a:moveTo>
                <a:lnTo>
                  <a:pt x="1709" y="17413"/>
                </a:lnTo>
                <a:cubicBezTo>
                  <a:pt x="442" y="17060"/>
                  <a:pt x="-301" y="15746"/>
                  <a:pt x="51" y="14479"/>
                </a:cubicBezTo>
                <a:cubicBezTo>
                  <a:pt x="61" y="14441"/>
                  <a:pt x="80" y="14403"/>
                  <a:pt x="89" y="14364"/>
                </a:cubicBezTo>
                <a:cubicBezTo>
                  <a:pt x="537" y="13126"/>
                  <a:pt x="1861" y="12422"/>
                  <a:pt x="3137" y="12745"/>
                </a:cubicBezTo>
                <a:lnTo>
                  <a:pt x="19235" y="17794"/>
                </a:lnTo>
                <a:lnTo>
                  <a:pt x="24188" y="1601"/>
                </a:lnTo>
                <a:cubicBezTo>
                  <a:pt x="24588" y="344"/>
                  <a:pt x="25931" y="-342"/>
                  <a:pt x="27179" y="58"/>
                </a:cubicBezTo>
                <a:cubicBezTo>
                  <a:pt x="27198" y="68"/>
                  <a:pt x="27217" y="68"/>
                  <a:pt x="27236" y="77"/>
                </a:cubicBezTo>
                <a:cubicBezTo>
                  <a:pt x="28464" y="487"/>
                  <a:pt x="29131" y="1792"/>
                  <a:pt x="28760" y="3030"/>
                </a:cubicBezTo>
                <a:close/>
              </a:path>
            </a:pathLst>
          </a:custGeom>
          <a:solidFill>
            <a:srgbClr val="FFFFFF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32" id="32"/>
          <p:cNvSpPr/>
          <p:nvPr/>
        </p:nvSpPr>
        <p:spPr>
          <a:xfrm>
            <a:off x="10254944" y="4568674"/>
            <a:ext cx="397644" cy="1272746"/>
          </a:xfrm>
          <a:custGeom>
            <a:avLst/>
            <a:gdLst/>
            <a:ahLst/>
            <a:cxnLst/>
            <a:rect r="r" b="b" t="t" l="l"/>
            <a:pathLst>
              <a:path w="266443" h="852807" stroke="true" fill="norm" extrusionOk="true">
                <a:moveTo>
                  <a:pt x="2443" y="852751"/>
                </a:moveTo>
                <a:lnTo>
                  <a:pt x="1681" y="852751"/>
                </a:lnTo>
                <a:cubicBezTo>
                  <a:pt x="405" y="852342"/>
                  <a:pt x="-310" y="850989"/>
                  <a:pt x="62" y="849703"/>
                </a:cubicBezTo>
                <a:lnTo>
                  <a:pt x="11492" y="812841"/>
                </a:lnTo>
                <a:cubicBezTo>
                  <a:pt x="11882" y="811574"/>
                  <a:pt x="13226" y="810879"/>
                  <a:pt x="14492" y="811270"/>
                </a:cubicBezTo>
                <a:cubicBezTo>
                  <a:pt x="15759" y="811660"/>
                  <a:pt x="16454" y="813003"/>
                  <a:pt x="16064" y="814270"/>
                </a:cubicBezTo>
                <a:lnTo>
                  <a:pt x="4729" y="851132"/>
                </a:lnTo>
                <a:cubicBezTo>
                  <a:pt x="4377" y="852094"/>
                  <a:pt x="3462" y="852732"/>
                  <a:pt x="2443" y="852751"/>
                </a:cubicBezTo>
                <a:close/>
                <a:moveTo>
                  <a:pt x="25113" y="779028"/>
                </a:moveTo>
                <a:lnTo>
                  <a:pt x="24446" y="779028"/>
                </a:lnTo>
                <a:cubicBezTo>
                  <a:pt x="23169" y="778618"/>
                  <a:pt x="22455" y="777265"/>
                  <a:pt x="22827" y="775979"/>
                </a:cubicBezTo>
                <a:lnTo>
                  <a:pt x="34257" y="739118"/>
                </a:lnTo>
                <a:cubicBezTo>
                  <a:pt x="34666" y="737889"/>
                  <a:pt x="35952" y="737184"/>
                  <a:pt x="37210" y="737499"/>
                </a:cubicBezTo>
                <a:cubicBezTo>
                  <a:pt x="38476" y="737851"/>
                  <a:pt x="39219" y="739165"/>
                  <a:pt x="38867" y="740432"/>
                </a:cubicBezTo>
                <a:cubicBezTo>
                  <a:pt x="38857" y="740470"/>
                  <a:pt x="38838" y="740508"/>
                  <a:pt x="38829" y="740547"/>
                </a:cubicBezTo>
                <a:lnTo>
                  <a:pt x="27494" y="777408"/>
                </a:lnTo>
                <a:cubicBezTo>
                  <a:pt x="27104" y="778380"/>
                  <a:pt x="26161" y="779028"/>
                  <a:pt x="25113" y="779028"/>
                </a:cubicBezTo>
                <a:close/>
                <a:moveTo>
                  <a:pt x="47878" y="705304"/>
                </a:moveTo>
                <a:lnTo>
                  <a:pt x="47211" y="705304"/>
                </a:lnTo>
                <a:cubicBezTo>
                  <a:pt x="45982" y="704999"/>
                  <a:pt x="45239" y="703761"/>
                  <a:pt x="45534" y="702542"/>
                </a:cubicBezTo>
                <a:cubicBezTo>
                  <a:pt x="45553" y="702475"/>
                  <a:pt x="45572" y="702408"/>
                  <a:pt x="45591" y="702351"/>
                </a:cubicBezTo>
                <a:lnTo>
                  <a:pt x="56926" y="665490"/>
                </a:lnTo>
                <a:cubicBezTo>
                  <a:pt x="57098" y="664137"/>
                  <a:pt x="58336" y="663175"/>
                  <a:pt x="59698" y="663347"/>
                </a:cubicBezTo>
                <a:cubicBezTo>
                  <a:pt x="61051" y="663518"/>
                  <a:pt x="62012" y="664756"/>
                  <a:pt x="61841" y="666118"/>
                </a:cubicBezTo>
                <a:cubicBezTo>
                  <a:pt x="61803" y="666395"/>
                  <a:pt x="61717" y="666671"/>
                  <a:pt x="61594" y="666918"/>
                </a:cubicBezTo>
                <a:lnTo>
                  <a:pt x="50163" y="703780"/>
                </a:lnTo>
                <a:cubicBezTo>
                  <a:pt x="49782" y="704704"/>
                  <a:pt x="48878" y="705304"/>
                  <a:pt x="47878" y="705304"/>
                </a:cubicBezTo>
                <a:close/>
                <a:moveTo>
                  <a:pt x="70642" y="631485"/>
                </a:moveTo>
                <a:lnTo>
                  <a:pt x="69975" y="631485"/>
                </a:lnTo>
                <a:cubicBezTo>
                  <a:pt x="68747" y="631180"/>
                  <a:pt x="68004" y="629942"/>
                  <a:pt x="68299" y="628723"/>
                </a:cubicBezTo>
                <a:cubicBezTo>
                  <a:pt x="68318" y="628656"/>
                  <a:pt x="68337" y="628590"/>
                  <a:pt x="68356" y="628533"/>
                </a:cubicBezTo>
                <a:lnTo>
                  <a:pt x="79691" y="591576"/>
                </a:lnTo>
                <a:cubicBezTo>
                  <a:pt x="80139" y="590337"/>
                  <a:pt x="81482" y="589670"/>
                  <a:pt x="82739" y="590052"/>
                </a:cubicBezTo>
                <a:cubicBezTo>
                  <a:pt x="84006" y="590423"/>
                  <a:pt x="84730" y="591738"/>
                  <a:pt x="84358" y="593004"/>
                </a:cubicBezTo>
                <a:lnTo>
                  <a:pt x="72928" y="629866"/>
                </a:lnTo>
                <a:cubicBezTo>
                  <a:pt x="72595" y="630847"/>
                  <a:pt x="71671" y="631495"/>
                  <a:pt x="70642" y="631485"/>
                </a:cubicBezTo>
                <a:close/>
                <a:moveTo>
                  <a:pt x="93407" y="557762"/>
                </a:moveTo>
                <a:lnTo>
                  <a:pt x="93026" y="557762"/>
                </a:lnTo>
                <a:cubicBezTo>
                  <a:pt x="91769" y="557362"/>
                  <a:pt x="91083" y="556019"/>
                  <a:pt x="91483" y="554771"/>
                </a:cubicBezTo>
                <a:cubicBezTo>
                  <a:pt x="91492" y="554752"/>
                  <a:pt x="91492" y="554733"/>
                  <a:pt x="91502" y="554714"/>
                </a:cubicBezTo>
                <a:lnTo>
                  <a:pt x="102837" y="517852"/>
                </a:lnTo>
                <a:cubicBezTo>
                  <a:pt x="103284" y="516614"/>
                  <a:pt x="104599" y="515909"/>
                  <a:pt x="105885" y="516233"/>
                </a:cubicBezTo>
                <a:cubicBezTo>
                  <a:pt x="107123" y="516680"/>
                  <a:pt x="107790" y="518024"/>
                  <a:pt x="107409" y="519281"/>
                </a:cubicBezTo>
                <a:lnTo>
                  <a:pt x="96074" y="556143"/>
                </a:lnTo>
                <a:cubicBezTo>
                  <a:pt x="95721" y="557409"/>
                  <a:pt x="94407" y="558152"/>
                  <a:pt x="93140" y="557800"/>
                </a:cubicBezTo>
                <a:cubicBezTo>
                  <a:pt x="93102" y="557790"/>
                  <a:pt x="93064" y="557771"/>
                  <a:pt x="93026" y="557762"/>
                </a:cubicBezTo>
                <a:close/>
                <a:moveTo>
                  <a:pt x="116172" y="484038"/>
                </a:moveTo>
                <a:lnTo>
                  <a:pt x="115410" y="484038"/>
                </a:lnTo>
                <a:cubicBezTo>
                  <a:pt x="114133" y="483629"/>
                  <a:pt x="113419" y="482276"/>
                  <a:pt x="113790" y="480990"/>
                </a:cubicBezTo>
                <a:lnTo>
                  <a:pt x="125221" y="444128"/>
                </a:lnTo>
                <a:cubicBezTo>
                  <a:pt x="125611" y="442862"/>
                  <a:pt x="126954" y="442166"/>
                  <a:pt x="128221" y="442557"/>
                </a:cubicBezTo>
                <a:cubicBezTo>
                  <a:pt x="129488" y="442947"/>
                  <a:pt x="130183" y="444290"/>
                  <a:pt x="129792" y="445557"/>
                </a:cubicBezTo>
                <a:lnTo>
                  <a:pt x="118458" y="482419"/>
                </a:lnTo>
                <a:cubicBezTo>
                  <a:pt x="118105" y="483381"/>
                  <a:pt x="117191" y="484019"/>
                  <a:pt x="116172" y="484038"/>
                </a:cubicBezTo>
                <a:close/>
                <a:moveTo>
                  <a:pt x="138841" y="410220"/>
                </a:moveTo>
                <a:lnTo>
                  <a:pt x="138174" y="410220"/>
                </a:lnTo>
                <a:cubicBezTo>
                  <a:pt x="136908" y="409848"/>
                  <a:pt x="136184" y="408534"/>
                  <a:pt x="136555" y="407267"/>
                </a:cubicBezTo>
                <a:lnTo>
                  <a:pt x="147985" y="370405"/>
                </a:lnTo>
                <a:cubicBezTo>
                  <a:pt x="148357" y="369138"/>
                  <a:pt x="149671" y="368414"/>
                  <a:pt x="150938" y="368786"/>
                </a:cubicBezTo>
                <a:cubicBezTo>
                  <a:pt x="152205" y="369157"/>
                  <a:pt x="152929" y="370472"/>
                  <a:pt x="152557" y="371739"/>
                </a:cubicBezTo>
                <a:lnTo>
                  <a:pt x="141222" y="408695"/>
                </a:lnTo>
                <a:cubicBezTo>
                  <a:pt x="140927" y="409781"/>
                  <a:pt x="139965" y="410553"/>
                  <a:pt x="138841" y="410601"/>
                </a:cubicBezTo>
                <a:close/>
                <a:moveTo>
                  <a:pt x="161606" y="336496"/>
                </a:moveTo>
                <a:lnTo>
                  <a:pt x="160939" y="336496"/>
                </a:lnTo>
                <a:cubicBezTo>
                  <a:pt x="159672" y="336144"/>
                  <a:pt x="158930" y="334829"/>
                  <a:pt x="159282" y="333562"/>
                </a:cubicBezTo>
                <a:cubicBezTo>
                  <a:pt x="159291" y="333524"/>
                  <a:pt x="159311" y="333486"/>
                  <a:pt x="159320" y="333448"/>
                </a:cubicBezTo>
                <a:lnTo>
                  <a:pt x="170655" y="296586"/>
                </a:lnTo>
                <a:cubicBezTo>
                  <a:pt x="171055" y="295329"/>
                  <a:pt x="172398" y="294643"/>
                  <a:pt x="173645" y="295043"/>
                </a:cubicBezTo>
                <a:cubicBezTo>
                  <a:pt x="173665" y="295053"/>
                  <a:pt x="173684" y="295053"/>
                  <a:pt x="173703" y="295062"/>
                </a:cubicBezTo>
                <a:cubicBezTo>
                  <a:pt x="174931" y="295367"/>
                  <a:pt x="175674" y="296606"/>
                  <a:pt x="175379" y="297825"/>
                </a:cubicBezTo>
                <a:cubicBezTo>
                  <a:pt x="175360" y="297891"/>
                  <a:pt x="175341" y="297958"/>
                  <a:pt x="175322" y="298015"/>
                </a:cubicBezTo>
                <a:lnTo>
                  <a:pt x="163987" y="334401"/>
                </a:lnTo>
                <a:cubicBezTo>
                  <a:pt x="163768" y="335563"/>
                  <a:pt x="162787" y="336430"/>
                  <a:pt x="161606" y="336496"/>
                </a:cubicBezTo>
                <a:close/>
                <a:moveTo>
                  <a:pt x="184371" y="262773"/>
                </a:moveTo>
                <a:lnTo>
                  <a:pt x="183704" y="262773"/>
                </a:lnTo>
                <a:cubicBezTo>
                  <a:pt x="182427" y="262363"/>
                  <a:pt x="181713" y="261011"/>
                  <a:pt x="182085" y="259725"/>
                </a:cubicBezTo>
                <a:lnTo>
                  <a:pt x="193420" y="222863"/>
                </a:lnTo>
                <a:cubicBezTo>
                  <a:pt x="194039" y="221644"/>
                  <a:pt x="195524" y="221148"/>
                  <a:pt x="196744" y="221767"/>
                </a:cubicBezTo>
                <a:cubicBezTo>
                  <a:pt x="197687" y="222244"/>
                  <a:pt x="198220" y="223253"/>
                  <a:pt x="198087" y="224292"/>
                </a:cubicBezTo>
                <a:lnTo>
                  <a:pt x="186657" y="261153"/>
                </a:lnTo>
                <a:cubicBezTo>
                  <a:pt x="186323" y="262134"/>
                  <a:pt x="185399" y="262782"/>
                  <a:pt x="184371" y="262773"/>
                </a:cubicBezTo>
                <a:close/>
                <a:moveTo>
                  <a:pt x="207136" y="189049"/>
                </a:moveTo>
                <a:lnTo>
                  <a:pt x="206373" y="189049"/>
                </a:lnTo>
                <a:cubicBezTo>
                  <a:pt x="205135" y="188601"/>
                  <a:pt x="204469" y="187258"/>
                  <a:pt x="204849" y="186001"/>
                </a:cubicBezTo>
                <a:lnTo>
                  <a:pt x="216184" y="149139"/>
                </a:lnTo>
                <a:cubicBezTo>
                  <a:pt x="216537" y="147872"/>
                  <a:pt x="217851" y="147129"/>
                  <a:pt x="219118" y="147482"/>
                </a:cubicBezTo>
                <a:cubicBezTo>
                  <a:pt x="219156" y="147492"/>
                  <a:pt x="219194" y="147511"/>
                  <a:pt x="219232" y="147520"/>
                </a:cubicBezTo>
                <a:cubicBezTo>
                  <a:pt x="220489" y="147920"/>
                  <a:pt x="221175" y="149263"/>
                  <a:pt x="220775" y="150511"/>
                </a:cubicBezTo>
                <a:cubicBezTo>
                  <a:pt x="220766" y="150530"/>
                  <a:pt x="220766" y="150549"/>
                  <a:pt x="220756" y="150568"/>
                </a:cubicBezTo>
                <a:lnTo>
                  <a:pt x="209421" y="187430"/>
                </a:lnTo>
                <a:cubicBezTo>
                  <a:pt x="209117" y="188344"/>
                  <a:pt x="208288" y="188982"/>
                  <a:pt x="207326" y="189049"/>
                </a:cubicBezTo>
                <a:close/>
                <a:moveTo>
                  <a:pt x="229900" y="115230"/>
                </a:moveTo>
                <a:lnTo>
                  <a:pt x="229138" y="115230"/>
                </a:lnTo>
                <a:cubicBezTo>
                  <a:pt x="227872" y="114859"/>
                  <a:pt x="227147" y="113544"/>
                  <a:pt x="227519" y="112278"/>
                </a:cubicBezTo>
                <a:lnTo>
                  <a:pt x="238949" y="75320"/>
                </a:lnTo>
                <a:cubicBezTo>
                  <a:pt x="239339" y="74054"/>
                  <a:pt x="240683" y="73358"/>
                  <a:pt x="241949" y="73749"/>
                </a:cubicBezTo>
                <a:cubicBezTo>
                  <a:pt x="243216" y="74139"/>
                  <a:pt x="243912" y="75482"/>
                  <a:pt x="243521" y="76749"/>
                </a:cubicBezTo>
                <a:lnTo>
                  <a:pt x="232186" y="113706"/>
                </a:lnTo>
                <a:cubicBezTo>
                  <a:pt x="231834" y="114668"/>
                  <a:pt x="230919" y="115306"/>
                  <a:pt x="229900" y="115326"/>
                </a:cubicBezTo>
                <a:close/>
                <a:moveTo>
                  <a:pt x="252665" y="41507"/>
                </a:moveTo>
                <a:lnTo>
                  <a:pt x="251903" y="41507"/>
                </a:lnTo>
                <a:cubicBezTo>
                  <a:pt x="250627" y="41097"/>
                  <a:pt x="249912" y="39745"/>
                  <a:pt x="250284" y="38459"/>
                </a:cubicBezTo>
                <a:lnTo>
                  <a:pt x="261714" y="1597"/>
                </a:lnTo>
                <a:cubicBezTo>
                  <a:pt x="262066" y="388"/>
                  <a:pt x="263333" y="-317"/>
                  <a:pt x="264543" y="35"/>
                </a:cubicBezTo>
                <a:cubicBezTo>
                  <a:pt x="264581" y="45"/>
                  <a:pt x="264628" y="54"/>
                  <a:pt x="264666" y="73"/>
                </a:cubicBezTo>
                <a:cubicBezTo>
                  <a:pt x="265895" y="378"/>
                  <a:pt x="266638" y="1616"/>
                  <a:pt x="266343" y="2835"/>
                </a:cubicBezTo>
                <a:cubicBezTo>
                  <a:pt x="266324" y="2902"/>
                  <a:pt x="266305" y="2969"/>
                  <a:pt x="266286" y="3026"/>
                </a:cubicBezTo>
                <a:lnTo>
                  <a:pt x="254951" y="39792"/>
                </a:lnTo>
                <a:cubicBezTo>
                  <a:pt x="254627" y="40792"/>
                  <a:pt x="253713" y="41478"/>
                  <a:pt x="252665" y="41507"/>
                </a:cubicBezTo>
                <a:close/>
              </a:path>
            </a:pathLst>
          </a:custGeom>
          <a:solidFill>
            <a:srgbClr val="FFFFFF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33" id="33"/>
          <p:cNvSpPr/>
          <p:nvPr/>
        </p:nvSpPr>
        <p:spPr>
          <a:xfrm>
            <a:off x="10643306" y="4477628"/>
            <a:ext cx="35684" cy="43048"/>
          </a:xfrm>
          <a:custGeom>
            <a:avLst/>
            <a:gdLst/>
            <a:ahLst/>
            <a:cxnLst/>
            <a:rect r="r" b="b" t="t" l="l"/>
            <a:pathLst>
              <a:path w="23910" h="28844" stroke="true" fill="norm" extrusionOk="true">
                <a:moveTo>
                  <a:pt x="15112" y="28788"/>
                </a:moveTo>
                <a:lnTo>
                  <a:pt x="14445" y="28788"/>
                </a:lnTo>
                <a:cubicBezTo>
                  <a:pt x="13168" y="28379"/>
                  <a:pt x="12454" y="27026"/>
                  <a:pt x="12825" y="25740"/>
                </a:cubicBezTo>
                <a:lnTo>
                  <a:pt x="17779" y="9643"/>
                </a:lnTo>
                <a:lnTo>
                  <a:pt x="1681" y="4690"/>
                </a:lnTo>
                <a:cubicBezTo>
                  <a:pt x="405" y="4281"/>
                  <a:pt x="-310" y="2928"/>
                  <a:pt x="62" y="1642"/>
                </a:cubicBezTo>
                <a:cubicBezTo>
                  <a:pt x="510" y="404"/>
                  <a:pt x="1824" y="-301"/>
                  <a:pt x="3110" y="23"/>
                </a:cubicBezTo>
                <a:lnTo>
                  <a:pt x="23874" y="6405"/>
                </a:lnTo>
                <a:lnTo>
                  <a:pt x="17397" y="27169"/>
                </a:lnTo>
                <a:cubicBezTo>
                  <a:pt x="17064" y="28150"/>
                  <a:pt x="16140" y="28798"/>
                  <a:pt x="15112" y="28788"/>
                </a:cubicBezTo>
                <a:close/>
              </a:path>
            </a:pathLst>
          </a:custGeom>
          <a:solidFill>
            <a:srgbClr val="FFFFFF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34" id="34"/>
          <p:cNvSpPr/>
          <p:nvPr/>
        </p:nvSpPr>
        <p:spPr>
          <a:xfrm>
            <a:off x="8777407" y="3902336"/>
            <a:ext cx="1817904" cy="565458"/>
          </a:xfrm>
          <a:custGeom>
            <a:avLst/>
            <a:gdLst/>
            <a:ahLst/>
            <a:cxnLst/>
            <a:rect r="r" b="b" t="t" l="l"/>
            <a:pathLst>
              <a:path w="1218092" h="378887" stroke="true" fill="norm" extrusionOk="true">
                <a:moveTo>
                  <a:pt x="1216404" y="378832"/>
                </a:moveTo>
                <a:lnTo>
                  <a:pt x="1215642" y="378832"/>
                </a:lnTo>
                <a:lnTo>
                  <a:pt x="1178304" y="367402"/>
                </a:lnTo>
                <a:cubicBezTo>
                  <a:pt x="1177027" y="366992"/>
                  <a:pt x="1176313" y="365640"/>
                  <a:pt x="1176684" y="364354"/>
                </a:cubicBezTo>
                <a:cubicBezTo>
                  <a:pt x="1177132" y="363116"/>
                  <a:pt x="1178447" y="362411"/>
                  <a:pt x="1179732" y="362735"/>
                </a:cubicBezTo>
                <a:lnTo>
                  <a:pt x="1216499" y="374070"/>
                </a:lnTo>
                <a:cubicBezTo>
                  <a:pt x="1217766" y="374574"/>
                  <a:pt x="1218385" y="376022"/>
                  <a:pt x="1217880" y="377289"/>
                </a:cubicBezTo>
                <a:cubicBezTo>
                  <a:pt x="1217537" y="378146"/>
                  <a:pt x="1216747" y="378737"/>
                  <a:pt x="1215832" y="378832"/>
                </a:cubicBezTo>
                <a:close/>
                <a:moveTo>
                  <a:pt x="1142871" y="356162"/>
                </a:moveTo>
                <a:lnTo>
                  <a:pt x="1142109" y="356162"/>
                </a:lnTo>
                <a:lnTo>
                  <a:pt x="1105342" y="344828"/>
                </a:lnTo>
                <a:cubicBezTo>
                  <a:pt x="1104123" y="344209"/>
                  <a:pt x="1103628" y="342723"/>
                  <a:pt x="1104247" y="341503"/>
                </a:cubicBezTo>
                <a:cubicBezTo>
                  <a:pt x="1104723" y="340561"/>
                  <a:pt x="1105733" y="340027"/>
                  <a:pt x="1106771" y="340161"/>
                </a:cubicBezTo>
                <a:lnTo>
                  <a:pt x="1143538" y="351495"/>
                </a:lnTo>
                <a:cubicBezTo>
                  <a:pt x="1144804" y="352000"/>
                  <a:pt x="1145424" y="353448"/>
                  <a:pt x="1144919" y="354715"/>
                </a:cubicBezTo>
                <a:cubicBezTo>
                  <a:pt x="1144576" y="355572"/>
                  <a:pt x="1143785" y="356162"/>
                  <a:pt x="1142871" y="356258"/>
                </a:cubicBezTo>
                <a:close/>
                <a:moveTo>
                  <a:pt x="1068862" y="333207"/>
                </a:moveTo>
                <a:lnTo>
                  <a:pt x="1068099" y="333207"/>
                </a:lnTo>
                <a:lnTo>
                  <a:pt x="1031333" y="321872"/>
                </a:lnTo>
                <a:cubicBezTo>
                  <a:pt x="1030095" y="321425"/>
                  <a:pt x="1029428" y="320082"/>
                  <a:pt x="1029809" y="318824"/>
                </a:cubicBezTo>
                <a:cubicBezTo>
                  <a:pt x="1030114" y="317596"/>
                  <a:pt x="1031352" y="316853"/>
                  <a:pt x="1032571" y="317148"/>
                </a:cubicBezTo>
                <a:cubicBezTo>
                  <a:pt x="1032638" y="317167"/>
                  <a:pt x="1032705" y="317186"/>
                  <a:pt x="1032762" y="317205"/>
                </a:cubicBezTo>
                <a:lnTo>
                  <a:pt x="1069528" y="328540"/>
                </a:lnTo>
                <a:cubicBezTo>
                  <a:pt x="1070795" y="328892"/>
                  <a:pt x="1071538" y="330207"/>
                  <a:pt x="1071186" y="331474"/>
                </a:cubicBezTo>
                <a:cubicBezTo>
                  <a:pt x="1071176" y="331512"/>
                  <a:pt x="1071157" y="331550"/>
                  <a:pt x="1071148" y="331588"/>
                </a:cubicBezTo>
                <a:cubicBezTo>
                  <a:pt x="1070814" y="332569"/>
                  <a:pt x="1069890" y="333217"/>
                  <a:pt x="1068862" y="333207"/>
                </a:cubicBezTo>
                <a:close/>
                <a:moveTo>
                  <a:pt x="995329" y="310538"/>
                </a:moveTo>
                <a:lnTo>
                  <a:pt x="994662" y="310538"/>
                </a:lnTo>
                <a:lnTo>
                  <a:pt x="957895" y="299203"/>
                </a:lnTo>
                <a:cubicBezTo>
                  <a:pt x="956590" y="299365"/>
                  <a:pt x="955400" y="298441"/>
                  <a:pt x="955238" y="297136"/>
                </a:cubicBezTo>
                <a:cubicBezTo>
                  <a:pt x="955066" y="295831"/>
                  <a:pt x="955990" y="294640"/>
                  <a:pt x="957295" y="294478"/>
                </a:cubicBezTo>
                <a:cubicBezTo>
                  <a:pt x="958000" y="294393"/>
                  <a:pt x="958715" y="294621"/>
                  <a:pt x="959229" y="295107"/>
                </a:cubicBezTo>
                <a:lnTo>
                  <a:pt x="995995" y="306442"/>
                </a:lnTo>
                <a:cubicBezTo>
                  <a:pt x="997262" y="306794"/>
                  <a:pt x="998005" y="308109"/>
                  <a:pt x="997653" y="309375"/>
                </a:cubicBezTo>
                <a:cubicBezTo>
                  <a:pt x="997643" y="309414"/>
                  <a:pt x="997624" y="309452"/>
                  <a:pt x="997615" y="309490"/>
                </a:cubicBezTo>
                <a:cubicBezTo>
                  <a:pt x="997195" y="310357"/>
                  <a:pt x="996290" y="310881"/>
                  <a:pt x="995329" y="310823"/>
                </a:cubicBezTo>
                <a:close/>
                <a:moveTo>
                  <a:pt x="921796" y="287868"/>
                </a:moveTo>
                <a:lnTo>
                  <a:pt x="921129" y="287868"/>
                </a:lnTo>
                <a:lnTo>
                  <a:pt x="884362" y="276533"/>
                </a:lnTo>
                <a:cubicBezTo>
                  <a:pt x="883133" y="276229"/>
                  <a:pt x="882391" y="274990"/>
                  <a:pt x="882686" y="273771"/>
                </a:cubicBezTo>
                <a:cubicBezTo>
                  <a:pt x="882705" y="273704"/>
                  <a:pt x="882724" y="273638"/>
                  <a:pt x="882743" y="273581"/>
                </a:cubicBezTo>
                <a:cubicBezTo>
                  <a:pt x="883095" y="272314"/>
                  <a:pt x="884410" y="271571"/>
                  <a:pt x="885677" y="271923"/>
                </a:cubicBezTo>
                <a:cubicBezTo>
                  <a:pt x="885715" y="271933"/>
                  <a:pt x="885753" y="271952"/>
                  <a:pt x="885791" y="271961"/>
                </a:cubicBezTo>
                <a:lnTo>
                  <a:pt x="922462" y="283296"/>
                </a:lnTo>
                <a:cubicBezTo>
                  <a:pt x="923729" y="283649"/>
                  <a:pt x="924472" y="284963"/>
                  <a:pt x="924120" y="286230"/>
                </a:cubicBezTo>
                <a:cubicBezTo>
                  <a:pt x="924110" y="286268"/>
                  <a:pt x="924091" y="286306"/>
                  <a:pt x="924082" y="286344"/>
                </a:cubicBezTo>
                <a:cubicBezTo>
                  <a:pt x="923824" y="287402"/>
                  <a:pt x="922881" y="288145"/>
                  <a:pt x="921796" y="288154"/>
                </a:cubicBezTo>
                <a:close/>
                <a:moveTo>
                  <a:pt x="848263" y="265103"/>
                </a:moveTo>
                <a:lnTo>
                  <a:pt x="847596" y="265103"/>
                </a:lnTo>
                <a:lnTo>
                  <a:pt x="810829" y="253769"/>
                </a:lnTo>
                <a:cubicBezTo>
                  <a:pt x="809600" y="253464"/>
                  <a:pt x="808858" y="252225"/>
                  <a:pt x="809153" y="251006"/>
                </a:cubicBezTo>
                <a:cubicBezTo>
                  <a:pt x="809172" y="250940"/>
                  <a:pt x="809191" y="250873"/>
                  <a:pt x="809210" y="250816"/>
                </a:cubicBezTo>
                <a:cubicBezTo>
                  <a:pt x="809562" y="249549"/>
                  <a:pt x="810877" y="248806"/>
                  <a:pt x="812144" y="249159"/>
                </a:cubicBezTo>
                <a:cubicBezTo>
                  <a:pt x="812182" y="249168"/>
                  <a:pt x="812220" y="249187"/>
                  <a:pt x="812258" y="249197"/>
                </a:cubicBezTo>
                <a:lnTo>
                  <a:pt x="849024" y="260531"/>
                </a:lnTo>
                <a:cubicBezTo>
                  <a:pt x="850272" y="260931"/>
                  <a:pt x="850968" y="262275"/>
                  <a:pt x="850568" y="263522"/>
                </a:cubicBezTo>
                <a:cubicBezTo>
                  <a:pt x="850558" y="263541"/>
                  <a:pt x="850558" y="263560"/>
                  <a:pt x="850548" y="263579"/>
                </a:cubicBezTo>
                <a:cubicBezTo>
                  <a:pt x="850291" y="264637"/>
                  <a:pt x="849348" y="265380"/>
                  <a:pt x="848263" y="265389"/>
                </a:cubicBezTo>
                <a:close/>
                <a:moveTo>
                  <a:pt x="774730" y="242434"/>
                </a:moveTo>
                <a:lnTo>
                  <a:pt x="774063" y="242434"/>
                </a:lnTo>
                <a:lnTo>
                  <a:pt x="737296" y="231099"/>
                </a:lnTo>
                <a:cubicBezTo>
                  <a:pt x="736029" y="230728"/>
                  <a:pt x="735306" y="229413"/>
                  <a:pt x="735677" y="228146"/>
                </a:cubicBezTo>
                <a:cubicBezTo>
                  <a:pt x="736087" y="226870"/>
                  <a:pt x="737439" y="226156"/>
                  <a:pt x="738725" y="226527"/>
                </a:cubicBezTo>
                <a:lnTo>
                  <a:pt x="775491" y="237862"/>
                </a:lnTo>
                <a:cubicBezTo>
                  <a:pt x="776768" y="238271"/>
                  <a:pt x="777482" y="239624"/>
                  <a:pt x="777111" y="240910"/>
                </a:cubicBezTo>
                <a:cubicBezTo>
                  <a:pt x="776787" y="241958"/>
                  <a:pt x="775825" y="242691"/>
                  <a:pt x="774730" y="242720"/>
                </a:cubicBezTo>
                <a:close/>
                <a:moveTo>
                  <a:pt x="701197" y="219764"/>
                </a:moveTo>
                <a:lnTo>
                  <a:pt x="700530" y="219764"/>
                </a:lnTo>
                <a:lnTo>
                  <a:pt x="663954" y="208620"/>
                </a:lnTo>
                <a:cubicBezTo>
                  <a:pt x="662687" y="208249"/>
                  <a:pt x="661963" y="206934"/>
                  <a:pt x="662334" y="205667"/>
                </a:cubicBezTo>
                <a:cubicBezTo>
                  <a:pt x="662744" y="204391"/>
                  <a:pt x="664097" y="203677"/>
                  <a:pt x="665382" y="204048"/>
                </a:cubicBezTo>
                <a:lnTo>
                  <a:pt x="702149" y="215383"/>
                </a:lnTo>
                <a:cubicBezTo>
                  <a:pt x="703416" y="215754"/>
                  <a:pt x="704140" y="217069"/>
                  <a:pt x="703768" y="218336"/>
                </a:cubicBezTo>
                <a:cubicBezTo>
                  <a:pt x="703387" y="219412"/>
                  <a:pt x="702340" y="220117"/>
                  <a:pt x="701197" y="220050"/>
                </a:cubicBezTo>
                <a:close/>
                <a:moveTo>
                  <a:pt x="627759" y="197095"/>
                </a:moveTo>
                <a:lnTo>
                  <a:pt x="626997" y="197095"/>
                </a:lnTo>
                <a:lnTo>
                  <a:pt x="590230" y="185760"/>
                </a:lnTo>
                <a:cubicBezTo>
                  <a:pt x="588954" y="185350"/>
                  <a:pt x="588240" y="183998"/>
                  <a:pt x="588611" y="182712"/>
                </a:cubicBezTo>
                <a:cubicBezTo>
                  <a:pt x="589011" y="181455"/>
                  <a:pt x="590354" y="180769"/>
                  <a:pt x="591602" y="181169"/>
                </a:cubicBezTo>
                <a:cubicBezTo>
                  <a:pt x="591621" y="181179"/>
                  <a:pt x="591640" y="181179"/>
                  <a:pt x="591659" y="181188"/>
                </a:cubicBezTo>
                <a:lnTo>
                  <a:pt x="628425" y="192523"/>
                </a:lnTo>
                <a:cubicBezTo>
                  <a:pt x="629692" y="192895"/>
                  <a:pt x="630416" y="194209"/>
                  <a:pt x="630045" y="195476"/>
                </a:cubicBezTo>
                <a:cubicBezTo>
                  <a:pt x="629788" y="196552"/>
                  <a:pt x="628864" y="197324"/>
                  <a:pt x="627759" y="197381"/>
                </a:cubicBezTo>
                <a:close/>
                <a:moveTo>
                  <a:pt x="554226" y="174425"/>
                </a:moveTo>
                <a:lnTo>
                  <a:pt x="553464" y="174425"/>
                </a:lnTo>
                <a:lnTo>
                  <a:pt x="516697" y="163091"/>
                </a:lnTo>
                <a:cubicBezTo>
                  <a:pt x="515449" y="162691"/>
                  <a:pt x="514754" y="161348"/>
                  <a:pt x="515154" y="160100"/>
                </a:cubicBezTo>
                <a:cubicBezTo>
                  <a:pt x="515164" y="160081"/>
                  <a:pt x="515164" y="160062"/>
                  <a:pt x="515173" y="160043"/>
                </a:cubicBezTo>
                <a:cubicBezTo>
                  <a:pt x="515526" y="158833"/>
                  <a:pt x="516792" y="158128"/>
                  <a:pt x="518002" y="158481"/>
                </a:cubicBezTo>
                <a:cubicBezTo>
                  <a:pt x="518040" y="158490"/>
                  <a:pt x="518088" y="158509"/>
                  <a:pt x="518126" y="158519"/>
                </a:cubicBezTo>
                <a:lnTo>
                  <a:pt x="554892" y="169853"/>
                </a:lnTo>
                <a:cubicBezTo>
                  <a:pt x="556121" y="170158"/>
                  <a:pt x="556864" y="171396"/>
                  <a:pt x="556569" y="172616"/>
                </a:cubicBezTo>
                <a:cubicBezTo>
                  <a:pt x="556550" y="172682"/>
                  <a:pt x="556531" y="172749"/>
                  <a:pt x="556512" y="172806"/>
                </a:cubicBezTo>
                <a:cubicBezTo>
                  <a:pt x="556255" y="173883"/>
                  <a:pt x="555331" y="174654"/>
                  <a:pt x="554226" y="174711"/>
                </a:cubicBezTo>
                <a:close/>
                <a:moveTo>
                  <a:pt x="480693" y="152232"/>
                </a:moveTo>
                <a:lnTo>
                  <a:pt x="479931" y="152232"/>
                </a:lnTo>
                <a:lnTo>
                  <a:pt x="443164" y="140897"/>
                </a:lnTo>
                <a:cubicBezTo>
                  <a:pt x="441916" y="140497"/>
                  <a:pt x="441221" y="139154"/>
                  <a:pt x="441621" y="137907"/>
                </a:cubicBezTo>
                <a:cubicBezTo>
                  <a:pt x="441631" y="137887"/>
                  <a:pt x="441631" y="137869"/>
                  <a:pt x="441640" y="137849"/>
                </a:cubicBezTo>
                <a:cubicBezTo>
                  <a:pt x="441993" y="136640"/>
                  <a:pt x="443259" y="135935"/>
                  <a:pt x="444469" y="136287"/>
                </a:cubicBezTo>
                <a:cubicBezTo>
                  <a:pt x="444507" y="136297"/>
                  <a:pt x="444555" y="136306"/>
                  <a:pt x="444593" y="136325"/>
                </a:cubicBezTo>
                <a:lnTo>
                  <a:pt x="481359" y="147660"/>
                </a:lnTo>
                <a:cubicBezTo>
                  <a:pt x="482626" y="148032"/>
                  <a:pt x="483350" y="149346"/>
                  <a:pt x="482979" y="150613"/>
                </a:cubicBezTo>
                <a:cubicBezTo>
                  <a:pt x="482683" y="151632"/>
                  <a:pt x="481750" y="152328"/>
                  <a:pt x="480693" y="152328"/>
                </a:cubicBezTo>
                <a:close/>
                <a:moveTo>
                  <a:pt x="406779" y="129372"/>
                </a:moveTo>
                <a:lnTo>
                  <a:pt x="406779" y="129372"/>
                </a:lnTo>
                <a:lnTo>
                  <a:pt x="370012" y="118037"/>
                </a:lnTo>
                <a:cubicBezTo>
                  <a:pt x="368745" y="117685"/>
                  <a:pt x="368002" y="116370"/>
                  <a:pt x="368355" y="115104"/>
                </a:cubicBezTo>
                <a:cubicBezTo>
                  <a:pt x="368365" y="115066"/>
                  <a:pt x="368383" y="115027"/>
                  <a:pt x="368393" y="114989"/>
                </a:cubicBezTo>
                <a:cubicBezTo>
                  <a:pt x="368745" y="113780"/>
                  <a:pt x="370012" y="113075"/>
                  <a:pt x="371222" y="113427"/>
                </a:cubicBezTo>
                <a:cubicBezTo>
                  <a:pt x="371260" y="113437"/>
                  <a:pt x="371308" y="113446"/>
                  <a:pt x="371346" y="113465"/>
                </a:cubicBezTo>
                <a:lnTo>
                  <a:pt x="408112" y="124800"/>
                </a:lnTo>
                <a:cubicBezTo>
                  <a:pt x="409379" y="125172"/>
                  <a:pt x="410103" y="126486"/>
                  <a:pt x="409731" y="127753"/>
                </a:cubicBezTo>
                <a:cubicBezTo>
                  <a:pt x="409436" y="128772"/>
                  <a:pt x="408503" y="129467"/>
                  <a:pt x="407446" y="129467"/>
                </a:cubicBezTo>
                <a:close/>
                <a:moveTo>
                  <a:pt x="333246" y="106703"/>
                </a:moveTo>
                <a:lnTo>
                  <a:pt x="332579" y="106703"/>
                </a:lnTo>
                <a:lnTo>
                  <a:pt x="296194" y="95082"/>
                </a:lnTo>
                <a:cubicBezTo>
                  <a:pt x="294927" y="94730"/>
                  <a:pt x="294184" y="93415"/>
                  <a:pt x="294536" y="92148"/>
                </a:cubicBezTo>
                <a:cubicBezTo>
                  <a:pt x="294546" y="92110"/>
                  <a:pt x="294565" y="92072"/>
                  <a:pt x="294574" y="92034"/>
                </a:cubicBezTo>
                <a:cubicBezTo>
                  <a:pt x="294984" y="90758"/>
                  <a:pt x="296336" y="90044"/>
                  <a:pt x="297622" y="90415"/>
                </a:cubicBezTo>
                <a:lnTo>
                  <a:pt x="334294" y="101845"/>
                </a:lnTo>
                <a:cubicBezTo>
                  <a:pt x="335560" y="102216"/>
                  <a:pt x="336284" y="103531"/>
                  <a:pt x="335913" y="104798"/>
                </a:cubicBezTo>
                <a:cubicBezTo>
                  <a:pt x="335617" y="105817"/>
                  <a:pt x="334684" y="106512"/>
                  <a:pt x="333627" y="106512"/>
                </a:cubicBezTo>
                <a:close/>
                <a:moveTo>
                  <a:pt x="259713" y="84033"/>
                </a:moveTo>
                <a:lnTo>
                  <a:pt x="259046" y="84033"/>
                </a:lnTo>
                <a:lnTo>
                  <a:pt x="222280" y="72698"/>
                </a:lnTo>
                <a:cubicBezTo>
                  <a:pt x="221003" y="72289"/>
                  <a:pt x="220289" y="70936"/>
                  <a:pt x="220660" y="69650"/>
                </a:cubicBezTo>
                <a:cubicBezTo>
                  <a:pt x="221070" y="68374"/>
                  <a:pt x="222422" y="67660"/>
                  <a:pt x="223708" y="68031"/>
                </a:cubicBezTo>
                <a:lnTo>
                  <a:pt x="260475" y="79366"/>
                </a:lnTo>
                <a:cubicBezTo>
                  <a:pt x="261713" y="79814"/>
                  <a:pt x="262380" y="81157"/>
                  <a:pt x="261999" y="82414"/>
                </a:cubicBezTo>
                <a:cubicBezTo>
                  <a:pt x="261722" y="83271"/>
                  <a:pt x="260980" y="83900"/>
                  <a:pt x="260094" y="84033"/>
                </a:cubicBezTo>
                <a:close/>
                <a:moveTo>
                  <a:pt x="186180" y="61364"/>
                </a:moveTo>
                <a:lnTo>
                  <a:pt x="185513" y="61364"/>
                </a:lnTo>
                <a:lnTo>
                  <a:pt x="149604" y="49934"/>
                </a:lnTo>
                <a:cubicBezTo>
                  <a:pt x="148327" y="49524"/>
                  <a:pt x="147613" y="48172"/>
                  <a:pt x="147984" y="46886"/>
                </a:cubicBezTo>
                <a:cubicBezTo>
                  <a:pt x="148394" y="45609"/>
                  <a:pt x="149747" y="44895"/>
                  <a:pt x="151032" y="45266"/>
                </a:cubicBezTo>
                <a:lnTo>
                  <a:pt x="187704" y="56982"/>
                </a:lnTo>
                <a:cubicBezTo>
                  <a:pt x="188980" y="57392"/>
                  <a:pt x="189695" y="58744"/>
                  <a:pt x="189323" y="60030"/>
                </a:cubicBezTo>
                <a:cubicBezTo>
                  <a:pt x="188799" y="61040"/>
                  <a:pt x="187675" y="61573"/>
                  <a:pt x="186561" y="61364"/>
                </a:cubicBezTo>
                <a:close/>
                <a:moveTo>
                  <a:pt x="112647" y="38694"/>
                </a:moveTo>
                <a:lnTo>
                  <a:pt x="111980" y="38694"/>
                </a:lnTo>
                <a:lnTo>
                  <a:pt x="75214" y="27359"/>
                </a:lnTo>
                <a:cubicBezTo>
                  <a:pt x="73975" y="26912"/>
                  <a:pt x="73270" y="25588"/>
                  <a:pt x="73594" y="24311"/>
                </a:cubicBezTo>
                <a:cubicBezTo>
                  <a:pt x="74004" y="23035"/>
                  <a:pt x="75356" y="22321"/>
                  <a:pt x="76642" y="22692"/>
                </a:cubicBezTo>
                <a:lnTo>
                  <a:pt x="113409" y="34027"/>
                </a:lnTo>
                <a:cubicBezTo>
                  <a:pt x="114685" y="34436"/>
                  <a:pt x="115399" y="35789"/>
                  <a:pt x="115028" y="37075"/>
                </a:cubicBezTo>
                <a:cubicBezTo>
                  <a:pt x="114695" y="37932"/>
                  <a:pt x="113933" y="38551"/>
                  <a:pt x="113028" y="38694"/>
                </a:cubicBezTo>
                <a:close/>
                <a:moveTo>
                  <a:pt x="39209" y="16025"/>
                </a:moveTo>
                <a:lnTo>
                  <a:pt x="38447" y="16025"/>
                </a:lnTo>
                <a:lnTo>
                  <a:pt x="1681" y="4595"/>
                </a:lnTo>
                <a:cubicBezTo>
                  <a:pt x="414" y="4223"/>
                  <a:pt x="-310" y="2909"/>
                  <a:pt x="61" y="1642"/>
                </a:cubicBezTo>
                <a:cubicBezTo>
                  <a:pt x="509" y="404"/>
                  <a:pt x="1823" y="-301"/>
                  <a:pt x="3109" y="23"/>
                </a:cubicBezTo>
                <a:lnTo>
                  <a:pt x="39876" y="11357"/>
                </a:lnTo>
                <a:cubicBezTo>
                  <a:pt x="41152" y="11767"/>
                  <a:pt x="41866" y="13120"/>
                  <a:pt x="41495" y="14405"/>
                </a:cubicBezTo>
                <a:cubicBezTo>
                  <a:pt x="41200" y="15253"/>
                  <a:pt x="40476" y="15872"/>
                  <a:pt x="39590" y="16025"/>
                </a:cubicBezTo>
                <a:close/>
              </a:path>
            </a:pathLst>
          </a:custGeom>
          <a:solidFill>
            <a:srgbClr val="FFFFFF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35" id="35"/>
          <p:cNvSpPr/>
          <p:nvPr/>
        </p:nvSpPr>
        <p:spPr>
          <a:xfrm>
            <a:off x="8687139" y="3876012"/>
            <a:ext cx="43262" cy="35396"/>
          </a:xfrm>
          <a:custGeom>
            <a:avLst/>
            <a:gdLst/>
            <a:ahLst/>
            <a:cxnLst/>
            <a:rect r="r" b="b" t="t" l="l"/>
            <a:pathLst>
              <a:path w="28988" h="23717" stroke="true" fill="norm" extrusionOk="true">
                <a:moveTo>
                  <a:pt x="2442" y="23661"/>
                </a:moveTo>
                <a:lnTo>
                  <a:pt x="1680" y="23661"/>
                </a:lnTo>
                <a:cubicBezTo>
                  <a:pt x="413" y="23290"/>
                  <a:pt x="-310" y="21975"/>
                  <a:pt x="61" y="20709"/>
                </a:cubicBezTo>
                <a:lnTo>
                  <a:pt x="6538" y="-56"/>
                </a:lnTo>
                <a:lnTo>
                  <a:pt x="27207" y="6326"/>
                </a:lnTo>
                <a:cubicBezTo>
                  <a:pt x="28474" y="6678"/>
                  <a:pt x="29217" y="7993"/>
                  <a:pt x="28865" y="9260"/>
                </a:cubicBezTo>
                <a:cubicBezTo>
                  <a:pt x="28855" y="9298"/>
                  <a:pt x="28836" y="9336"/>
                  <a:pt x="28827" y="9374"/>
                </a:cubicBezTo>
                <a:cubicBezTo>
                  <a:pt x="28427" y="10631"/>
                  <a:pt x="27083" y="11317"/>
                  <a:pt x="25836" y="10917"/>
                </a:cubicBezTo>
                <a:cubicBezTo>
                  <a:pt x="25817" y="10907"/>
                  <a:pt x="25798" y="10907"/>
                  <a:pt x="25778" y="10898"/>
                </a:cubicBezTo>
                <a:lnTo>
                  <a:pt x="9681" y="5945"/>
                </a:lnTo>
                <a:lnTo>
                  <a:pt x="4728" y="22137"/>
                </a:lnTo>
                <a:cubicBezTo>
                  <a:pt x="4347" y="23061"/>
                  <a:pt x="3442" y="23661"/>
                  <a:pt x="2442" y="23661"/>
                </a:cubicBezTo>
                <a:close/>
              </a:path>
            </a:pathLst>
          </a:custGeom>
          <a:solidFill>
            <a:srgbClr val="FFFFFF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36" id="36"/>
          <p:cNvSpPr/>
          <p:nvPr/>
        </p:nvSpPr>
        <p:spPr>
          <a:xfrm>
            <a:off x="8279857" y="3959649"/>
            <a:ext cx="397497" cy="1272644"/>
          </a:xfrm>
          <a:custGeom>
            <a:avLst/>
            <a:gdLst/>
            <a:ahLst/>
            <a:cxnLst/>
            <a:rect r="r" b="b" t="t" l="l"/>
            <a:pathLst>
              <a:path w="266344" h="852739" stroke="true" fill="norm" extrusionOk="true">
                <a:moveTo>
                  <a:pt x="2357" y="852683"/>
                </a:moveTo>
                <a:lnTo>
                  <a:pt x="1595" y="852683"/>
                </a:lnTo>
                <a:cubicBezTo>
                  <a:pt x="356" y="852236"/>
                  <a:pt x="-310" y="850892"/>
                  <a:pt x="71" y="849635"/>
                </a:cubicBezTo>
                <a:lnTo>
                  <a:pt x="11405" y="812773"/>
                </a:lnTo>
                <a:cubicBezTo>
                  <a:pt x="11815" y="811497"/>
                  <a:pt x="13168" y="810783"/>
                  <a:pt x="14454" y="811154"/>
                </a:cubicBezTo>
                <a:cubicBezTo>
                  <a:pt x="15701" y="811554"/>
                  <a:pt x="16397" y="812897"/>
                  <a:pt x="15996" y="814145"/>
                </a:cubicBezTo>
                <a:cubicBezTo>
                  <a:pt x="15987" y="814164"/>
                  <a:pt x="15987" y="814183"/>
                  <a:pt x="15978" y="814202"/>
                </a:cubicBezTo>
                <a:lnTo>
                  <a:pt x="4643" y="851064"/>
                </a:lnTo>
                <a:cubicBezTo>
                  <a:pt x="4309" y="852045"/>
                  <a:pt x="3386" y="852693"/>
                  <a:pt x="2357" y="852683"/>
                </a:cubicBezTo>
                <a:close/>
                <a:moveTo>
                  <a:pt x="25121" y="778864"/>
                </a:moveTo>
                <a:lnTo>
                  <a:pt x="24360" y="778864"/>
                </a:lnTo>
                <a:cubicBezTo>
                  <a:pt x="23150" y="778512"/>
                  <a:pt x="22445" y="777245"/>
                  <a:pt x="22797" y="776036"/>
                </a:cubicBezTo>
                <a:cubicBezTo>
                  <a:pt x="22807" y="775997"/>
                  <a:pt x="22826" y="775950"/>
                  <a:pt x="22836" y="775912"/>
                </a:cubicBezTo>
                <a:lnTo>
                  <a:pt x="34170" y="738955"/>
                </a:lnTo>
                <a:cubicBezTo>
                  <a:pt x="34570" y="737707"/>
                  <a:pt x="35913" y="737011"/>
                  <a:pt x="37161" y="737411"/>
                </a:cubicBezTo>
                <a:cubicBezTo>
                  <a:pt x="37180" y="737421"/>
                  <a:pt x="37199" y="737421"/>
                  <a:pt x="37218" y="737431"/>
                </a:cubicBezTo>
                <a:cubicBezTo>
                  <a:pt x="38447" y="737840"/>
                  <a:pt x="39123" y="739145"/>
                  <a:pt x="38742" y="740383"/>
                </a:cubicBezTo>
                <a:lnTo>
                  <a:pt x="27408" y="777245"/>
                </a:lnTo>
                <a:cubicBezTo>
                  <a:pt x="27074" y="778226"/>
                  <a:pt x="26150" y="778874"/>
                  <a:pt x="25121" y="778864"/>
                </a:cubicBezTo>
                <a:close/>
                <a:moveTo>
                  <a:pt x="47886" y="705141"/>
                </a:moveTo>
                <a:lnTo>
                  <a:pt x="47124" y="705141"/>
                </a:lnTo>
                <a:cubicBezTo>
                  <a:pt x="45848" y="704731"/>
                  <a:pt x="45134" y="703379"/>
                  <a:pt x="45505" y="702093"/>
                </a:cubicBezTo>
                <a:lnTo>
                  <a:pt x="56935" y="665231"/>
                </a:lnTo>
                <a:cubicBezTo>
                  <a:pt x="57306" y="663964"/>
                  <a:pt x="58621" y="663240"/>
                  <a:pt x="59888" y="663612"/>
                </a:cubicBezTo>
                <a:cubicBezTo>
                  <a:pt x="61164" y="664021"/>
                  <a:pt x="61879" y="665374"/>
                  <a:pt x="61507" y="666660"/>
                </a:cubicBezTo>
                <a:lnTo>
                  <a:pt x="50172" y="703522"/>
                </a:lnTo>
                <a:cubicBezTo>
                  <a:pt x="49820" y="704483"/>
                  <a:pt x="48905" y="705122"/>
                  <a:pt x="47886" y="705141"/>
                </a:cubicBezTo>
                <a:close/>
                <a:moveTo>
                  <a:pt x="70556" y="631417"/>
                </a:moveTo>
                <a:lnTo>
                  <a:pt x="69889" y="631417"/>
                </a:lnTo>
                <a:cubicBezTo>
                  <a:pt x="68651" y="630970"/>
                  <a:pt x="67946" y="629655"/>
                  <a:pt x="68270" y="628369"/>
                </a:cubicBezTo>
                <a:lnTo>
                  <a:pt x="79700" y="591508"/>
                </a:lnTo>
                <a:cubicBezTo>
                  <a:pt x="80090" y="590241"/>
                  <a:pt x="81433" y="589545"/>
                  <a:pt x="82700" y="589936"/>
                </a:cubicBezTo>
                <a:cubicBezTo>
                  <a:pt x="83967" y="590327"/>
                  <a:pt x="84662" y="591669"/>
                  <a:pt x="84272" y="592936"/>
                </a:cubicBezTo>
                <a:lnTo>
                  <a:pt x="73413" y="629703"/>
                </a:lnTo>
                <a:cubicBezTo>
                  <a:pt x="73013" y="630894"/>
                  <a:pt x="71803" y="631627"/>
                  <a:pt x="70556" y="631417"/>
                </a:cubicBezTo>
                <a:close/>
                <a:moveTo>
                  <a:pt x="93320" y="557694"/>
                </a:moveTo>
                <a:lnTo>
                  <a:pt x="92654" y="557694"/>
                </a:lnTo>
                <a:cubicBezTo>
                  <a:pt x="91425" y="557389"/>
                  <a:pt x="90682" y="556151"/>
                  <a:pt x="90977" y="554932"/>
                </a:cubicBezTo>
                <a:cubicBezTo>
                  <a:pt x="90997" y="554865"/>
                  <a:pt x="91015" y="554798"/>
                  <a:pt x="91035" y="554741"/>
                </a:cubicBezTo>
                <a:lnTo>
                  <a:pt x="101988" y="517689"/>
                </a:lnTo>
                <a:cubicBezTo>
                  <a:pt x="102398" y="516412"/>
                  <a:pt x="103750" y="515698"/>
                  <a:pt x="105036" y="516070"/>
                </a:cubicBezTo>
                <a:cubicBezTo>
                  <a:pt x="106313" y="516479"/>
                  <a:pt x="107027" y="517832"/>
                  <a:pt x="106655" y="519117"/>
                </a:cubicBezTo>
                <a:lnTo>
                  <a:pt x="95226" y="555979"/>
                </a:lnTo>
                <a:cubicBezTo>
                  <a:pt x="94978" y="556875"/>
                  <a:pt x="94235" y="557542"/>
                  <a:pt x="93320" y="557694"/>
                </a:cubicBezTo>
                <a:close/>
                <a:moveTo>
                  <a:pt x="116085" y="483875"/>
                </a:moveTo>
                <a:lnTo>
                  <a:pt x="115419" y="483875"/>
                </a:lnTo>
                <a:cubicBezTo>
                  <a:pt x="114152" y="483523"/>
                  <a:pt x="113409" y="482208"/>
                  <a:pt x="113761" y="480941"/>
                </a:cubicBezTo>
                <a:cubicBezTo>
                  <a:pt x="113771" y="480903"/>
                  <a:pt x="113790" y="480865"/>
                  <a:pt x="113799" y="480827"/>
                </a:cubicBezTo>
                <a:lnTo>
                  <a:pt x="125134" y="443965"/>
                </a:lnTo>
                <a:cubicBezTo>
                  <a:pt x="125534" y="442717"/>
                  <a:pt x="126877" y="442022"/>
                  <a:pt x="128125" y="442422"/>
                </a:cubicBezTo>
                <a:cubicBezTo>
                  <a:pt x="128144" y="442432"/>
                  <a:pt x="128163" y="442432"/>
                  <a:pt x="128182" y="442441"/>
                </a:cubicBezTo>
                <a:cubicBezTo>
                  <a:pt x="129449" y="442813"/>
                  <a:pt x="130173" y="444127"/>
                  <a:pt x="129801" y="445394"/>
                </a:cubicBezTo>
                <a:lnTo>
                  <a:pt x="118371" y="482256"/>
                </a:lnTo>
                <a:cubicBezTo>
                  <a:pt x="118038" y="483237"/>
                  <a:pt x="117114" y="483885"/>
                  <a:pt x="116085" y="483875"/>
                </a:cubicBezTo>
                <a:close/>
                <a:moveTo>
                  <a:pt x="138850" y="410151"/>
                </a:moveTo>
                <a:lnTo>
                  <a:pt x="138088" y="410151"/>
                </a:lnTo>
                <a:cubicBezTo>
                  <a:pt x="136840" y="409751"/>
                  <a:pt x="136145" y="408409"/>
                  <a:pt x="136545" y="407161"/>
                </a:cubicBezTo>
                <a:cubicBezTo>
                  <a:pt x="136554" y="407142"/>
                  <a:pt x="136554" y="407123"/>
                  <a:pt x="136564" y="407104"/>
                </a:cubicBezTo>
                <a:lnTo>
                  <a:pt x="147899" y="370242"/>
                </a:lnTo>
                <a:cubicBezTo>
                  <a:pt x="148289" y="368975"/>
                  <a:pt x="149632" y="368280"/>
                  <a:pt x="150899" y="368670"/>
                </a:cubicBezTo>
                <a:cubicBezTo>
                  <a:pt x="152166" y="369061"/>
                  <a:pt x="152861" y="370404"/>
                  <a:pt x="152471" y="371671"/>
                </a:cubicBezTo>
                <a:lnTo>
                  <a:pt x="141136" y="408532"/>
                </a:lnTo>
                <a:cubicBezTo>
                  <a:pt x="140803" y="409513"/>
                  <a:pt x="139879" y="410161"/>
                  <a:pt x="138850" y="410151"/>
                </a:cubicBezTo>
                <a:close/>
                <a:moveTo>
                  <a:pt x="161615" y="336428"/>
                </a:moveTo>
                <a:lnTo>
                  <a:pt x="160853" y="336428"/>
                </a:lnTo>
                <a:cubicBezTo>
                  <a:pt x="159481" y="336076"/>
                  <a:pt x="158653" y="334676"/>
                  <a:pt x="159005" y="333294"/>
                </a:cubicBezTo>
                <a:cubicBezTo>
                  <a:pt x="159034" y="333161"/>
                  <a:pt x="159081" y="333028"/>
                  <a:pt x="159138" y="332904"/>
                </a:cubicBezTo>
                <a:lnTo>
                  <a:pt x="170568" y="296042"/>
                </a:lnTo>
                <a:cubicBezTo>
                  <a:pt x="170873" y="294813"/>
                  <a:pt x="172111" y="294070"/>
                  <a:pt x="173330" y="294366"/>
                </a:cubicBezTo>
                <a:cubicBezTo>
                  <a:pt x="173397" y="294385"/>
                  <a:pt x="173464" y="294404"/>
                  <a:pt x="173521" y="294423"/>
                </a:cubicBezTo>
                <a:cubicBezTo>
                  <a:pt x="174788" y="294775"/>
                  <a:pt x="175531" y="296090"/>
                  <a:pt x="175178" y="297357"/>
                </a:cubicBezTo>
                <a:cubicBezTo>
                  <a:pt x="175169" y="297395"/>
                  <a:pt x="175150" y="297433"/>
                  <a:pt x="175140" y="297471"/>
                </a:cubicBezTo>
                <a:lnTo>
                  <a:pt x="163805" y="334333"/>
                </a:lnTo>
                <a:cubicBezTo>
                  <a:pt x="163634" y="335447"/>
                  <a:pt x="162739" y="336314"/>
                  <a:pt x="161615" y="336428"/>
                </a:cubicBezTo>
                <a:close/>
                <a:moveTo>
                  <a:pt x="184284" y="262609"/>
                </a:moveTo>
                <a:lnTo>
                  <a:pt x="183618" y="262609"/>
                </a:lnTo>
                <a:cubicBezTo>
                  <a:pt x="182351" y="262238"/>
                  <a:pt x="181627" y="260923"/>
                  <a:pt x="181998" y="259657"/>
                </a:cubicBezTo>
                <a:lnTo>
                  <a:pt x="193428" y="222795"/>
                </a:lnTo>
                <a:cubicBezTo>
                  <a:pt x="193800" y="221528"/>
                  <a:pt x="195114" y="220804"/>
                  <a:pt x="196381" y="221175"/>
                </a:cubicBezTo>
                <a:cubicBezTo>
                  <a:pt x="197648" y="221547"/>
                  <a:pt x="198372" y="222861"/>
                  <a:pt x="198000" y="224128"/>
                </a:cubicBezTo>
                <a:lnTo>
                  <a:pt x="186666" y="261085"/>
                </a:lnTo>
                <a:cubicBezTo>
                  <a:pt x="186247" y="262019"/>
                  <a:pt x="185313" y="262619"/>
                  <a:pt x="184284" y="262609"/>
                </a:cubicBezTo>
                <a:close/>
                <a:moveTo>
                  <a:pt x="207049" y="188886"/>
                </a:moveTo>
                <a:lnTo>
                  <a:pt x="206763" y="188886"/>
                </a:lnTo>
                <a:cubicBezTo>
                  <a:pt x="205496" y="188533"/>
                  <a:pt x="204754" y="187219"/>
                  <a:pt x="205106" y="185952"/>
                </a:cubicBezTo>
                <a:cubicBezTo>
                  <a:pt x="205115" y="185914"/>
                  <a:pt x="205135" y="185876"/>
                  <a:pt x="205144" y="185838"/>
                </a:cubicBezTo>
                <a:lnTo>
                  <a:pt x="216479" y="148976"/>
                </a:lnTo>
                <a:cubicBezTo>
                  <a:pt x="217098" y="147757"/>
                  <a:pt x="218584" y="147262"/>
                  <a:pt x="219803" y="147881"/>
                </a:cubicBezTo>
                <a:cubicBezTo>
                  <a:pt x="220746" y="148357"/>
                  <a:pt x="221279" y="149366"/>
                  <a:pt x="221146" y="150405"/>
                </a:cubicBezTo>
                <a:lnTo>
                  <a:pt x="209716" y="187266"/>
                </a:lnTo>
                <a:cubicBezTo>
                  <a:pt x="209345" y="188533"/>
                  <a:pt x="208030" y="189257"/>
                  <a:pt x="206763" y="188886"/>
                </a:cubicBezTo>
                <a:close/>
                <a:moveTo>
                  <a:pt x="229814" y="115162"/>
                </a:moveTo>
                <a:lnTo>
                  <a:pt x="229147" y="115162"/>
                </a:lnTo>
                <a:cubicBezTo>
                  <a:pt x="227871" y="114753"/>
                  <a:pt x="227156" y="113400"/>
                  <a:pt x="227528" y="112114"/>
                </a:cubicBezTo>
                <a:lnTo>
                  <a:pt x="238862" y="75253"/>
                </a:lnTo>
                <a:cubicBezTo>
                  <a:pt x="239272" y="73976"/>
                  <a:pt x="240625" y="73262"/>
                  <a:pt x="241911" y="73633"/>
                </a:cubicBezTo>
                <a:cubicBezTo>
                  <a:pt x="243187" y="74043"/>
                  <a:pt x="243901" y="75395"/>
                  <a:pt x="243530" y="76681"/>
                </a:cubicBezTo>
                <a:lnTo>
                  <a:pt x="232100" y="113543"/>
                </a:lnTo>
                <a:cubicBezTo>
                  <a:pt x="231766" y="114524"/>
                  <a:pt x="230843" y="115172"/>
                  <a:pt x="229814" y="115162"/>
                </a:cubicBezTo>
                <a:close/>
                <a:moveTo>
                  <a:pt x="252579" y="41439"/>
                </a:moveTo>
                <a:lnTo>
                  <a:pt x="251817" y="41439"/>
                </a:lnTo>
                <a:cubicBezTo>
                  <a:pt x="250588" y="41029"/>
                  <a:pt x="249921" y="39724"/>
                  <a:pt x="250293" y="38486"/>
                </a:cubicBezTo>
                <a:lnTo>
                  <a:pt x="261627" y="1624"/>
                </a:lnTo>
                <a:cubicBezTo>
                  <a:pt x="262018" y="358"/>
                  <a:pt x="263361" y="-338"/>
                  <a:pt x="264628" y="53"/>
                </a:cubicBezTo>
                <a:cubicBezTo>
                  <a:pt x="265895" y="443"/>
                  <a:pt x="266590" y="1786"/>
                  <a:pt x="266199" y="3053"/>
                </a:cubicBezTo>
                <a:lnTo>
                  <a:pt x="254864" y="39915"/>
                </a:lnTo>
                <a:cubicBezTo>
                  <a:pt x="254503" y="40858"/>
                  <a:pt x="253588" y="41467"/>
                  <a:pt x="252579" y="41439"/>
                </a:cubicBezTo>
                <a:close/>
              </a:path>
            </a:pathLst>
          </a:custGeom>
          <a:solidFill>
            <a:srgbClr val="FFFFFF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37" id="37"/>
          <p:cNvSpPr/>
          <p:nvPr/>
        </p:nvSpPr>
        <p:spPr>
          <a:xfrm>
            <a:off x="8208657" y="4254849"/>
            <a:ext cx="1130930" cy="846805"/>
          </a:xfrm>
          <a:custGeom>
            <a:avLst/>
            <a:gdLst/>
            <a:ahLst/>
            <a:cxnLst/>
            <a:rect r="r" b="b" t="t" l="l"/>
            <a:pathLst>
              <a:path w="757783" h="567404" stroke="true" fill="norm" extrusionOk="true">
                <a:moveTo>
                  <a:pt x="612517" y="567348"/>
                </a:moveTo>
                <a:cubicBezTo>
                  <a:pt x="605868" y="567339"/>
                  <a:pt x="599258" y="566348"/>
                  <a:pt x="592895" y="564396"/>
                </a:cubicBezTo>
                <a:lnTo>
                  <a:pt x="-36" y="381516"/>
                </a:lnTo>
                <a:lnTo>
                  <a:pt x="117598" y="-56"/>
                </a:lnTo>
                <a:lnTo>
                  <a:pt x="710624" y="182729"/>
                </a:lnTo>
                <a:cubicBezTo>
                  <a:pt x="745828" y="193540"/>
                  <a:pt x="765602" y="230830"/>
                  <a:pt x="754792" y="266035"/>
                </a:cubicBezTo>
                <a:cubicBezTo>
                  <a:pt x="754772" y="266111"/>
                  <a:pt x="754744" y="266187"/>
                  <a:pt x="754725" y="266263"/>
                </a:cubicBezTo>
                <a:lnTo>
                  <a:pt x="676429" y="520200"/>
                </a:lnTo>
                <a:cubicBezTo>
                  <a:pt x="667828" y="548270"/>
                  <a:pt x="641882" y="567415"/>
                  <a:pt x="612517" y="567348"/>
                </a:cubicBezTo>
                <a:close/>
                <a:moveTo>
                  <a:pt x="12441" y="375134"/>
                </a:moveTo>
                <a:lnTo>
                  <a:pt x="596229" y="555157"/>
                </a:lnTo>
                <a:cubicBezTo>
                  <a:pt x="626404" y="564396"/>
                  <a:pt x="658370" y="547422"/>
                  <a:pt x="667609" y="517247"/>
                </a:cubicBezTo>
                <a:cubicBezTo>
                  <a:pt x="667628" y="517180"/>
                  <a:pt x="667647" y="517123"/>
                  <a:pt x="667666" y="517056"/>
                </a:cubicBezTo>
                <a:lnTo>
                  <a:pt x="745962" y="263120"/>
                </a:lnTo>
                <a:cubicBezTo>
                  <a:pt x="755201" y="232945"/>
                  <a:pt x="738227" y="200979"/>
                  <a:pt x="708052" y="191740"/>
                </a:cubicBezTo>
                <a:cubicBezTo>
                  <a:pt x="707986" y="191721"/>
                  <a:pt x="707928" y="191701"/>
                  <a:pt x="707862" y="191682"/>
                </a:cubicBezTo>
                <a:lnTo>
                  <a:pt x="123979" y="11946"/>
                </a:lnTo>
                <a:close/>
              </a:path>
            </a:pathLst>
          </a:custGeom>
          <a:solidFill>
            <a:srgbClr val="1C0102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38" id="38"/>
          <p:cNvSpPr/>
          <p:nvPr/>
        </p:nvSpPr>
        <p:spPr>
          <a:xfrm rot="19937398">
            <a:off x="8837109" y="4598765"/>
            <a:ext cx="312166" cy="312166"/>
          </a:xfrm>
          <a:custGeom>
            <a:avLst/>
            <a:gdLst/>
            <a:ahLst/>
            <a:cxnLst/>
            <a:rect r="r" b="b" t="t" l="l"/>
            <a:pathLst>
              <a:path w="209168" h="209168" stroke="true" fill="norm" extrusionOk="true">
                <a:moveTo>
                  <a:pt x="209133" y="104529"/>
                </a:moveTo>
                <a:cubicBezTo>
                  <a:pt x="209133" y="162289"/>
                  <a:pt x="162308" y="209113"/>
                  <a:pt x="104548" y="209113"/>
                </a:cubicBezTo>
                <a:cubicBezTo>
                  <a:pt x="46788" y="209113"/>
                  <a:pt x="-37" y="162289"/>
                  <a:pt x="-37" y="104529"/>
                </a:cubicBezTo>
                <a:cubicBezTo>
                  <a:pt x="-37" y="46768"/>
                  <a:pt x="46788" y="-56"/>
                  <a:pt x="104548" y="-56"/>
                </a:cubicBezTo>
                <a:cubicBezTo>
                  <a:pt x="162308" y="-56"/>
                  <a:pt x="209133" y="46768"/>
                  <a:pt x="209133" y="104529"/>
                </a:cubicBezTo>
                <a:close/>
              </a:path>
            </a:pathLst>
          </a:custGeom>
          <a:solidFill>
            <a:srgbClr val="FFFFFF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39" id="39"/>
          <p:cNvSpPr/>
          <p:nvPr/>
        </p:nvSpPr>
        <p:spPr>
          <a:xfrm>
            <a:off x="9359668" y="5096253"/>
            <a:ext cx="179538" cy="179538"/>
          </a:xfrm>
          <a:custGeom>
            <a:avLst/>
            <a:gdLst/>
            <a:ahLst/>
            <a:cxnLst/>
            <a:rect r="r" b="b" t="t" l="l"/>
            <a:pathLst>
              <a:path w="120300" h="120300" stroke="true" fill="norm" extrusionOk="true">
                <a:moveTo>
                  <a:pt x="41493" y="120245"/>
                </a:moveTo>
                <a:cubicBezTo>
                  <a:pt x="76068" y="78430"/>
                  <a:pt x="66258" y="83574"/>
                  <a:pt x="120265" y="78621"/>
                </a:cubicBezTo>
                <a:cubicBezTo>
                  <a:pt x="78450" y="44140"/>
                  <a:pt x="83593" y="53856"/>
                  <a:pt x="78640" y="-56"/>
                </a:cubicBezTo>
                <a:cubicBezTo>
                  <a:pt x="44160" y="41664"/>
                  <a:pt x="53875" y="36520"/>
                  <a:pt x="-36" y="41473"/>
                </a:cubicBezTo>
                <a:cubicBezTo>
                  <a:pt x="41683" y="76144"/>
                  <a:pt x="36540" y="66619"/>
                  <a:pt x="41493" y="120245"/>
                </a:cubicBezTo>
                <a:close/>
              </a:path>
            </a:pathLst>
          </a:custGeom>
          <a:solidFill>
            <a:srgbClr val="FFFFFF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40" id="40"/>
          <p:cNvSpPr/>
          <p:nvPr/>
        </p:nvSpPr>
        <p:spPr>
          <a:xfrm>
            <a:off x="9100666" y="5195333"/>
            <a:ext cx="252605" cy="252605"/>
          </a:xfrm>
          <a:custGeom>
            <a:avLst/>
            <a:gdLst/>
            <a:ahLst/>
            <a:cxnLst/>
            <a:rect r="r" b="b" t="t" l="l"/>
            <a:pathLst>
              <a:path w="169259" h="169259" stroke="true" fill="norm" extrusionOk="true">
                <a:moveTo>
                  <a:pt x="58447" y="169203"/>
                </a:moveTo>
                <a:cubicBezTo>
                  <a:pt x="107025" y="110434"/>
                  <a:pt x="93309" y="117673"/>
                  <a:pt x="169223" y="110720"/>
                </a:cubicBezTo>
                <a:cubicBezTo>
                  <a:pt x="110454" y="62142"/>
                  <a:pt x="117693" y="75954"/>
                  <a:pt x="110644" y="-56"/>
                </a:cubicBezTo>
                <a:cubicBezTo>
                  <a:pt x="62067" y="58809"/>
                  <a:pt x="75878" y="51474"/>
                  <a:pt x="-36" y="58523"/>
                </a:cubicBezTo>
                <a:cubicBezTo>
                  <a:pt x="58733" y="107100"/>
                  <a:pt x="51494" y="93289"/>
                  <a:pt x="58447" y="169203"/>
                </a:cubicBezTo>
                <a:close/>
              </a:path>
            </a:pathLst>
          </a:custGeom>
          <a:solidFill>
            <a:srgbClr val="FFFFFF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41" id="41"/>
          <p:cNvSpPr/>
          <p:nvPr/>
        </p:nvSpPr>
        <p:spPr>
          <a:xfrm>
            <a:off x="9372746" y="5376579"/>
            <a:ext cx="126374" cy="126232"/>
          </a:xfrm>
          <a:custGeom>
            <a:avLst/>
            <a:gdLst/>
            <a:ahLst/>
            <a:cxnLst/>
            <a:rect r="r" b="b" t="t" l="l"/>
            <a:pathLst>
              <a:path w="84677" h="84582" stroke="true" fill="norm" extrusionOk="true">
                <a:moveTo>
                  <a:pt x="29301" y="84526"/>
                </a:moveTo>
                <a:cubicBezTo>
                  <a:pt x="53589" y="55189"/>
                  <a:pt x="46636" y="58809"/>
                  <a:pt x="84641" y="55284"/>
                </a:cubicBezTo>
                <a:cubicBezTo>
                  <a:pt x="55209" y="30996"/>
                  <a:pt x="58828" y="37854"/>
                  <a:pt x="55399" y="-56"/>
                </a:cubicBezTo>
                <a:cubicBezTo>
                  <a:pt x="31110" y="29281"/>
                  <a:pt x="37968" y="25662"/>
                  <a:pt x="-36" y="29186"/>
                </a:cubicBezTo>
                <a:cubicBezTo>
                  <a:pt x="29396" y="53475"/>
                  <a:pt x="25776" y="46617"/>
                  <a:pt x="29301" y="84526"/>
                </a:cubicBezTo>
                <a:close/>
              </a:path>
            </a:pathLst>
          </a:custGeom>
          <a:solidFill>
            <a:srgbClr val="FFFFFF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42" id="42"/>
          <p:cNvSpPr/>
          <p:nvPr/>
        </p:nvSpPr>
        <p:spPr>
          <a:xfrm>
            <a:off x="7333278" y="2087445"/>
            <a:ext cx="670392" cy="670391"/>
          </a:xfrm>
          <a:custGeom>
            <a:avLst/>
            <a:gdLst/>
            <a:ahLst/>
            <a:cxnLst/>
            <a:rect r="r" b="b" t="t" l="l"/>
            <a:pathLst>
              <a:path w="449198" h="449198" stroke="true" fill="norm" extrusionOk="true">
                <a:moveTo>
                  <a:pt x="449199" y="224599"/>
                </a:moveTo>
                <a:cubicBezTo>
                  <a:pt x="449199" y="348642"/>
                  <a:pt x="348642" y="449199"/>
                  <a:pt x="224600" y="449199"/>
                </a:cubicBezTo>
                <a:cubicBezTo>
                  <a:pt x="100557" y="449199"/>
                  <a:pt x="0" y="348642"/>
                  <a:pt x="0" y="224599"/>
                </a:cubicBezTo>
                <a:cubicBezTo>
                  <a:pt x="0" y="100557"/>
                  <a:pt x="100557" y="0"/>
                  <a:pt x="224600" y="0"/>
                </a:cubicBezTo>
                <a:cubicBezTo>
                  <a:pt x="348642" y="0"/>
                  <a:pt x="449199" y="100557"/>
                  <a:pt x="449199" y="224599"/>
                </a:cubicBezTo>
                <a:close/>
              </a:path>
            </a:pathLst>
          </a:custGeom>
          <a:solidFill>
            <a:schemeClr val="accent1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43" id="43"/>
          <p:cNvSpPr/>
          <p:nvPr/>
        </p:nvSpPr>
        <p:spPr>
          <a:xfrm>
            <a:off x="7505426" y="2272954"/>
            <a:ext cx="306051" cy="292797"/>
          </a:xfrm>
          <a:custGeom>
            <a:avLst/>
            <a:gdLst/>
            <a:ahLst/>
            <a:cxnLst/>
            <a:rect r="r" b="b" t="t" l="l"/>
            <a:pathLst>
              <a:path w="205070" h="196190" stroke="true" fill="norm" extrusionOk="true">
                <a:moveTo>
                  <a:pt x="8631" y="159393"/>
                </a:moveTo>
                <a:cubicBezTo>
                  <a:pt x="5069" y="154449"/>
                  <a:pt x="2221" y="149030"/>
                  <a:pt x="154" y="143295"/>
                </a:cubicBezTo>
                <a:cubicBezTo>
                  <a:pt x="-455" y="141590"/>
                  <a:pt x="449" y="139714"/>
                  <a:pt x="2155" y="139104"/>
                </a:cubicBezTo>
                <a:cubicBezTo>
                  <a:pt x="3859" y="138495"/>
                  <a:pt x="5736" y="139400"/>
                  <a:pt x="6346" y="141105"/>
                </a:cubicBezTo>
                <a:cubicBezTo>
                  <a:pt x="14318" y="159907"/>
                  <a:pt x="28739" y="175242"/>
                  <a:pt x="47017" y="184348"/>
                </a:cubicBezTo>
                <a:cubicBezTo>
                  <a:pt x="65781" y="192511"/>
                  <a:pt x="87432" y="190301"/>
                  <a:pt x="104167" y="178538"/>
                </a:cubicBezTo>
                <a:cubicBezTo>
                  <a:pt x="119493" y="168641"/>
                  <a:pt x="128532" y="151439"/>
                  <a:pt x="127980" y="133199"/>
                </a:cubicBezTo>
                <a:cubicBezTo>
                  <a:pt x="125789" y="119197"/>
                  <a:pt x="120303" y="105910"/>
                  <a:pt x="111978" y="94432"/>
                </a:cubicBezTo>
                <a:cubicBezTo>
                  <a:pt x="104901" y="83888"/>
                  <a:pt x="99471" y="72325"/>
                  <a:pt x="95880" y="60142"/>
                </a:cubicBezTo>
                <a:cubicBezTo>
                  <a:pt x="92623" y="45759"/>
                  <a:pt x="95937" y="30681"/>
                  <a:pt x="104929" y="18994"/>
                </a:cubicBezTo>
                <a:cubicBezTo>
                  <a:pt x="113549" y="7612"/>
                  <a:pt x="126770" y="630"/>
                  <a:pt x="141029" y="-56"/>
                </a:cubicBezTo>
                <a:cubicBezTo>
                  <a:pt x="172700" y="354"/>
                  <a:pt x="199570" y="23309"/>
                  <a:pt x="204942" y="54522"/>
                </a:cubicBezTo>
                <a:cubicBezTo>
                  <a:pt x="205370" y="56313"/>
                  <a:pt x="204275" y="58113"/>
                  <a:pt x="202484" y="58542"/>
                </a:cubicBezTo>
                <a:cubicBezTo>
                  <a:pt x="200694" y="58980"/>
                  <a:pt x="198893" y="57875"/>
                  <a:pt x="198465" y="56084"/>
                </a:cubicBezTo>
                <a:cubicBezTo>
                  <a:pt x="198388" y="55789"/>
                  <a:pt x="198360" y="55494"/>
                  <a:pt x="198370" y="55189"/>
                </a:cubicBezTo>
                <a:cubicBezTo>
                  <a:pt x="193474" y="27348"/>
                  <a:pt x="169490" y="6916"/>
                  <a:pt x="141220" y="6516"/>
                </a:cubicBezTo>
                <a:cubicBezTo>
                  <a:pt x="128885" y="7183"/>
                  <a:pt x="117474" y="13289"/>
                  <a:pt x="110073" y="23185"/>
                </a:cubicBezTo>
                <a:cubicBezTo>
                  <a:pt x="102281" y="33329"/>
                  <a:pt x="99414" y="46426"/>
                  <a:pt x="102262" y="58904"/>
                </a:cubicBezTo>
                <a:cubicBezTo>
                  <a:pt x="105701" y="70420"/>
                  <a:pt x="110873" y="81335"/>
                  <a:pt x="117597" y="91289"/>
                </a:cubicBezTo>
                <a:cubicBezTo>
                  <a:pt x="126503" y="103643"/>
                  <a:pt x="132313" y="117949"/>
                  <a:pt x="134552" y="133008"/>
                </a:cubicBezTo>
                <a:cubicBezTo>
                  <a:pt x="135181" y="153563"/>
                  <a:pt x="125027" y="172956"/>
                  <a:pt x="107787" y="184158"/>
                </a:cubicBezTo>
                <a:cubicBezTo>
                  <a:pt x="89108" y="197426"/>
                  <a:pt x="64810" y="199845"/>
                  <a:pt x="43874" y="190539"/>
                </a:cubicBezTo>
                <a:cubicBezTo>
                  <a:pt x="29720" y="183243"/>
                  <a:pt x="17613" y="172537"/>
                  <a:pt x="8631" y="159393"/>
                </a:cubicBezTo>
                <a:close/>
              </a:path>
            </a:pathLst>
          </a:custGeom>
          <a:solidFill>
            <a:srgbClr val="1B0202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44" id="44"/>
          <p:cNvSpPr/>
          <p:nvPr/>
        </p:nvSpPr>
        <p:spPr>
          <a:xfrm>
            <a:off x="7523397" y="2256111"/>
            <a:ext cx="289216" cy="333130"/>
          </a:xfrm>
          <a:custGeom>
            <a:avLst/>
            <a:gdLst/>
            <a:ahLst/>
            <a:cxnLst/>
            <a:rect r="r" b="b" t="t" l="l"/>
            <a:pathLst>
              <a:path w="193790" h="223215" stroke="true" fill="norm" extrusionOk="true">
                <a:moveTo>
                  <a:pt x="685" y="221923"/>
                </a:moveTo>
                <a:cubicBezTo>
                  <a:pt x="-277" y="220761"/>
                  <a:pt x="-277" y="219085"/>
                  <a:pt x="685" y="217923"/>
                </a:cubicBezTo>
                <a:lnTo>
                  <a:pt x="188042" y="943"/>
                </a:lnTo>
                <a:cubicBezTo>
                  <a:pt x="189328" y="-371"/>
                  <a:pt x="191442" y="-390"/>
                  <a:pt x="192757" y="896"/>
                </a:cubicBezTo>
                <a:cubicBezTo>
                  <a:pt x="192776" y="915"/>
                  <a:pt x="192785" y="924"/>
                  <a:pt x="192805" y="943"/>
                </a:cubicBezTo>
                <a:cubicBezTo>
                  <a:pt x="194071" y="2239"/>
                  <a:pt x="194071" y="4315"/>
                  <a:pt x="192805" y="5611"/>
                </a:cubicBezTo>
                <a:lnTo>
                  <a:pt x="5924" y="222209"/>
                </a:lnTo>
                <a:cubicBezTo>
                  <a:pt x="4629" y="223476"/>
                  <a:pt x="2552" y="223476"/>
                  <a:pt x="1257" y="222209"/>
                </a:cubicBezTo>
                <a:close/>
              </a:path>
            </a:pathLst>
          </a:custGeom>
          <a:solidFill>
            <a:srgbClr val="1B0202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45" id="45"/>
          <p:cNvSpPr/>
          <p:nvPr/>
        </p:nvSpPr>
        <p:spPr>
          <a:xfrm>
            <a:off x="7374499" y="1881097"/>
            <a:ext cx="109899" cy="417358"/>
          </a:xfrm>
          <a:custGeom>
            <a:avLst/>
            <a:gdLst/>
            <a:ahLst/>
            <a:cxnLst/>
            <a:rect r="r" b="b" t="t" l="l"/>
            <a:pathLst>
              <a:path w="73638" h="279652" stroke="true" fill="norm" extrusionOk="true">
                <a:moveTo>
                  <a:pt x="35305" y="242394"/>
                </a:moveTo>
                <a:cubicBezTo>
                  <a:pt x="-16111" y="168452"/>
                  <a:pt x="-10977" y="69087"/>
                  <a:pt x="47782" y="840"/>
                </a:cubicBezTo>
                <a:cubicBezTo>
                  <a:pt x="49125" y="-417"/>
                  <a:pt x="51240" y="-341"/>
                  <a:pt x="52497" y="1002"/>
                </a:cubicBezTo>
                <a:cubicBezTo>
                  <a:pt x="53545" y="2136"/>
                  <a:pt x="53688" y="3841"/>
                  <a:pt x="52831" y="5127"/>
                </a:cubicBezTo>
                <a:cubicBezTo>
                  <a:pt x="-15892" y="84727"/>
                  <a:pt x="-7110" y="204961"/>
                  <a:pt x="72452" y="273732"/>
                </a:cubicBezTo>
                <a:cubicBezTo>
                  <a:pt x="73843" y="274941"/>
                  <a:pt x="73995" y="277056"/>
                  <a:pt x="72785" y="278446"/>
                </a:cubicBezTo>
                <a:cubicBezTo>
                  <a:pt x="71576" y="279837"/>
                  <a:pt x="69461" y="279990"/>
                  <a:pt x="68071" y="278780"/>
                </a:cubicBezTo>
                <a:cubicBezTo>
                  <a:pt x="55669" y="268064"/>
                  <a:pt x="44668" y="255844"/>
                  <a:pt x="35305" y="242394"/>
                </a:cubicBezTo>
                <a:close/>
              </a:path>
            </a:pathLst>
          </a:custGeom>
          <a:solidFill>
            <a:srgbClr val="1B0202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46" id="46"/>
          <p:cNvSpPr/>
          <p:nvPr/>
        </p:nvSpPr>
        <p:spPr>
          <a:xfrm>
            <a:off x="7852295" y="2198979"/>
            <a:ext cx="109788" cy="417411"/>
          </a:xfrm>
          <a:custGeom>
            <a:avLst/>
            <a:gdLst/>
            <a:ahLst/>
            <a:cxnLst/>
            <a:rect r="r" b="b" t="t" l="l"/>
            <a:pathLst>
              <a:path w="73564" h="279688" stroke="true" fill="norm" extrusionOk="true">
                <a:moveTo>
                  <a:pt x="20718" y="278397"/>
                </a:moveTo>
                <a:cubicBezTo>
                  <a:pt x="19784" y="277197"/>
                  <a:pt x="19784" y="275501"/>
                  <a:pt x="20718" y="274301"/>
                </a:cubicBezTo>
                <a:cubicBezTo>
                  <a:pt x="89441" y="194701"/>
                  <a:pt x="80659" y="74466"/>
                  <a:pt x="1096" y="5696"/>
                </a:cubicBezTo>
                <a:cubicBezTo>
                  <a:pt x="-276" y="4515"/>
                  <a:pt x="-419" y="2448"/>
                  <a:pt x="763" y="1076"/>
                </a:cubicBezTo>
                <a:cubicBezTo>
                  <a:pt x="1944" y="-295"/>
                  <a:pt x="4011" y="-438"/>
                  <a:pt x="5382" y="743"/>
                </a:cubicBezTo>
                <a:cubicBezTo>
                  <a:pt x="87621" y="71942"/>
                  <a:pt x="96699" y="196291"/>
                  <a:pt x="25671" y="278683"/>
                </a:cubicBezTo>
                <a:cubicBezTo>
                  <a:pt x="24375" y="279949"/>
                  <a:pt x="22299" y="279949"/>
                  <a:pt x="21003" y="278683"/>
                </a:cubicBezTo>
                <a:close/>
              </a:path>
            </a:pathLst>
          </a:custGeom>
          <a:solidFill>
            <a:srgbClr val="1B0202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47" id="47"/>
          <p:cNvSpPr/>
          <p:nvPr/>
        </p:nvSpPr>
        <p:spPr>
          <a:xfrm>
            <a:off x="8279875" y="2261866"/>
            <a:ext cx="419067" cy="419065"/>
          </a:xfrm>
          <a:custGeom>
            <a:avLst/>
            <a:gdLst/>
            <a:ahLst/>
            <a:cxnLst/>
            <a:rect r="r" b="b" t="t" l="l"/>
            <a:pathLst>
              <a:path w="280797" h="280796" stroke="true" fill="norm" extrusionOk="true">
                <a:moveTo>
                  <a:pt x="280797" y="140398"/>
                </a:moveTo>
                <a:cubicBezTo>
                  <a:pt x="280797" y="217938"/>
                  <a:pt x="217938" y="280797"/>
                  <a:pt x="140399" y="280797"/>
                </a:cubicBezTo>
                <a:cubicBezTo>
                  <a:pt x="62859" y="280797"/>
                  <a:pt x="0" y="217938"/>
                  <a:pt x="0" y="140398"/>
                </a:cubicBezTo>
                <a:cubicBezTo>
                  <a:pt x="0" y="62859"/>
                  <a:pt x="62859" y="0"/>
                  <a:pt x="140399" y="0"/>
                </a:cubicBezTo>
                <a:cubicBezTo>
                  <a:pt x="217939" y="0"/>
                  <a:pt x="280797" y="62859"/>
                  <a:pt x="280797" y="140398"/>
                </a:cubicBezTo>
                <a:close/>
              </a:path>
            </a:pathLst>
          </a:custGeom>
          <a:solidFill>
            <a:schemeClr val="accent1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48" id="48"/>
          <p:cNvSpPr/>
          <p:nvPr/>
        </p:nvSpPr>
        <p:spPr>
          <a:xfrm>
            <a:off x="8432312" y="2366465"/>
            <a:ext cx="111008" cy="211109"/>
          </a:xfrm>
          <a:custGeom>
            <a:avLst/>
            <a:gdLst/>
            <a:ahLst/>
            <a:cxnLst/>
            <a:rect r="r" b="b" t="t" l="l"/>
            <a:pathLst>
              <a:path w="74381" h="141454" stroke="true" fill="norm" extrusionOk="true">
                <a:moveTo>
                  <a:pt x="18886" y="140646"/>
                </a:moveTo>
                <a:cubicBezTo>
                  <a:pt x="15142" y="139922"/>
                  <a:pt x="11504" y="138769"/>
                  <a:pt x="8027" y="137217"/>
                </a:cubicBezTo>
                <a:cubicBezTo>
                  <a:pt x="7037" y="136636"/>
                  <a:pt x="6627" y="135417"/>
                  <a:pt x="7075" y="134359"/>
                </a:cubicBezTo>
                <a:cubicBezTo>
                  <a:pt x="7618" y="133388"/>
                  <a:pt x="8808" y="132978"/>
                  <a:pt x="9837" y="133407"/>
                </a:cubicBezTo>
                <a:cubicBezTo>
                  <a:pt x="21639" y="138341"/>
                  <a:pt x="34821" y="138884"/>
                  <a:pt x="46985" y="134931"/>
                </a:cubicBezTo>
                <a:cubicBezTo>
                  <a:pt x="59024" y="130416"/>
                  <a:pt x="67787" y="119881"/>
                  <a:pt x="70035" y="107213"/>
                </a:cubicBezTo>
                <a:cubicBezTo>
                  <a:pt x="72531" y="96021"/>
                  <a:pt x="68902" y="84353"/>
                  <a:pt x="60510" y="76543"/>
                </a:cubicBezTo>
                <a:cubicBezTo>
                  <a:pt x="53414" y="71237"/>
                  <a:pt x="45146" y="67713"/>
                  <a:pt x="36412" y="66256"/>
                </a:cubicBezTo>
                <a:cubicBezTo>
                  <a:pt x="28620" y="64684"/>
                  <a:pt x="21134" y="61893"/>
                  <a:pt x="14219" y="57969"/>
                </a:cubicBezTo>
                <a:cubicBezTo>
                  <a:pt x="6494" y="52968"/>
                  <a:pt x="1369" y="44805"/>
                  <a:pt x="217" y="35680"/>
                </a:cubicBezTo>
                <a:cubicBezTo>
                  <a:pt x="-936" y="26813"/>
                  <a:pt x="1884" y="17888"/>
                  <a:pt x="7932" y="11296"/>
                </a:cubicBezTo>
                <a:cubicBezTo>
                  <a:pt x="22258" y="-2344"/>
                  <a:pt x="44260" y="-3868"/>
                  <a:pt x="60320" y="7677"/>
                </a:cubicBezTo>
                <a:cubicBezTo>
                  <a:pt x="61129" y="8496"/>
                  <a:pt x="61129" y="9810"/>
                  <a:pt x="60320" y="10630"/>
                </a:cubicBezTo>
                <a:cubicBezTo>
                  <a:pt x="59548" y="11420"/>
                  <a:pt x="58281" y="11430"/>
                  <a:pt x="57491" y="10658"/>
                </a:cubicBezTo>
                <a:cubicBezTo>
                  <a:pt x="57481" y="10649"/>
                  <a:pt x="57472" y="10639"/>
                  <a:pt x="57462" y="10630"/>
                </a:cubicBezTo>
                <a:cubicBezTo>
                  <a:pt x="43117" y="343"/>
                  <a:pt x="23486" y="1705"/>
                  <a:pt x="10694" y="13868"/>
                </a:cubicBezTo>
                <a:cubicBezTo>
                  <a:pt x="5465" y="19545"/>
                  <a:pt x="3055" y="27270"/>
                  <a:pt x="4122" y="34918"/>
                </a:cubicBezTo>
                <a:cubicBezTo>
                  <a:pt x="5113" y="42757"/>
                  <a:pt x="9551" y="49739"/>
                  <a:pt x="16219" y="53968"/>
                </a:cubicBezTo>
                <a:cubicBezTo>
                  <a:pt x="22772" y="57578"/>
                  <a:pt x="29840" y="60179"/>
                  <a:pt x="37174" y="61684"/>
                </a:cubicBezTo>
                <a:cubicBezTo>
                  <a:pt x="46546" y="63341"/>
                  <a:pt x="55386" y="67189"/>
                  <a:pt x="62987" y="72923"/>
                </a:cubicBezTo>
                <a:cubicBezTo>
                  <a:pt x="72292" y="81819"/>
                  <a:pt x="76264" y="94935"/>
                  <a:pt x="73464" y="107499"/>
                </a:cubicBezTo>
                <a:cubicBezTo>
                  <a:pt x="70911" y="121567"/>
                  <a:pt x="61139" y="133254"/>
                  <a:pt x="47747" y="138265"/>
                </a:cubicBezTo>
                <a:cubicBezTo>
                  <a:pt x="38460" y="141360"/>
                  <a:pt x="28554" y="142179"/>
                  <a:pt x="18886" y="140646"/>
                </a:cubicBezTo>
                <a:close/>
              </a:path>
            </a:pathLst>
          </a:custGeom>
          <a:solidFill>
            <a:srgbClr val="1B0202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49" id="49"/>
          <p:cNvSpPr/>
          <p:nvPr/>
        </p:nvSpPr>
        <p:spPr>
          <a:xfrm>
            <a:off x="8477891" y="2335203"/>
            <a:ext cx="23032" cy="273372"/>
          </a:xfrm>
          <a:custGeom>
            <a:avLst/>
            <a:gdLst/>
            <a:ahLst/>
            <a:cxnLst/>
            <a:rect r="r" b="b" t="t" l="l"/>
            <a:pathLst>
              <a:path w="15433" h="183174" stroke="true" fill="norm" extrusionOk="true">
                <a:moveTo>
                  <a:pt x="12920" y="183119"/>
                </a:moveTo>
                <a:cubicBezTo>
                  <a:pt x="11977" y="182948"/>
                  <a:pt x="11273" y="182167"/>
                  <a:pt x="11206" y="181214"/>
                </a:cubicBezTo>
                <a:lnTo>
                  <a:pt x="-34" y="2144"/>
                </a:lnTo>
                <a:cubicBezTo>
                  <a:pt x="-91" y="992"/>
                  <a:pt x="805" y="10"/>
                  <a:pt x="1967" y="-47"/>
                </a:cubicBezTo>
                <a:cubicBezTo>
                  <a:pt x="1967" y="-47"/>
                  <a:pt x="1967" y="-47"/>
                  <a:pt x="1967" y="-47"/>
                </a:cubicBezTo>
                <a:cubicBezTo>
                  <a:pt x="3062" y="-151"/>
                  <a:pt x="4043" y="649"/>
                  <a:pt x="4148" y="1754"/>
                </a:cubicBezTo>
                <a:cubicBezTo>
                  <a:pt x="4157" y="1792"/>
                  <a:pt x="4157" y="1820"/>
                  <a:pt x="4157" y="1858"/>
                </a:cubicBezTo>
                <a:lnTo>
                  <a:pt x="15397" y="180738"/>
                </a:lnTo>
                <a:cubicBezTo>
                  <a:pt x="15359" y="181862"/>
                  <a:pt x="14511" y="182786"/>
                  <a:pt x="13397" y="182929"/>
                </a:cubicBezTo>
                <a:close/>
              </a:path>
            </a:pathLst>
          </a:custGeom>
          <a:solidFill>
            <a:srgbClr val="1B0202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50" id="50"/>
          <p:cNvSpPr/>
          <p:nvPr/>
        </p:nvSpPr>
        <p:spPr>
          <a:xfrm>
            <a:off x="8306018" y="2479641"/>
            <a:ext cx="197762" cy="175510"/>
          </a:xfrm>
          <a:custGeom>
            <a:avLst/>
            <a:gdLst/>
            <a:ahLst/>
            <a:cxnLst/>
            <a:rect r="r" b="b" t="t" l="l"/>
            <a:pathLst>
              <a:path w="132511" h="117601" stroke="true" fill="norm" extrusionOk="true">
                <a:moveTo>
                  <a:pt x="99986" y="115485"/>
                </a:moveTo>
                <a:cubicBezTo>
                  <a:pt x="44779" y="104798"/>
                  <a:pt x="3707" y="58249"/>
                  <a:pt x="-27" y="2138"/>
                </a:cubicBezTo>
                <a:cubicBezTo>
                  <a:pt x="-132" y="1042"/>
                  <a:pt x="668" y="61"/>
                  <a:pt x="1773" y="-44"/>
                </a:cubicBezTo>
                <a:cubicBezTo>
                  <a:pt x="1811" y="-53"/>
                  <a:pt x="1840" y="-53"/>
                  <a:pt x="1878" y="-53"/>
                </a:cubicBezTo>
                <a:cubicBezTo>
                  <a:pt x="3030" y="-110"/>
                  <a:pt x="4011" y="785"/>
                  <a:pt x="4069" y="1947"/>
                </a:cubicBezTo>
                <a:cubicBezTo>
                  <a:pt x="4069" y="1947"/>
                  <a:pt x="4069" y="1947"/>
                  <a:pt x="4069" y="1947"/>
                </a:cubicBezTo>
                <a:cubicBezTo>
                  <a:pt x="8298" y="67469"/>
                  <a:pt x="64743" y="117219"/>
                  <a:pt x="130275" y="113199"/>
                </a:cubicBezTo>
                <a:cubicBezTo>
                  <a:pt x="131313" y="113037"/>
                  <a:pt x="132285" y="113761"/>
                  <a:pt x="132447" y="114799"/>
                </a:cubicBezTo>
                <a:cubicBezTo>
                  <a:pt x="132456" y="114895"/>
                  <a:pt x="132466" y="114999"/>
                  <a:pt x="132466" y="115104"/>
                </a:cubicBezTo>
                <a:cubicBezTo>
                  <a:pt x="132570" y="116199"/>
                  <a:pt x="131771" y="117181"/>
                  <a:pt x="130666" y="117285"/>
                </a:cubicBezTo>
                <a:cubicBezTo>
                  <a:pt x="130627" y="117295"/>
                  <a:pt x="130599" y="117295"/>
                  <a:pt x="130561" y="117295"/>
                </a:cubicBezTo>
                <a:cubicBezTo>
                  <a:pt x="120331" y="117942"/>
                  <a:pt x="110063" y="117333"/>
                  <a:pt x="99986" y="115485"/>
                </a:cubicBezTo>
                <a:close/>
              </a:path>
            </a:pathLst>
          </a:custGeom>
          <a:solidFill>
            <a:srgbClr val="1B0202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51" id="51"/>
          <p:cNvSpPr/>
          <p:nvPr/>
        </p:nvSpPr>
        <p:spPr>
          <a:xfrm>
            <a:off x="8474909" y="2287668"/>
            <a:ext cx="197891" cy="175486"/>
          </a:xfrm>
          <a:custGeom>
            <a:avLst/>
            <a:gdLst/>
            <a:ahLst/>
            <a:cxnLst/>
            <a:rect r="r" b="b" t="t" l="l"/>
            <a:pathLst>
              <a:path w="132597" h="117585" stroke="true" fill="norm" extrusionOk="true">
                <a:moveTo>
                  <a:pt x="130170" y="117530"/>
                </a:moveTo>
                <a:cubicBezTo>
                  <a:pt x="129227" y="117358"/>
                  <a:pt x="128522" y="116577"/>
                  <a:pt x="128456" y="115625"/>
                </a:cubicBezTo>
                <a:cubicBezTo>
                  <a:pt x="124275" y="50064"/>
                  <a:pt x="67820" y="258"/>
                  <a:pt x="2250" y="4278"/>
                </a:cubicBezTo>
                <a:cubicBezTo>
                  <a:pt x="1097" y="4392"/>
                  <a:pt x="78" y="3544"/>
                  <a:pt x="-36" y="2392"/>
                </a:cubicBezTo>
                <a:cubicBezTo>
                  <a:pt x="-36" y="2382"/>
                  <a:pt x="-36" y="2382"/>
                  <a:pt x="-36" y="2372"/>
                </a:cubicBezTo>
                <a:cubicBezTo>
                  <a:pt x="-36" y="1229"/>
                  <a:pt x="831" y="277"/>
                  <a:pt x="1964" y="182"/>
                </a:cubicBezTo>
                <a:cubicBezTo>
                  <a:pt x="69801" y="-4000"/>
                  <a:pt x="128218" y="47512"/>
                  <a:pt x="132552" y="115339"/>
                </a:cubicBezTo>
                <a:cubicBezTo>
                  <a:pt x="132657" y="116434"/>
                  <a:pt x="131856" y="117415"/>
                  <a:pt x="130751" y="117520"/>
                </a:cubicBezTo>
                <a:cubicBezTo>
                  <a:pt x="130713" y="117530"/>
                  <a:pt x="130685" y="117530"/>
                  <a:pt x="130647" y="117530"/>
                </a:cubicBezTo>
                <a:close/>
              </a:path>
            </a:pathLst>
          </a:custGeom>
          <a:solidFill>
            <a:srgbClr val="1B0202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52" id="52"/>
          <p:cNvSpPr/>
          <p:nvPr/>
        </p:nvSpPr>
        <p:spPr>
          <a:xfrm>
            <a:off x="9977891" y="4955948"/>
            <a:ext cx="185040" cy="386007"/>
          </a:xfrm>
          <a:custGeom>
            <a:avLst/>
            <a:gdLst/>
            <a:ahLst/>
            <a:cxnLst/>
            <a:rect r="r" b="b" t="t" l="l"/>
            <a:pathLst>
              <a:path w="123987" h="258645" stroke="true" fill="norm" extrusionOk="true">
                <a:moveTo>
                  <a:pt x="97690" y="-56"/>
                </a:moveTo>
                <a:cubicBezTo>
                  <a:pt x="97690" y="-56"/>
                  <a:pt x="127504" y="49379"/>
                  <a:pt x="123598" y="56427"/>
                </a:cubicBezTo>
                <a:cubicBezTo>
                  <a:pt x="119693" y="63476"/>
                  <a:pt x="48541" y="249690"/>
                  <a:pt x="36825" y="258357"/>
                </a:cubicBezTo>
                <a:cubicBezTo>
                  <a:pt x="25110" y="267025"/>
                  <a:pt x="-36" y="30615"/>
                  <a:pt x="-36" y="30615"/>
                </a:cubicBezTo>
                <a:close/>
              </a:path>
            </a:pathLst>
          </a:custGeom>
          <a:solidFill>
            <a:srgbClr val="1B0202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53" id="53"/>
          <p:cNvSpPr/>
          <p:nvPr/>
        </p:nvSpPr>
        <p:spPr>
          <a:xfrm>
            <a:off x="9980411" y="5060745"/>
            <a:ext cx="71832" cy="22144"/>
          </a:xfrm>
          <a:custGeom>
            <a:avLst/>
            <a:gdLst/>
            <a:ahLst/>
            <a:cxnLst/>
            <a:rect r="r" b="b" t="t" l="l"/>
            <a:pathLst>
              <a:path w="48131" h="14838" stroke="true" fill="norm" extrusionOk="true">
                <a:moveTo>
                  <a:pt x="4848" y="14783"/>
                </a:moveTo>
                <a:cubicBezTo>
                  <a:pt x="2705" y="14792"/>
                  <a:pt x="810" y="13402"/>
                  <a:pt x="181" y="11354"/>
                </a:cubicBezTo>
                <a:cubicBezTo>
                  <a:pt x="-600" y="8839"/>
                  <a:pt x="791" y="6172"/>
                  <a:pt x="3305" y="5391"/>
                </a:cubicBezTo>
                <a:cubicBezTo>
                  <a:pt x="3343" y="5372"/>
                  <a:pt x="3381" y="5363"/>
                  <a:pt x="3419" y="5353"/>
                </a:cubicBezTo>
                <a:cubicBezTo>
                  <a:pt x="16364" y="1343"/>
                  <a:pt x="29889" y="-457"/>
                  <a:pt x="43425" y="19"/>
                </a:cubicBezTo>
                <a:cubicBezTo>
                  <a:pt x="46101" y="124"/>
                  <a:pt x="48196" y="2381"/>
                  <a:pt x="48092" y="5058"/>
                </a:cubicBezTo>
                <a:cubicBezTo>
                  <a:pt x="48092" y="5058"/>
                  <a:pt x="48092" y="5067"/>
                  <a:pt x="48092" y="5067"/>
                </a:cubicBezTo>
                <a:cubicBezTo>
                  <a:pt x="48101" y="7591"/>
                  <a:pt x="46063" y="9649"/>
                  <a:pt x="43539" y="9658"/>
                </a:cubicBezTo>
                <a:cubicBezTo>
                  <a:pt x="43405" y="9658"/>
                  <a:pt x="43272" y="9649"/>
                  <a:pt x="43139" y="9639"/>
                </a:cubicBezTo>
                <a:cubicBezTo>
                  <a:pt x="30632" y="9182"/>
                  <a:pt x="18126" y="10858"/>
                  <a:pt x="6182" y="14592"/>
                </a:cubicBezTo>
                <a:close/>
              </a:path>
            </a:pathLst>
          </a:custGeom>
          <a:solidFill>
            <a:srgbClr val="CCD7C5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54" id="54"/>
          <p:cNvSpPr/>
          <p:nvPr/>
        </p:nvSpPr>
        <p:spPr>
          <a:xfrm>
            <a:off x="9987552" y="5106428"/>
            <a:ext cx="70693" cy="21382"/>
          </a:xfrm>
          <a:custGeom>
            <a:avLst/>
            <a:gdLst/>
            <a:ahLst/>
            <a:cxnLst/>
            <a:rect r="r" b="b" t="t" l="l"/>
            <a:pathLst>
              <a:path w="47368" h="14327" stroke="true" fill="norm" extrusionOk="true">
                <a:moveTo>
                  <a:pt x="42545" y="14271"/>
                </a:moveTo>
                <a:cubicBezTo>
                  <a:pt x="41849" y="14252"/>
                  <a:pt x="41173" y="14090"/>
                  <a:pt x="40544" y="13795"/>
                </a:cubicBezTo>
                <a:cubicBezTo>
                  <a:pt x="29734" y="9042"/>
                  <a:pt x="17589" y="8261"/>
                  <a:pt x="6254" y="11604"/>
                </a:cubicBezTo>
                <a:cubicBezTo>
                  <a:pt x="3768" y="12452"/>
                  <a:pt x="1063" y="11119"/>
                  <a:pt x="216" y="8632"/>
                </a:cubicBezTo>
                <a:cubicBezTo>
                  <a:pt x="197" y="8575"/>
                  <a:pt x="177" y="8518"/>
                  <a:pt x="159" y="8461"/>
                </a:cubicBezTo>
                <a:cubicBezTo>
                  <a:pt x="-584" y="5908"/>
                  <a:pt x="863" y="3241"/>
                  <a:pt x="3397" y="2460"/>
                </a:cubicBezTo>
                <a:cubicBezTo>
                  <a:pt x="16951" y="-1626"/>
                  <a:pt x="31515" y="-712"/>
                  <a:pt x="44450" y="5032"/>
                </a:cubicBezTo>
                <a:cubicBezTo>
                  <a:pt x="46888" y="6118"/>
                  <a:pt x="47993" y="8966"/>
                  <a:pt x="46926" y="11414"/>
                </a:cubicBezTo>
                <a:cubicBezTo>
                  <a:pt x="46164" y="13157"/>
                  <a:pt x="44440" y="14281"/>
                  <a:pt x="42545" y="14271"/>
                </a:cubicBezTo>
                <a:close/>
              </a:path>
            </a:pathLst>
          </a:custGeom>
          <a:solidFill>
            <a:srgbClr val="CCD7C5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55" id="55"/>
          <p:cNvSpPr/>
          <p:nvPr/>
        </p:nvSpPr>
        <p:spPr>
          <a:xfrm>
            <a:off x="9991674" y="5145277"/>
            <a:ext cx="62439" cy="22063"/>
          </a:xfrm>
          <a:custGeom>
            <a:avLst/>
            <a:gdLst/>
            <a:ahLst/>
            <a:cxnLst/>
            <a:rect r="r" b="b" t="t" l="l"/>
            <a:pathLst>
              <a:path w="41837" h="14783" stroke="true" fill="norm" extrusionOk="true">
                <a:moveTo>
                  <a:pt x="36640" y="14720"/>
                </a:moveTo>
                <a:cubicBezTo>
                  <a:pt x="35868" y="14720"/>
                  <a:pt x="35115" y="14530"/>
                  <a:pt x="34449" y="14149"/>
                </a:cubicBezTo>
                <a:cubicBezTo>
                  <a:pt x="25600" y="9767"/>
                  <a:pt x="15523" y="8519"/>
                  <a:pt x="5874" y="10624"/>
                </a:cubicBezTo>
                <a:cubicBezTo>
                  <a:pt x="3254" y="11158"/>
                  <a:pt x="683" y="9510"/>
                  <a:pt x="64" y="6909"/>
                </a:cubicBezTo>
                <a:cubicBezTo>
                  <a:pt x="-470" y="4309"/>
                  <a:pt x="1188" y="1766"/>
                  <a:pt x="3778" y="1194"/>
                </a:cubicBezTo>
                <a:cubicBezTo>
                  <a:pt x="15713" y="-1435"/>
                  <a:pt x="28191" y="109"/>
                  <a:pt x="39116" y="5576"/>
                </a:cubicBezTo>
                <a:cubicBezTo>
                  <a:pt x="41497" y="6767"/>
                  <a:pt x="42478" y="9662"/>
                  <a:pt x="41307" y="12053"/>
                </a:cubicBezTo>
                <a:cubicBezTo>
                  <a:pt x="40411" y="13787"/>
                  <a:pt x="38583" y="14825"/>
                  <a:pt x="36640" y="14720"/>
                </a:cubicBezTo>
                <a:close/>
              </a:path>
            </a:pathLst>
          </a:custGeom>
          <a:solidFill>
            <a:srgbClr val="CCD7C5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56" id="56"/>
          <p:cNvSpPr/>
          <p:nvPr/>
        </p:nvSpPr>
        <p:spPr>
          <a:xfrm>
            <a:off x="10171646" y="4341705"/>
            <a:ext cx="297391" cy="316804"/>
          </a:xfrm>
          <a:custGeom>
            <a:avLst/>
            <a:gdLst/>
            <a:ahLst/>
            <a:cxnLst/>
            <a:rect r="r" b="b" t="t" l="l"/>
            <a:pathLst>
              <a:path w="199268" h="212275" stroke="true" fill="norm" extrusionOk="true">
                <a:moveTo>
                  <a:pt x="38254" y="-56"/>
                </a:moveTo>
                <a:cubicBezTo>
                  <a:pt x="38254" y="-56"/>
                  <a:pt x="95404" y="8326"/>
                  <a:pt x="98452" y="15755"/>
                </a:cubicBezTo>
                <a:cubicBezTo>
                  <a:pt x="101500" y="23185"/>
                  <a:pt x="200084" y="196730"/>
                  <a:pt x="199227" y="211113"/>
                </a:cubicBezTo>
                <a:cubicBezTo>
                  <a:pt x="198370" y="225496"/>
                  <a:pt x="-36" y="94908"/>
                  <a:pt x="-36" y="94908"/>
                </a:cubicBezTo>
                <a:close/>
              </a:path>
            </a:pathLst>
          </a:custGeom>
          <a:solidFill>
            <a:srgbClr val="1B0202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57" id="57"/>
          <p:cNvSpPr/>
          <p:nvPr/>
        </p:nvSpPr>
        <p:spPr>
          <a:xfrm>
            <a:off x="10228072" y="4466964"/>
            <a:ext cx="44755" cy="62815"/>
          </a:xfrm>
          <a:custGeom>
            <a:avLst/>
            <a:gdLst/>
            <a:ahLst/>
            <a:cxnLst/>
            <a:rect r="r" b="b" t="t" l="l"/>
            <a:pathLst>
              <a:path w="29988" h="42090" stroke="true" fill="norm" extrusionOk="true">
                <a:moveTo>
                  <a:pt x="4828" y="41935"/>
                </a:moveTo>
                <a:cubicBezTo>
                  <a:pt x="4199" y="42068"/>
                  <a:pt x="3551" y="42068"/>
                  <a:pt x="2923" y="41935"/>
                </a:cubicBezTo>
                <a:cubicBezTo>
                  <a:pt x="485" y="40935"/>
                  <a:pt x="-678" y="38154"/>
                  <a:pt x="323" y="35725"/>
                </a:cubicBezTo>
                <a:cubicBezTo>
                  <a:pt x="332" y="35696"/>
                  <a:pt x="341" y="35677"/>
                  <a:pt x="351" y="35649"/>
                </a:cubicBezTo>
                <a:cubicBezTo>
                  <a:pt x="5542" y="23133"/>
                  <a:pt x="12743" y="11541"/>
                  <a:pt x="21687" y="1359"/>
                </a:cubicBezTo>
                <a:cubicBezTo>
                  <a:pt x="23583" y="-527"/>
                  <a:pt x="26649" y="-527"/>
                  <a:pt x="28545" y="1359"/>
                </a:cubicBezTo>
                <a:cubicBezTo>
                  <a:pt x="30412" y="3206"/>
                  <a:pt x="30421" y="6226"/>
                  <a:pt x="28573" y="8093"/>
                </a:cubicBezTo>
                <a:cubicBezTo>
                  <a:pt x="28564" y="8102"/>
                  <a:pt x="28555" y="8112"/>
                  <a:pt x="28545" y="8121"/>
                </a:cubicBezTo>
                <a:cubicBezTo>
                  <a:pt x="20287" y="17494"/>
                  <a:pt x="13658" y="28181"/>
                  <a:pt x="8924" y="39744"/>
                </a:cubicBezTo>
                <a:cubicBezTo>
                  <a:pt x="8009" y="41106"/>
                  <a:pt x="6476" y="41926"/>
                  <a:pt x="4828" y="41935"/>
                </a:cubicBezTo>
                <a:close/>
              </a:path>
            </a:pathLst>
          </a:custGeom>
          <a:solidFill>
            <a:srgbClr val="CCD7C5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58" id="58"/>
          <p:cNvSpPr/>
          <p:nvPr/>
        </p:nvSpPr>
        <p:spPr>
          <a:xfrm>
            <a:off x="10264604" y="4495609"/>
            <a:ext cx="52335" cy="54924"/>
          </a:xfrm>
          <a:custGeom>
            <a:avLst/>
            <a:gdLst/>
            <a:ahLst/>
            <a:cxnLst/>
            <a:rect r="r" b="b" t="t" l="l"/>
            <a:pathLst>
              <a:path w="35067" h="36802" stroke="true" fill="norm" extrusionOk="true">
                <a:moveTo>
                  <a:pt x="4733" y="36647"/>
                </a:moveTo>
                <a:cubicBezTo>
                  <a:pt x="4132" y="36780"/>
                  <a:pt x="3523" y="36780"/>
                  <a:pt x="2923" y="36647"/>
                </a:cubicBezTo>
                <a:cubicBezTo>
                  <a:pt x="484" y="35647"/>
                  <a:pt x="-677" y="32865"/>
                  <a:pt x="322" y="30436"/>
                </a:cubicBezTo>
                <a:cubicBezTo>
                  <a:pt x="332" y="30408"/>
                  <a:pt x="342" y="30389"/>
                  <a:pt x="351" y="30360"/>
                </a:cubicBezTo>
                <a:cubicBezTo>
                  <a:pt x="5876" y="17330"/>
                  <a:pt x="15829" y="6662"/>
                  <a:pt x="28450" y="261"/>
                </a:cubicBezTo>
                <a:cubicBezTo>
                  <a:pt x="30955" y="-691"/>
                  <a:pt x="33765" y="575"/>
                  <a:pt x="34717" y="3081"/>
                </a:cubicBezTo>
                <a:cubicBezTo>
                  <a:pt x="35537" y="5252"/>
                  <a:pt x="34708" y="7700"/>
                  <a:pt x="32736" y="8929"/>
                </a:cubicBezTo>
                <a:cubicBezTo>
                  <a:pt x="22163" y="14263"/>
                  <a:pt x="13829" y="23169"/>
                  <a:pt x="9209" y="34075"/>
                </a:cubicBezTo>
                <a:cubicBezTo>
                  <a:pt x="8333" y="35723"/>
                  <a:pt x="6590" y="36723"/>
                  <a:pt x="4733" y="36647"/>
                </a:cubicBezTo>
                <a:close/>
              </a:path>
            </a:pathLst>
          </a:custGeom>
          <a:solidFill>
            <a:srgbClr val="CCD7C5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59" id="59"/>
          <p:cNvSpPr/>
          <p:nvPr/>
        </p:nvSpPr>
        <p:spPr>
          <a:xfrm>
            <a:off x="10295782" y="4523752"/>
            <a:ext cx="49412" cy="47673"/>
          </a:xfrm>
          <a:custGeom>
            <a:avLst/>
            <a:gdLst/>
            <a:ahLst/>
            <a:cxnLst/>
            <a:rect r="r" b="b" t="t" l="l"/>
            <a:pathLst>
              <a:path w="33109" h="31943" stroke="true" fill="norm" extrusionOk="true">
                <a:moveTo>
                  <a:pt x="4797" y="31887"/>
                </a:moveTo>
                <a:cubicBezTo>
                  <a:pt x="4025" y="31887"/>
                  <a:pt x="3273" y="31697"/>
                  <a:pt x="2606" y="31316"/>
                </a:cubicBezTo>
                <a:cubicBezTo>
                  <a:pt x="253" y="30144"/>
                  <a:pt x="-709" y="27287"/>
                  <a:pt x="463" y="24934"/>
                </a:cubicBezTo>
                <a:cubicBezTo>
                  <a:pt x="482" y="24896"/>
                  <a:pt x="491" y="24867"/>
                  <a:pt x="510" y="24839"/>
                </a:cubicBezTo>
                <a:cubicBezTo>
                  <a:pt x="6054" y="13961"/>
                  <a:pt x="15169" y="5322"/>
                  <a:pt x="26323" y="360"/>
                </a:cubicBezTo>
                <a:cubicBezTo>
                  <a:pt x="28742" y="-716"/>
                  <a:pt x="31581" y="369"/>
                  <a:pt x="32657" y="2789"/>
                </a:cubicBezTo>
                <a:cubicBezTo>
                  <a:pt x="33734" y="5208"/>
                  <a:pt x="32648" y="8046"/>
                  <a:pt x="30228" y="9123"/>
                </a:cubicBezTo>
                <a:cubicBezTo>
                  <a:pt x="21094" y="13209"/>
                  <a:pt x="13626" y="20305"/>
                  <a:pt x="9083" y="29220"/>
                </a:cubicBezTo>
                <a:cubicBezTo>
                  <a:pt x="8283" y="30859"/>
                  <a:pt x="6616" y="31887"/>
                  <a:pt x="4797" y="31887"/>
                </a:cubicBezTo>
                <a:close/>
              </a:path>
            </a:pathLst>
          </a:custGeom>
          <a:solidFill>
            <a:srgbClr val="CCD7C5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60" id="60"/>
          <p:cNvSpPr/>
          <p:nvPr/>
        </p:nvSpPr>
        <p:spPr>
          <a:xfrm>
            <a:off x="9253646" y="3387106"/>
            <a:ext cx="1007983" cy="1690524"/>
          </a:xfrm>
          <a:custGeom>
            <a:avLst/>
            <a:gdLst/>
            <a:ahLst/>
            <a:cxnLst/>
            <a:rect r="r" b="b" t="t" l="l"/>
            <a:pathLst>
              <a:path w="675402" h="1132741" stroke="true" fill="norm" extrusionOk="true">
                <a:moveTo>
                  <a:pt x="432860" y="80935"/>
                </a:moveTo>
                <a:cubicBezTo>
                  <a:pt x="444100" y="220190"/>
                  <a:pt x="455367" y="359513"/>
                  <a:pt x="466674" y="498892"/>
                </a:cubicBezTo>
                <a:cubicBezTo>
                  <a:pt x="537349" y="529277"/>
                  <a:pt x="606691" y="558900"/>
                  <a:pt x="675367" y="593570"/>
                </a:cubicBezTo>
                <a:cubicBezTo>
                  <a:pt x="658459" y="668742"/>
                  <a:pt x="637638" y="742980"/>
                  <a:pt x="612978" y="815979"/>
                </a:cubicBezTo>
                <a:cubicBezTo>
                  <a:pt x="582402" y="804054"/>
                  <a:pt x="553161" y="788947"/>
                  <a:pt x="525729" y="770926"/>
                </a:cubicBezTo>
                <a:cubicBezTo>
                  <a:pt x="554304" y="859699"/>
                  <a:pt x="586308" y="945995"/>
                  <a:pt x="618502" y="1033530"/>
                </a:cubicBezTo>
                <a:cubicBezTo>
                  <a:pt x="547922" y="1068582"/>
                  <a:pt x="475627" y="1101063"/>
                  <a:pt x="403523" y="1132686"/>
                </a:cubicBezTo>
                <a:cubicBezTo>
                  <a:pt x="352183" y="996192"/>
                  <a:pt x="307225" y="852746"/>
                  <a:pt x="267315" y="712538"/>
                </a:cubicBezTo>
                <a:cubicBezTo>
                  <a:pt x="201993" y="699374"/>
                  <a:pt x="141728" y="668008"/>
                  <a:pt x="93484" y="622050"/>
                </a:cubicBezTo>
                <a:cubicBezTo>
                  <a:pt x="69119" y="599714"/>
                  <a:pt x="48821" y="573320"/>
                  <a:pt x="33477" y="544041"/>
                </a:cubicBezTo>
                <a:cubicBezTo>
                  <a:pt x="-2052" y="474127"/>
                  <a:pt x="-1099" y="391641"/>
                  <a:pt x="615" y="313536"/>
                </a:cubicBezTo>
                <a:lnTo>
                  <a:pt x="3949" y="162088"/>
                </a:lnTo>
                <a:cubicBezTo>
                  <a:pt x="4806" y="123226"/>
                  <a:pt x="6521" y="81602"/>
                  <a:pt x="29190" y="49979"/>
                </a:cubicBezTo>
                <a:cubicBezTo>
                  <a:pt x="50079" y="23709"/>
                  <a:pt x="80387" y="6621"/>
                  <a:pt x="113677" y="2354"/>
                </a:cubicBezTo>
                <a:cubicBezTo>
                  <a:pt x="146691" y="-1675"/>
                  <a:pt x="180124" y="-647"/>
                  <a:pt x="212833" y="5402"/>
                </a:cubicBezTo>
                <a:cubicBezTo>
                  <a:pt x="269983" y="13593"/>
                  <a:pt x="327133" y="25499"/>
                  <a:pt x="377234" y="53027"/>
                </a:cubicBezTo>
                <a:cubicBezTo>
                  <a:pt x="395207" y="63428"/>
                  <a:pt x="413781" y="72744"/>
                  <a:pt x="432860" y="80935"/>
                </a:cubicBezTo>
                <a:close/>
              </a:path>
            </a:pathLst>
          </a:custGeom>
          <a:solidFill>
            <a:srgbClr val="FFB776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61" id="61"/>
          <p:cNvSpPr/>
          <p:nvPr/>
        </p:nvSpPr>
        <p:spPr>
          <a:xfrm>
            <a:off x="9204491" y="2994523"/>
            <a:ext cx="43871" cy="40150"/>
          </a:xfrm>
          <a:custGeom>
            <a:avLst/>
            <a:gdLst/>
            <a:ahLst/>
            <a:cxnLst/>
            <a:rect r="r" b="b" t="t" l="l"/>
            <a:pathLst>
              <a:path w="29396" h="26903" stroke="true" fill="norm" extrusionOk="true">
                <a:moveTo>
                  <a:pt x="2500" y="-56"/>
                </a:moveTo>
                <a:cubicBezTo>
                  <a:pt x="-1339" y="6964"/>
                  <a:pt x="-786" y="15575"/>
                  <a:pt x="3929" y="22042"/>
                </a:cubicBezTo>
                <a:cubicBezTo>
                  <a:pt x="11549" y="35758"/>
                  <a:pt x="29361" y="15756"/>
                  <a:pt x="29361" y="15756"/>
                </a:cubicBezTo>
                <a:close/>
              </a:path>
            </a:pathLst>
          </a:custGeom>
          <a:solidFill>
            <a:srgbClr val="001B30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62" id="62"/>
          <p:cNvSpPr/>
          <p:nvPr/>
        </p:nvSpPr>
        <p:spPr>
          <a:xfrm>
            <a:off x="9979598" y="2958842"/>
            <a:ext cx="32110" cy="41221"/>
          </a:xfrm>
          <a:custGeom>
            <a:avLst/>
            <a:gdLst/>
            <a:ahLst/>
            <a:cxnLst/>
            <a:rect r="r" b="b" t="t" l="l"/>
            <a:pathLst>
              <a:path w="21516" h="27620" stroke="true" fill="norm" extrusionOk="true">
                <a:moveTo>
                  <a:pt x="18538" y="-56"/>
                </a:moveTo>
                <a:cubicBezTo>
                  <a:pt x="18538" y="-56"/>
                  <a:pt x="26729" y="6707"/>
                  <a:pt x="15775" y="22709"/>
                </a:cubicBezTo>
                <a:cubicBezTo>
                  <a:pt x="4822" y="38711"/>
                  <a:pt x="-36" y="10041"/>
                  <a:pt x="-36" y="10041"/>
                </a:cubicBezTo>
                <a:cubicBezTo>
                  <a:pt x="5565" y="5688"/>
                  <a:pt x="11842" y="2278"/>
                  <a:pt x="18538" y="-56"/>
                </a:cubicBezTo>
                <a:close/>
              </a:path>
            </a:pathLst>
          </a:custGeom>
          <a:solidFill>
            <a:srgbClr val="001B30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63" id="63"/>
          <p:cNvSpPr/>
          <p:nvPr/>
        </p:nvSpPr>
        <p:spPr>
          <a:xfrm>
            <a:off x="8707818" y="2421955"/>
            <a:ext cx="595841" cy="857438"/>
          </a:xfrm>
          <a:custGeom>
            <a:avLst/>
            <a:gdLst/>
            <a:ahLst/>
            <a:cxnLst/>
            <a:rect r="r" b="b" t="t" l="l"/>
            <a:pathLst>
              <a:path w="399245" h="574529" stroke="true" fill="norm" extrusionOk="true">
                <a:moveTo>
                  <a:pt x="357204" y="397596"/>
                </a:moveTo>
                <a:cubicBezTo>
                  <a:pt x="339259" y="403644"/>
                  <a:pt x="320694" y="407692"/>
                  <a:pt x="301864" y="409692"/>
                </a:cubicBezTo>
                <a:cubicBezTo>
                  <a:pt x="282919" y="411740"/>
                  <a:pt x="263811" y="407635"/>
                  <a:pt x="247381" y="397977"/>
                </a:cubicBezTo>
                <a:cubicBezTo>
                  <a:pt x="232312" y="387261"/>
                  <a:pt x="220539" y="372545"/>
                  <a:pt x="213376" y="355495"/>
                </a:cubicBezTo>
                <a:cubicBezTo>
                  <a:pt x="201851" y="329654"/>
                  <a:pt x="194545" y="302127"/>
                  <a:pt x="191755" y="273961"/>
                </a:cubicBezTo>
                <a:cubicBezTo>
                  <a:pt x="187754" y="240529"/>
                  <a:pt x="187754" y="206715"/>
                  <a:pt x="183468" y="173187"/>
                </a:cubicBezTo>
                <a:cubicBezTo>
                  <a:pt x="180582" y="139468"/>
                  <a:pt x="169428" y="106978"/>
                  <a:pt x="150988" y="78603"/>
                </a:cubicBezTo>
                <a:cubicBezTo>
                  <a:pt x="129938" y="48981"/>
                  <a:pt x="98314" y="29073"/>
                  <a:pt x="67454" y="9928"/>
                </a:cubicBezTo>
                <a:cubicBezTo>
                  <a:pt x="61405" y="5470"/>
                  <a:pt x="54547" y="2232"/>
                  <a:pt x="47260" y="403"/>
                </a:cubicBezTo>
                <a:cubicBezTo>
                  <a:pt x="39860" y="-1226"/>
                  <a:pt x="32182" y="1556"/>
                  <a:pt x="27544" y="7547"/>
                </a:cubicBezTo>
                <a:cubicBezTo>
                  <a:pt x="23829" y="16053"/>
                  <a:pt x="24724" y="25864"/>
                  <a:pt x="29925" y="33550"/>
                </a:cubicBezTo>
                <a:cubicBezTo>
                  <a:pt x="20971" y="32026"/>
                  <a:pt x="9256" y="31074"/>
                  <a:pt x="8398" y="40122"/>
                </a:cubicBezTo>
                <a:cubicBezTo>
                  <a:pt x="8789" y="45142"/>
                  <a:pt x="11503" y="49685"/>
                  <a:pt x="15733" y="52410"/>
                </a:cubicBezTo>
                <a:cubicBezTo>
                  <a:pt x="25477" y="60715"/>
                  <a:pt x="36354" y="67612"/>
                  <a:pt x="48022" y="72888"/>
                </a:cubicBezTo>
                <a:cubicBezTo>
                  <a:pt x="61567" y="77222"/>
                  <a:pt x="74264" y="83861"/>
                  <a:pt x="85551" y="92510"/>
                </a:cubicBezTo>
                <a:cubicBezTo>
                  <a:pt x="95838" y="102035"/>
                  <a:pt x="99934" y="121085"/>
                  <a:pt x="89361" y="130610"/>
                </a:cubicBezTo>
                <a:cubicBezTo>
                  <a:pt x="79712" y="137392"/>
                  <a:pt x="66768" y="137077"/>
                  <a:pt x="57452" y="129848"/>
                </a:cubicBezTo>
                <a:cubicBezTo>
                  <a:pt x="48680" y="122619"/>
                  <a:pt x="40898" y="114256"/>
                  <a:pt x="34306" y="104988"/>
                </a:cubicBezTo>
                <a:cubicBezTo>
                  <a:pt x="30296" y="99225"/>
                  <a:pt x="24096" y="95367"/>
                  <a:pt x="17162" y="94320"/>
                </a:cubicBezTo>
                <a:cubicBezTo>
                  <a:pt x="9599" y="94729"/>
                  <a:pt x="3131" y="99892"/>
                  <a:pt x="1064" y="107178"/>
                </a:cubicBezTo>
                <a:cubicBezTo>
                  <a:pt x="-812" y="114322"/>
                  <a:pt x="-279" y="121895"/>
                  <a:pt x="2588" y="128705"/>
                </a:cubicBezTo>
                <a:cubicBezTo>
                  <a:pt x="10684" y="150803"/>
                  <a:pt x="30115" y="166805"/>
                  <a:pt x="42212" y="186712"/>
                </a:cubicBezTo>
                <a:cubicBezTo>
                  <a:pt x="60405" y="216811"/>
                  <a:pt x="60786" y="253959"/>
                  <a:pt x="61262" y="289106"/>
                </a:cubicBezTo>
                <a:cubicBezTo>
                  <a:pt x="62215" y="344827"/>
                  <a:pt x="65167" y="401596"/>
                  <a:pt x="85360" y="453508"/>
                </a:cubicBezTo>
                <a:cubicBezTo>
                  <a:pt x="105554" y="505419"/>
                  <a:pt x="145749" y="552472"/>
                  <a:pt x="199660" y="567236"/>
                </a:cubicBezTo>
                <a:cubicBezTo>
                  <a:pt x="212662" y="570627"/>
                  <a:pt x="225969" y="572703"/>
                  <a:pt x="239380" y="573427"/>
                </a:cubicBezTo>
                <a:cubicBezTo>
                  <a:pt x="263583" y="575542"/>
                  <a:pt x="287948" y="574446"/>
                  <a:pt x="311865" y="570189"/>
                </a:cubicBezTo>
                <a:cubicBezTo>
                  <a:pt x="338249" y="565112"/>
                  <a:pt x="363433" y="555054"/>
                  <a:pt x="386065" y="540566"/>
                </a:cubicBezTo>
                <a:cubicBezTo>
                  <a:pt x="386303" y="515582"/>
                  <a:pt x="390751" y="490826"/>
                  <a:pt x="399209" y="467319"/>
                </a:cubicBezTo>
                <a:cubicBezTo>
                  <a:pt x="383731" y="445002"/>
                  <a:pt x="369701" y="421713"/>
                  <a:pt x="357204" y="397596"/>
                </a:cubicBezTo>
                <a:close/>
              </a:path>
            </a:pathLst>
          </a:custGeom>
          <a:solidFill>
            <a:srgbClr val="FF926C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64" id="64"/>
          <p:cNvSpPr/>
          <p:nvPr/>
        </p:nvSpPr>
        <p:spPr>
          <a:xfrm>
            <a:off x="8743040" y="2435784"/>
            <a:ext cx="111066" cy="182745"/>
          </a:xfrm>
          <a:custGeom>
            <a:avLst/>
            <a:gdLst/>
            <a:ahLst/>
            <a:cxnLst/>
            <a:rect r="r" b="b" t="t" l="l"/>
            <a:pathLst>
              <a:path w="74420" h="122449" stroke="true" fill="norm" extrusionOk="true">
                <a:moveTo>
                  <a:pt x="66809" y="122391"/>
                </a:moveTo>
                <a:cubicBezTo>
                  <a:pt x="66170" y="122420"/>
                  <a:pt x="65551" y="122182"/>
                  <a:pt x="65094" y="121725"/>
                </a:cubicBezTo>
                <a:cubicBezTo>
                  <a:pt x="64151" y="120810"/>
                  <a:pt x="64123" y="119305"/>
                  <a:pt x="65037" y="118353"/>
                </a:cubicBezTo>
                <a:cubicBezTo>
                  <a:pt x="65056" y="118334"/>
                  <a:pt x="65075" y="118315"/>
                  <a:pt x="65094" y="118296"/>
                </a:cubicBezTo>
                <a:cubicBezTo>
                  <a:pt x="70790" y="110733"/>
                  <a:pt x="71133" y="100408"/>
                  <a:pt x="65951" y="92483"/>
                </a:cubicBezTo>
                <a:cubicBezTo>
                  <a:pt x="61103" y="85111"/>
                  <a:pt x="54969" y="78653"/>
                  <a:pt x="47854" y="73433"/>
                </a:cubicBezTo>
                <a:lnTo>
                  <a:pt x="44996" y="71052"/>
                </a:lnTo>
                <a:cubicBezTo>
                  <a:pt x="35729" y="63308"/>
                  <a:pt x="27042" y="54907"/>
                  <a:pt x="18993" y="45906"/>
                </a:cubicBezTo>
                <a:cubicBezTo>
                  <a:pt x="9468" y="35523"/>
                  <a:pt x="-2533" y="19617"/>
                  <a:pt x="420" y="1995"/>
                </a:cubicBezTo>
                <a:cubicBezTo>
                  <a:pt x="553" y="738"/>
                  <a:pt x="1667" y="-176"/>
                  <a:pt x="2925" y="-43"/>
                </a:cubicBezTo>
                <a:cubicBezTo>
                  <a:pt x="3010" y="-33"/>
                  <a:pt x="3096" y="-24"/>
                  <a:pt x="3182" y="-5"/>
                </a:cubicBezTo>
                <a:cubicBezTo>
                  <a:pt x="4486" y="186"/>
                  <a:pt x="5382" y="1395"/>
                  <a:pt x="5191" y="2700"/>
                </a:cubicBezTo>
                <a:cubicBezTo>
                  <a:pt x="5191" y="2719"/>
                  <a:pt x="5182" y="2738"/>
                  <a:pt x="5182" y="2757"/>
                </a:cubicBezTo>
                <a:cubicBezTo>
                  <a:pt x="3182" y="14569"/>
                  <a:pt x="8706" y="27332"/>
                  <a:pt x="22517" y="42667"/>
                </a:cubicBezTo>
                <a:cubicBezTo>
                  <a:pt x="30480" y="51440"/>
                  <a:pt x="39005" y="59679"/>
                  <a:pt x="48045" y="67337"/>
                </a:cubicBezTo>
                <a:lnTo>
                  <a:pt x="50997" y="69718"/>
                </a:lnTo>
                <a:cubicBezTo>
                  <a:pt x="58465" y="75290"/>
                  <a:pt x="64913" y="82129"/>
                  <a:pt x="70047" y="89911"/>
                </a:cubicBezTo>
                <a:cubicBezTo>
                  <a:pt x="76381" y="99703"/>
                  <a:pt x="75724" y="112447"/>
                  <a:pt x="68428" y="121534"/>
                </a:cubicBezTo>
                <a:cubicBezTo>
                  <a:pt x="68037" y="122039"/>
                  <a:pt x="67447" y="122353"/>
                  <a:pt x="66809" y="122391"/>
                </a:cubicBezTo>
                <a:close/>
              </a:path>
            </a:pathLst>
          </a:custGeom>
          <a:solidFill>
            <a:srgbClr val="1B0202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65" id="65"/>
          <p:cNvSpPr/>
          <p:nvPr/>
        </p:nvSpPr>
        <p:spPr>
          <a:xfrm>
            <a:off x="9014493" y="3034680"/>
            <a:ext cx="43319" cy="27364"/>
          </a:xfrm>
          <a:custGeom>
            <a:avLst/>
            <a:gdLst/>
            <a:ahLst/>
            <a:cxnLst/>
            <a:rect r="r" b="b" t="t" l="l"/>
            <a:pathLst>
              <a:path w="29026" h="18335" stroke="true" fill="norm" extrusionOk="true">
                <a:moveTo>
                  <a:pt x="11508" y="18185"/>
                </a:moveTo>
                <a:cubicBezTo>
                  <a:pt x="9803" y="18061"/>
                  <a:pt x="8184" y="17356"/>
                  <a:pt x="6936" y="16184"/>
                </a:cubicBezTo>
                <a:lnTo>
                  <a:pt x="650" y="11231"/>
                </a:lnTo>
                <a:cubicBezTo>
                  <a:pt x="-265" y="10269"/>
                  <a:pt x="-265" y="8764"/>
                  <a:pt x="650" y="7802"/>
                </a:cubicBezTo>
                <a:cubicBezTo>
                  <a:pt x="1516" y="6878"/>
                  <a:pt x="2964" y="6840"/>
                  <a:pt x="3879" y="7698"/>
                </a:cubicBezTo>
                <a:cubicBezTo>
                  <a:pt x="3917" y="7736"/>
                  <a:pt x="3955" y="7764"/>
                  <a:pt x="3983" y="7802"/>
                </a:cubicBezTo>
                <a:lnTo>
                  <a:pt x="10365" y="12755"/>
                </a:lnTo>
                <a:cubicBezTo>
                  <a:pt x="11603" y="13803"/>
                  <a:pt x="11889" y="13803"/>
                  <a:pt x="11984" y="13708"/>
                </a:cubicBezTo>
                <a:cubicBezTo>
                  <a:pt x="12213" y="12993"/>
                  <a:pt x="12213" y="12231"/>
                  <a:pt x="11984" y="11517"/>
                </a:cubicBezTo>
                <a:lnTo>
                  <a:pt x="11984" y="10184"/>
                </a:lnTo>
                <a:cubicBezTo>
                  <a:pt x="11318" y="8202"/>
                  <a:pt x="11318" y="6069"/>
                  <a:pt x="11984" y="4088"/>
                </a:cubicBezTo>
                <a:cubicBezTo>
                  <a:pt x="12699" y="2449"/>
                  <a:pt x="14089" y="1201"/>
                  <a:pt x="15794" y="659"/>
                </a:cubicBezTo>
                <a:cubicBezTo>
                  <a:pt x="17880" y="-294"/>
                  <a:pt x="20281" y="-294"/>
                  <a:pt x="22367" y="659"/>
                </a:cubicBezTo>
                <a:cubicBezTo>
                  <a:pt x="25129" y="2316"/>
                  <a:pt x="27320" y="4773"/>
                  <a:pt x="28653" y="7707"/>
                </a:cubicBezTo>
                <a:cubicBezTo>
                  <a:pt x="29329" y="8840"/>
                  <a:pt x="28958" y="10298"/>
                  <a:pt x="27824" y="10974"/>
                </a:cubicBezTo>
                <a:cubicBezTo>
                  <a:pt x="27786" y="10993"/>
                  <a:pt x="27739" y="11022"/>
                  <a:pt x="27701" y="11041"/>
                </a:cubicBezTo>
                <a:cubicBezTo>
                  <a:pt x="26538" y="11622"/>
                  <a:pt x="25129" y="11203"/>
                  <a:pt x="24462" y="10088"/>
                </a:cubicBezTo>
                <a:cubicBezTo>
                  <a:pt x="23538" y="8012"/>
                  <a:pt x="22052" y="6221"/>
                  <a:pt x="20176" y="4945"/>
                </a:cubicBezTo>
                <a:cubicBezTo>
                  <a:pt x="19290" y="4611"/>
                  <a:pt x="18299" y="4611"/>
                  <a:pt x="17413" y="4945"/>
                </a:cubicBezTo>
                <a:cubicBezTo>
                  <a:pt x="16995" y="5097"/>
                  <a:pt x="16652" y="5402"/>
                  <a:pt x="16461" y="5802"/>
                </a:cubicBezTo>
                <a:cubicBezTo>
                  <a:pt x="16194" y="6831"/>
                  <a:pt x="16194" y="7917"/>
                  <a:pt x="16461" y="8945"/>
                </a:cubicBezTo>
                <a:cubicBezTo>
                  <a:pt x="16518" y="9450"/>
                  <a:pt x="16518" y="9964"/>
                  <a:pt x="16461" y="10469"/>
                </a:cubicBezTo>
                <a:cubicBezTo>
                  <a:pt x="16899" y="12469"/>
                  <a:pt x="16518" y="14556"/>
                  <a:pt x="15413" y="16280"/>
                </a:cubicBezTo>
                <a:cubicBezTo>
                  <a:pt x="14708" y="17337"/>
                  <a:pt x="13613" y="18051"/>
                  <a:pt x="12365" y="18280"/>
                </a:cubicBezTo>
                <a:close/>
              </a:path>
            </a:pathLst>
          </a:custGeom>
          <a:solidFill>
            <a:srgbClr val="1B0202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66" id="66"/>
          <p:cNvSpPr/>
          <p:nvPr/>
        </p:nvSpPr>
        <p:spPr>
          <a:xfrm>
            <a:off x="8716147" y="2468252"/>
            <a:ext cx="118788" cy="91439"/>
          </a:xfrm>
          <a:custGeom>
            <a:avLst/>
            <a:gdLst/>
            <a:ahLst/>
            <a:cxnLst/>
            <a:rect r="r" b="b" t="t" l="l"/>
            <a:pathLst>
              <a:path w="79594" h="61269" stroke="true" fill="norm" extrusionOk="true">
                <a:moveTo>
                  <a:pt x="77113" y="61108"/>
                </a:moveTo>
                <a:cubicBezTo>
                  <a:pt x="76675" y="61232"/>
                  <a:pt x="76218" y="61232"/>
                  <a:pt x="75780" y="61108"/>
                </a:cubicBezTo>
                <a:cubicBezTo>
                  <a:pt x="70246" y="57650"/>
                  <a:pt x="64331" y="54840"/>
                  <a:pt x="58158" y="52726"/>
                </a:cubicBezTo>
                <a:lnTo>
                  <a:pt x="51777" y="50249"/>
                </a:lnTo>
                <a:cubicBezTo>
                  <a:pt x="41880" y="46039"/>
                  <a:pt x="32327" y="41067"/>
                  <a:pt x="23202" y="35390"/>
                </a:cubicBezTo>
                <a:cubicBezTo>
                  <a:pt x="18401" y="32466"/>
                  <a:pt x="13753" y="29285"/>
                  <a:pt x="9295" y="25865"/>
                </a:cubicBezTo>
                <a:cubicBezTo>
                  <a:pt x="5514" y="23208"/>
                  <a:pt x="2542" y="19550"/>
                  <a:pt x="723" y="15293"/>
                </a:cubicBezTo>
                <a:cubicBezTo>
                  <a:pt x="-1211" y="10178"/>
                  <a:pt x="647" y="4405"/>
                  <a:pt x="5199" y="1386"/>
                </a:cubicBezTo>
                <a:cubicBezTo>
                  <a:pt x="7352" y="405"/>
                  <a:pt x="9695" y="-81"/>
                  <a:pt x="12057" y="-43"/>
                </a:cubicBezTo>
                <a:cubicBezTo>
                  <a:pt x="16134" y="-119"/>
                  <a:pt x="20211" y="138"/>
                  <a:pt x="24249" y="719"/>
                </a:cubicBezTo>
                <a:cubicBezTo>
                  <a:pt x="25564" y="929"/>
                  <a:pt x="26459" y="2167"/>
                  <a:pt x="26250" y="3481"/>
                </a:cubicBezTo>
                <a:cubicBezTo>
                  <a:pt x="26040" y="4796"/>
                  <a:pt x="24802" y="5691"/>
                  <a:pt x="23488" y="5482"/>
                </a:cubicBezTo>
                <a:cubicBezTo>
                  <a:pt x="19744" y="4882"/>
                  <a:pt x="15944" y="4653"/>
                  <a:pt x="12153" y="4815"/>
                </a:cubicBezTo>
                <a:cubicBezTo>
                  <a:pt x="10581" y="4720"/>
                  <a:pt x="9009" y="5015"/>
                  <a:pt x="7581" y="5672"/>
                </a:cubicBezTo>
                <a:cubicBezTo>
                  <a:pt x="5076" y="7501"/>
                  <a:pt x="4133" y="10797"/>
                  <a:pt x="5295" y="13673"/>
                </a:cubicBezTo>
                <a:cubicBezTo>
                  <a:pt x="6790" y="17055"/>
                  <a:pt x="9200" y="19960"/>
                  <a:pt x="12248" y="22055"/>
                </a:cubicBezTo>
                <a:cubicBezTo>
                  <a:pt x="16496" y="25541"/>
                  <a:pt x="20983" y="28723"/>
                  <a:pt x="25678" y="31580"/>
                </a:cubicBezTo>
                <a:cubicBezTo>
                  <a:pt x="34470" y="37124"/>
                  <a:pt x="43671" y="42001"/>
                  <a:pt x="53206" y="46153"/>
                </a:cubicBezTo>
                <a:lnTo>
                  <a:pt x="59492" y="48630"/>
                </a:lnTo>
                <a:cubicBezTo>
                  <a:pt x="66150" y="50868"/>
                  <a:pt x="72541" y="53840"/>
                  <a:pt x="78542" y="57488"/>
                </a:cubicBezTo>
                <a:cubicBezTo>
                  <a:pt x="79618" y="58241"/>
                  <a:pt x="79885" y="59727"/>
                  <a:pt x="79123" y="60803"/>
                </a:cubicBezTo>
                <a:cubicBezTo>
                  <a:pt x="79123" y="60812"/>
                  <a:pt x="79114" y="60812"/>
                  <a:pt x="79114" y="60822"/>
                </a:cubicBezTo>
                <a:cubicBezTo>
                  <a:pt x="78523" y="61213"/>
                  <a:pt x="77790" y="61317"/>
                  <a:pt x="77113" y="61108"/>
                </a:cubicBezTo>
                <a:close/>
              </a:path>
            </a:pathLst>
          </a:custGeom>
          <a:solidFill>
            <a:srgbClr val="1B0202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67" id="67"/>
          <p:cNvSpPr/>
          <p:nvPr/>
        </p:nvSpPr>
        <p:spPr>
          <a:xfrm>
            <a:off x="8710933" y="2569535"/>
            <a:ext cx="18251" cy="66277"/>
          </a:xfrm>
          <a:custGeom>
            <a:avLst/>
            <a:gdLst/>
            <a:ahLst/>
            <a:cxnLst/>
            <a:rect r="r" b="b" t="t" l="l"/>
            <a:pathLst>
              <a:path w="12229" h="44409" stroke="true" fill="norm" extrusionOk="true">
                <a:moveTo>
                  <a:pt x="6502" y="44297"/>
                </a:moveTo>
                <a:cubicBezTo>
                  <a:pt x="6188" y="44373"/>
                  <a:pt x="5864" y="44373"/>
                  <a:pt x="5550" y="44297"/>
                </a:cubicBezTo>
                <a:cubicBezTo>
                  <a:pt x="4378" y="43735"/>
                  <a:pt x="3835" y="42363"/>
                  <a:pt x="4311" y="41153"/>
                </a:cubicBezTo>
                <a:cubicBezTo>
                  <a:pt x="9521" y="28828"/>
                  <a:pt x="8045" y="14702"/>
                  <a:pt x="406" y="3720"/>
                </a:cubicBezTo>
                <a:cubicBezTo>
                  <a:pt x="-356" y="2653"/>
                  <a:pt x="-108" y="1167"/>
                  <a:pt x="958" y="396"/>
                </a:cubicBezTo>
                <a:cubicBezTo>
                  <a:pt x="968" y="396"/>
                  <a:pt x="968" y="386"/>
                  <a:pt x="978" y="386"/>
                </a:cubicBezTo>
                <a:cubicBezTo>
                  <a:pt x="2044" y="-376"/>
                  <a:pt x="3530" y="-128"/>
                  <a:pt x="4302" y="939"/>
                </a:cubicBezTo>
                <a:cubicBezTo>
                  <a:pt x="4302" y="948"/>
                  <a:pt x="4311" y="948"/>
                  <a:pt x="4311" y="958"/>
                </a:cubicBezTo>
                <a:cubicBezTo>
                  <a:pt x="12903" y="13302"/>
                  <a:pt x="14589" y="29180"/>
                  <a:pt x="8788" y="43058"/>
                </a:cubicBezTo>
                <a:cubicBezTo>
                  <a:pt x="8321" y="43868"/>
                  <a:pt x="7436" y="44354"/>
                  <a:pt x="6502" y="44297"/>
                </a:cubicBezTo>
                <a:close/>
              </a:path>
            </a:pathLst>
          </a:custGeom>
          <a:solidFill>
            <a:srgbClr val="1B0202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68" id="68"/>
          <p:cNvSpPr/>
          <p:nvPr/>
        </p:nvSpPr>
        <p:spPr>
          <a:xfrm>
            <a:off x="8759284" y="2420386"/>
            <a:ext cx="61099" cy="27563"/>
          </a:xfrm>
          <a:custGeom>
            <a:avLst/>
            <a:gdLst/>
            <a:ahLst/>
            <a:cxnLst/>
            <a:rect r="r" b="b" t="t" l="l"/>
            <a:pathLst>
              <a:path w="40940" h="18469" stroke="true" fill="norm" extrusionOk="true">
                <a:moveTo>
                  <a:pt x="26873" y="18409"/>
                </a:moveTo>
                <a:cubicBezTo>
                  <a:pt x="23645" y="18466"/>
                  <a:pt x="20435" y="18009"/>
                  <a:pt x="17348" y="17076"/>
                </a:cubicBezTo>
                <a:cubicBezTo>
                  <a:pt x="10052" y="14990"/>
                  <a:pt x="3880" y="10094"/>
                  <a:pt x="204" y="3455"/>
                </a:cubicBezTo>
                <a:cubicBezTo>
                  <a:pt x="-359" y="2265"/>
                  <a:pt x="99" y="845"/>
                  <a:pt x="1251" y="217"/>
                </a:cubicBezTo>
                <a:cubicBezTo>
                  <a:pt x="2413" y="-393"/>
                  <a:pt x="3852" y="55"/>
                  <a:pt x="4471" y="1217"/>
                </a:cubicBezTo>
                <a:cubicBezTo>
                  <a:pt x="4471" y="1236"/>
                  <a:pt x="4480" y="1245"/>
                  <a:pt x="4490" y="1264"/>
                </a:cubicBezTo>
                <a:cubicBezTo>
                  <a:pt x="7585" y="6703"/>
                  <a:pt x="12672" y="10732"/>
                  <a:pt x="18682" y="12504"/>
                </a:cubicBezTo>
                <a:cubicBezTo>
                  <a:pt x="24949" y="14237"/>
                  <a:pt x="31598" y="14009"/>
                  <a:pt x="37732" y="11837"/>
                </a:cubicBezTo>
                <a:cubicBezTo>
                  <a:pt x="38999" y="11418"/>
                  <a:pt x="40361" y="12094"/>
                  <a:pt x="40780" y="13361"/>
                </a:cubicBezTo>
                <a:cubicBezTo>
                  <a:pt x="41199" y="14628"/>
                  <a:pt x="40523" y="15990"/>
                  <a:pt x="39256" y="16409"/>
                </a:cubicBezTo>
                <a:cubicBezTo>
                  <a:pt x="35265" y="17743"/>
                  <a:pt x="31084" y="18419"/>
                  <a:pt x="26873" y="18409"/>
                </a:cubicBezTo>
                <a:close/>
              </a:path>
            </a:pathLst>
          </a:custGeom>
          <a:solidFill>
            <a:srgbClr val="1B0202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69" id="69"/>
          <p:cNvSpPr/>
          <p:nvPr/>
        </p:nvSpPr>
        <p:spPr>
          <a:xfrm>
            <a:off x="8724099" y="2468746"/>
            <a:ext cx="43738" cy="26144"/>
          </a:xfrm>
          <a:custGeom>
            <a:avLst/>
            <a:gdLst/>
            <a:ahLst/>
            <a:cxnLst/>
            <a:rect r="r" b="b" t="t" l="l"/>
            <a:pathLst>
              <a:path w="29307" h="17518" stroke="true" fill="norm" extrusionOk="true">
                <a:moveTo>
                  <a:pt x="21969" y="17438"/>
                </a:moveTo>
                <a:cubicBezTo>
                  <a:pt x="17587" y="17305"/>
                  <a:pt x="13358" y="15810"/>
                  <a:pt x="9872" y="13152"/>
                </a:cubicBezTo>
                <a:cubicBezTo>
                  <a:pt x="6100" y="10638"/>
                  <a:pt x="2861" y="7409"/>
                  <a:pt x="347" y="3627"/>
                </a:cubicBezTo>
                <a:cubicBezTo>
                  <a:pt x="-367" y="2522"/>
                  <a:pt x="-53" y="1046"/>
                  <a:pt x="1042" y="331"/>
                </a:cubicBezTo>
                <a:cubicBezTo>
                  <a:pt x="1071" y="322"/>
                  <a:pt x="1090" y="303"/>
                  <a:pt x="1109" y="293"/>
                </a:cubicBezTo>
                <a:cubicBezTo>
                  <a:pt x="2242" y="-383"/>
                  <a:pt x="3709" y="-49"/>
                  <a:pt x="4443" y="1055"/>
                </a:cubicBezTo>
                <a:cubicBezTo>
                  <a:pt x="6586" y="4418"/>
                  <a:pt x="9367" y="7332"/>
                  <a:pt x="12634" y="9628"/>
                </a:cubicBezTo>
                <a:cubicBezTo>
                  <a:pt x="16320" y="12676"/>
                  <a:pt x="21312" y="13648"/>
                  <a:pt x="25874" y="12200"/>
                </a:cubicBezTo>
                <a:cubicBezTo>
                  <a:pt x="27055" y="11657"/>
                  <a:pt x="28455" y="12162"/>
                  <a:pt x="29017" y="13343"/>
                </a:cubicBezTo>
                <a:cubicBezTo>
                  <a:pt x="29608" y="14514"/>
                  <a:pt x="29131" y="15952"/>
                  <a:pt x="27960" y="16543"/>
                </a:cubicBezTo>
                <a:cubicBezTo>
                  <a:pt x="27931" y="16553"/>
                  <a:pt x="27903" y="16572"/>
                  <a:pt x="27874" y="16581"/>
                </a:cubicBezTo>
                <a:cubicBezTo>
                  <a:pt x="25988" y="17267"/>
                  <a:pt x="23979" y="17553"/>
                  <a:pt x="21969" y="17438"/>
                </a:cubicBezTo>
                <a:close/>
              </a:path>
            </a:pathLst>
          </a:custGeom>
          <a:solidFill>
            <a:srgbClr val="1B0202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70" id="70"/>
          <p:cNvSpPr/>
          <p:nvPr/>
        </p:nvSpPr>
        <p:spPr>
          <a:xfrm>
            <a:off x="9208418" y="2799001"/>
            <a:ext cx="798900" cy="733890"/>
          </a:xfrm>
          <a:custGeom>
            <a:avLst/>
            <a:gdLst/>
            <a:ahLst/>
            <a:cxnLst/>
            <a:rect r="r" b="b" t="t" l="l"/>
            <a:pathLst>
              <a:path w="535305" h="491745" stroke="true" fill="norm" extrusionOk="true">
                <a:moveTo>
                  <a:pt x="284285" y="5700"/>
                </a:moveTo>
                <a:cubicBezTo>
                  <a:pt x="369848" y="34561"/>
                  <a:pt x="453659" y="68393"/>
                  <a:pt x="535269" y="107046"/>
                </a:cubicBezTo>
                <a:cubicBezTo>
                  <a:pt x="514981" y="117142"/>
                  <a:pt x="487168" y="134097"/>
                  <a:pt x="472880" y="161338"/>
                </a:cubicBezTo>
                <a:cubicBezTo>
                  <a:pt x="445639" y="213250"/>
                  <a:pt x="459450" y="287449"/>
                  <a:pt x="432685" y="339456"/>
                </a:cubicBezTo>
                <a:cubicBezTo>
                  <a:pt x="410406" y="380709"/>
                  <a:pt x="381736" y="418161"/>
                  <a:pt x="347722" y="450422"/>
                </a:cubicBezTo>
                <a:cubicBezTo>
                  <a:pt x="340102" y="457947"/>
                  <a:pt x="329815" y="465757"/>
                  <a:pt x="319813" y="462043"/>
                </a:cubicBezTo>
                <a:cubicBezTo>
                  <a:pt x="300078" y="475692"/>
                  <a:pt x="277894" y="485398"/>
                  <a:pt x="254472" y="490618"/>
                </a:cubicBezTo>
                <a:cubicBezTo>
                  <a:pt x="241489" y="492046"/>
                  <a:pt x="228402" y="492046"/>
                  <a:pt x="215420" y="490618"/>
                </a:cubicBezTo>
                <a:lnTo>
                  <a:pt x="174557" y="487760"/>
                </a:lnTo>
                <a:cubicBezTo>
                  <a:pt x="165166" y="487370"/>
                  <a:pt x="155831" y="486160"/>
                  <a:pt x="146649" y="484141"/>
                </a:cubicBezTo>
                <a:cubicBezTo>
                  <a:pt x="136753" y="481112"/>
                  <a:pt x="127161" y="477197"/>
                  <a:pt x="117979" y="472425"/>
                </a:cubicBezTo>
                <a:cubicBezTo>
                  <a:pt x="88556" y="458833"/>
                  <a:pt x="59933" y="443564"/>
                  <a:pt x="32254" y="426705"/>
                </a:cubicBezTo>
                <a:cubicBezTo>
                  <a:pt x="37492" y="355839"/>
                  <a:pt x="42826" y="283830"/>
                  <a:pt x="59590" y="214583"/>
                </a:cubicBezTo>
                <a:cubicBezTo>
                  <a:pt x="54285" y="202391"/>
                  <a:pt x="47913" y="190694"/>
                  <a:pt x="40540" y="179626"/>
                </a:cubicBezTo>
                <a:cubicBezTo>
                  <a:pt x="30244" y="160967"/>
                  <a:pt x="16471" y="144441"/>
                  <a:pt x="-36" y="130954"/>
                </a:cubicBezTo>
                <a:cubicBezTo>
                  <a:pt x="33016" y="115523"/>
                  <a:pt x="66639" y="98664"/>
                  <a:pt x="99405" y="83329"/>
                </a:cubicBezTo>
                <a:cubicBezTo>
                  <a:pt x="108263" y="79138"/>
                  <a:pt x="148078" y="54754"/>
                  <a:pt x="159222" y="47419"/>
                </a:cubicBezTo>
                <a:cubicBezTo>
                  <a:pt x="184473" y="30360"/>
                  <a:pt x="211848" y="16682"/>
                  <a:pt x="240661" y="6748"/>
                </a:cubicBezTo>
                <a:cubicBezTo>
                  <a:pt x="252214" y="2033"/>
                  <a:pt x="264673" y="-82"/>
                  <a:pt x="277141" y="556"/>
                </a:cubicBezTo>
                <a:cubicBezTo>
                  <a:pt x="277808" y="556"/>
                  <a:pt x="278665" y="556"/>
                  <a:pt x="278951" y="-15"/>
                </a:cubicBezTo>
                <a:cubicBezTo>
                  <a:pt x="279237" y="-587"/>
                  <a:pt x="283999" y="5033"/>
                  <a:pt x="284285" y="5700"/>
                </a:cubicBezTo>
                <a:close/>
              </a:path>
            </a:pathLst>
          </a:custGeom>
          <a:solidFill>
            <a:srgbClr val="EAD5CC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71" id="71"/>
          <p:cNvSpPr/>
          <p:nvPr/>
        </p:nvSpPr>
        <p:spPr>
          <a:xfrm>
            <a:off x="9548084" y="2500889"/>
            <a:ext cx="288942" cy="306386"/>
          </a:xfrm>
          <a:custGeom>
            <a:avLst/>
            <a:gdLst/>
            <a:ahLst/>
            <a:cxnLst/>
            <a:rect r="r" b="b" t="t" l="l"/>
            <a:pathLst>
              <a:path w="193607" h="205295" stroke="true" fill="norm" extrusionOk="true">
                <a:moveTo>
                  <a:pt x="7637" y="41621"/>
                </a:moveTo>
                <a:cubicBezTo>
                  <a:pt x="12085" y="32705"/>
                  <a:pt x="20858" y="26752"/>
                  <a:pt x="30783" y="25905"/>
                </a:cubicBezTo>
                <a:cubicBezTo>
                  <a:pt x="49824" y="23800"/>
                  <a:pt x="69083" y="25981"/>
                  <a:pt x="87171" y="32286"/>
                </a:cubicBezTo>
                <a:cubicBezTo>
                  <a:pt x="86133" y="25286"/>
                  <a:pt x="88066" y="18170"/>
                  <a:pt x="92505" y="12665"/>
                </a:cubicBezTo>
                <a:cubicBezTo>
                  <a:pt x="96829" y="7179"/>
                  <a:pt x="102754" y="3188"/>
                  <a:pt x="109459" y="1235"/>
                </a:cubicBezTo>
                <a:cubicBezTo>
                  <a:pt x="112688" y="206"/>
                  <a:pt x="116079" y="-213"/>
                  <a:pt x="119461" y="-3"/>
                </a:cubicBezTo>
                <a:cubicBezTo>
                  <a:pt x="124699" y="606"/>
                  <a:pt x="129643" y="2759"/>
                  <a:pt x="133653" y="6188"/>
                </a:cubicBezTo>
                <a:cubicBezTo>
                  <a:pt x="142025" y="12474"/>
                  <a:pt x="146874" y="22390"/>
                  <a:pt x="146702" y="32858"/>
                </a:cubicBezTo>
                <a:cubicBezTo>
                  <a:pt x="146178" y="43593"/>
                  <a:pt x="138254" y="52508"/>
                  <a:pt x="127652" y="54289"/>
                </a:cubicBezTo>
                <a:cubicBezTo>
                  <a:pt x="136777" y="60347"/>
                  <a:pt x="144588" y="68186"/>
                  <a:pt x="150607" y="77340"/>
                </a:cubicBezTo>
                <a:cubicBezTo>
                  <a:pt x="156599" y="88198"/>
                  <a:pt x="161818" y="99466"/>
                  <a:pt x="166228" y="111058"/>
                </a:cubicBezTo>
                <a:cubicBezTo>
                  <a:pt x="170753" y="122679"/>
                  <a:pt x="178363" y="132861"/>
                  <a:pt x="188231" y="140490"/>
                </a:cubicBezTo>
                <a:cubicBezTo>
                  <a:pt x="190517" y="142110"/>
                  <a:pt x="193279" y="143919"/>
                  <a:pt x="193565" y="146682"/>
                </a:cubicBezTo>
                <a:cubicBezTo>
                  <a:pt x="193632" y="148301"/>
                  <a:pt x="193194" y="149892"/>
                  <a:pt x="192327" y="151254"/>
                </a:cubicBezTo>
                <a:cubicBezTo>
                  <a:pt x="186374" y="162236"/>
                  <a:pt x="175944" y="170085"/>
                  <a:pt x="163752" y="172780"/>
                </a:cubicBezTo>
                <a:cubicBezTo>
                  <a:pt x="148702" y="176114"/>
                  <a:pt x="131653" y="171447"/>
                  <a:pt x="118413" y="179257"/>
                </a:cubicBezTo>
                <a:cubicBezTo>
                  <a:pt x="112698" y="183401"/>
                  <a:pt x="107373" y="188049"/>
                  <a:pt x="102506" y="193164"/>
                </a:cubicBezTo>
                <a:cubicBezTo>
                  <a:pt x="88133" y="204641"/>
                  <a:pt x="68997" y="208213"/>
                  <a:pt x="51452" y="202689"/>
                </a:cubicBezTo>
                <a:cubicBezTo>
                  <a:pt x="34136" y="196897"/>
                  <a:pt x="19772" y="184553"/>
                  <a:pt x="11447" y="168303"/>
                </a:cubicBezTo>
                <a:cubicBezTo>
                  <a:pt x="4170" y="153263"/>
                  <a:pt x="303" y="136814"/>
                  <a:pt x="112" y="120107"/>
                </a:cubicBezTo>
                <a:cubicBezTo>
                  <a:pt x="-611" y="101676"/>
                  <a:pt x="1313" y="83226"/>
                  <a:pt x="5827" y="65338"/>
                </a:cubicBezTo>
                <a:cubicBezTo>
                  <a:pt x="8361" y="57699"/>
                  <a:pt x="8980" y="49555"/>
                  <a:pt x="7637" y="41621"/>
                </a:cubicBezTo>
                <a:close/>
              </a:path>
            </a:pathLst>
          </a:custGeom>
          <a:solidFill>
            <a:srgbClr val="1B0202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72" id="72"/>
          <p:cNvSpPr/>
          <p:nvPr/>
        </p:nvSpPr>
        <p:spPr>
          <a:xfrm>
            <a:off x="9477221" y="2551519"/>
            <a:ext cx="170051" cy="350585"/>
          </a:xfrm>
          <a:custGeom>
            <a:avLst/>
            <a:gdLst/>
            <a:ahLst/>
            <a:cxnLst/>
            <a:rect r="r" b="b" t="t" l="l"/>
            <a:pathLst>
              <a:path w="113943" h="234910" stroke="true" fill="norm" extrusionOk="true">
                <a:moveTo>
                  <a:pt x="33117" y="120853"/>
                </a:moveTo>
                <a:lnTo>
                  <a:pt x="10161" y="122853"/>
                </a:lnTo>
                <a:cubicBezTo>
                  <a:pt x="7637" y="123434"/>
                  <a:pt x="4999" y="123063"/>
                  <a:pt x="2732" y="121806"/>
                </a:cubicBezTo>
                <a:cubicBezTo>
                  <a:pt x="-1173" y="119139"/>
                  <a:pt x="-221" y="113328"/>
                  <a:pt x="1208" y="108852"/>
                </a:cubicBezTo>
                <a:cubicBezTo>
                  <a:pt x="12219" y="75047"/>
                  <a:pt x="27964" y="42986"/>
                  <a:pt x="47976" y="13602"/>
                </a:cubicBezTo>
                <a:cubicBezTo>
                  <a:pt x="50347" y="9458"/>
                  <a:pt x="53595" y="5877"/>
                  <a:pt x="57501" y="3124"/>
                </a:cubicBezTo>
                <a:cubicBezTo>
                  <a:pt x="63606" y="-29"/>
                  <a:pt x="70636" y="-867"/>
                  <a:pt x="77313" y="743"/>
                </a:cubicBezTo>
                <a:cubicBezTo>
                  <a:pt x="86104" y="1705"/>
                  <a:pt x="94277" y="5753"/>
                  <a:pt x="100363" y="12173"/>
                </a:cubicBezTo>
                <a:cubicBezTo>
                  <a:pt x="107155" y="22060"/>
                  <a:pt x="108507" y="34690"/>
                  <a:pt x="103983" y="45796"/>
                </a:cubicBezTo>
                <a:cubicBezTo>
                  <a:pt x="99382" y="56626"/>
                  <a:pt x="93867" y="67046"/>
                  <a:pt x="87504" y="76943"/>
                </a:cubicBezTo>
                <a:cubicBezTo>
                  <a:pt x="86171" y="78886"/>
                  <a:pt x="85418" y="81162"/>
                  <a:pt x="85314" y="83515"/>
                </a:cubicBezTo>
                <a:cubicBezTo>
                  <a:pt x="85218" y="85906"/>
                  <a:pt x="86876" y="88001"/>
                  <a:pt x="89219" y="88468"/>
                </a:cubicBezTo>
                <a:cubicBezTo>
                  <a:pt x="91181" y="88211"/>
                  <a:pt x="93057" y="87458"/>
                  <a:pt x="94648" y="86277"/>
                </a:cubicBezTo>
                <a:cubicBezTo>
                  <a:pt x="101468" y="83372"/>
                  <a:pt x="109364" y="86544"/>
                  <a:pt x="112269" y="93364"/>
                </a:cubicBezTo>
                <a:cubicBezTo>
                  <a:pt x="112374" y="93602"/>
                  <a:pt x="112469" y="93840"/>
                  <a:pt x="112555" y="94088"/>
                </a:cubicBezTo>
                <a:cubicBezTo>
                  <a:pt x="114670" y="101441"/>
                  <a:pt x="111869" y="109328"/>
                  <a:pt x="105602" y="113709"/>
                </a:cubicBezTo>
                <a:cubicBezTo>
                  <a:pt x="99354" y="117862"/>
                  <a:pt x="91667" y="119243"/>
                  <a:pt x="84361" y="117519"/>
                </a:cubicBezTo>
                <a:cubicBezTo>
                  <a:pt x="88581" y="133321"/>
                  <a:pt x="94991" y="148457"/>
                  <a:pt x="103411" y="162477"/>
                </a:cubicBezTo>
                <a:cubicBezTo>
                  <a:pt x="107278" y="167468"/>
                  <a:pt x="110479" y="172945"/>
                  <a:pt x="112936" y="178765"/>
                </a:cubicBezTo>
                <a:cubicBezTo>
                  <a:pt x="115336" y="188300"/>
                  <a:pt x="113232" y="198415"/>
                  <a:pt x="107221" y="206197"/>
                </a:cubicBezTo>
                <a:cubicBezTo>
                  <a:pt x="101278" y="213960"/>
                  <a:pt x="93829" y="220437"/>
                  <a:pt x="85314" y="225247"/>
                </a:cubicBezTo>
                <a:cubicBezTo>
                  <a:pt x="79075" y="229419"/>
                  <a:pt x="72140" y="232458"/>
                  <a:pt x="64835" y="234201"/>
                </a:cubicBezTo>
                <a:cubicBezTo>
                  <a:pt x="57415" y="235858"/>
                  <a:pt x="49652" y="234334"/>
                  <a:pt x="43404" y="230010"/>
                </a:cubicBezTo>
                <a:cubicBezTo>
                  <a:pt x="39575" y="226809"/>
                  <a:pt x="36622" y="222675"/>
                  <a:pt x="34831" y="218008"/>
                </a:cubicBezTo>
                <a:cubicBezTo>
                  <a:pt x="30488" y="204616"/>
                  <a:pt x="29221" y="190424"/>
                  <a:pt x="31116" y="176479"/>
                </a:cubicBezTo>
                <a:cubicBezTo>
                  <a:pt x="32164" y="157239"/>
                  <a:pt x="32259" y="139332"/>
                  <a:pt x="33117" y="120853"/>
                </a:cubicBezTo>
                <a:close/>
              </a:path>
            </a:pathLst>
          </a:custGeom>
          <a:solidFill>
            <a:srgbClr val="FF926C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73" id="73"/>
          <p:cNvSpPr/>
          <p:nvPr/>
        </p:nvSpPr>
        <p:spPr>
          <a:xfrm>
            <a:off x="9488093" y="2636285"/>
            <a:ext cx="46007" cy="41093"/>
          </a:xfrm>
          <a:custGeom>
            <a:avLst/>
            <a:gdLst/>
            <a:ahLst/>
            <a:cxnLst/>
            <a:rect r="r" b="b" t="t" l="l"/>
            <a:pathLst>
              <a:path w="30827" h="27534" stroke="true" fill="norm" extrusionOk="true">
                <a:moveTo>
                  <a:pt x="8877" y="27479"/>
                </a:moveTo>
                <a:cubicBezTo>
                  <a:pt x="7800" y="27498"/>
                  <a:pt x="6877" y="26726"/>
                  <a:pt x="6686" y="25669"/>
                </a:cubicBezTo>
                <a:cubicBezTo>
                  <a:pt x="6553" y="23945"/>
                  <a:pt x="5810" y="22326"/>
                  <a:pt x="4590" y="21097"/>
                </a:cubicBezTo>
                <a:lnTo>
                  <a:pt x="3924" y="20430"/>
                </a:lnTo>
                <a:cubicBezTo>
                  <a:pt x="2771" y="19230"/>
                  <a:pt x="1781" y="17887"/>
                  <a:pt x="971" y="16430"/>
                </a:cubicBezTo>
                <a:cubicBezTo>
                  <a:pt x="-372" y="14134"/>
                  <a:pt x="-372" y="11296"/>
                  <a:pt x="971" y="9000"/>
                </a:cubicBezTo>
                <a:cubicBezTo>
                  <a:pt x="3248" y="6162"/>
                  <a:pt x="6943" y="4866"/>
                  <a:pt x="10496" y="5666"/>
                </a:cubicBezTo>
                <a:lnTo>
                  <a:pt x="10496" y="5666"/>
                </a:lnTo>
                <a:cubicBezTo>
                  <a:pt x="14944" y="5466"/>
                  <a:pt x="19278" y="4228"/>
                  <a:pt x="23164" y="2047"/>
                </a:cubicBezTo>
                <a:cubicBezTo>
                  <a:pt x="24593" y="1380"/>
                  <a:pt x="25927" y="713"/>
                  <a:pt x="27451" y="142"/>
                </a:cubicBezTo>
                <a:cubicBezTo>
                  <a:pt x="28660" y="-382"/>
                  <a:pt x="30070" y="171"/>
                  <a:pt x="30594" y="1380"/>
                </a:cubicBezTo>
                <a:cubicBezTo>
                  <a:pt x="31118" y="2590"/>
                  <a:pt x="30565" y="4000"/>
                  <a:pt x="29356" y="4523"/>
                </a:cubicBezTo>
                <a:lnTo>
                  <a:pt x="25260" y="6428"/>
                </a:lnTo>
                <a:cubicBezTo>
                  <a:pt x="20717" y="8886"/>
                  <a:pt x="15659" y="10257"/>
                  <a:pt x="10496" y="10429"/>
                </a:cubicBezTo>
                <a:lnTo>
                  <a:pt x="10496" y="10429"/>
                </a:lnTo>
                <a:cubicBezTo>
                  <a:pt x="8877" y="10429"/>
                  <a:pt x="6114" y="10429"/>
                  <a:pt x="5448" y="11572"/>
                </a:cubicBezTo>
                <a:cubicBezTo>
                  <a:pt x="4924" y="12382"/>
                  <a:pt x="4924" y="13429"/>
                  <a:pt x="5448" y="14239"/>
                </a:cubicBezTo>
                <a:cubicBezTo>
                  <a:pt x="6058" y="15334"/>
                  <a:pt x="6829" y="16325"/>
                  <a:pt x="7734" y="17192"/>
                </a:cubicBezTo>
                <a:lnTo>
                  <a:pt x="8305" y="17858"/>
                </a:lnTo>
                <a:cubicBezTo>
                  <a:pt x="10096" y="19611"/>
                  <a:pt x="11210" y="21935"/>
                  <a:pt x="11448" y="24431"/>
                </a:cubicBezTo>
                <a:cubicBezTo>
                  <a:pt x="11744" y="25745"/>
                  <a:pt x="10944" y="27060"/>
                  <a:pt x="9639" y="27383"/>
                </a:cubicBezTo>
                <a:close/>
              </a:path>
            </a:pathLst>
          </a:custGeom>
          <a:solidFill>
            <a:srgbClr val="1B0202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74" id="74"/>
          <p:cNvSpPr/>
          <p:nvPr/>
        </p:nvSpPr>
        <p:spPr>
          <a:xfrm>
            <a:off x="9499685" y="2672688"/>
            <a:ext cx="28799" cy="15209"/>
          </a:xfrm>
          <a:custGeom>
            <a:avLst/>
            <a:gdLst/>
            <a:ahLst/>
            <a:cxnLst/>
            <a:rect r="r" b="b" t="t" l="l"/>
            <a:pathLst>
              <a:path w="19297" h="10191" stroke="true" fill="norm" extrusionOk="true">
                <a:moveTo>
                  <a:pt x="2347" y="10135"/>
                </a:moveTo>
                <a:cubicBezTo>
                  <a:pt x="1090" y="10088"/>
                  <a:pt x="61" y="9107"/>
                  <a:pt x="-34" y="7849"/>
                </a:cubicBezTo>
                <a:cubicBezTo>
                  <a:pt x="-91" y="6516"/>
                  <a:pt x="919" y="5382"/>
                  <a:pt x="2252" y="5278"/>
                </a:cubicBezTo>
                <a:cubicBezTo>
                  <a:pt x="6958" y="4973"/>
                  <a:pt x="11463" y="3287"/>
                  <a:pt x="15206" y="420"/>
                </a:cubicBezTo>
                <a:cubicBezTo>
                  <a:pt x="16254" y="-371"/>
                  <a:pt x="17749" y="-152"/>
                  <a:pt x="18540" y="896"/>
                </a:cubicBezTo>
                <a:cubicBezTo>
                  <a:pt x="19464" y="1763"/>
                  <a:pt x="19502" y="3211"/>
                  <a:pt x="18645" y="4125"/>
                </a:cubicBezTo>
                <a:cubicBezTo>
                  <a:pt x="18607" y="4163"/>
                  <a:pt x="18578" y="4201"/>
                  <a:pt x="18540" y="4230"/>
                </a:cubicBezTo>
                <a:cubicBezTo>
                  <a:pt x="14025" y="7678"/>
                  <a:pt x="8586" y="9735"/>
                  <a:pt x="2919" y="10135"/>
                </a:cubicBezTo>
                <a:close/>
              </a:path>
            </a:pathLst>
          </a:custGeom>
          <a:solidFill>
            <a:srgbClr val="1B0202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75" id="75"/>
          <p:cNvSpPr/>
          <p:nvPr/>
        </p:nvSpPr>
        <p:spPr>
          <a:xfrm>
            <a:off x="9511773" y="2685679"/>
            <a:ext cx="14766" cy="11317"/>
          </a:xfrm>
          <a:custGeom>
            <a:avLst/>
            <a:gdLst/>
            <a:ahLst/>
            <a:cxnLst/>
            <a:rect r="r" b="b" t="t" l="l"/>
            <a:pathLst>
              <a:path w="9894" h="7583" stroke="true" fill="norm" extrusionOk="true">
                <a:moveTo>
                  <a:pt x="2345" y="7528"/>
                </a:moveTo>
                <a:lnTo>
                  <a:pt x="2345" y="7528"/>
                </a:lnTo>
                <a:cubicBezTo>
                  <a:pt x="1031" y="7528"/>
                  <a:pt x="-36" y="6461"/>
                  <a:pt x="-36" y="5146"/>
                </a:cubicBezTo>
                <a:cubicBezTo>
                  <a:pt x="-36" y="3832"/>
                  <a:pt x="1031" y="2765"/>
                  <a:pt x="2345" y="2765"/>
                </a:cubicBezTo>
                <a:lnTo>
                  <a:pt x="2345" y="2765"/>
                </a:lnTo>
                <a:cubicBezTo>
                  <a:pt x="3488" y="2746"/>
                  <a:pt x="4555" y="2184"/>
                  <a:pt x="5202" y="1241"/>
                </a:cubicBezTo>
                <a:cubicBezTo>
                  <a:pt x="5850" y="41"/>
                  <a:pt x="7355" y="-407"/>
                  <a:pt x="8555" y="241"/>
                </a:cubicBezTo>
                <a:cubicBezTo>
                  <a:pt x="9765" y="889"/>
                  <a:pt x="10213" y="2394"/>
                  <a:pt x="9555" y="3594"/>
                </a:cubicBezTo>
                <a:cubicBezTo>
                  <a:pt x="9441" y="3813"/>
                  <a:pt x="9288" y="4022"/>
                  <a:pt x="9108" y="4194"/>
                </a:cubicBezTo>
                <a:cubicBezTo>
                  <a:pt x="7507" y="6318"/>
                  <a:pt x="5002" y="7547"/>
                  <a:pt x="2345" y="7528"/>
                </a:cubicBezTo>
                <a:close/>
              </a:path>
            </a:pathLst>
          </a:custGeom>
          <a:solidFill>
            <a:srgbClr val="1B0202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76" id="76"/>
          <p:cNvSpPr/>
          <p:nvPr/>
        </p:nvSpPr>
        <p:spPr>
          <a:xfrm>
            <a:off x="9512781" y="2719286"/>
            <a:ext cx="65517" cy="17229"/>
          </a:xfrm>
          <a:custGeom>
            <a:avLst/>
            <a:gdLst/>
            <a:ahLst/>
            <a:cxnLst/>
            <a:rect r="r" b="b" t="t" l="l"/>
            <a:pathLst>
              <a:path w="43900" h="11544" stroke="true" fill="norm" extrusionOk="true">
                <a:moveTo>
                  <a:pt x="2812" y="11488"/>
                </a:moveTo>
                <a:lnTo>
                  <a:pt x="1955" y="11488"/>
                </a:lnTo>
                <a:cubicBezTo>
                  <a:pt x="612" y="11222"/>
                  <a:pt x="-255" y="9917"/>
                  <a:pt x="12" y="8574"/>
                </a:cubicBezTo>
                <a:cubicBezTo>
                  <a:pt x="202" y="7593"/>
                  <a:pt x="974" y="6831"/>
                  <a:pt x="1955" y="6631"/>
                </a:cubicBezTo>
                <a:cubicBezTo>
                  <a:pt x="2241" y="6678"/>
                  <a:pt x="2527" y="6678"/>
                  <a:pt x="2812" y="6631"/>
                </a:cubicBezTo>
                <a:cubicBezTo>
                  <a:pt x="13709" y="6650"/>
                  <a:pt x="24558" y="5269"/>
                  <a:pt x="35102" y="2535"/>
                </a:cubicBezTo>
                <a:cubicBezTo>
                  <a:pt x="36826" y="2211"/>
                  <a:pt x="38474" y="1563"/>
                  <a:pt x="39960" y="630"/>
                </a:cubicBezTo>
                <a:cubicBezTo>
                  <a:pt x="40922" y="-284"/>
                  <a:pt x="42427" y="-284"/>
                  <a:pt x="43389" y="630"/>
                </a:cubicBezTo>
                <a:cubicBezTo>
                  <a:pt x="44179" y="1678"/>
                  <a:pt x="43960" y="3173"/>
                  <a:pt x="42913" y="3964"/>
                </a:cubicBezTo>
                <a:cubicBezTo>
                  <a:pt x="40969" y="5411"/>
                  <a:pt x="38722" y="6392"/>
                  <a:pt x="36340" y="6821"/>
                </a:cubicBezTo>
                <a:cubicBezTo>
                  <a:pt x="25406" y="9802"/>
                  <a:pt x="14138" y="11374"/>
                  <a:pt x="2812" y="11488"/>
                </a:cubicBezTo>
                <a:close/>
              </a:path>
            </a:pathLst>
          </a:custGeom>
          <a:solidFill>
            <a:srgbClr val="1B0202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77" id="77"/>
          <p:cNvSpPr/>
          <p:nvPr/>
        </p:nvSpPr>
        <p:spPr>
          <a:xfrm>
            <a:off x="9614495" y="2688661"/>
            <a:ext cx="17591" cy="25249"/>
          </a:xfrm>
          <a:custGeom>
            <a:avLst/>
            <a:gdLst/>
            <a:ahLst/>
            <a:cxnLst/>
            <a:rect r="r" b="b" t="t" l="l"/>
            <a:pathLst>
              <a:path w="11787" h="16918" stroke="true" fill="norm" extrusionOk="true">
                <a:moveTo>
                  <a:pt x="2381" y="16863"/>
                </a:moveTo>
                <a:cubicBezTo>
                  <a:pt x="1362" y="16825"/>
                  <a:pt x="466" y="16187"/>
                  <a:pt x="95" y="15244"/>
                </a:cubicBezTo>
                <a:cubicBezTo>
                  <a:pt x="-334" y="14005"/>
                  <a:pt x="323" y="12643"/>
                  <a:pt x="1562" y="12215"/>
                </a:cubicBezTo>
                <a:cubicBezTo>
                  <a:pt x="1581" y="12205"/>
                  <a:pt x="1600" y="12205"/>
                  <a:pt x="1619" y="12196"/>
                </a:cubicBezTo>
                <a:cubicBezTo>
                  <a:pt x="3533" y="11548"/>
                  <a:pt x="5086" y="10129"/>
                  <a:pt x="5905" y="8290"/>
                </a:cubicBezTo>
                <a:cubicBezTo>
                  <a:pt x="6296" y="7557"/>
                  <a:pt x="6496" y="6738"/>
                  <a:pt x="6476" y="5909"/>
                </a:cubicBezTo>
                <a:cubicBezTo>
                  <a:pt x="6410" y="5281"/>
                  <a:pt x="6105" y="4699"/>
                  <a:pt x="5619" y="4290"/>
                </a:cubicBezTo>
                <a:cubicBezTo>
                  <a:pt x="4695" y="3423"/>
                  <a:pt x="4657" y="1975"/>
                  <a:pt x="5515" y="1061"/>
                </a:cubicBezTo>
                <a:cubicBezTo>
                  <a:pt x="5553" y="1023"/>
                  <a:pt x="5581" y="985"/>
                  <a:pt x="5619" y="956"/>
                </a:cubicBezTo>
                <a:cubicBezTo>
                  <a:pt x="6372" y="-120"/>
                  <a:pt x="7858" y="-377"/>
                  <a:pt x="8934" y="375"/>
                </a:cubicBezTo>
                <a:cubicBezTo>
                  <a:pt x="8943" y="375"/>
                  <a:pt x="8943" y="385"/>
                  <a:pt x="8953" y="385"/>
                </a:cubicBezTo>
                <a:cubicBezTo>
                  <a:pt x="10525" y="1575"/>
                  <a:pt x="11525" y="3376"/>
                  <a:pt x="11715" y="5338"/>
                </a:cubicBezTo>
                <a:cubicBezTo>
                  <a:pt x="11868" y="7081"/>
                  <a:pt x="11534" y="8824"/>
                  <a:pt x="10763" y="10386"/>
                </a:cubicBezTo>
                <a:cubicBezTo>
                  <a:pt x="9363" y="13405"/>
                  <a:pt x="6781" y="15710"/>
                  <a:pt x="3619" y="16768"/>
                </a:cubicBezTo>
                <a:close/>
              </a:path>
            </a:pathLst>
          </a:custGeom>
          <a:solidFill>
            <a:srgbClr val="1B0202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78" id="78"/>
          <p:cNvSpPr/>
          <p:nvPr/>
        </p:nvSpPr>
        <p:spPr>
          <a:xfrm>
            <a:off x="9581218" y="2602188"/>
            <a:ext cx="26314" cy="32832"/>
          </a:xfrm>
          <a:custGeom>
            <a:avLst/>
            <a:gdLst/>
            <a:ahLst/>
            <a:cxnLst/>
            <a:rect r="r" b="b" t="t" l="l"/>
            <a:pathLst>
              <a:path w="17632" h="21999" stroke="true" fill="norm" extrusionOk="true">
                <a:moveTo>
                  <a:pt x="12772" y="21941"/>
                </a:moveTo>
                <a:cubicBezTo>
                  <a:pt x="11181" y="21922"/>
                  <a:pt x="9685" y="21151"/>
                  <a:pt x="8771" y="19846"/>
                </a:cubicBezTo>
                <a:cubicBezTo>
                  <a:pt x="5914" y="15560"/>
                  <a:pt x="3247" y="11273"/>
                  <a:pt x="485" y="6987"/>
                </a:cubicBezTo>
                <a:cubicBezTo>
                  <a:pt x="-725" y="4587"/>
                  <a:pt x="246" y="1672"/>
                  <a:pt x="2637" y="462"/>
                </a:cubicBezTo>
                <a:cubicBezTo>
                  <a:pt x="4723" y="-585"/>
                  <a:pt x="7257" y="-4"/>
                  <a:pt x="8676" y="1844"/>
                </a:cubicBezTo>
                <a:cubicBezTo>
                  <a:pt x="11343" y="6035"/>
                  <a:pt x="14010" y="10321"/>
                  <a:pt x="16772" y="14512"/>
                </a:cubicBezTo>
                <a:cubicBezTo>
                  <a:pt x="18249" y="16683"/>
                  <a:pt x="17687" y="19646"/>
                  <a:pt x="15515" y="21132"/>
                </a:cubicBezTo>
                <a:cubicBezTo>
                  <a:pt x="15486" y="21141"/>
                  <a:pt x="15467" y="21160"/>
                  <a:pt x="15439" y="21179"/>
                </a:cubicBezTo>
                <a:cubicBezTo>
                  <a:pt x="14648" y="21703"/>
                  <a:pt x="13715" y="21970"/>
                  <a:pt x="12772" y="21941"/>
                </a:cubicBezTo>
                <a:close/>
              </a:path>
            </a:pathLst>
          </a:custGeom>
          <a:solidFill>
            <a:srgbClr val="1B0202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79" id="79"/>
          <p:cNvSpPr/>
          <p:nvPr/>
        </p:nvSpPr>
        <p:spPr>
          <a:xfrm>
            <a:off x="9530404" y="2591375"/>
            <a:ext cx="28691" cy="15077"/>
          </a:xfrm>
          <a:custGeom>
            <a:avLst/>
            <a:gdLst/>
            <a:ahLst/>
            <a:cxnLst/>
            <a:rect r="r" b="b" t="t" l="l"/>
            <a:pathLst>
              <a:path w="19224" h="10102" stroke="true" fill="norm" extrusionOk="true">
                <a:moveTo>
                  <a:pt x="6053" y="10042"/>
                </a:moveTo>
                <a:lnTo>
                  <a:pt x="3862" y="10042"/>
                </a:lnTo>
                <a:cubicBezTo>
                  <a:pt x="1233" y="9508"/>
                  <a:pt x="-472" y="6955"/>
                  <a:pt x="61" y="4326"/>
                </a:cubicBezTo>
                <a:cubicBezTo>
                  <a:pt x="443" y="2402"/>
                  <a:pt x="1947" y="907"/>
                  <a:pt x="3862" y="517"/>
                </a:cubicBezTo>
                <a:lnTo>
                  <a:pt x="3862" y="517"/>
                </a:lnTo>
                <a:cubicBezTo>
                  <a:pt x="7329" y="612"/>
                  <a:pt x="10806" y="421"/>
                  <a:pt x="14244" y="-55"/>
                </a:cubicBezTo>
                <a:cubicBezTo>
                  <a:pt x="16930" y="-103"/>
                  <a:pt x="19140" y="2031"/>
                  <a:pt x="19188" y="4717"/>
                </a:cubicBezTo>
                <a:cubicBezTo>
                  <a:pt x="19226" y="6917"/>
                  <a:pt x="17787" y="8860"/>
                  <a:pt x="15673" y="9470"/>
                </a:cubicBezTo>
                <a:cubicBezTo>
                  <a:pt x="12482" y="9889"/>
                  <a:pt x="9272" y="10080"/>
                  <a:pt x="6053" y="10042"/>
                </a:cubicBezTo>
                <a:close/>
              </a:path>
            </a:pathLst>
          </a:custGeom>
          <a:solidFill>
            <a:srgbClr val="1B0202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80" id="80"/>
          <p:cNvSpPr/>
          <p:nvPr/>
        </p:nvSpPr>
        <p:spPr>
          <a:xfrm>
            <a:off x="9612880" y="2697694"/>
            <a:ext cx="16826" cy="10391"/>
          </a:xfrm>
          <a:custGeom>
            <a:avLst/>
            <a:gdLst/>
            <a:ahLst/>
            <a:cxnLst/>
            <a:rect r="r" b="b" t="t" l="l"/>
            <a:pathLst>
              <a:path w="11274" h="6963" stroke="true" fill="norm" extrusionOk="true">
                <a:moveTo>
                  <a:pt x="8892" y="6906"/>
                </a:moveTo>
                <a:cubicBezTo>
                  <a:pt x="8254" y="6934"/>
                  <a:pt x="7635" y="6696"/>
                  <a:pt x="7178" y="6239"/>
                </a:cubicBezTo>
                <a:cubicBezTo>
                  <a:pt x="5978" y="5106"/>
                  <a:pt x="4330" y="4582"/>
                  <a:pt x="2701" y="4810"/>
                </a:cubicBezTo>
                <a:cubicBezTo>
                  <a:pt x="1387" y="4991"/>
                  <a:pt x="168" y="4077"/>
                  <a:pt x="-13" y="2762"/>
                </a:cubicBezTo>
                <a:cubicBezTo>
                  <a:pt x="-194" y="1448"/>
                  <a:pt x="720" y="229"/>
                  <a:pt x="2034" y="48"/>
                </a:cubicBezTo>
                <a:cubicBezTo>
                  <a:pt x="5140" y="-400"/>
                  <a:pt x="8264" y="619"/>
                  <a:pt x="10512" y="2810"/>
                </a:cubicBezTo>
                <a:cubicBezTo>
                  <a:pt x="11455" y="3724"/>
                  <a:pt x="11483" y="5229"/>
                  <a:pt x="10578" y="6172"/>
                </a:cubicBezTo>
                <a:cubicBezTo>
                  <a:pt x="10550" y="6201"/>
                  <a:pt x="10531" y="6220"/>
                  <a:pt x="10512" y="6239"/>
                </a:cubicBezTo>
                <a:cubicBezTo>
                  <a:pt x="10074" y="6649"/>
                  <a:pt x="9492" y="6887"/>
                  <a:pt x="8892" y="6906"/>
                </a:cubicBezTo>
                <a:close/>
              </a:path>
            </a:pathLst>
          </a:custGeom>
          <a:solidFill>
            <a:srgbClr val="1B0202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81" id="81"/>
          <p:cNvSpPr/>
          <p:nvPr/>
        </p:nvSpPr>
        <p:spPr>
          <a:xfrm>
            <a:off x="9566229" y="2637788"/>
            <a:ext cx="10780" cy="15637"/>
          </a:xfrm>
          <a:custGeom>
            <a:avLst/>
            <a:gdLst/>
            <a:ahLst/>
            <a:cxnLst/>
            <a:rect r="r" b="b" t="t" l="l"/>
            <a:pathLst>
              <a:path w="7223" h="10478" stroke="true" fill="norm" extrusionOk="true">
                <a:moveTo>
                  <a:pt x="623" y="3993"/>
                </a:moveTo>
                <a:cubicBezTo>
                  <a:pt x="-520" y="6850"/>
                  <a:pt x="-140" y="9613"/>
                  <a:pt x="1480" y="10279"/>
                </a:cubicBezTo>
                <a:cubicBezTo>
                  <a:pt x="3099" y="10946"/>
                  <a:pt x="5385" y="9232"/>
                  <a:pt x="6528" y="6374"/>
                </a:cubicBezTo>
                <a:cubicBezTo>
                  <a:pt x="7671" y="3517"/>
                  <a:pt x="7290" y="754"/>
                  <a:pt x="5671" y="88"/>
                </a:cubicBezTo>
                <a:cubicBezTo>
                  <a:pt x="4052" y="-579"/>
                  <a:pt x="2051" y="1135"/>
                  <a:pt x="623" y="3993"/>
                </a:cubicBezTo>
                <a:close/>
              </a:path>
            </a:pathLst>
          </a:custGeom>
          <a:solidFill>
            <a:srgbClr val="1B0202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82" id="82"/>
          <p:cNvSpPr/>
          <p:nvPr/>
        </p:nvSpPr>
        <p:spPr>
          <a:xfrm>
            <a:off x="9519553" y="2621902"/>
            <a:ext cx="9882" cy="14287"/>
          </a:xfrm>
          <a:custGeom>
            <a:avLst/>
            <a:gdLst/>
            <a:ahLst/>
            <a:cxnLst/>
            <a:rect r="r" b="b" t="t" l="l"/>
            <a:pathLst>
              <a:path w="6622" h="9573" stroke="true" fill="norm" extrusionOk="true">
                <a:moveTo>
                  <a:pt x="560" y="3588"/>
                </a:moveTo>
                <a:cubicBezTo>
                  <a:pt x="-487" y="6255"/>
                  <a:pt x="-107" y="8827"/>
                  <a:pt x="1322" y="9398"/>
                </a:cubicBezTo>
                <a:cubicBezTo>
                  <a:pt x="2751" y="9970"/>
                  <a:pt x="4942" y="8446"/>
                  <a:pt x="5990" y="5874"/>
                </a:cubicBezTo>
                <a:cubicBezTo>
                  <a:pt x="7037" y="3302"/>
                  <a:pt x="6656" y="635"/>
                  <a:pt x="5227" y="64"/>
                </a:cubicBezTo>
                <a:cubicBezTo>
                  <a:pt x="3799" y="-508"/>
                  <a:pt x="1608" y="1016"/>
                  <a:pt x="560" y="3588"/>
                </a:cubicBezTo>
                <a:close/>
              </a:path>
            </a:pathLst>
          </a:custGeom>
          <a:solidFill>
            <a:srgbClr val="1B0202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83" id="83"/>
          <p:cNvSpPr/>
          <p:nvPr/>
        </p:nvSpPr>
        <p:spPr>
          <a:xfrm>
            <a:off x="9774982" y="3130563"/>
            <a:ext cx="39718" cy="33984"/>
          </a:xfrm>
          <a:custGeom>
            <a:avLst/>
            <a:gdLst/>
            <a:ahLst/>
            <a:cxnLst/>
            <a:rect r="r" b="b" t="t" l="l"/>
            <a:pathLst>
              <a:path w="26613" h="22771" stroke="true" fill="norm" extrusionOk="true">
                <a:moveTo>
                  <a:pt x="14575" y="-56"/>
                </a:moveTo>
                <a:cubicBezTo>
                  <a:pt x="14575" y="-56"/>
                  <a:pt x="-25239" y="34710"/>
                  <a:pt x="26577" y="18327"/>
                </a:cubicBezTo>
                <a:cubicBezTo>
                  <a:pt x="23472" y="11660"/>
                  <a:pt x="19433" y="5469"/>
                  <a:pt x="14575" y="-56"/>
                </a:cubicBezTo>
                <a:close/>
              </a:path>
            </a:pathLst>
          </a:custGeom>
          <a:solidFill>
            <a:srgbClr val="001B30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84" id="84"/>
          <p:cNvSpPr/>
          <p:nvPr/>
        </p:nvSpPr>
        <p:spPr>
          <a:xfrm>
            <a:off x="9723144" y="2903557"/>
            <a:ext cx="55473" cy="258568"/>
          </a:xfrm>
          <a:custGeom>
            <a:avLst/>
            <a:gdLst/>
            <a:ahLst/>
            <a:cxnLst/>
            <a:rect r="r" b="b" t="t" l="l"/>
            <a:pathLst>
              <a:path w="37170" h="173254" stroke="true" fill="norm" extrusionOk="true">
                <a:moveTo>
                  <a:pt x="34832" y="173195"/>
                </a:moveTo>
                <a:cubicBezTo>
                  <a:pt x="33946" y="173243"/>
                  <a:pt x="33117" y="172757"/>
                  <a:pt x="32737" y="171957"/>
                </a:cubicBezTo>
                <a:cubicBezTo>
                  <a:pt x="3504" y="120408"/>
                  <a:pt x="-6611" y="60210"/>
                  <a:pt x="4162" y="1936"/>
                </a:cubicBezTo>
                <a:cubicBezTo>
                  <a:pt x="4400" y="621"/>
                  <a:pt x="5657" y="-255"/>
                  <a:pt x="6971" y="-17"/>
                </a:cubicBezTo>
                <a:cubicBezTo>
                  <a:pt x="8286" y="221"/>
                  <a:pt x="9162" y="1479"/>
                  <a:pt x="8924" y="2793"/>
                </a:cubicBezTo>
                <a:cubicBezTo>
                  <a:pt x="-1687" y="59943"/>
                  <a:pt x="8191" y="118998"/>
                  <a:pt x="36832" y="169576"/>
                </a:cubicBezTo>
                <a:cubicBezTo>
                  <a:pt x="37480" y="170757"/>
                  <a:pt x="37051" y="172243"/>
                  <a:pt x="35880" y="172910"/>
                </a:cubicBezTo>
                <a:close/>
              </a:path>
            </a:pathLst>
          </a:custGeom>
          <a:solidFill>
            <a:srgbClr val="1B0202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85" id="85"/>
          <p:cNvSpPr/>
          <p:nvPr/>
        </p:nvSpPr>
        <p:spPr>
          <a:xfrm>
            <a:off x="9279921" y="3053658"/>
            <a:ext cx="543591" cy="348416"/>
          </a:xfrm>
          <a:custGeom>
            <a:avLst/>
            <a:gdLst/>
            <a:ahLst/>
            <a:cxnLst/>
            <a:rect r="r" b="b" t="t" l="l"/>
            <a:pathLst>
              <a:path w="364235" h="233457" stroke="true" fill="norm" extrusionOk="true">
                <a:moveTo>
                  <a:pt x="364200" y="182348"/>
                </a:moveTo>
                <a:cubicBezTo>
                  <a:pt x="339587" y="137857"/>
                  <a:pt x="296877" y="106234"/>
                  <a:pt x="247137" y="95670"/>
                </a:cubicBezTo>
                <a:cubicBezTo>
                  <a:pt x="217705" y="89670"/>
                  <a:pt x="186463" y="91289"/>
                  <a:pt x="158364" y="80526"/>
                </a:cubicBezTo>
                <a:cubicBezTo>
                  <a:pt x="108739" y="61476"/>
                  <a:pt x="75687" y="6612"/>
                  <a:pt x="23014" y="-56"/>
                </a:cubicBezTo>
                <a:cubicBezTo>
                  <a:pt x="12356" y="30215"/>
                  <a:pt x="4631" y="61447"/>
                  <a:pt x="-36" y="93194"/>
                </a:cubicBezTo>
                <a:cubicBezTo>
                  <a:pt x="20157" y="96051"/>
                  <a:pt x="37206" y="109863"/>
                  <a:pt x="52351" y="123483"/>
                </a:cubicBezTo>
                <a:cubicBezTo>
                  <a:pt x="66448" y="138228"/>
                  <a:pt x="82774" y="150668"/>
                  <a:pt x="100738" y="160345"/>
                </a:cubicBezTo>
                <a:cubicBezTo>
                  <a:pt x="135600" y="175871"/>
                  <a:pt x="178558" y="165108"/>
                  <a:pt x="212276" y="183015"/>
                </a:cubicBezTo>
                <a:cubicBezTo>
                  <a:pt x="221553" y="188177"/>
                  <a:pt x="230078" y="194587"/>
                  <a:pt x="237612" y="202065"/>
                </a:cubicBezTo>
                <a:cubicBezTo>
                  <a:pt x="245537" y="210571"/>
                  <a:pt x="254395" y="218181"/>
                  <a:pt x="263997" y="224734"/>
                </a:cubicBezTo>
                <a:cubicBezTo>
                  <a:pt x="283628" y="235574"/>
                  <a:pt x="307288" y="236288"/>
                  <a:pt x="327528" y="226639"/>
                </a:cubicBezTo>
                <a:cubicBezTo>
                  <a:pt x="345817" y="218171"/>
                  <a:pt x="359294" y="201893"/>
                  <a:pt x="364200" y="182348"/>
                </a:cubicBezTo>
                <a:close/>
              </a:path>
            </a:pathLst>
          </a:custGeom>
          <a:solidFill>
            <a:srgbClr val="9D83C6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86" id="86"/>
          <p:cNvSpPr/>
          <p:nvPr/>
        </p:nvSpPr>
        <p:spPr>
          <a:xfrm>
            <a:off x="9250342" y="2930704"/>
            <a:ext cx="139981" cy="507370"/>
          </a:xfrm>
          <a:custGeom>
            <a:avLst/>
            <a:gdLst/>
            <a:ahLst/>
            <a:cxnLst/>
            <a:rect r="r" b="b" t="t" l="l"/>
            <a:pathLst>
              <a:path w="93795" h="339965" stroke="true" fill="norm" extrusionOk="true">
                <a:moveTo>
                  <a:pt x="2162" y="339886"/>
                </a:moveTo>
                <a:lnTo>
                  <a:pt x="2162" y="339886"/>
                </a:lnTo>
                <a:cubicBezTo>
                  <a:pt x="848" y="339781"/>
                  <a:pt x="-133" y="338638"/>
                  <a:pt x="-29" y="337333"/>
                </a:cubicBezTo>
                <a:cubicBezTo>
                  <a:pt x="-29" y="337324"/>
                  <a:pt x="-29" y="337324"/>
                  <a:pt x="-29" y="337314"/>
                </a:cubicBezTo>
                <a:lnTo>
                  <a:pt x="8639" y="251589"/>
                </a:lnTo>
                <a:cubicBezTo>
                  <a:pt x="12030" y="207155"/>
                  <a:pt x="18879" y="163045"/>
                  <a:pt x="29118" y="119668"/>
                </a:cubicBezTo>
                <a:cubicBezTo>
                  <a:pt x="39510" y="75882"/>
                  <a:pt x="60179" y="35200"/>
                  <a:pt x="89411" y="987"/>
                </a:cubicBezTo>
                <a:cubicBezTo>
                  <a:pt x="90154" y="-99"/>
                  <a:pt x="91631" y="-385"/>
                  <a:pt x="92716" y="358"/>
                </a:cubicBezTo>
                <a:cubicBezTo>
                  <a:pt x="93802" y="1101"/>
                  <a:pt x="94088" y="2587"/>
                  <a:pt x="93345" y="3673"/>
                </a:cubicBezTo>
                <a:cubicBezTo>
                  <a:pt x="93231" y="3844"/>
                  <a:pt x="93088" y="3997"/>
                  <a:pt x="92936" y="4130"/>
                </a:cubicBezTo>
                <a:cubicBezTo>
                  <a:pt x="64227" y="37810"/>
                  <a:pt x="43958" y="77834"/>
                  <a:pt x="33785" y="120906"/>
                </a:cubicBezTo>
                <a:cubicBezTo>
                  <a:pt x="23650" y="164064"/>
                  <a:pt x="16936" y="207946"/>
                  <a:pt x="13687" y="252161"/>
                </a:cubicBezTo>
                <a:lnTo>
                  <a:pt x="5020" y="337886"/>
                </a:lnTo>
                <a:cubicBezTo>
                  <a:pt x="4734" y="339191"/>
                  <a:pt x="3486" y="340067"/>
                  <a:pt x="2162" y="339886"/>
                </a:cubicBezTo>
                <a:close/>
              </a:path>
            </a:pathLst>
          </a:custGeom>
          <a:solidFill>
            <a:srgbClr val="1B0202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87" id="87"/>
          <p:cNvSpPr/>
          <p:nvPr/>
        </p:nvSpPr>
        <p:spPr>
          <a:xfrm>
            <a:off x="9459991" y="2973625"/>
            <a:ext cx="652663" cy="722722"/>
          </a:xfrm>
          <a:custGeom>
            <a:avLst/>
            <a:gdLst/>
            <a:ahLst/>
            <a:cxnLst/>
            <a:rect r="r" b="b" t="t" l="l"/>
            <a:pathLst>
              <a:path w="437319" h="484262" stroke="true" fill="norm" extrusionOk="true">
                <a:moveTo>
                  <a:pt x="225636" y="105100"/>
                </a:moveTo>
                <a:cubicBezTo>
                  <a:pt x="254973" y="139009"/>
                  <a:pt x="252402" y="193683"/>
                  <a:pt x="225636" y="229592"/>
                </a:cubicBezTo>
                <a:cubicBezTo>
                  <a:pt x="198871" y="265501"/>
                  <a:pt x="91048" y="285885"/>
                  <a:pt x="82190" y="285313"/>
                </a:cubicBezTo>
                <a:cubicBezTo>
                  <a:pt x="72884" y="284837"/>
                  <a:pt x="63607" y="286742"/>
                  <a:pt x="55234" y="290838"/>
                </a:cubicBezTo>
                <a:cubicBezTo>
                  <a:pt x="47728" y="293800"/>
                  <a:pt x="42461" y="300639"/>
                  <a:pt x="41518" y="308649"/>
                </a:cubicBezTo>
                <a:cubicBezTo>
                  <a:pt x="42337" y="315793"/>
                  <a:pt x="47309" y="321775"/>
                  <a:pt x="54186" y="323889"/>
                </a:cubicBezTo>
                <a:cubicBezTo>
                  <a:pt x="60921" y="325842"/>
                  <a:pt x="67988" y="326423"/>
                  <a:pt x="74951" y="325604"/>
                </a:cubicBezTo>
                <a:lnTo>
                  <a:pt x="103526" y="324175"/>
                </a:lnTo>
                <a:cubicBezTo>
                  <a:pt x="106193" y="329319"/>
                  <a:pt x="99811" y="334272"/>
                  <a:pt x="94477" y="336272"/>
                </a:cubicBezTo>
                <a:cubicBezTo>
                  <a:pt x="67331" y="345797"/>
                  <a:pt x="36184" y="346369"/>
                  <a:pt x="12657" y="363037"/>
                </a:cubicBezTo>
                <a:cubicBezTo>
                  <a:pt x="4075" y="367647"/>
                  <a:pt x="-887" y="376972"/>
                  <a:pt x="84" y="386659"/>
                </a:cubicBezTo>
                <a:cubicBezTo>
                  <a:pt x="2561" y="396660"/>
                  <a:pt x="14658" y="400852"/>
                  <a:pt x="24945" y="400852"/>
                </a:cubicBezTo>
                <a:cubicBezTo>
                  <a:pt x="31041" y="401318"/>
                  <a:pt x="37156" y="400404"/>
                  <a:pt x="42852" y="398185"/>
                </a:cubicBezTo>
                <a:cubicBezTo>
                  <a:pt x="36137" y="402699"/>
                  <a:pt x="29107" y="406709"/>
                  <a:pt x="21801" y="410186"/>
                </a:cubicBezTo>
                <a:cubicBezTo>
                  <a:pt x="14486" y="413786"/>
                  <a:pt x="8419" y="419492"/>
                  <a:pt x="4370" y="426569"/>
                </a:cubicBezTo>
                <a:cubicBezTo>
                  <a:pt x="418" y="433932"/>
                  <a:pt x="1903" y="443038"/>
                  <a:pt x="7990" y="448762"/>
                </a:cubicBezTo>
                <a:cubicBezTo>
                  <a:pt x="15353" y="452839"/>
                  <a:pt x="24125" y="453468"/>
                  <a:pt x="31993" y="450477"/>
                </a:cubicBezTo>
                <a:cubicBezTo>
                  <a:pt x="40375" y="448572"/>
                  <a:pt x="46947" y="447619"/>
                  <a:pt x="55329" y="445714"/>
                </a:cubicBezTo>
                <a:cubicBezTo>
                  <a:pt x="50538" y="450296"/>
                  <a:pt x="49433" y="457535"/>
                  <a:pt x="52662" y="463335"/>
                </a:cubicBezTo>
                <a:cubicBezTo>
                  <a:pt x="56063" y="468898"/>
                  <a:pt x="61749" y="472661"/>
                  <a:pt x="68188" y="473623"/>
                </a:cubicBezTo>
                <a:cubicBezTo>
                  <a:pt x="74589" y="474451"/>
                  <a:pt x="81104" y="473832"/>
                  <a:pt x="87238" y="471813"/>
                </a:cubicBezTo>
                <a:cubicBezTo>
                  <a:pt x="97849" y="469698"/>
                  <a:pt x="107926" y="465450"/>
                  <a:pt x="116861" y="459335"/>
                </a:cubicBezTo>
                <a:cubicBezTo>
                  <a:pt x="112565" y="461964"/>
                  <a:pt x="108993" y="465631"/>
                  <a:pt x="106479" y="470003"/>
                </a:cubicBezTo>
                <a:cubicBezTo>
                  <a:pt x="104069" y="474556"/>
                  <a:pt x="105364" y="480195"/>
                  <a:pt x="109527" y="483243"/>
                </a:cubicBezTo>
                <a:cubicBezTo>
                  <a:pt x="112832" y="484529"/>
                  <a:pt x="116508" y="484529"/>
                  <a:pt x="119814" y="483243"/>
                </a:cubicBezTo>
                <a:cubicBezTo>
                  <a:pt x="135920" y="478671"/>
                  <a:pt x="151351" y="472013"/>
                  <a:pt x="165724" y="463431"/>
                </a:cubicBezTo>
                <a:cubicBezTo>
                  <a:pt x="221969" y="432589"/>
                  <a:pt x="275252" y="396622"/>
                  <a:pt x="324887" y="355989"/>
                </a:cubicBezTo>
                <a:cubicBezTo>
                  <a:pt x="352700" y="334329"/>
                  <a:pt x="377665" y="309240"/>
                  <a:pt x="399182" y="281313"/>
                </a:cubicBezTo>
                <a:cubicBezTo>
                  <a:pt x="420632" y="253185"/>
                  <a:pt x="433824" y="219648"/>
                  <a:pt x="437282" y="184443"/>
                </a:cubicBezTo>
                <a:cubicBezTo>
                  <a:pt x="437539" y="112568"/>
                  <a:pt x="404773" y="44550"/>
                  <a:pt x="348414" y="-56"/>
                </a:cubicBezTo>
                <a:cubicBezTo>
                  <a:pt x="303741" y="28233"/>
                  <a:pt x="262593" y="67953"/>
                  <a:pt x="225636" y="105100"/>
                </a:cubicBezTo>
                <a:close/>
              </a:path>
            </a:pathLst>
          </a:custGeom>
          <a:solidFill>
            <a:srgbClr val="FF926C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88" id="88"/>
          <p:cNvSpPr/>
          <p:nvPr/>
        </p:nvSpPr>
        <p:spPr>
          <a:xfrm>
            <a:off x="9522868" y="3396065"/>
            <a:ext cx="57503" cy="29748"/>
          </a:xfrm>
          <a:custGeom>
            <a:avLst/>
            <a:gdLst/>
            <a:ahLst/>
            <a:cxnLst/>
            <a:rect r="r" b="b" t="t" l="l"/>
            <a:pathLst>
              <a:path w="38530" h="19933" stroke="true" fill="norm" extrusionOk="true">
                <a:moveTo>
                  <a:pt x="8055" y="19878"/>
                </a:moveTo>
                <a:cubicBezTo>
                  <a:pt x="5941" y="19868"/>
                  <a:pt x="3826" y="19611"/>
                  <a:pt x="1769" y="19116"/>
                </a:cubicBezTo>
                <a:cubicBezTo>
                  <a:pt x="530" y="18849"/>
                  <a:pt x="-251" y="17630"/>
                  <a:pt x="16" y="16401"/>
                </a:cubicBezTo>
                <a:cubicBezTo>
                  <a:pt x="26" y="16353"/>
                  <a:pt x="45" y="16306"/>
                  <a:pt x="54" y="16258"/>
                </a:cubicBezTo>
                <a:cubicBezTo>
                  <a:pt x="340" y="14972"/>
                  <a:pt x="1607" y="14163"/>
                  <a:pt x="2892" y="14448"/>
                </a:cubicBezTo>
                <a:cubicBezTo>
                  <a:pt x="2902" y="14448"/>
                  <a:pt x="2902" y="14448"/>
                  <a:pt x="2912" y="14448"/>
                </a:cubicBezTo>
                <a:cubicBezTo>
                  <a:pt x="8751" y="15706"/>
                  <a:pt x="14846" y="14896"/>
                  <a:pt x="20152" y="12162"/>
                </a:cubicBezTo>
                <a:cubicBezTo>
                  <a:pt x="25629" y="9343"/>
                  <a:pt x="30458" y="5419"/>
                  <a:pt x="34344" y="637"/>
                </a:cubicBezTo>
                <a:cubicBezTo>
                  <a:pt x="35306" y="-287"/>
                  <a:pt x="36811" y="-287"/>
                  <a:pt x="37773" y="637"/>
                </a:cubicBezTo>
                <a:cubicBezTo>
                  <a:pt x="38697" y="1504"/>
                  <a:pt x="38735" y="2952"/>
                  <a:pt x="37878" y="3866"/>
                </a:cubicBezTo>
                <a:cubicBezTo>
                  <a:pt x="37840" y="3904"/>
                  <a:pt x="37811" y="3942"/>
                  <a:pt x="37773" y="3971"/>
                </a:cubicBezTo>
                <a:cubicBezTo>
                  <a:pt x="33411" y="9219"/>
                  <a:pt x="28039" y="13534"/>
                  <a:pt x="21962" y="16639"/>
                </a:cubicBezTo>
                <a:cubicBezTo>
                  <a:pt x="17628" y="18744"/>
                  <a:pt x="12875" y="19849"/>
                  <a:pt x="8055" y="19878"/>
                </a:cubicBezTo>
                <a:close/>
              </a:path>
            </a:pathLst>
          </a:custGeom>
          <a:solidFill>
            <a:srgbClr val="1B0202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89" id="89"/>
          <p:cNvSpPr/>
          <p:nvPr/>
        </p:nvSpPr>
        <p:spPr>
          <a:xfrm>
            <a:off x="9472251" y="3522384"/>
            <a:ext cx="140145" cy="51840"/>
          </a:xfrm>
          <a:custGeom>
            <a:avLst/>
            <a:gdLst/>
            <a:ahLst/>
            <a:cxnLst/>
            <a:rect r="r" b="b" t="t" l="l"/>
            <a:pathLst>
              <a:path w="93905" h="34736" stroke="true" fill="norm" extrusionOk="true">
                <a:moveTo>
                  <a:pt x="17397" y="34678"/>
                </a:moveTo>
                <a:cubicBezTo>
                  <a:pt x="12072" y="34688"/>
                  <a:pt x="6776" y="33916"/>
                  <a:pt x="1681" y="32392"/>
                </a:cubicBezTo>
                <a:cubicBezTo>
                  <a:pt x="414" y="32021"/>
                  <a:pt x="-310" y="30706"/>
                  <a:pt x="61" y="29440"/>
                </a:cubicBezTo>
                <a:cubicBezTo>
                  <a:pt x="433" y="28173"/>
                  <a:pt x="1747" y="27449"/>
                  <a:pt x="3014" y="27820"/>
                </a:cubicBezTo>
                <a:cubicBezTo>
                  <a:pt x="12520" y="30678"/>
                  <a:pt x="22655" y="30678"/>
                  <a:pt x="32160" y="27820"/>
                </a:cubicBezTo>
                <a:cubicBezTo>
                  <a:pt x="37218" y="26144"/>
                  <a:pt x="42124" y="24039"/>
                  <a:pt x="46829" y="21534"/>
                </a:cubicBezTo>
                <a:lnTo>
                  <a:pt x="90358" y="198"/>
                </a:lnTo>
                <a:cubicBezTo>
                  <a:pt x="91530" y="-393"/>
                  <a:pt x="92968" y="84"/>
                  <a:pt x="93559" y="1255"/>
                </a:cubicBezTo>
                <a:cubicBezTo>
                  <a:pt x="93568" y="1284"/>
                  <a:pt x="93587" y="1312"/>
                  <a:pt x="93597" y="1341"/>
                </a:cubicBezTo>
                <a:cubicBezTo>
                  <a:pt x="94206" y="2503"/>
                  <a:pt x="93759" y="3941"/>
                  <a:pt x="92596" y="4560"/>
                </a:cubicBezTo>
                <a:cubicBezTo>
                  <a:pt x="92578" y="4560"/>
                  <a:pt x="92568" y="4570"/>
                  <a:pt x="92549" y="4579"/>
                </a:cubicBezTo>
                <a:lnTo>
                  <a:pt x="49306" y="25820"/>
                </a:lnTo>
                <a:cubicBezTo>
                  <a:pt x="44343" y="28411"/>
                  <a:pt x="39180" y="30611"/>
                  <a:pt x="33875" y="32392"/>
                </a:cubicBezTo>
                <a:cubicBezTo>
                  <a:pt x="28522" y="33954"/>
                  <a:pt x="22969" y="34726"/>
                  <a:pt x="17397" y="34678"/>
                </a:cubicBezTo>
                <a:close/>
              </a:path>
            </a:pathLst>
          </a:custGeom>
          <a:solidFill>
            <a:srgbClr val="1B0202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90" id="90"/>
          <p:cNvSpPr/>
          <p:nvPr/>
        </p:nvSpPr>
        <p:spPr>
          <a:xfrm>
            <a:off x="9481080" y="3579551"/>
            <a:ext cx="160232" cy="71720"/>
          </a:xfrm>
          <a:custGeom>
            <a:avLst/>
            <a:gdLst/>
            <a:ahLst/>
            <a:cxnLst/>
            <a:rect r="r" b="b" t="t" l="l"/>
            <a:pathLst>
              <a:path w="107364" h="48056" stroke="true" fill="norm" extrusionOk="true">
                <a:moveTo>
                  <a:pt x="3860" y="47999"/>
                </a:moveTo>
                <a:lnTo>
                  <a:pt x="1955" y="47999"/>
                </a:lnTo>
                <a:cubicBezTo>
                  <a:pt x="612" y="47733"/>
                  <a:pt x="-255" y="46428"/>
                  <a:pt x="12" y="45085"/>
                </a:cubicBezTo>
                <a:cubicBezTo>
                  <a:pt x="203" y="44104"/>
                  <a:pt x="974" y="43342"/>
                  <a:pt x="1955" y="43142"/>
                </a:cubicBezTo>
                <a:lnTo>
                  <a:pt x="1955" y="43142"/>
                </a:lnTo>
                <a:cubicBezTo>
                  <a:pt x="20376" y="43580"/>
                  <a:pt x="38521" y="38608"/>
                  <a:pt x="54152" y="28854"/>
                </a:cubicBezTo>
                <a:cubicBezTo>
                  <a:pt x="56724" y="27235"/>
                  <a:pt x="59200" y="25425"/>
                  <a:pt x="61677" y="23711"/>
                </a:cubicBezTo>
                <a:cubicBezTo>
                  <a:pt x="64153" y="21996"/>
                  <a:pt x="67106" y="19901"/>
                  <a:pt x="69868" y="18186"/>
                </a:cubicBezTo>
                <a:cubicBezTo>
                  <a:pt x="72631" y="16472"/>
                  <a:pt x="78060" y="13519"/>
                  <a:pt x="82156" y="11423"/>
                </a:cubicBezTo>
                <a:lnTo>
                  <a:pt x="103777" y="184"/>
                </a:lnTo>
                <a:cubicBezTo>
                  <a:pt x="104968" y="-378"/>
                  <a:pt x="106387" y="79"/>
                  <a:pt x="107016" y="1232"/>
                </a:cubicBezTo>
                <a:cubicBezTo>
                  <a:pt x="107654" y="2327"/>
                  <a:pt x="107283" y="3718"/>
                  <a:pt x="106187" y="4356"/>
                </a:cubicBezTo>
                <a:cubicBezTo>
                  <a:pt x="106121" y="4403"/>
                  <a:pt x="106044" y="4432"/>
                  <a:pt x="105968" y="4470"/>
                </a:cubicBezTo>
                <a:lnTo>
                  <a:pt x="83965" y="16091"/>
                </a:lnTo>
                <a:cubicBezTo>
                  <a:pt x="79965" y="18186"/>
                  <a:pt x="75964" y="20282"/>
                  <a:pt x="72059" y="22663"/>
                </a:cubicBezTo>
                <a:cubicBezTo>
                  <a:pt x="68154" y="25044"/>
                  <a:pt x="66725" y="26187"/>
                  <a:pt x="64058" y="28092"/>
                </a:cubicBezTo>
                <a:cubicBezTo>
                  <a:pt x="61391" y="29997"/>
                  <a:pt x="59010" y="31616"/>
                  <a:pt x="56343" y="33236"/>
                </a:cubicBezTo>
                <a:cubicBezTo>
                  <a:pt x="40569" y="42961"/>
                  <a:pt x="22386" y="48076"/>
                  <a:pt x="3860" y="47999"/>
                </a:cubicBezTo>
                <a:close/>
              </a:path>
            </a:pathLst>
          </a:custGeom>
          <a:solidFill>
            <a:srgbClr val="1B0202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91" id="91"/>
          <p:cNvSpPr/>
          <p:nvPr/>
        </p:nvSpPr>
        <p:spPr>
          <a:xfrm>
            <a:off x="9561953" y="3617561"/>
            <a:ext cx="123193" cy="67256"/>
          </a:xfrm>
          <a:custGeom>
            <a:avLst/>
            <a:gdLst/>
            <a:ahLst/>
            <a:cxnLst/>
            <a:rect r="r" b="b" t="t" l="l"/>
            <a:pathLst>
              <a:path w="82546" h="45065" stroke="true" fill="norm" extrusionOk="true">
                <a:moveTo>
                  <a:pt x="3297" y="45009"/>
                </a:moveTo>
                <a:lnTo>
                  <a:pt x="2345" y="45009"/>
                </a:lnTo>
                <a:cubicBezTo>
                  <a:pt x="1011" y="44962"/>
                  <a:pt x="-36" y="43866"/>
                  <a:pt x="-36" y="42533"/>
                </a:cubicBezTo>
                <a:cubicBezTo>
                  <a:pt x="-36" y="41199"/>
                  <a:pt x="1107" y="39866"/>
                  <a:pt x="2345" y="40151"/>
                </a:cubicBezTo>
                <a:cubicBezTo>
                  <a:pt x="16966" y="40056"/>
                  <a:pt x="31253" y="35760"/>
                  <a:pt x="43493" y="27769"/>
                </a:cubicBezTo>
                <a:cubicBezTo>
                  <a:pt x="55952" y="19806"/>
                  <a:pt x="67648" y="10719"/>
                  <a:pt x="78450" y="623"/>
                </a:cubicBezTo>
                <a:cubicBezTo>
                  <a:pt x="79373" y="-282"/>
                  <a:pt x="80859" y="-282"/>
                  <a:pt x="81783" y="623"/>
                </a:cubicBezTo>
                <a:cubicBezTo>
                  <a:pt x="82726" y="1537"/>
                  <a:pt x="82755" y="3042"/>
                  <a:pt x="81850" y="3985"/>
                </a:cubicBezTo>
                <a:cubicBezTo>
                  <a:pt x="81822" y="4014"/>
                  <a:pt x="81802" y="4033"/>
                  <a:pt x="81783" y="4052"/>
                </a:cubicBezTo>
                <a:cubicBezTo>
                  <a:pt x="70782" y="14405"/>
                  <a:pt x="58828" y="23683"/>
                  <a:pt x="46065" y="31770"/>
                </a:cubicBezTo>
                <a:cubicBezTo>
                  <a:pt x="33282" y="40009"/>
                  <a:pt x="18499" y="44581"/>
                  <a:pt x="3297" y="45009"/>
                </a:cubicBezTo>
                <a:close/>
              </a:path>
            </a:pathLst>
          </a:custGeom>
          <a:solidFill>
            <a:srgbClr val="1B0202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92" id="92"/>
          <p:cNvSpPr/>
          <p:nvPr/>
        </p:nvSpPr>
        <p:spPr>
          <a:xfrm>
            <a:off x="9483055" y="3515336"/>
            <a:ext cx="18924" cy="48795"/>
          </a:xfrm>
          <a:custGeom>
            <a:avLst/>
            <a:gdLst/>
            <a:ahLst/>
            <a:cxnLst/>
            <a:rect r="r" b="b" t="t" l="l"/>
            <a:pathLst>
              <a:path w="12680" h="32695" stroke="true" fill="norm" extrusionOk="true">
                <a:moveTo>
                  <a:pt x="10158" y="32638"/>
                </a:moveTo>
                <a:lnTo>
                  <a:pt x="10158" y="32638"/>
                </a:lnTo>
                <a:cubicBezTo>
                  <a:pt x="8843" y="32638"/>
                  <a:pt x="7776" y="31571"/>
                  <a:pt x="7776" y="30257"/>
                </a:cubicBezTo>
                <a:cubicBezTo>
                  <a:pt x="8034" y="20855"/>
                  <a:pt x="5443" y="11588"/>
                  <a:pt x="347" y="3682"/>
                </a:cubicBezTo>
                <a:cubicBezTo>
                  <a:pt x="-368" y="2577"/>
                  <a:pt x="-53" y="1101"/>
                  <a:pt x="1042" y="386"/>
                </a:cubicBezTo>
                <a:cubicBezTo>
                  <a:pt x="1071" y="377"/>
                  <a:pt x="1090" y="358"/>
                  <a:pt x="1109" y="348"/>
                </a:cubicBezTo>
                <a:cubicBezTo>
                  <a:pt x="2147" y="-366"/>
                  <a:pt x="3567" y="-109"/>
                  <a:pt x="4290" y="929"/>
                </a:cubicBezTo>
                <a:cubicBezTo>
                  <a:pt x="4309" y="958"/>
                  <a:pt x="4328" y="986"/>
                  <a:pt x="4348" y="1015"/>
                </a:cubicBezTo>
                <a:cubicBezTo>
                  <a:pt x="9948" y="9759"/>
                  <a:pt x="12834" y="19970"/>
                  <a:pt x="12634" y="30352"/>
                </a:cubicBezTo>
                <a:cubicBezTo>
                  <a:pt x="12587" y="31666"/>
                  <a:pt x="11472" y="32686"/>
                  <a:pt x="10158" y="32638"/>
                </a:cubicBezTo>
                <a:cubicBezTo>
                  <a:pt x="10158" y="32638"/>
                  <a:pt x="10158" y="32638"/>
                  <a:pt x="10158" y="32638"/>
                </a:cubicBezTo>
                <a:close/>
              </a:path>
            </a:pathLst>
          </a:custGeom>
          <a:solidFill>
            <a:srgbClr val="1B0202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93" id="93"/>
          <p:cNvSpPr/>
          <p:nvPr/>
        </p:nvSpPr>
        <p:spPr>
          <a:xfrm>
            <a:off x="9484053" y="3592237"/>
            <a:ext cx="21467" cy="45531"/>
          </a:xfrm>
          <a:custGeom>
            <a:avLst/>
            <a:gdLst/>
            <a:ahLst/>
            <a:cxnLst/>
            <a:rect r="r" b="b" t="t" l="l"/>
            <a:pathLst>
              <a:path w="14384" h="30508" stroke="true" fill="norm" extrusionOk="true">
                <a:moveTo>
                  <a:pt x="11965" y="30450"/>
                </a:moveTo>
                <a:cubicBezTo>
                  <a:pt x="10650" y="30508"/>
                  <a:pt x="9546" y="29479"/>
                  <a:pt x="9488" y="28164"/>
                </a:cubicBezTo>
                <a:cubicBezTo>
                  <a:pt x="9488" y="28164"/>
                  <a:pt x="9488" y="28164"/>
                  <a:pt x="9488" y="28164"/>
                </a:cubicBezTo>
                <a:cubicBezTo>
                  <a:pt x="8955" y="19382"/>
                  <a:pt x="5802" y="10953"/>
                  <a:pt x="439" y="3971"/>
                </a:cubicBezTo>
                <a:cubicBezTo>
                  <a:pt x="-351" y="2923"/>
                  <a:pt x="-132" y="1428"/>
                  <a:pt x="916" y="637"/>
                </a:cubicBezTo>
                <a:cubicBezTo>
                  <a:pt x="1878" y="-287"/>
                  <a:pt x="3383" y="-287"/>
                  <a:pt x="4345" y="637"/>
                </a:cubicBezTo>
                <a:cubicBezTo>
                  <a:pt x="10184" y="8448"/>
                  <a:pt x="13651" y="17773"/>
                  <a:pt x="14346" y="27498"/>
                </a:cubicBezTo>
                <a:cubicBezTo>
                  <a:pt x="14403" y="28831"/>
                  <a:pt x="13394" y="29965"/>
                  <a:pt x="12060" y="30069"/>
                </a:cubicBezTo>
                <a:close/>
              </a:path>
            </a:pathLst>
          </a:custGeom>
          <a:solidFill>
            <a:srgbClr val="1B0202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94" id="94"/>
          <p:cNvSpPr/>
          <p:nvPr/>
        </p:nvSpPr>
        <p:spPr>
          <a:xfrm>
            <a:off x="9556264" y="3630758"/>
            <a:ext cx="28803" cy="43964"/>
          </a:xfrm>
          <a:custGeom>
            <a:avLst/>
            <a:gdLst/>
            <a:ahLst/>
            <a:cxnLst/>
            <a:rect r="r" b="b" t="t" l="l"/>
            <a:pathLst>
              <a:path w="19300" h="29458" stroke="true" fill="norm" extrusionOk="true">
                <a:moveTo>
                  <a:pt x="16825" y="29403"/>
                </a:moveTo>
                <a:cubicBezTo>
                  <a:pt x="15692" y="29393"/>
                  <a:pt x="14711" y="28603"/>
                  <a:pt x="14444" y="27498"/>
                </a:cubicBezTo>
                <a:cubicBezTo>
                  <a:pt x="13291" y="22269"/>
                  <a:pt x="11472" y="17211"/>
                  <a:pt x="9015" y="12448"/>
                </a:cubicBezTo>
                <a:cubicBezTo>
                  <a:pt x="7729" y="8962"/>
                  <a:pt x="5081" y="6143"/>
                  <a:pt x="1681" y="4638"/>
                </a:cubicBezTo>
                <a:cubicBezTo>
                  <a:pt x="414" y="4266"/>
                  <a:pt x="-310" y="2952"/>
                  <a:pt x="61" y="1685"/>
                </a:cubicBezTo>
                <a:cubicBezTo>
                  <a:pt x="366" y="456"/>
                  <a:pt x="1604" y="-287"/>
                  <a:pt x="2823" y="9"/>
                </a:cubicBezTo>
                <a:cubicBezTo>
                  <a:pt x="2890" y="28"/>
                  <a:pt x="2957" y="47"/>
                  <a:pt x="3014" y="66"/>
                </a:cubicBezTo>
                <a:cubicBezTo>
                  <a:pt x="7719" y="1904"/>
                  <a:pt x="11472" y="5581"/>
                  <a:pt x="13396" y="10258"/>
                </a:cubicBezTo>
                <a:cubicBezTo>
                  <a:pt x="15949" y="15411"/>
                  <a:pt x="17902" y="20850"/>
                  <a:pt x="19206" y="26450"/>
                </a:cubicBezTo>
                <a:cubicBezTo>
                  <a:pt x="19492" y="27736"/>
                  <a:pt x="18683" y="29003"/>
                  <a:pt x="17397" y="29289"/>
                </a:cubicBezTo>
                <a:cubicBezTo>
                  <a:pt x="17368" y="29298"/>
                  <a:pt x="17330" y="29298"/>
                  <a:pt x="17301" y="29308"/>
                </a:cubicBezTo>
                <a:close/>
              </a:path>
            </a:pathLst>
          </a:custGeom>
          <a:solidFill>
            <a:srgbClr val="1B0202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95" id="95"/>
          <p:cNvSpPr/>
          <p:nvPr/>
        </p:nvSpPr>
        <p:spPr>
          <a:xfrm>
            <a:off x="9630026" y="3661465"/>
            <a:ext cx="20376" cy="30032"/>
          </a:xfrm>
          <a:custGeom>
            <a:avLst/>
            <a:gdLst/>
            <a:ahLst/>
            <a:cxnLst/>
            <a:rect r="r" b="b" t="t" l="l"/>
            <a:pathLst>
              <a:path w="13653" h="20123" stroke="true" fill="norm" extrusionOk="true">
                <a:moveTo>
                  <a:pt x="10930" y="19687"/>
                </a:moveTo>
                <a:cubicBezTo>
                  <a:pt x="9720" y="19697"/>
                  <a:pt x="8691" y="18792"/>
                  <a:pt x="8548" y="17592"/>
                </a:cubicBezTo>
                <a:cubicBezTo>
                  <a:pt x="7729" y="12220"/>
                  <a:pt x="4900" y="7352"/>
                  <a:pt x="642" y="3971"/>
                </a:cubicBezTo>
                <a:cubicBezTo>
                  <a:pt x="-262" y="3047"/>
                  <a:pt x="-262" y="1561"/>
                  <a:pt x="642" y="637"/>
                </a:cubicBezTo>
                <a:cubicBezTo>
                  <a:pt x="1605" y="-287"/>
                  <a:pt x="3109" y="-287"/>
                  <a:pt x="4072" y="637"/>
                </a:cubicBezTo>
                <a:cubicBezTo>
                  <a:pt x="9282" y="4752"/>
                  <a:pt x="12692" y="10724"/>
                  <a:pt x="13597" y="17306"/>
                </a:cubicBezTo>
                <a:cubicBezTo>
                  <a:pt x="13768" y="18639"/>
                  <a:pt x="12834" y="19868"/>
                  <a:pt x="11501" y="20068"/>
                </a:cubicBezTo>
                <a:close/>
              </a:path>
            </a:pathLst>
          </a:custGeom>
          <a:solidFill>
            <a:srgbClr val="1B0202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96" id="96"/>
          <p:cNvSpPr/>
          <p:nvPr/>
        </p:nvSpPr>
        <p:spPr>
          <a:xfrm>
            <a:off x="9837567" y="3279528"/>
            <a:ext cx="43605" cy="28156"/>
          </a:xfrm>
          <a:custGeom>
            <a:avLst/>
            <a:gdLst/>
            <a:ahLst/>
            <a:cxnLst/>
            <a:rect r="r" b="b" t="t" l="l"/>
            <a:pathLst>
              <a:path w="29218" h="18866" stroke="true" fill="norm" extrusionOk="true">
                <a:moveTo>
                  <a:pt x="10741" y="18810"/>
                </a:moveTo>
                <a:lnTo>
                  <a:pt x="9693" y="18810"/>
                </a:lnTo>
                <a:cubicBezTo>
                  <a:pt x="6902" y="18496"/>
                  <a:pt x="4387" y="16962"/>
                  <a:pt x="2835" y="14619"/>
                </a:cubicBezTo>
                <a:cubicBezTo>
                  <a:pt x="825" y="11152"/>
                  <a:pt x="-165" y="7190"/>
                  <a:pt x="-23" y="3189"/>
                </a:cubicBezTo>
                <a:cubicBezTo>
                  <a:pt x="-23" y="1856"/>
                  <a:pt x="1025" y="761"/>
                  <a:pt x="2359" y="713"/>
                </a:cubicBezTo>
                <a:lnTo>
                  <a:pt x="2359" y="713"/>
                </a:lnTo>
                <a:cubicBezTo>
                  <a:pt x="3635" y="713"/>
                  <a:pt x="4692" y="1723"/>
                  <a:pt x="4740" y="2999"/>
                </a:cubicBezTo>
                <a:cubicBezTo>
                  <a:pt x="4578" y="6095"/>
                  <a:pt x="5235" y="9190"/>
                  <a:pt x="6645" y="11952"/>
                </a:cubicBezTo>
                <a:cubicBezTo>
                  <a:pt x="7531" y="13048"/>
                  <a:pt x="8778" y="13791"/>
                  <a:pt x="10169" y="14048"/>
                </a:cubicBezTo>
                <a:cubicBezTo>
                  <a:pt x="10922" y="14172"/>
                  <a:pt x="11684" y="13972"/>
                  <a:pt x="12265" y="13476"/>
                </a:cubicBezTo>
                <a:cubicBezTo>
                  <a:pt x="13303" y="12181"/>
                  <a:pt x="13874" y="10571"/>
                  <a:pt x="13884" y="8904"/>
                </a:cubicBezTo>
                <a:lnTo>
                  <a:pt x="13884" y="7380"/>
                </a:lnTo>
                <a:cubicBezTo>
                  <a:pt x="14646" y="3666"/>
                  <a:pt x="17408" y="-240"/>
                  <a:pt x="21409" y="-49"/>
                </a:cubicBezTo>
                <a:cubicBezTo>
                  <a:pt x="25409" y="141"/>
                  <a:pt x="27028" y="4332"/>
                  <a:pt x="28076" y="7285"/>
                </a:cubicBezTo>
                <a:lnTo>
                  <a:pt x="28933" y="9762"/>
                </a:lnTo>
                <a:cubicBezTo>
                  <a:pt x="29505" y="10886"/>
                  <a:pt x="29057" y="12267"/>
                  <a:pt x="27933" y="12838"/>
                </a:cubicBezTo>
                <a:cubicBezTo>
                  <a:pt x="27885" y="12857"/>
                  <a:pt x="27838" y="12886"/>
                  <a:pt x="27790" y="12905"/>
                </a:cubicBezTo>
                <a:cubicBezTo>
                  <a:pt x="26581" y="13457"/>
                  <a:pt x="25152" y="12953"/>
                  <a:pt x="24552" y="11762"/>
                </a:cubicBezTo>
                <a:cubicBezTo>
                  <a:pt x="24552" y="10905"/>
                  <a:pt x="23885" y="9857"/>
                  <a:pt x="23504" y="8904"/>
                </a:cubicBezTo>
                <a:cubicBezTo>
                  <a:pt x="22647" y="6428"/>
                  <a:pt x="22075" y="4809"/>
                  <a:pt x="21027" y="4809"/>
                </a:cubicBezTo>
                <a:cubicBezTo>
                  <a:pt x="19980" y="4809"/>
                  <a:pt x="19027" y="6618"/>
                  <a:pt x="18646" y="8333"/>
                </a:cubicBezTo>
                <a:lnTo>
                  <a:pt x="18646" y="9666"/>
                </a:lnTo>
                <a:cubicBezTo>
                  <a:pt x="18522" y="12457"/>
                  <a:pt x="17370" y="15105"/>
                  <a:pt x="15408" y="17096"/>
                </a:cubicBezTo>
                <a:cubicBezTo>
                  <a:pt x="14112" y="18220"/>
                  <a:pt x="12455" y="18829"/>
                  <a:pt x="10741" y="18810"/>
                </a:cubicBezTo>
                <a:close/>
              </a:path>
            </a:pathLst>
          </a:custGeom>
          <a:solidFill>
            <a:srgbClr val="1B0202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97" id="97"/>
          <p:cNvSpPr/>
          <p:nvPr/>
        </p:nvSpPr>
        <p:spPr>
          <a:xfrm>
            <a:off x="9326837" y="3255321"/>
            <a:ext cx="219883" cy="89560"/>
          </a:xfrm>
          <a:custGeom>
            <a:avLst/>
            <a:gdLst/>
            <a:ahLst/>
            <a:cxnLst/>
            <a:rect r="r" b="b" t="t" l="l"/>
            <a:pathLst>
              <a:path w="147333" h="60010" stroke="true" fill="norm" extrusionOk="true">
                <a:moveTo>
                  <a:pt x="145026" y="59890"/>
                </a:moveTo>
                <a:cubicBezTo>
                  <a:pt x="144683" y="59976"/>
                  <a:pt x="144321" y="59976"/>
                  <a:pt x="143978" y="59890"/>
                </a:cubicBezTo>
                <a:cubicBezTo>
                  <a:pt x="130529" y="54185"/>
                  <a:pt x="115784" y="52213"/>
                  <a:pt x="101306" y="54176"/>
                </a:cubicBezTo>
                <a:cubicBezTo>
                  <a:pt x="87752" y="55566"/>
                  <a:pt x="74055" y="54242"/>
                  <a:pt x="61015" y="50270"/>
                </a:cubicBezTo>
                <a:cubicBezTo>
                  <a:pt x="48518" y="44498"/>
                  <a:pt x="37364" y="36192"/>
                  <a:pt x="28249" y="25886"/>
                </a:cubicBezTo>
                <a:cubicBezTo>
                  <a:pt x="20400" y="17295"/>
                  <a:pt x="11275" y="9970"/>
                  <a:pt x="1198" y="4169"/>
                </a:cubicBezTo>
                <a:cubicBezTo>
                  <a:pt x="141" y="3693"/>
                  <a:pt x="-326" y="2455"/>
                  <a:pt x="150" y="1397"/>
                </a:cubicBezTo>
                <a:cubicBezTo>
                  <a:pt x="179" y="1331"/>
                  <a:pt x="207" y="1274"/>
                  <a:pt x="246" y="1217"/>
                </a:cubicBezTo>
                <a:cubicBezTo>
                  <a:pt x="750" y="121"/>
                  <a:pt x="2055" y="-365"/>
                  <a:pt x="3151" y="150"/>
                </a:cubicBezTo>
                <a:cubicBezTo>
                  <a:pt x="3170" y="150"/>
                  <a:pt x="3179" y="159"/>
                  <a:pt x="3198" y="169"/>
                </a:cubicBezTo>
                <a:cubicBezTo>
                  <a:pt x="13857" y="6103"/>
                  <a:pt x="23496" y="13685"/>
                  <a:pt x="31773" y="22648"/>
                </a:cubicBezTo>
                <a:cubicBezTo>
                  <a:pt x="40460" y="32535"/>
                  <a:pt x="51099" y="40507"/>
                  <a:pt x="63015" y="46079"/>
                </a:cubicBezTo>
                <a:cubicBezTo>
                  <a:pt x="75350" y="49794"/>
                  <a:pt x="88304" y="50994"/>
                  <a:pt x="101115" y="49604"/>
                </a:cubicBezTo>
                <a:cubicBezTo>
                  <a:pt x="116422" y="47632"/>
                  <a:pt x="131986" y="49804"/>
                  <a:pt x="146169" y="55890"/>
                </a:cubicBezTo>
                <a:cubicBezTo>
                  <a:pt x="147226" y="56509"/>
                  <a:pt x="147607" y="57852"/>
                  <a:pt x="147026" y="58938"/>
                </a:cubicBezTo>
                <a:cubicBezTo>
                  <a:pt x="146578" y="59595"/>
                  <a:pt x="145816" y="59957"/>
                  <a:pt x="145026" y="59890"/>
                </a:cubicBezTo>
                <a:close/>
              </a:path>
            </a:pathLst>
          </a:custGeom>
          <a:solidFill>
            <a:srgbClr val="9D83C6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98" id="98"/>
          <p:cNvSpPr/>
          <p:nvPr/>
        </p:nvSpPr>
        <p:spPr>
          <a:xfrm>
            <a:off x="9353338" y="3048677"/>
            <a:ext cx="114264" cy="71653"/>
          </a:xfrm>
          <a:custGeom>
            <a:avLst/>
            <a:gdLst/>
            <a:ahLst/>
            <a:cxnLst/>
            <a:rect r="r" b="b" t="t" l="l"/>
            <a:pathLst>
              <a:path w="76563" h="48011" stroke="true" fill="norm" extrusionOk="true">
                <a:moveTo>
                  <a:pt x="74310" y="47954"/>
                </a:moveTo>
                <a:cubicBezTo>
                  <a:pt x="73682" y="47983"/>
                  <a:pt x="73072" y="47697"/>
                  <a:pt x="72691" y="47192"/>
                </a:cubicBezTo>
                <a:cubicBezTo>
                  <a:pt x="53584" y="26266"/>
                  <a:pt x="28790" y="11369"/>
                  <a:pt x="1349" y="4330"/>
                </a:cubicBezTo>
                <a:cubicBezTo>
                  <a:pt x="187" y="3834"/>
                  <a:pt x="-347" y="2482"/>
                  <a:pt x="149" y="1329"/>
                </a:cubicBezTo>
                <a:cubicBezTo>
                  <a:pt x="530" y="443"/>
                  <a:pt x="1435" y="-109"/>
                  <a:pt x="2396" y="-52"/>
                </a:cubicBezTo>
                <a:cubicBezTo>
                  <a:pt x="30743" y="7206"/>
                  <a:pt x="56337" y="22599"/>
                  <a:pt x="76025" y="44239"/>
                </a:cubicBezTo>
                <a:cubicBezTo>
                  <a:pt x="76815" y="45220"/>
                  <a:pt x="76653" y="46659"/>
                  <a:pt x="75672" y="47449"/>
                </a:cubicBezTo>
                <a:cubicBezTo>
                  <a:pt x="75282" y="47764"/>
                  <a:pt x="74805" y="47935"/>
                  <a:pt x="74310" y="47954"/>
                </a:cubicBezTo>
                <a:close/>
              </a:path>
            </a:pathLst>
          </a:custGeom>
          <a:solidFill>
            <a:srgbClr val="9D83C6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99" id="99"/>
          <p:cNvSpPr/>
          <p:nvPr/>
        </p:nvSpPr>
        <p:spPr>
          <a:xfrm>
            <a:off x="9392509" y="3336596"/>
            <a:ext cx="55512" cy="28235"/>
          </a:xfrm>
          <a:custGeom>
            <a:avLst/>
            <a:gdLst/>
            <a:ahLst/>
            <a:cxnLst/>
            <a:rect r="r" b="b" t="t" l="l"/>
            <a:pathLst>
              <a:path w="37196" h="18919" stroke="true" fill="norm" extrusionOk="true">
                <a:moveTo>
                  <a:pt x="34919" y="18862"/>
                </a:moveTo>
                <a:lnTo>
                  <a:pt x="34156" y="18862"/>
                </a:lnTo>
                <a:cubicBezTo>
                  <a:pt x="22850" y="14738"/>
                  <a:pt x="11830" y="9833"/>
                  <a:pt x="1200" y="4194"/>
                </a:cubicBezTo>
                <a:cubicBezTo>
                  <a:pt x="114" y="3670"/>
                  <a:pt x="-343" y="2355"/>
                  <a:pt x="181" y="1270"/>
                </a:cubicBezTo>
                <a:cubicBezTo>
                  <a:pt x="200" y="1222"/>
                  <a:pt x="228" y="1184"/>
                  <a:pt x="247" y="1146"/>
                </a:cubicBezTo>
                <a:cubicBezTo>
                  <a:pt x="838" y="50"/>
                  <a:pt x="2191" y="-369"/>
                  <a:pt x="3295" y="193"/>
                </a:cubicBezTo>
                <a:cubicBezTo>
                  <a:pt x="13754" y="5737"/>
                  <a:pt x="24574" y="10566"/>
                  <a:pt x="35680" y="14671"/>
                </a:cubicBezTo>
                <a:cubicBezTo>
                  <a:pt x="36823" y="15062"/>
                  <a:pt x="37433" y="16310"/>
                  <a:pt x="37043" y="17453"/>
                </a:cubicBezTo>
                <a:cubicBezTo>
                  <a:pt x="37033" y="17481"/>
                  <a:pt x="37023" y="17500"/>
                  <a:pt x="37014" y="17529"/>
                </a:cubicBezTo>
                <a:cubicBezTo>
                  <a:pt x="36661" y="18367"/>
                  <a:pt x="35823" y="18891"/>
                  <a:pt x="34919" y="18862"/>
                </a:cubicBezTo>
                <a:close/>
              </a:path>
            </a:pathLst>
          </a:custGeom>
          <a:solidFill>
            <a:srgbClr val="9D83C6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100" id="100"/>
          <p:cNvSpPr/>
          <p:nvPr/>
        </p:nvSpPr>
        <p:spPr>
          <a:xfrm>
            <a:off x="9376495" y="3664834"/>
            <a:ext cx="327314" cy="970700"/>
          </a:xfrm>
          <a:custGeom>
            <a:avLst/>
            <a:gdLst/>
            <a:ahLst/>
            <a:cxnLst/>
            <a:rect r="r" b="b" t="t" l="l"/>
            <a:pathLst>
              <a:path w="219318" h="650421" stroke="true" fill="norm" extrusionOk="true">
                <a:moveTo>
                  <a:pt x="217099" y="650366"/>
                </a:moveTo>
                <a:cubicBezTo>
                  <a:pt x="215994" y="650366"/>
                  <a:pt x="215012" y="649623"/>
                  <a:pt x="214717" y="648556"/>
                </a:cubicBezTo>
                <a:lnTo>
                  <a:pt x="106227" y="233075"/>
                </a:lnTo>
                <a:cubicBezTo>
                  <a:pt x="98988" y="205263"/>
                  <a:pt x="91464" y="176497"/>
                  <a:pt x="81748" y="148779"/>
                </a:cubicBezTo>
                <a:cubicBezTo>
                  <a:pt x="72376" y="122243"/>
                  <a:pt x="60946" y="96477"/>
                  <a:pt x="47553" y="71722"/>
                </a:cubicBezTo>
                <a:cubicBezTo>
                  <a:pt x="34828" y="47309"/>
                  <a:pt x="19083" y="24583"/>
                  <a:pt x="691" y="4095"/>
                </a:cubicBezTo>
                <a:cubicBezTo>
                  <a:pt x="-252" y="3180"/>
                  <a:pt x="-281" y="1675"/>
                  <a:pt x="624" y="723"/>
                </a:cubicBezTo>
                <a:cubicBezTo>
                  <a:pt x="653" y="704"/>
                  <a:pt x="671" y="685"/>
                  <a:pt x="691" y="666"/>
                </a:cubicBezTo>
                <a:cubicBezTo>
                  <a:pt x="1557" y="-258"/>
                  <a:pt x="3005" y="-296"/>
                  <a:pt x="3919" y="561"/>
                </a:cubicBezTo>
                <a:cubicBezTo>
                  <a:pt x="3958" y="599"/>
                  <a:pt x="3996" y="627"/>
                  <a:pt x="4024" y="666"/>
                </a:cubicBezTo>
                <a:cubicBezTo>
                  <a:pt x="22703" y="21478"/>
                  <a:pt x="38705" y="44547"/>
                  <a:pt x="51649" y="69341"/>
                </a:cubicBezTo>
                <a:cubicBezTo>
                  <a:pt x="65146" y="94315"/>
                  <a:pt x="76681" y="120300"/>
                  <a:pt x="86130" y="147065"/>
                </a:cubicBezTo>
                <a:cubicBezTo>
                  <a:pt x="95655" y="174973"/>
                  <a:pt x="103465" y="204215"/>
                  <a:pt x="110704" y="231742"/>
                </a:cubicBezTo>
                <a:lnTo>
                  <a:pt x="219194" y="647223"/>
                </a:lnTo>
                <a:cubicBezTo>
                  <a:pt x="219546" y="648489"/>
                  <a:pt x="218813" y="649804"/>
                  <a:pt x="217546" y="650156"/>
                </a:cubicBezTo>
                <a:cubicBezTo>
                  <a:pt x="217527" y="650166"/>
                  <a:pt x="217499" y="650166"/>
                  <a:pt x="217479" y="650175"/>
                </a:cubicBezTo>
                <a:close/>
              </a:path>
            </a:pathLst>
          </a:custGeom>
          <a:solidFill>
            <a:srgbClr val="000000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101" id="101"/>
          <p:cNvSpPr/>
          <p:nvPr/>
        </p:nvSpPr>
        <p:spPr>
          <a:xfrm>
            <a:off x="9358522" y="3744654"/>
            <a:ext cx="82406" cy="74070"/>
          </a:xfrm>
          <a:custGeom>
            <a:avLst/>
            <a:gdLst/>
            <a:ahLst/>
            <a:cxnLst/>
            <a:rect r="r" b="b" t="t" l="l"/>
            <a:pathLst>
              <a:path w="55216" h="49631" stroke="true" fill="norm" extrusionOk="true">
                <a:moveTo>
                  <a:pt x="52738" y="49575"/>
                </a:moveTo>
                <a:cubicBezTo>
                  <a:pt x="51976" y="49537"/>
                  <a:pt x="51271" y="49156"/>
                  <a:pt x="50833" y="48528"/>
                </a:cubicBezTo>
                <a:cubicBezTo>
                  <a:pt x="37917" y="30192"/>
                  <a:pt x="20934" y="15095"/>
                  <a:pt x="1208" y="4427"/>
                </a:cubicBezTo>
                <a:cubicBezTo>
                  <a:pt x="46" y="3798"/>
                  <a:pt x="-373" y="2350"/>
                  <a:pt x="256" y="1188"/>
                </a:cubicBezTo>
                <a:cubicBezTo>
                  <a:pt x="884" y="26"/>
                  <a:pt x="2332" y="-393"/>
                  <a:pt x="3494" y="236"/>
                </a:cubicBezTo>
                <a:cubicBezTo>
                  <a:pt x="23868" y="11247"/>
                  <a:pt x="41403" y="26830"/>
                  <a:pt x="54739" y="45765"/>
                </a:cubicBezTo>
                <a:cubicBezTo>
                  <a:pt x="55500" y="46832"/>
                  <a:pt x="55253" y="48328"/>
                  <a:pt x="54186" y="49090"/>
                </a:cubicBezTo>
                <a:cubicBezTo>
                  <a:pt x="54176" y="49090"/>
                  <a:pt x="54176" y="49099"/>
                  <a:pt x="54167" y="49099"/>
                </a:cubicBezTo>
                <a:cubicBezTo>
                  <a:pt x="53757" y="49404"/>
                  <a:pt x="53253" y="49575"/>
                  <a:pt x="52738" y="49575"/>
                </a:cubicBezTo>
                <a:close/>
              </a:path>
            </a:pathLst>
          </a:custGeom>
          <a:solidFill>
            <a:srgbClr val="000000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102" id="102"/>
          <p:cNvSpPr/>
          <p:nvPr/>
        </p:nvSpPr>
        <p:spPr>
          <a:xfrm>
            <a:off x="9738905" y="3640091"/>
            <a:ext cx="176197" cy="100165"/>
          </a:xfrm>
          <a:custGeom>
            <a:avLst/>
            <a:gdLst/>
            <a:ahLst/>
            <a:cxnLst/>
            <a:rect r="r" b="b" t="t" l="l"/>
            <a:pathLst>
              <a:path w="118061" h="67116" stroke="true" fill="norm" extrusionOk="true">
                <a:moveTo>
                  <a:pt x="115997" y="67060"/>
                </a:moveTo>
                <a:lnTo>
                  <a:pt x="115521" y="67060"/>
                </a:lnTo>
                <a:cubicBezTo>
                  <a:pt x="71658" y="58392"/>
                  <a:pt x="31549" y="36409"/>
                  <a:pt x="650" y="4100"/>
                </a:cubicBezTo>
                <a:cubicBezTo>
                  <a:pt x="-265" y="3138"/>
                  <a:pt x="-265" y="1633"/>
                  <a:pt x="650" y="671"/>
                </a:cubicBezTo>
                <a:cubicBezTo>
                  <a:pt x="1564" y="-272"/>
                  <a:pt x="3069" y="-301"/>
                  <a:pt x="4012" y="604"/>
                </a:cubicBezTo>
                <a:cubicBezTo>
                  <a:pt x="4040" y="633"/>
                  <a:pt x="4060" y="652"/>
                  <a:pt x="4078" y="671"/>
                </a:cubicBezTo>
                <a:cubicBezTo>
                  <a:pt x="34273" y="32027"/>
                  <a:pt x="73373" y="53344"/>
                  <a:pt x="116093" y="61726"/>
                </a:cubicBezTo>
                <a:cubicBezTo>
                  <a:pt x="117359" y="62050"/>
                  <a:pt x="118188" y="63288"/>
                  <a:pt x="117998" y="64584"/>
                </a:cubicBezTo>
                <a:cubicBezTo>
                  <a:pt x="117988" y="65774"/>
                  <a:pt x="117159" y="66793"/>
                  <a:pt x="115997" y="67060"/>
                </a:cubicBezTo>
                <a:close/>
              </a:path>
            </a:pathLst>
          </a:custGeom>
          <a:solidFill>
            <a:srgbClr val="000000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103" id="103"/>
          <p:cNvSpPr/>
          <p:nvPr/>
        </p:nvSpPr>
        <p:spPr>
          <a:xfrm>
            <a:off x="9947561" y="4127854"/>
            <a:ext cx="93405" cy="416988"/>
          </a:xfrm>
          <a:custGeom>
            <a:avLst/>
            <a:gdLst/>
            <a:ahLst/>
            <a:cxnLst/>
            <a:rect r="r" b="b" t="t" l="l"/>
            <a:pathLst>
              <a:path w="62586" h="279404" stroke="true" fill="norm" extrusionOk="true">
                <a:moveTo>
                  <a:pt x="60102" y="279349"/>
                </a:moveTo>
                <a:cubicBezTo>
                  <a:pt x="59044" y="279349"/>
                  <a:pt x="58111" y="278653"/>
                  <a:pt x="57816" y="277634"/>
                </a:cubicBezTo>
                <a:cubicBezTo>
                  <a:pt x="33127" y="187194"/>
                  <a:pt x="13829" y="95373"/>
                  <a:pt x="-1" y="2647"/>
                </a:cubicBezTo>
                <a:cubicBezTo>
                  <a:pt x="-220" y="1400"/>
                  <a:pt x="609" y="219"/>
                  <a:pt x="1856" y="-1"/>
                </a:cubicBezTo>
                <a:cubicBezTo>
                  <a:pt x="1904" y="-10"/>
                  <a:pt x="1952" y="-10"/>
                  <a:pt x="1999" y="-20"/>
                </a:cubicBezTo>
                <a:cubicBezTo>
                  <a:pt x="3295" y="-248"/>
                  <a:pt x="4523" y="628"/>
                  <a:pt x="4752" y="1924"/>
                </a:cubicBezTo>
                <a:cubicBezTo>
                  <a:pt x="4752" y="1943"/>
                  <a:pt x="4761" y="1962"/>
                  <a:pt x="4761" y="1981"/>
                </a:cubicBezTo>
                <a:cubicBezTo>
                  <a:pt x="18563" y="94478"/>
                  <a:pt x="37842" y="186080"/>
                  <a:pt x="62483" y="276301"/>
                </a:cubicBezTo>
                <a:cubicBezTo>
                  <a:pt x="62788" y="277586"/>
                  <a:pt x="62035" y="278882"/>
                  <a:pt x="60768" y="279254"/>
                </a:cubicBezTo>
                <a:close/>
              </a:path>
            </a:pathLst>
          </a:custGeom>
          <a:solidFill>
            <a:srgbClr val="000000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104" id="104"/>
          <p:cNvSpPr/>
          <p:nvPr/>
        </p:nvSpPr>
        <p:spPr>
          <a:xfrm>
            <a:off x="9796246" y="3693153"/>
            <a:ext cx="303404" cy="1273740"/>
          </a:xfrm>
          <a:custGeom>
            <a:avLst/>
            <a:gdLst/>
            <a:ahLst/>
            <a:cxnLst/>
            <a:rect r="r" b="b" t="t" l="l"/>
            <a:pathLst>
              <a:path w="203297" h="853473" stroke="true" fill="norm" extrusionOk="true">
                <a:moveTo>
                  <a:pt x="200352" y="853418"/>
                </a:moveTo>
                <a:cubicBezTo>
                  <a:pt x="199485" y="853399"/>
                  <a:pt x="198695" y="852932"/>
                  <a:pt x="198257" y="852180"/>
                </a:cubicBezTo>
                <a:cubicBezTo>
                  <a:pt x="124152" y="717211"/>
                  <a:pt x="85005" y="567573"/>
                  <a:pt x="51476" y="425746"/>
                </a:cubicBezTo>
                <a:cubicBezTo>
                  <a:pt x="19282" y="289729"/>
                  <a:pt x="-11008" y="144949"/>
                  <a:pt x="3851" y="2074"/>
                </a:cubicBezTo>
                <a:cubicBezTo>
                  <a:pt x="3937" y="816"/>
                  <a:pt x="5032" y="-136"/>
                  <a:pt x="6290" y="-50"/>
                </a:cubicBezTo>
                <a:cubicBezTo>
                  <a:pt x="6366" y="-41"/>
                  <a:pt x="6442" y="-31"/>
                  <a:pt x="6518" y="-22"/>
                </a:cubicBezTo>
                <a:cubicBezTo>
                  <a:pt x="7776" y="64"/>
                  <a:pt x="8728" y="1159"/>
                  <a:pt x="8642" y="2417"/>
                </a:cubicBezTo>
                <a:cubicBezTo>
                  <a:pt x="8633" y="2493"/>
                  <a:pt x="8623" y="2569"/>
                  <a:pt x="8614" y="2645"/>
                </a:cubicBezTo>
                <a:cubicBezTo>
                  <a:pt x="-5769" y="144758"/>
                  <a:pt x="24425" y="288967"/>
                  <a:pt x="56239" y="424603"/>
                </a:cubicBezTo>
                <a:cubicBezTo>
                  <a:pt x="89672" y="565954"/>
                  <a:pt x="128629" y="715211"/>
                  <a:pt x="202924" y="849608"/>
                </a:cubicBezTo>
                <a:cubicBezTo>
                  <a:pt x="203600" y="850741"/>
                  <a:pt x="203229" y="852199"/>
                  <a:pt x="202095" y="852875"/>
                </a:cubicBezTo>
                <a:cubicBezTo>
                  <a:pt x="202057" y="852894"/>
                  <a:pt x="202010" y="852923"/>
                  <a:pt x="201972" y="852942"/>
                </a:cubicBezTo>
                <a:close/>
              </a:path>
            </a:pathLst>
          </a:custGeom>
          <a:solidFill>
            <a:srgbClr val="000000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105" id="105"/>
          <p:cNvSpPr/>
          <p:nvPr/>
        </p:nvSpPr>
        <p:spPr>
          <a:xfrm>
            <a:off x="9525277" y="2726706"/>
            <a:ext cx="49184" cy="38239"/>
          </a:xfrm>
          <a:custGeom>
            <a:avLst/>
            <a:gdLst/>
            <a:ahLst/>
            <a:cxnLst/>
            <a:rect r="r" b="b" t="t" l="l"/>
            <a:pathLst>
              <a:path w="32956" h="25622" stroke="true" fill="norm" extrusionOk="true">
                <a:moveTo>
                  <a:pt x="916" y="5659"/>
                </a:moveTo>
                <a:cubicBezTo>
                  <a:pt x="11803" y="5269"/>
                  <a:pt x="22576" y="3345"/>
                  <a:pt x="32920" y="-56"/>
                </a:cubicBezTo>
                <a:cubicBezTo>
                  <a:pt x="32920" y="-56"/>
                  <a:pt x="27872" y="14898"/>
                  <a:pt x="-36" y="25566"/>
                </a:cubicBezTo>
                <a:close/>
              </a:path>
            </a:pathLst>
          </a:custGeom>
          <a:solidFill>
            <a:srgbClr val="E45A53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106" id="106"/>
          <p:cNvSpPr/>
          <p:nvPr/>
        </p:nvSpPr>
        <p:spPr>
          <a:xfrm>
            <a:off x="9210265" y="3017692"/>
            <a:ext cx="83301" cy="245638"/>
          </a:xfrm>
          <a:custGeom>
            <a:avLst/>
            <a:gdLst/>
            <a:ahLst/>
            <a:cxnLst/>
            <a:rect r="r" b="b" t="t" l="l"/>
            <a:pathLst>
              <a:path w="55816" h="164591" stroke="true" fill="norm" extrusionOk="true">
                <a:moveTo>
                  <a:pt x="15585" y="-56"/>
                </a:moveTo>
                <a:cubicBezTo>
                  <a:pt x="31206" y="19423"/>
                  <a:pt x="44684" y="40530"/>
                  <a:pt x="55780" y="62904"/>
                </a:cubicBezTo>
                <a:cubicBezTo>
                  <a:pt x="48837" y="90413"/>
                  <a:pt x="43750" y="118349"/>
                  <a:pt x="40540" y="146534"/>
                </a:cubicBezTo>
                <a:cubicBezTo>
                  <a:pt x="27729" y="154020"/>
                  <a:pt x="14118" y="160059"/>
                  <a:pt x="-36" y="164536"/>
                </a:cubicBezTo>
                <a:cubicBezTo>
                  <a:pt x="-36" y="164536"/>
                  <a:pt x="32158" y="79764"/>
                  <a:pt x="7774" y="2135"/>
                </a:cubicBezTo>
                <a:close/>
              </a:path>
            </a:pathLst>
          </a:custGeom>
          <a:solidFill>
            <a:srgbClr val="E45A53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107" id="107"/>
          <p:cNvSpPr/>
          <p:nvPr/>
        </p:nvSpPr>
        <p:spPr>
          <a:xfrm>
            <a:off x="9796789" y="2974195"/>
            <a:ext cx="239811" cy="173710"/>
          </a:xfrm>
          <a:custGeom>
            <a:avLst/>
            <a:gdLst/>
            <a:ahLst/>
            <a:cxnLst/>
            <a:rect r="r" b="b" t="t" l="l"/>
            <a:pathLst>
              <a:path w="160686" h="116395" stroke="true" fill="norm" extrusionOk="true">
                <a:moveTo>
                  <a:pt x="-36" y="104719"/>
                </a:moveTo>
                <a:cubicBezTo>
                  <a:pt x="-36" y="104719"/>
                  <a:pt x="70068" y="29567"/>
                  <a:pt x="122550" y="-56"/>
                </a:cubicBezTo>
                <a:cubicBezTo>
                  <a:pt x="137486" y="9564"/>
                  <a:pt x="150430" y="21985"/>
                  <a:pt x="160650" y="36520"/>
                </a:cubicBezTo>
                <a:cubicBezTo>
                  <a:pt x="105510" y="53846"/>
                  <a:pt x="53894" y="80878"/>
                  <a:pt x="8250" y="116340"/>
                </a:cubicBezTo>
                <a:close/>
              </a:path>
            </a:pathLst>
          </a:custGeom>
          <a:solidFill>
            <a:srgbClr val="E45A53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108" id="108"/>
          <p:cNvSpPr/>
          <p:nvPr/>
        </p:nvSpPr>
        <p:spPr>
          <a:xfrm>
            <a:off x="8352231" y="2984002"/>
            <a:ext cx="134049" cy="102203"/>
          </a:xfrm>
          <a:custGeom>
            <a:avLst/>
            <a:gdLst/>
            <a:ahLst/>
            <a:cxnLst/>
            <a:rect r="r" b="b" t="t" l="l"/>
            <a:pathLst>
              <a:path w="89820" h="68481" stroke="true" fill="norm" extrusionOk="true">
                <a:moveTo>
                  <a:pt x="-36" y="24614"/>
                </a:moveTo>
                <a:cubicBezTo>
                  <a:pt x="-36" y="24614"/>
                  <a:pt x="23300" y="87288"/>
                  <a:pt x="89784" y="62714"/>
                </a:cubicBezTo>
                <a:lnTo>
                  <a:pt x="66448" y="-56"/>
                </a:lnTo>
                <a:close/>
              </a:path>
            </a:pathLst>
          </a:custGeom>
          <a:solidFill>
            <a:srgbClr val="8DDBBF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109" id="109"/>
          <p:cNvSpPr/>
          <p:nvPr/>
        </p:nvSpPr>
        <p:spPr>
          <a:xfrm>
            <a:off x="8494623" y="3276696"/>
            <a:ext cx="102110" cy="133907"/>
          </a:xfrm>
          <a:custGeom>
            <a:avLst/>
            <a:gdLst/>
            <a:ahLst/>
            <a:cxnLst/>
            <a:rect r="r" b="b" t="t" l="l"/>
            <a:pathLst>
              <a:path w="68419" h="89725" stroke="true" fill="norm" extrusionOk="true">
                <a:moveTo>
                  <a:pt x="43809" y="-56"/>
                </a:moveTo>
                <a:cubicBezTo>
                  <a:pt x="43809" y="-56"/>
                  <a:pt x="-18961" y="23280"/>
                  <a:pt x="5709" y="89670"/>
                </a:cubicBezTo>
                <a:lnTo>
                  <a:pt x="68383" y="66333"/>
                </a:lnTo>
                <a:close/>
              </a:path>
            </a:pathLst>
          </a:custGeom>
          <a:solidFill>
            <a:srgbClr val="8DDBBF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110" id="110"/>
          <p:cNvSpPr/>
          <p:nvPr/>
        </p:nvSpPr>
        <p:spPr>
          <a:xfrm>
            <a:off x="8204022" y="3241215"/>
            <a:ext cx="97260" cy="43383"/>
          </a:xfrm>
          <a:custGeom>
            <a:avLst/>
            <a:gdLst/>
            <a:ahLst/>
            <a:cxnLst/>
            <a:rect r="r" b="b" t="t" l="l"/>
            <a:pathLst>
              <a:path w="65169" h="29069" stroke="true" fill="norm" extrusionOk="true">
                <a:moveTo>
                  <a:pt x="62504" y="7716"/>
                </a:moveTo>
                <a:lnTo>
                  <a:pt x="5354" y="28766"/>
                </a:lnTo>
                <a:cubicBezTo>
                  <a:pt x="3278" y="29528"/>
                  <a:pt x="983" y="28471"/>
                  <a:pt x="220" y="26395"/>
                </a:cubicBezTo>
                <a:cubicBezTo>
                  <a:pt x="211" y="26395"/>
                  <a:pt x="211" y="26385"/>
                  <a:pt x="211" y="26385"/>
                </a:cubicBezTo>
                <a:lnTo>
                  <a:pt x="211" y="26385"/>
                </a:lnTo>
                <a:cubicBezTo>
                  <a:pt x="-551" y="24309"/>
                  <a:pt x="506" y="22013"/>
                  <a:pt x="2583" y="21251"/>
                </a:cubicBezTo>
                <a:cubicBezTo>
                  <a:pt x="2583" y="21242"/>
                  <a:pt x="2592" y="21242"/>
                  <a:pt x="2592" y="21242"/>
                </a:cubicBezTo>
                <a:lnTo>
                  <a:pt x="59742" y="191"/>
                </a:lnTo>
                <a:cubicBezTo>
                  <a:pt x="61819" y="-571"/>
                  <a:pt x="64114" y="487"/>
                  <a:pt x="64876" y="2563"/>
                </a:cubicBezTo>
                <a:cubicBezTo>
                  <a:pt x="64886" y="2563"/>
                  <a:pt x="64886" y="2573"/>
                  <a:pt x="64886" y="2573"/>
                </a:cubicBezTo>
                <a:lnTo>
                  <a:pt x="64886" y="2573"/>
                </a:lnTo>
                <a:cubicBezTo>
                  <a:pt x="65648" y="4649"/>
                  <a:pt x="64591" y="6945"/>
                  <a:pt x="62514" y="7707"/>
                </a:cubicBezTo>
                <a:cubicBezTo>
                  <a:pt x="62514" y="7716"/>
                  <a:pt x="62504" y="7716"/>
                  <a:pt x="62504" y="7716"/>
                </a:cubicBezTo>
                <a:close/>
              </a:path>
            </a:pathLst>
          </a:custGeom>
          <a:solidFill>
            <a:srgbClr val="FFFFFF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111" id="111"/>
          <p:cNvSpPr/>
          <p:nvPr/>
        </p:nvSpPr>
        <p:spPr>
          <a:xfrm>
            <a:off x="8216106" y="3272205"/>
            <a:ext cx="97204" cy="43532"/>
          </a:xfrm>
          <a:custGeom>
            <a:avLst/>
            <a:gdLst/>
            <a:ahLst/>
            <a:cxnLst/>
            <a:rect r="r" b="b" t="t" l="l"/>
            <a:pathLst>
              <a:path w="65132" h="29169" stroke="true" fill="norm" extrusionOk="true">
                <a:moveTo>
                  <a:pt x="62123" y="7716"/>
                </a:moveTo>
                <a:lnTo>
                  <a:pt x="5450" y="28862"/>
                </a:lnTo>
                <a:cubicBezTo>
                  <a:pt x="3345" y="29633"/>
                  <a:pt x="1011" y="28576"/>
                  <a:pt x="211" y="26480"/>
                </a:cubicBezTo>
                <a:lnTo>
                  <a:pt x="211" y="26480"/>
                </a:lnTo>
                <a:cubicBezTo>
                  <a:pt x="-551" y="24404"/>
                  <a:pt x="506" y="22108"/>
                  <a:pt x="2583" y="21346"/>
                </a:cubicBezTo>
                <a:cubicBezTo>
                  <a:pt x="2583" y="21337"/>
                  <a:pt x="2583" y="21337"/>
                  <a:pt x="2592" y="21337"/>
                </a:cubicBezTo>
                <a:lnTo>
                  <a:pt x="59742" y="191"/>
                </a:lnTo>
                <a:cubicBezTo>
                  <a:pt x="61819" y="-571"/>
                  <a:pt x="64114" y="487"/>
                  <a:pt x="64876" y="2563"/>
                </a:cubicBezTo>
                <a:cubicBezTo>
                  <a:pt x="64886" y="2563"/>
                  <a:pt x="64886" y="2573"/>
                  <a:pt x="64886" y="2573"/>
                </a:cubicBezTo>
                <a:lnTo>
                  <a:pt x="64886" y="2573"/>
                </a:lnTo>
                <a:cubicBezTo>
                  <a:pt x="65591" y="4668"/>
                  <a:pt x="64467" y="6935"/>
                  <a:pt x="62371" y="7640"/>
                </a:cubicBezTo>
                <a:cubicBezTo>
                  <a:pt x="62295" y="7668"/>
                  <a:pt x="62209" y="7697"/>
                  <a:pt x="62123" y="7716"/>
                </a:cubicBezTo>
                <a:close/>
              </a:path>
            </a:pathLst>
          </a:custGeom>
          <a:solidFill>
            <a:srgbClr val="FFFFFF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112" id="112"/>
          <p:cNvSpPr/>
          <p:nvPr/>
        </p:nvSpPr>
        <p:spPr>
          <a:xfrm>
            <a:off x="9135067" y="2563657"/>
            <a:ext cx="172857" cy="172858"/>
          </a:xfrm>
          <a:custGeom>
            <a:avLst/>
            <a:gdLst/>
            <a:ahLst/>
            <a:cxnLst/>
            <a:rect r="r" b="b" t="t" l="l"/>
            <a:pathLst>
              <a:path w="115823" h="115824" stroke="true" fill="norm" extrusionOk="true">
                <a:moveTo>
                  <a:pt x="57876" y="115768"/>
                </a:moveTo>
                <a:cubicBezTo>
                  <a:pt x="25891" y="115768"/>
                  <a:pt x="-36" y="89841"/>
                  <a:pt x="-36" y="57856"/>
                </a:cubicBezTo>
                <a:cubicBezTo>
                  <a:pt x="-36" y="25871"/>
                  <a:pt x="25891" y="-56"/>
                  <a:pt x="57876" y="-56"/>
                </a:cubicBezTo>
                <a:cubicBezTo>
                  <a:pt x="89861" y="-56"/>
                  <a:pt x="115788" y="25871"/>
                  <a:pt x="115788" y="57856"/>
                </a:cubicBezTo>
                <a:cubicBezTo>
                  <a:pt x="115788" y="89841"/>
                  <a:pt x="89861" y="115768"/>
                  <a:pt x="57876" y="115768"/>
                </a:cubicBezTo>
                <a:close/>
                <a:moveTo>
                  <a:pt x="57876" y="19280"/>
                </a:moveTo>
                <a:cubicBezTo>
                  <a:pt x="36521" y="19232"/>
                  <a:pt x="19166" y="36501"/>
                  <a:pt x="19109" y="57856"/>
                </a:cubicBezTo>
                <a:cubicBezTo>
                  <a:pt x="19061" y="79221"/>
                  <a:pt x="36340" y="96575"/>
                  <a:pt x="57695" y="96623"/>
                </a:cubicBezTo>
                <a:cubicBezTo>
                  <a:pt x="79050" y="96671"/>
                  <a:pt x="96404" y="79402"/>
                  <a:pt x="96452" y="58047"/>
                </a:cubicBezTo>
                <a:cubicBezTo>
                  <a:pt x="96461" y="57818"/>
                  <a:pt x="96452" y="57599"/>
                  <a:pt x="96452" y="57380"/>
                </a:cubicBezTo>
                <a:cubicBezTo>
                  <a:pt x="96195" y="36244"/>
                  <a:pt x="79012" y="19232"/>
                  <a:pt x="57876" y="19185"/>
                </a:cubicBezTo>
                <a:close/>
              </a:path>
            </a:pathLst>
          </a:custGeom>
          <a:solidFill>
            <a:srgbClr val="FFB776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AutoShape 113" id="113"/>
          <p:cNvSpPr/>
          <p:nvPr/>
        </p:nvSpPr>
        <p:spPr>
          <a:xfrm>
            <a:off x="1370468" y="1577678"/>
            <a:ext cx="5780334" cy="508871"/>
          </a:xfrm>
          <a:prstGeom prst="roundRect">
            <a:avLst>
              <a:gd name="adj" fmla="val 50000"/>
            </a:avLst>
          </a:prstGeom>
          <a:solidFill>
            <a:schemeClr val="accent1">
              <a:alpha val="10000"/>
            </a:schemeClr>
          </a:solidFill>
          <a:ln cap="flat" cmpd="sng">
            <a:prstDash val="solid"/>
          </a:ln>
        </p:spPr>
        <p:txBody>
          <a:bodyPr vert="horz" anchor="ctr" wrap="square" tIns="45720" lIns="91440" bIns="45720" rIns="91440">
            <a:noAutofit/>
          </a:bodyPr>
          <a:p>
            <a:pPr algn="l" marL="0"/>
            <a:r>
              <a:rPr lang="zh-CN" b="true" i="false" sz="16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自动生成PPT</a:t>
            </a:r>
          </a:p>
        </p:txBody>
      </p:sp>
      <p:sp>
        <p:nvSpPr>
          <p:cNvPr name="AutoShape 114" id="114"/>
          <p:cNvSpPr/>
          <p:nvPr/>
        </p:nvSpPr>
        <p:spPr>
          <a:xfrm>
            <a:off x="640086" y="1550726"/>
            <a:ext cx="635596" cy="6355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cap="flat" cmpd="sng">
            <a:prstDash val="solid"/>
          </a:ln>
          <a:effectLst>
            <a:outerShdw algn="tl" blurRad="254000" dist="127000" rotWithShape="false">
              <a:schemeClr val="accent1">
                <a:alpha val="40000"/>
              </a:schemeClr>
            </a:outerShdw>
          </a:effectLst>
        </p:spPr>
        <p:txBody>
          <a:bodyPr vert="horz" anchor="ctr" wrap="none" tIns="45720" lIns="91440" bIns="45720" rIns="91440">
            <a:normAutofit/>
          </a:bodyPr>
          <a:p>
            <a:pPr algn="ctr" marL="0"/>
            <a:r>
              <a:rPr lang="en-GB" b="true" i="false" sz="2000" baseline="0" u="none">
                <a:solidFill>
                  <a:schemeClr val="lt1"/>
                </a:solidFill>
                <a:latin typeface="Arial"/>
                <a:ea typeface="Arial"/>
              </a:rPr>
              <a:t>01</a:t>
            </a:r>
          </a:p>
        </p:txBody>
      </p:sp>
      <p:sp>
        <p:nvSpPr>
          <p:cNvPr name="TextBox 115" id="115"/>
          <p:cNvSpPr txBox="true"/>
          <p:nvPr/>
        </p:nvSpPr>
        <p:spPr>
          <a:xfrm>
            <a:off x="1467394" y="1960853"/>
            <a:ext cx="5488104" cy="1023357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AI会根据用户输入的内容和风格，自动生成完整的PPT。它能够自动完成文本生成、图像插入、排版优化和动画设计等步骤，确保PPT的高质量和专业性。</a:t>
            </a:r>
            <a:endParaRPr lang="en-US" sz="1100"/>
          </a:p>
        </p:txBody>
      </p:sp>
      <p:sp>
        <p:nvSpPr>
          <p:cNvPr name="AutoShape 116" id="116"/>
          <p:cNvSpPr/>
          <p:nvPr/>
        </p:nvSpPr>
        <p:spPr>
          <a:xfrm>
            <a:off x="1381067" y="3169801"/>
            <a:ext cx="5780334" cy="508871"/>
          </a:xfrm>
          <a:prstGeom prst="roundRect">
            <a:avLst>
              <a:gd name="adj" fmla="val 50000"/>
            </a:avLst>
          </a:prstGeom>
          <a:solidFill>
            <a:schemeClr val="accent2">
              <a:alpha val="10000"/>
            </a:schemeClr>
          </a:solidFill>
          <a:ln cap="flat" cmpd="sng">
            <a:prstDash val="solid"/>
          </a:ln>
        </p:spPr>
        <p:txBody>
          <a:bodyPr vert="horz" anchor="ctr" wrap="square" tIns="45720" lIns="91440" bIns="45720" rIns="91440">
            <a:noAutofit/>
          </a:bodyPr>
          <a:p>
            <a:pPr algn="l" marL="0"/>
            <a:r>
              <a:rPr lang="zh-CN" b="true" i="false" sz="16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手动调整</a:t>
            </a:r>
          </a:p>
        </p:txBody>
      </p:sp>
      <p:sp>
        <p:nvSpPr>
          <p:cNvPr name="AutoShape 117" id="117"/>
          <p:cNvSpPr/>
          <p:nvPr/>
        </p:nvSpPr>
        <p:spPr>
          <a:xfrm>
            <a:off x="650685" y="3142849"/>
            <a:ext cx="635596" cy="6355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cap="flat" cmpd="sng">
            <a:prstDash val="solid"/>
          </a:ln>
          <a:effectLst>
            <a:outerShdw algn="tl" blurRad="254000" dist="127000" rotWithShape="false">
              <a:schemeClr val="accent2">
                <a:alpha val="40000"/>
              </a:schemeClr>
            </a:outerShdw>
          </a:effectLst>
        </p:spPr>
        <p:txBody>
          <a:bodyPr vert="horz" anchor="ctr" wrap="none" tIns="45720" lIns="91440" bIns="45720" rIns="91440">
            <a:normAutofit/>
          </a:bodyPr>
          <a:p>
            <a:pPr algn="ctr" marL="0"/>
            <a:r>
              <a:rPr lang="en-GB" b="true" i="false" sz="2000" baseline="0" u="none">
                <a:solidFill>
                  <a:schemeClr val="lt1"/>
                </a:solidFill>
                <a:latin typeface="Arial"/>
                <a:ea typeface="Arial"/>
              </a:rPr>
              <a:t>02</a:t>
            </a:r>
          </a:p>
        </p:txBody>
      </p:sp>
      <p:sp>
        <p:nvSpPr>
          <p:cNvPr name="TextBox 118" id="118"/>
          <p:cNvSpPr txBox="true"/>
          <p:nvPr/>
        </p:nvSpPr>
        <p:spPr>
          <a:xfrm>
            <a:off x="1523795" y="3598133"/>
            <a:ext cx="5488104" cy="1023357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用户可以对生成的PPT进行手动调整，如修改文本、更换图片或调整布局等。AI会提供多种编辑工具，帮助用户快速完成调整，确保PPT的最终效果符合预期。</a:t>
            </a:r>
            <a:endParaRPr lang="en-US" sz="1100"/>
          </a:p>
        </p:txBody>
      </p:sp>
      <p:sp>
        <p:nvSpPr>
          <p:cNvPr name="AutoShape 119" id="119"/>
          <p:cNvSpPr/>
          <p:nvPr/>
        </p:nvSpPr>
        <p:spPr>
          <a:xfrm>
            <a:off x="1381067" y="4761924"/>
            <a:ext cx="5780334" cy="508871"/>
          </a:xfrm>
          <a:prstGeom prst="roundRect">
            <a:avLst>
              <a:gd name="adj" fmla="val 50000"/>
            </a:avLst>
          </a:prstGeom>
          <a:solidFill>
            <a:schemeClr val="accent1">
              <a:alpha val="10000"/>
            </a:schemeClr>
          </a:solidFill>
          <a:ln cap="flat" cmpd="sng">
            <a:prstDash val="solid"/>
          </a:ln>
        </p:spPr>
        <p:txBody>
          <a:bodyPr vert="horz" anchor="ctr" wrap="square" tIns="45720" lIns="91440" bIns="45720" rIns="91440">
            <a:noAutofit/>
          </a:bodyPr>
          <a:p>
            <a:pPr algn="l" marL="0"/>
            <a:r>
              <a:rPr lang="zh-CN" b="true" i="false" sz="16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预览与保存</a:t>
            </a:r>
          </a:p>
        </p:txBody>
      </p:sp>
      <p:sp>
        <p:nvSpPr>
          <p:cNvPr name="AutoShape 120" id="120"/>
          <p:cNvSpPr/>
          <p:nvPr/>
        </p:nvSpPr>
        <p:spPr>
          <a:xfrm>
            <a:off x="650685" y="4734972"/>
            <a:ext cx="635596" cy="6355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cap="flat" cmpd="sng">
            <a:prstDash val="solid"/>
          </a:ln>
          <a:effectLst>
            <a:outerShdw algn="tl" blurRad="254000" dist="127000" rotWithShape="false">
              <a:schemeClr val="accent1">
                <a:alpha val="40000"/>
              </a:schemeClr>
            </a:outerShdw>
          </a:effectLst>
        </p:spPr>
        <p:txBody>
          <a:bodyPr vert="horz" anchor="ctr" wrap="none" tIns="45720" lIns="91440" bIns="45720" rIns="91440">
            <a:normAutofit/>
          </a:bodyPr>
          <a:p>
            <a:pPr algn="ctr" marL="0"/>
            <a:r>
              <a:rPr lang="en-GB" b="true" i="false" sz="2000" baseline="0" u="none">
                <a:solidFill>
                  <a:schemeClr val="lt1"/>
                </a:solidFill>
                <a:latin typeface="Arial"/>
                <a:ea typeface="Arial"/>
              </a:rPr>
              <a:t>03</a:t>
            </a:r>
          </a:p>
        </p:txBody>
      </p:sp>
      <p:sp>
        <p:nvSpPr>
          <p:cNvPr name="TextBox 121" id="121"/>
          <p:cNvSpPr txBox="true"/>
          <p:nvPr/>
        </p:nvSpPr>
        <p:spPr>
          <a:xfrm>
            <a:off x="1523794" y="5179875"/>
            <a:ext cx="5488104" cy="1023357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用户可以预览生成的PPT，并进行最后的调整。AI支持多种保存格式，如PPTX、PDF等，用户可以根据需求选择合适的格式进行保存，确保PPT的可用性和兼容性。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2F2F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3048000" y="3152938"/>
            <a:ext cx="6083300" cy="584775"/>
          </a:xfrm>
        </p:spPr>
        <p:txBody>
          <a:bodyPr vert="horz" anchor="t" tIns="45720" lIns="91440" bIns="45720" rIns="91440">
            <a:spAutoFit/>
          </a:bodyPr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zh-CN" b="true" i="false" sz="32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案例分析</a:t>
            </a:r>
          </a:p>
        </p:txBody>
      </p:sp>
      <p:sp>
        <p:nvSpPr>
          <p:cNvPr name="AutoShape 3" id="3"/>
          <p:cNvSpPr/>
          <p:nvPr/>
        </p:nvSpPr>
        <p:spPr>
          <a:xfrm>
            <a:off x="5115564" y="1562959"/>
            <a:ext cx="1798639" cy="1589979"/>
          </a:xfrm>
          <a:prstGeom prst="rect">
            <a:avLst/>
          </a:prstGeom>
        </p:spPr>
        <p:txBody>
          <a:bodyPr vert="horz" anchor="t" wrap="none" tIns="45720" lIns="91440" bIns="45720" rIns="91440">
            <a:noAutofit/>
          </a:bodyPr>
          <a:p>
            <a:pPr algn="l" marL="0"/>
            <a:r>
              <a:rPr lang="en-US" b="false" i="false" sz="8800" baseline="0" u="none">
                <a:solidFill>
                  <a:srgbClr val="EAE4FF"/>
                </a:solidFill>
                <a:latin typeface="Arial"/>
                <a:ea typeface="Arial"/>
              </a:rPr>
              <a:t>04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gradFill>
          <a:gsLst>
            <a:gs pos="0">
              <a:srgbClr val="AE94FF">
                <a:lumMod val="40000"/>
                <a:lumOff val="60000"/>
              </a:srgbClr>
            </a:gs>
            <a:gs pos="100000">
              <a:srgbClr val="3ED0E8">
                <a:lumMod val="40000"/>
                <a:lumOff val="6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0400" y="128587"/>
            <a:ext cx="10858500" cy="900112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企业应用</a:t>
            </a:r>
          </a:p>
        </p:txBody>
      </p:sp>
      <p:sp>
        <p:nvSpPr>
          <p:cNvPr name="AutoShape 3" id="3"/>
          <p:cNvSpPr/>
          <p:nvPr/>
        </p:nvSpPr>
        <p:spPr>
          <a:xfrm rot="10800000">
            <a:off x="4929571" y="1813215"/>
            <a:ext cx="2236996" cy="2236996"/>
          </a:xfrm>
          <a:prstGeom prst="ellipse">
            <a:avLst/>
          </a:prstGeom>
          <a:gradFill>
            <a:gsLst>
              <a:gs pos="0">
                <a:srgbClr val="AE94FF">
                  <a:alpha val="0"/>
                </a:srgbClr>
              </a:gs>
              <a:gs pos="100000">
                <a:srgbClr val="AE94FF">
                  <a:alpha val="50000"/>
                </a:srgbClr>
              </a:gs>
            </a:gsLst>
            <a:lin ang="5400000"/>
          </a:gradFill>
          <a:ln w="180975" cap="flat" cmpd="sng">
            <a:gradFill>
              <a:gsLst>
                <a:gs pos="0">
                  <a:srgbClr val="AE94FF">
                    <a:alpha val="0"/>
                  </a:srgbClr>
                </a:gs>
                <a:gs pos="100000">
                  <a:srgbClr val="AE94FF">
                    <a:alpha val="50000"/>
                  </a:srgbClr>
                </a:gs>
              </a:gsLst>
              <a:lin ang="5400000"/>
            </a:gradFill>
            <a:prstDash val="solid"/>
          </a:ln>
        </p:spPr>
        <p:txBody>
          <a:bodyPr vert="horz" anchor="ctr" tIns="45720" lIns="91440" bIns="45720" rIns="91440">
            <a:spAutoFit/>
          </a:bodyPr>
          <a:p>
            <a:pPr algn="ctr" marL="0"/>
          </a:p>
        </p:txBody>
      </p:sp>
      <p:sp>
        <p:nvSpPr>
          <p:cNvPr name="AutoShape 4" id="4"/>
          <p:cNvSpPr/>
          <p:nvPr/>
        </p:nvSpPr>
        <p:spPr>
          <a:xfrm>
            <a:off x="4777880" y="3930710"/>
            <a:ext cx="2540376" cy="36000"/>
          </a:xfrm>
          <a:prstGeom prst="rect">
            <a:avLst/>
          </a:prstGeom>
          <a:gradFill>
            <a:gsLst>
              <a:gs pos="0">
                <a:srgbClr val="AE94FF">
                  <a:alpha val="0"/>
                </a:srgbClr>
              </a:gs>
              <a:gs pos="49000">
                <a:srgbClr val="AE94FF">
                  <a:alpha val="50000"/>
                </a:srgbClr>
              </a:gs>
              <a:gs pos="100000">
                <a:srgbClr val="AE94FF">
                  <a:alpha val="0"/>
                </a:srgbClr>
              </a:gs>
            </a:gsLst>
          </a:gradFill>
          <a:ln w="114300" cap="flat" cmpd="sng">
            <a:gradFill>
              <a:gsLst>
                <a:gs pos="0">
                  <a:srgbClr val="AE94FF">
                    <a:alpha val="0"/>
                  </a:srgbClr>
                </a:gs>
                <a:gs pos="49000">
                  <a:srgbClr val="AE94FF">
                    <a:alpha val="50000"/>
                  </a:srgbClr>
                </a:gs>
                <a:gs pos="100000">
                  <a:srgbClr val="AE94FF">
                    <a:alpha val="0"/>
                  </a:srgbClr>
                </a:gs>
              </a:gsLst>
            </a:gradFill>
            <a:prstDash val="solid"/>
          </a:ln>
        </p:spPr>
        <p:txBody>
          <a:bodyPr vert="horz" anchor="ctr" tIns="45720" lIns="91440" bIns="45720" rIns="91440">
            <a:spAutoFit/>
          </a:bodyPr>
          <a:p>
            <a:pPr algn="ctr" marL="0"/>
          </a:p>
        </p:txBody>
      </p:sp>
      <p:grpSp>
        <p:nvGrpSpPr>
          <p:cNvPr name="Group 5" id="5"/>
          <p:cNvGrpSpPr/>
          <p:nvPr/>
        </p:nvGrpSpPr>
        <p:grpSpPr>
          <a:xfrm>
            <a:off x="5187030" y="2253785"/>
            <a:ext cx="1722077" cy="1622113"/>
            <a:chOff x="3692338" y="3879038"/>
            <a:chExt cx="2431979" cy="2290808"/>
          </a:xfrm>
        </p:grpSpPr>
        <p:sp>
          <p:nvSpPr>
            <p:cNvPr name="Freeform 6" id="6"/>
            <p:cNvSpPr/>
            <p:nvPr/>
          </p:nvSpPr>
          <p:spPr>
            <a:xfrm>
              <a:off x="4979909" y="4288658"/>
              <a:ext cx="521225" cy="195323"/>
            </a:xfrm>
            <a:custGeom>
              <a:avLst/>
              <a:gdLst/>
              <a:ahLst/>
              <a:cxnLst/>
              <a:rect r="r" b="b" t="t" l="l"/>
              <a:pathLst>
                <a:path w="521225" h="195323" stroke="true" fill="norm" extrusionOk="true">
                  <a:moveTo>
                    <a:pt x="521226" y="93345"/>
                  </a:moveTo>
                  <a:lnTo>
                    <a:pt x="132606" y="187643"/>
                  </a:lnTo>
                  <a:cubicBezTo>
                    <a:pt x="122128" y="194310"/>
                    <a:pt x="51643" y="200025"/>
                    <a:pt x="23068" y="189548"/>
                  </a:cubicBezTo>
                  <a:cubicBezTo>
                    <a:pt x="-5507" y="179070"/>
                    <a:pt x="-1697" y="155258"/>
                    <a:pt x="4018" y="140018"/>
                  </a:cubicBezTo>
                  <a:cubicBezTo>
                    <a:pt x="9733" y="123825"/>
                    <a:pt x="72598" y="120015"/>
                    <a:pt x="72598" y="120015"/>
                  </a:cubicBezTo>
                  <a:cubicBezTo>
                    <a:pt x="72598" y="120015"/>
                    <a:pt x="44976" y="107633"/>
                    <a:pt x="45928" y="95250"/>
                  </a:cubicBezTo>
                  <a:cubicBezTo>
                    <a:pt x="47833" y="83820"/>
                    <a:pt x="96411" y="112395"/>
                    <a:pt x="96411" y="112395"/>
                  </a:cubicBezTo>
                  <a:lnTo>
                    <a:pt x="466933" y="0"/>
                  </a:lnTo>
                  <a:lnTo>
                    <a:pt x="521226" y="93345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7" id="7"/>
            <p:cNvSpPr/>
            <p:nvPr/>
          </p:nvSpPr>
          <p:spPr>
            <a:xfrm>
              <a:off x="4976017" y="4284474"/>
              <a:ext cx="531547" cy="204446"/>
            </a:xfrm>
            <a:custGeom>
              <a:avLst/>
              <a:gdLst/>
              <a:ahLst/>
              <a:cxnLst/>
              <a:rect r="r" b="b" t="t" l="l"/>
              <a:pathLst>
                <a:path w="531547" h="204446" stroke="true" fill="norm" extrusionOk="true">
                  <a:moveTo>
                    <a:pt x="77443" y="204209"/>
                  </a:moveTo>
                  <a:cubicBezTo>
                    <a:pt x="60299" y="205161"/>
                    <a:pt x="43154" y="203256"/>
                    <a:pt x="26008" y="198494"/>
                  </a:cubicBezTo>
                  <a:cubicBezTo>
                    <a:pt x="9816" y="191826"/>
                    <a:pt x="-8282" y="177539"/>
                    <a:pt x="4101" y="143249"/>
                  </a:cubicBezTo>
                  <a:cubicBezTo>
                    <a:pt x="8863" y="129914"/>
                    <a:pt x="39343" y="124199"/>
                    <a:pt x="61251" y="121341"/>
                  </a:cubicBezTo>
                  <a:cubicBezTo>
                    <a:pt x="52679" y="115626"/>
                    <a:pt x="45058" y="108006"/>
                    <a:pt x="46011" y="99434"/>
                  </a:cubicBezTo>
                  <a:cubicBezTo>
                    <a:pt x="46011" y="96576"/>
                    <a:pt x="47916" y="94671"/>
                    <a:pt x="50774" y="93719"/>
                  </a:cubicBezTo>
                  <a:cubicBezTo>
                    <a:pt x="60299" y="88956"/>
                    <a:pt x="86016" y="103244"/>
                    <a:pt x="102208" y="112769"/>
                  </a:cubicBezTo>
                  <a:lnTo>
                    <a:pt x="470826" y="374"/>
                  </a:lnTo>
                  <a:cubicBezTo>
                    <a:pt x="472731" y="-579"/>
                    <a:pt x="475588" y="374"/>
                    <a:pt x="476541" y="2279"/>
                  </a:cubicBezTo>
                  <a:lnTo>
                    <a:pt x="530834" y="95624"/>
                  </a:lnTo>
                  <a:cubicBezTo>
                    <a:pt x="531786" y="96576"/>
                    <a:pt x="531786" y="98481"/>
                    <a:pt x="530834" y="100386"/>
                  </a:cubicBezTo>
                  <a:cubicBezTo>
                    <a:pt x="529881" y="101339"/>
                    <a:pt x="528929" y="103244"/>
                    <a:pt x="527024" y="103244"/>
                  </a:cubicBezTo>
                  <a:lnTo>
                    <a:pt x="139356" y="197541"/>
                  </a:lnTo>
                  <a:cubicBezTo>
                    <a:pt x="129831" y="200399"/>
                    <a:pt x="103161" y="204209"/>
                    <a:pt x="77443" y="204209"/>
                  </a:cubicBezTo>
                  <a:close/>
                  <a:moveTo>
                    <a:pt x="54583" y="101339"/>
                  </a:moveTo>
                  <a:cubicBezTo>
                    <a:pt x="55536" y="106101"/>
                    <a:pt x="66966" y="114674"/>
                    <a:pt x="78396" y="119436"/>
                  </a:cubicBezTo>
                  <a:cubicBezTo>
                    <a:pt x="80301" y="120389"/>
                    <a:pt x="81254" y="122294"/>
                    <a:pt x="81254" y="124199"/>
                  </a:cubicBezTo>
                  <a:cubicBezTo>
                    <a:pt x="81254" y="126104"/>
                    <a:pt x="79349" y="128009"/>
                    <a:pt x="76491" y="128009"/>
                  </a:cubicBezTo>
                  <a:cubicBezTo>
                    <a:pt x="47916" y="129914"/>
                    <a:pt x="15531" y="136581"/>
                    <a:pt x="12674" y="145154"/>
                  </a:cubicBezTo>
                  <a:cubicBezTo>
                    <a:pt x="5054" y="168014"/>
                    <a:pt x="9816" y="181349"/>
                    <a:pt x="28866" y="188969"/>
                  </a:cubicBezTo>
                  <a:cubicBezTo>
                    <a:pt x="56488" y="199446"/>
                    <a:pt x="125068" y="193731"/>
                    <a:pt x="133641" y="188016"/>
                  </a:cubicBezTo>
                  <a:cubicBezTo>
                    <a:pt x="133641" y="188016"/>
                    <a:pt x="134593" y="187064"/>
                    <a:pt x="135546" y="187064"/>
                  </a:cubicBezTo>
                  <a:lnTo>
                    <a:pt x="517499" y="93719"/>
                  </a:lnTo>
                  <a:lnTo>
                    <a:pt x="468921" y="8946"/>
                  </a:lnTo>
                  <a:lnTo>
                    <a:pt x="102208" y="120389"/>
                  </a:lnTo>
                  <a:cubicBezTo>
                    <a:pt x="101256" y="121341"/>
                    <a:pt x="99351" y="121341"/>
                    <a:pt x="98399" y="120389"/>
                  </a:cubicBezTo>
                  <a:cubicBezTo>
                    <a:pt x="85063" y="111816"/>
                    <a:pt x="69824" y="105149"/>
                    <a:pt x="54583" y="101339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8" id="8"/>
            <p:cNvSpPr/>
            <p:nvPr/>
          </p:nvSpPr>
          <p:spPr>
            <a:xfrm>
              <a:off x="5050331" y="4407720"/>
              <a:ext cx="20273" cy="40957"/>
            </a:xfrm>
            <a:custGeom>
              <a:avLst/>
              <a:gdLst/>
              <a:ahLst/>
              <a:cxnLst/>
              <a:rect r="r" b="b" t="t" l="l"/>
              <a:pathLst>
                <a:path w="20273" h="40957" stroke="true" fill="norm" extrusionOk="true">
                  <a:moveTo>
                    <a:pt x="2176" y="0"/>
                  </a:moveTo>
                  <a:cubicBezTo>
                    <a:pt x="2176" y="0"/>
                    <a:pt x="-9254" y="33338"/>
                    <a:pt x="20274" y="40958"/>
                  </a:cubicBezTo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9" id="9"/>
            <p:cNvSpPr/>
            <p:nvPr/>
          </p:nvSpPr>
          <p:spPr>
            <a:xfrm>
              <a:off x="5045795" y="4402601"/>
              <a:ext cx="28977" cy="50839"/>
            </a:xfrm>
            <a:custGeom>
              <a:avLst/>
              <a:gdLst/>
              <a:ahLst/>
              <a:cxnLst/>
              <a:rect r="r" b="b" t="t" l="l"/>
              <a:pathLst>
                <a:path w="28977" h="50839" stroke="true" fill="norm" extrusionOk="true">
                  <a:moveTo>
                    <a:pt x="24810" y="50840"/>
                  </a:moveTo>
                  <a:lnTo>
                    <a:pt x="23858" y="50840"/>
                  </a:lnTo>
                  <a:cubicBezTo>
                    <a:pt x="15285" y="48935"/>
                    <a:pt x="7665" y="43220"/>
                    <a:pt x="3855" y="35600"/>
                  </a:cubicBezTo>
                  <a:cubicBezTo>
                    <a:pt x="-907" y="25122"/>
                    <a:pt x="-907" y="13692"/>
                    <a:pt x="1950" y="3215"/>
                  </a:cubicBezTo>
                  <a:cubicBezTo>
                    <a:pt x="2903" y="357"/>
                    <a:pt x="5760" y="-595"/>
                    <a:pt x="7665" y="357"/>
                  </a:cubicBezTo>
                  <a:cubicBezTo>
                    <a:pt x="10523" y="1310"/>
                    <a:pt x="11475" y="4167"/>
                    <a:pt x="10523" y="6072"/>
                  </a:cubicBezTo>
                  <a:cubicBezTo>
                    <a:pt x="7665" y="13692"/>
                    <a:pt x="8618" y="23217"/>
                    <a:pt x="11475" y="30837"/>
                  </a:cubicBezTo>
                  <a:cubicBezTo>
                    <a:pt x="14333" y="36552"/>
                    <a:pt x="20048" y="40362"/>
                    <a:pt x="25763" y="41315"/>
                  </a:cubicBezTo>
                  <a:cubicBezTo>
                    <a:pt x="28620" y="42267"/>
                    <a:pt x="29573" y="45125"/>
                    <a:pt x="28620" y="47030"/>
                  </a:cubicBezTo>
                  <a:lnTo>
                    <a:pt x="28620" y="47030"/>
                  </a:lnTo>
                  <a:cubicBezTo>
                    <a:pt x="29573" y="49887"/>
                    <a:pt x="27668" y="50840"/>
                    <a:pt x="24810" y="50840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10" id="10"/>
            <p:cNvSpPr/>
            <p:nvPr/>
          </p:nvSpPr>
          <p:spPr>
            <a:xfrm>
              <a:off x="4240337" y="4487384"/>
              <a:ext cx="440250" cy="241016"/>
            </a:xfrm>
            <a:custGeom>
              <a:avLst/>
              <a:gdLst/>
              <a:ahLst/>
              <a:cxnLst/>
              <a:rect r="r" b="b" t="t" l="l"/>
              <a:pathLst>
                <a:path w="440250" h="241016" stroke="true" fill="norm" extrusionOk="true">
                  <a:moveTo>
                    <a:pt x="416883" y="5109"/>
                  </a:moveTo>
                  <a:cubicBezTo>
                    <a:pt x="421646" y="7967"/>
                    <a:pt x="425456" y="11777"/>
                    <a:pt x="429266" y="15587"/>
                  </a:cubicBezTo>
                  <a:cubicBezTo>
                    <a:pt x="438791" y="27017"/>
                    <a:pt x="442601" y="42257"/>
                    <a:pt x="438791" y="56544"/>
                  </a:cubicBezTo>
                  <a:cubicBezTo>
                    <a:pt x="434028" y="78452"/>
                    <a:pt x="406406" y="85119"/>
                    <a:pt x="389261" y="94644"/>
                  </a:cubicBezTo>
                  <a:cubicBezTo>
                    <a:pt x="368306" y="106074"/>
                    <a:pt x="346398" y="116552"/>
                    <a:pt x="324491" y="127029"/>
                  </a:cubicBezTo>
                  <a:cubicBezTo>
                    <a:pt x="279723" y="147984"/>
                    <a:pt x="234003" y="167034"/>
                    <a:pt x="188283" y="185132"/>
                  </a:cubicBezTo>
                  <a:cubicBezTo>
                    <a:pt x="150183" y="199419"/>
                    <a:pt x="112083" y="213707"/>
                    <a:pt x="73983" y="226089"/>
                  </a:cubicBezTo>
                  <a:cubicBezTo>
                    <a:pt x="61601" y="229899"/>
                    <a:pt x="33978" y="244187"/>
                    <a:pt x="20643" y="240377"/>
                  </a:cubicBezTo>
                  <a:cubicBezTo>
                    <a:pt x="5403" y="235614"/>
                    <a:pt x="-27934" y="151794"/>
                    <a:pt x="47313" y="138459"/>
                  </a:cubicBezTo>
                  <a:cubicBezTo>
                    <a:pt x="62553" y="134649"/>
                    <a:pt x="76841" y="128934"/>
                    <a:pt x="91128" y="122267"/>
                  </a:cubicBezTo>
                  <a:cubicBezTo>
                    <a:pt x="126371" y="108932"/>
                    <a:pt x="161613" y="95597"/>
                    <a:pt x="195903" y="81309"/>
                  </a:cubicBezTo>
                  <a:cubicBezTo>
                    <a:pt x="236861" y="65117"/>
                    <a:pt x="277818" y="47972"/>
                    <a:pt x="317823" y="30827"/>
                  </a:cubicBezTo>
                  <a:cubicBezTo>
                    <a:pt x="346398" y="18444"/>
                    <a:pt x="387356" y="-12036"/>
                    <a:pt x="416883" y="5109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11" id="11"/>
            <p:cNvSpPr/>
            <p:nvPr/>
          </p:nvSpPr>
          <p:spPr>
            <a:xfrm>
              <a:off x="4235090" y="4482704"/>
              <a:ext cx="450243" cy="250771"/>
            </a:xfrm>
            <a:custGeom>
              <a:avLst/>
              <a:gdLst/>
              <a:ahLst/>
              <a:cxnLst/>
              <a:rect r="r" b="b" t="t" l="l"/>
              <a:pathLst>
                <a:path w="450243" h="250771" stroke="true" fill="norm" extrusionOk="true">
                  <a:moveTo>
                    <a:pt x="30652" y="250772"/>
                  </a:moveTo>
                  <a:cubicBezTo>
                    <a:pt x="28747" y="250772"/>
                    <a:pt x="25890" y="250772"/>
                    <a:pt x="23985" y="249819"/>
                  </a:cubicBezTo>
                  <a:cubicBezTo>
                    <a:pt x="12555" y="246009"/>
                    <a:pt x="-1733" y="217434"/>
                    <a:pt x="172" y="191717"/>
                  </a:cubicBezTo>
                  <a:cubicBezTo>
                    <a:pt x="1125" y="175524"/>
                    <a:pt x="8745" y="145997"/>
                    <a:pt x="51607" y="138377"/>
                  </a:cubicBezTo>
                  <a:cubicBezTo>
                    <a:pt x="62085" y="136472"/>
                    <a:pt x="71610" y="132662"/>
                    <a:pt x="80182" y="127899"/>
                  </a:cubicBezTo>
                  <a:cubicBezTo>
                    <a:pt x="84945" y="125994"/>
                    <a:pt x="89707" y="124089"/>
                    <a:pt x="94470" y="122184"/>
                  </a:cubicBezTo>
                  <a:cubicBezTo>
                    <a:pt x="130665" y="107897"/>
                    <a:pt x="165907" y="94562"/>
                    <a:pt x="199245" y="81227"/>
                  </a:cubicBezTo>
                  <a:cubicBezTo>
                    <a:pt x="248775" y="62177"/>
                    <a:pt x="285922" y="45984"/>
                    <a:pt x="321165" y="30744"/>
                  </a:cubicBezTo>
                  <a:cubicBezTo>
                    <a:pt x="326880" y="27887"/>
                    <a:pt x="333547" y="25029"/>
                    <a:pt x="341167" y="21219"/>
                  </a:cubicBezTo>
                  <a:cubicBezTo>
                    <a:pt x="366885" y="7884"/>
                    <a:pt x="399270" y="-9261"/>
                    <a:pt x="424987" y="5979"/>
                  </a:cubicBezTo>
                  <a:lnTo>
                    <a:pt x="424987" y="5979"/>
                  </a:lnTo>
                  <a:cubicBezTo>
                    <a:pt x="429750" y="8837"/>
                    <a:pt x="434512" y="12647"/>
                    <a:pt x="438322" y="17409"/>
                  </a:cubicBezTo>
                  <a:cubicBezTo>
                    <a:pt x="448800" y="29792"/>
                    <a:pt x="452610" y="46937"/>
                    <a:pt x="448800" y="63129"/>
                  </a:cubicBezTo>
                  <a:cubicBezTo>
                    <a:pt x="444037" y="82179"/>
                    <a:pt x="425940" y="90752"/>
                    <a:pt x="408795" y="98372"/>
                  </a:cubicBezTo>
                  <a:cubicBezTo>
                    <a:pt x="404032" y="100277"/>
                    <a:pt x="400222" y="102182"/>
                    <a:pt x="396412" y="104087"/>
                  </a:cubicBezTo>
                  <a:cubicBezTo>
                    <a:pt x="377362" y="114564"/>
                    <a:pt x="355455" y="125042"/>
                    <a:pt x="330690" y="136472"/>
                  </a:cubicBezTo>
                  <a:cubicBezTo>
                    <a:pt x="288780" y="155522"/>
                    <a:pt x="244012" y="175524"/>
                    <a:pt x="193530" y="194574"/>
                  </a:cubicBezTo>
                  <a:cubicBezTo>
                    <a:pt x="149715" y="211719"/>
                    <a:pt x="113520" y="224102"/>
                    <a:pt x="78277" y="235532"/>
                  </a:cubicBezTo>
                  <a:cubicBezTo>
                    <a:pt x="75420" y="236484"/>
                    <a:pt x="71610" y="238389"/>
                    <a:pt x="66847" y="239342"/>
                  </a:cubicBezTo>
                  <a:cubicBezTo>
                    <a:pt x="56370" y="246009"/>
                    <a:pt x="43987" y="249819"/>
                    <a:pt x="30652" y="250772"/>
                  </a:cubicBezTo>
                  <a:close/>
                  <a:moveTo>
                    <a:pt x="402127" y="9789"/>
                  </a:moveTo>
                  <a:cubicBezTo>
                    <a:pt x="384030" y="9789"/>
                    <a:pt x="363075" y="20267"/>
                    <a:pt x="344977" y="29792"/>
                  </a:cubicBezTo>
                  <a:cubicBezTo>
                    <a:pt x="337357" y="33602"/>
                    <a:pt x="330690" y="37412"/>
                    <a:pt x="324022" y="39317"/>
                  </a:cubicBezTo>
                  <a:cubicBezTo>
                    <a:pt x="288780" y="54557"/>
                    <a:pt x="250680" y="69797"/>
                    <a:pt x="201150" y="89799"/>
                  </a:cubicBezTo>
                  <a:cubicBezTo>
                    <a:pt x="167812" y="103134"/>
                    <a:pt x="132570" y="116469"/>
                    <a:pt x="96375" y="130757"/>
                  </a:cubicBezTo>
                  <a:cubicBezTo>
                    <a:pt x="92565" y="132662"/>
                    <a:pt x="87802" y="134567"/>
                    <a:pt x="83040" y="136472"/>
                  </a:cubicBezTo>
                  <a:cubicBezTo>
                    <a:pt x="73515" y="141234"/>
                    <a:pt x="63037" y="145044"/>
                    <a:pt x="51607" y="147902"/>
                  </a:cubicBezTo>
                  <a:cubicBezTo>
                    <a:pt x="17317" y="153617"/>
                    <a:pt x="8745" y="175524"/>
                    <a:pt x="7792" y="191717"/>
                  </a:cubicBezTo>
                  <a:cubicBezTo>
                    <a:pt x="6840" y="216482"/>
                    <a:pt x="20175" y="239342"/>
                    <a:pt x="24937" y="240294"/>
                  </a:cubicBezTo>
                  <a:cubicBezTo>
                    <a:pt x="33510" y="243152"/>
                    <a:pt x="51607" y="235532"/>
                    <a:pt x="63990" y="230769"/>
                  </a:cubicBezTo>
                  <a:cubicBezTo>
                    <a:pt x="68752" y="228864"/>
                    <a:pt x="72562" y="226959"/>
                    <a:pt x="75420" y="226007"/>
                  </a:cubicBezTo>
                  <a:cubicBezTo>
                    <a:pt x="109710" y="214577"/>
                    <a:pt x="146857" y="202194"/>
                    <a:pt x="189720" y="185049"/>
                  </a:cubicBezTo>
                  <a:cubicBezTo>
                    <a:pt x="240202" y="165999"/>
                    <a:pt x="284017" y="145997"/>
                    <a:pt x="325927" y="126947"/>
                  </a:cubicBezTo>
                  <a:cubicBezTo>
                    <a:pt x="350692" y="115517"/>
                    <a:pt x="371647" y="105039"/>
                    <a:pt x="390697" y="94562"/>
                  </a:cubicBezTo>
                  <a:cubicBezTo>
                    <a:pt x="394507" y="92657"/>
                    <a:pt x="399270" y="90752"/>
                    <a:pt x="404032" y="87894"/>
                  </a:cubicBezTo>
                  <a:cubicBezTo>
                    <a:pt x="419272" y="81227"/>
                    <a:pt x="435465" y="73607"/>
                    <a:pt x="438322" y="59319"/>
                  </a:cubicBezTo>
                  <a:cubicBezTo>
                    <a:pt x="441180" y="45984"/>
                    <a:pt x="438322" y="32649"/>
                    <a:pt x="429750" y="22172"/>
                  </a:cubicBezTo>
                  <a:cubicBezTo>
                    <a:pt x="426892" y="18362"/>
                    <a:pt x="423082" y="15504"/>
                    <a:pt x="418320" y="12647"/>
                  </a:cubicBezTo>
                  <a:lnTo>
                    <a:pt x="418320" y="12647"/>
                  </a:lnTo>
                  <a:cubicBezTo>
                    <a:pt x="414510" y="9789"/>
                    <a:pt x="407842" y="8837"/>
                    <a:pt x="402127" y="9789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12" id="12"/>
            <p:cNvSpPr/>
            <p:nvPr/>
          </p:nvSpPr>
          <p:spPr>
            <a:xfrm>
              <a:off x="4504400" y="4163464"/>
              <a:ext cx="683362" cy="681688"/>
            </a:xfrm>
            <a:custGeom>
              <a:avLst/>
              <a:gdLst/>
              <a:ahLst/>
              <a:cxnLst/>
              <a:rect r="r" b="b" t="t" l="l"/>
              <a:pathLst>
                <a:path w="683362" h="681688" stroke="true" fill="norm" extrusionOk="true">
                  <a:moveTo>
                    <a:pt x="683363" y="317599"/>
                  </a:moveTo>
                  <a:cubicBezTo>
                    <a:pt x="677648" y="326172"/>
                    <a:pt x="670028" y="331887"/>
                    <a:pt x="660503" y="334744"/>
                  </a:cubicBezTo>
                  <a:cubicBezTo>
                    <a:pt x="647168" y="340459"/>
                    <a:pt x="633833" y="346175"/>
                    <a:pt x="620498" y="351889"/>
                  </a:cubicBezTo>
                  <a:cubicBezTo>
                    <a:pt x="614783" y="354747"/>
                    <a:pt x="610973" y="359509"/>
                    <a:pt x="609068" y="366177"/>
                  </a:cubicBezTo>
                  <a:cubicBezTo>
                    <a:pt x="606210" y="380464"/>
                    <a:pt x="603353" y="394752"/>
                    <a:pt x="599543" y="409992"/>
                  </a:cubicBezTo>
                  <a:cubicBezTo>
                    <a:pt x="595733" y="422375"/>
                    <a:pt x="600495" y="436662"/>
                    <a:pt x="610973" y="445234"/>
                  </a:cubicBezTo>
                  <a:cubicBezTo>
                    <a:pt x="621450" y="454759"/>
                    <a:pt x="630975" y="464284"/>
                    <a:pt x="640500" y="473809"/>
                  </a:cubicBezTo>
                  <a:cubicBezTo>
                    <a:pt x="649073" y="480477"/>
                    <a:pt x="650025" y="491907"/>
                    <a:pt x="644310" y="500479"/>
                  </a:cubicBezTo>
                  <a:cubicBezTo>
                    <a:pt x="633833" y="518577"/>
                    <a:pt x="622403" y="535722"/>
                    <a:pt x="610973" y="552867"/>
                  </a:cubicBezTo>
                  <a:cubicBezTo>
                    <a:pt x="600495" y="568107"/>
                    <a:pt x="594780" y="570012"/>
                    <a:pt x="576683" y="563344"/>
                  </a:cubicBezTo>
                  <a:lnTo>
                    <a:pt x="574778" y="562392"/>
                  </a:lnTo>
                  <a:cubicBezTo>
                    <a:pt x="561443" y="556677"/>
                    <a:pt x="548108" y="551915"/>
                    <a:pt x="534773" y="546200"/>
                  </a:cubicBezTo>
                  <a:cubicBezTo>
                    <a:pt x="526200" y="542390"/>
                    <a:pt x="516675" y="543342"/>
                    <a:pt x="509055" y="548104"/>
                  </a:cubicBezTo>
                  <a:cubicBezTo>
                    <a:pt x="495720" y="556677"/>
                    <a:pt x="483338" y="565250"/>
                    <a:pt x="470003" y="573822"/>
                  </a:cubicBezTo>
                  <a:cubicBezTo>
                    <a:pt x="464288" y="577632"/>
                    <a:pt x="460478" y="584300"/>
                    <a:pt x="460478" y="591919"/>
                  </a:cubicBezTo>
                  <a:cubicBezTo>
                    <a:pt x="459525" y="596682"/>
                    <a:pt x="459525" y="600492"/>
                    <a:pt x="459525" y="605254"/>
                  </a:cubicBezTo>
                  <a:cubicBezTo>
                    <a:pt x="459525" y="619542"/>
                    <a:pt x="459525" y="633829"/>
                    <a:pt x="459525" y="648117"/>
                  </a:cubicBezTo>
                  <a:cubicBezTo>
                    <a:pt x="459525" y="655737"/>
                    <a:pt x="454763" y="662404"/>
                    <a:pt x="448095" y="665262"/>
                  </a:cubicBezTo>
                  <a:cubicBezTo>
                    <a:pt x="445238" y="666215"/>
                    <a:pt x="442380" y="668119"/>
                    <a:pt x="439523" y="668119"/>
                  </a:cubicBezTo>
                  <a:cubicBezTo>
                    <a:pt x="417615" y="672882"/>
                    <a:pt x="395708" y="676692"/>
                    <a:pt x="373800" y="681454"/>
                  </a:cubicBezTo>
                  <a:cubicBezTo>
                    <a:pt x="368085" y="682407"/>
                    <a:pt x="361418" y="680502"/>
                    <a:pt x="358560" y="674787"/>
                  </a:cubicBezTo>
                  <a:cubicBezTo>
                    <a:pt x="354750" y="670025"/>
                    <a:pt x="351893" y="664309"/>
                    <a:pt x="349035" y="658594"/>
                  </a:cubicBezTo>
                  <a:cubicBezTo>
                    <a:pt x="344273" y="647165"/>
                    <a:pt x="339510" y="635734"/>
                    <a:pt x="335700" y="625257"/>
                  </a:cubicBezTo>
                  <a:cubicBezTo>
                    <a:pt x="331890" y="615732"/>
                    <a:pt x="323318" y="609065"/>
                    <a:pt x="313793" y="607159"/>
                  </a:cubicBezTo>
                  <a:lnTo>
                    <a:pt x="283313" y="600492"/>
                  </a:lnTo>
                  <a:cubicBezTo>
                    <a:pt x="257595" y="594777"/>
                    <a:pt x="252833" y="596682"/>
                    <a:pt x="234735" y="614779"/>
                  </a:cubicBezTo>
                  <a:cubicBezTo>
                    <a:pt x="226163" y="623352"/>
                    <a:pt x="217590" y="632877"/>
                    <a:pt x="208065" y="640497"/>
                  </a:cubicBezTo>
                  <a:cubicBezTo>
                    <a:pt x="201398" y="648117"/>
                    <a:pt x="189015" y="650022"/>
                    <a:pt x="181395" y="643354"/>
                  </a:cubicBezTo>
                  <a:cubicBezTo>
                    <a:pt x="163298" y="631925"/>
                    <a:pt x="145200" y="620494"/>
                    <a:pt x="127103" y="608112"/>
                  </a:cubicBezTo>
                  <a:cubicBezTo>
                    <a:pt x="114720" y="599540"/>
                    <a:pt x="112815" y="592872"/>
                    <a:pt x="118530" y="578584"/>
                  </a:cubicBezTo>
                  <a:cubicBezTo>
                    <a:pt x="124245" y="564297"/>
                    <a:pt x="129008" y="551915"/>
                    <a:pt x="134723" y="538579"/>
                  </a:cubicBezTo>
                  <a:cubicBezTo>
                    <a:pt x="139485" y="528102"/>
                    <a:pt x="138533" y="515719"/>
                    <a:pt x="131865" y="506194"/>
                  </a:cubicBezTo>
                  <a:cubicBezTo>
                    <a:pt x="124245" y="495717"/>
                    <a:pt x="116625" y="486192"/>
                    <a:pt x="110910" y="475714"/>
                  </a:cubicBezTo>
                  <a:cubicBezTo>
                    <a:pt x="105195" y="464284"/>
                    <a:pt x="92813" y="457617"/>
                    <a:pt x="80430" y="459522"/>
                  </a:cubicBezTo>
                  <a:cubicBezTo>
                    <a:pt x="79478" y="459522"/>
                    <a:pt x="78525" y="459522"/>
                    <a:pt x="77573" y="459522"/>
                  </a:cubicBezTo>
                  <a:lnTo>
                    <a:pt x="33758" y="459522"/>
                  </a:lnTo>
                  <a:cubicBezTo>
                    <a:pt x="26138" y="459522"/>
                    <a:pt x="19470" y="454759"/>
                    <a:pt x="16613" y="448092"/>
                  </a:cubicBezTo>
                  <a:cubicBezTo>
                    <a:pt x="14708" y="445234"/>
                    <a:pt x="13755" y="441425"/>
                    <a:pt x="12803" y="438567"/>
                  </a:cubicBezTo>
                  <a:cubicBezTo>
                    <a:pt x="8993" y="417612"/>
                    <a:pt x="4230" y="396657"/>
                    <a:pt x="420" y="376654"/>
                  </a:cubicBezTo>
                  <a:cubicBezTo>
                    <a:pt x="-1485" y="367129"/>
                    <a:pt x="3278" y="358557"/>
                    <a:pt x="10898" y="354747"/>
                  </a:cubicBezTo>
                  <a:cubicBezTo>
                    <a:pt x="16613" y="351889"/>
                    <a:pt x="22328" y="349032"/>
                    <a:pt x="28995" y="346175"/>
                  </a:cubicBezTo>
                  <a:cubicBezTo>
                    <a:pt x="38520" y="342364"/>
                    <a:pt x="48045" y="338554"/>
                    <a:pt x="57570" y="334744"/>
                  </a:cubicBezTo>
                  <a:cubicBezTo>
                    <a:pt x="66143" y="331887"/>
                    <a:pt x="71858" y="324267"/>
                    <a:pt x="73763" y="315694"/>
                  </a:cubicBezTo>
                  <a:cubicBezTo>
                    <a:pt x="77573" y="299502"/>
                    <a:pt x="79478" y="283309"/>
                    <a:pt x="83288" y="267117"/>
                  </a:cubicBezTo>
                  <a:cubicBezTo>
                    <a:pt x="84240" y="261402"/>
                    <a:pt x="82335" y="254734"/>
                    <a:pt x="78525" y="249972"/>
                  </a:cubicBezTo>
                  <a:cubicBezTo>
                    <a:pt x="73763" y="244257"/>
                    <a:pt x="69000" y="238542"/>
                    <a:pt x="63285" y="233779"/>
                  </a:cubicBezTo>
                  <a:cubicBezTo>
                    <a:pt x="55665" y="226159"/>
                    <a:pt x="48045" y="219492"/>
                    <a:pt x="41378" y="211872"/>
                  </a:cubicBezTo>
                  <a:cubicBezTo>
                    <a:pt x="31853" y="204252"/>
                    <a:pt x="29948" y="189964"/>
                    <a:pt x="37568" y="180439"/>
                  </a:cubicBezTo>
                  <a:cubicBezTo>
                    <a:pt x="37568" y="180439"/>
                    <a:pt x="38520" y="179487"/>
                    <a:pt x="38520" y="179487"/>
                  </a:cubicBezTo>
                  <a:cubicBezTo>
                    <a:pt x="49950" y="162342"/>
                    <a:pt x="61380" y="144244"/>
                    <a:pt x="72810" y="127099"/>
                  </a:cubicBezTo>
                  <a:cubicBezTo>
                    <a:pt x="78525" y="117574"/>
                    <a:pt x="90908" y="113764"/>
                    <a:pt x="101385" y="118527"/>
                  </a:cubicBezTo>
                  <a:cubicBezTo>
                    <a:pt x="116625" y="124242"/>
                    <a:pt x="130913" y="130909"/>
                    <a:pt x="146153" y="136624"/>
                  </a:cubicBezTo>
                  <a:cubicBezTo>
                    <a:pt x="154725" y="140434"/>
                    <a:pt x="165203" y="139482"/>
                    <a:pt x="172823" y="133767"/>
                  </a:cubicBezTo>
                  <a:cubicBezTo>
                    <a:pt x="185205" y="124242"/>
                    <a:pt x="198540" y="115669"/>
                    <a:pt x="211875" y="106144"/>
                  </a:cubicBezTo>
                  <a:cubicBezTo>
                    <a:pt x="218543" y="102334"/>
                    <a:pt x="222353" y="94714"/>
                    <a:pt x="222353" y="87094"/>
                  </a:cubicBezTo>
                  <a:cubicBezTo>
                    <a:pt x="222353" y="81379"/>
                    <a:pt x="223305" y="75664"/>
                    <a:pt x="223305" y="69949"/>
                  </a:cubicBezTo>
                  <a:cubicBezTo>
                    <a:pt x="223305" y="57567"/>
                    <a:pt x="222353" y="45184"/>
                    <a:pt x="223305" y="32802"/>
                  </a:cubicBezTo>
                  <a:cubicBezTo>
                    <a:pt x="223305" y="23277"/>
                    <a:pt x="229020" y="15657"/>
                    <a:pt x="238545" y="13752"/>
                  </a:cubicBezTo>
                  <a:cubicBezTo>
                    <a:pt x="261405" y="8989"/>
                    <a:pt x="284265" y="4227"/>
                    <a:pt x="307125" y="417"/>
                  </a:cubicBezTo>
                  <a:cubicBezTo>
                    <a:pt x="315698" y="-1488"/>
                    <a:pt x="324270" y="3274"/>
                    <a:pt x="328080" y="11847"/>
                  </a:cubicBezTo>
                  <a:cubicBezTo>
                    <a:pt x="331890" y="19467"/>
                    <a:pt x="335700" y="27087"/>
                    <a:pt x="339510" y="35659"/>
                  </a:cubicBezTo>
                  <a:cubicBezTo>
                    <a:pt x="343320" y="43279"/>
                    <a:pt x="348083" y="53757"/>
                    <a:pt x="351893" y="63282"/>
                  </a:cubicBezTo>
                  <a:cubicBezTo>
                    <a:pt x="353798" y="68997"/>
                    <a:pt x="358560" y="73759"/>
                    <a:pt x="365228" y="74712"/>
                  </a:cubicBezTo>
                  <a:cubicBezTo>
                    <a:pt x="380468" y="77569"/>
                    <a:pt x="396660" y="80427"/>
                    <a:pt x="411900" y="84237"/>
                  </a:cubicBezTo>
                  <a:cubicBezTo>
                    <a:pt x="423330" y="87094"/>
                    <a:pt x="434760" y="83284"/>
                    <a:pt x="442380" y="74712"/>
                  </a:cubicBezTo>
                  <a:cubicBezTo>
                    <a:pt x="452858" y="63282"/>
                    <a:pt x="464288" y="52804"/>
                    <a:pt x="475718" y="41374"/>
                  </a:cubicBezTo>
                  <a:cubicBezTo>
                    <a:pt x="481433" y="35659"/>
                    <a:pt x="490005" y="33754"/>
                    <a:pt x="497625" y="37564"/>
                  </a:cubicBezTo>
                  <a:cubicBezTo>
                    <a:pt x="521438" y="48994"/>
                    <a:pt x="544298" y="63282"/>
                    <a:pt x="563348" y="81379"/>
                  </a:cubicBezTo>
                  <a:cubicBezTo>
                    <a:pt x="566205" y="84237"/>
                    <a:pt x="567158" y="88999"/>
                    <a:pt x="567158" y="92809"/>
                  </a:cubicBezTo>
                  <a:cubicBezTo>
                    <a:pt x="566205" y="98524"/>
                    <a:pt x="565253" y="104239"/>
                    <a:pt x="562395" y="109954"/>
                  </a:cubicBezTo>
                  <a:cubicBezTo>
                    <a:pt x="557633" y="124242"/>
                    <a:pt x="551918" y="137577"/>
                    <a:pt x="546203" y="151864"/>
                  </a:cubicBezTo>
                  <a:cubicBezTo>
                    <a:pt x="543345" y="158532"/>
                    <a:pt x="543345" y="165199"/>
                    <a:pt x="547155" y="170914"/>
                  </a:cubicBezTo>
                  <a:cubicBezTo>
                    <a:pt x="557633" y="187107"/>
                    <a:pt x="569063" y="202347"/>
                    <a:pt x="580493" y="217587"/>
                  </a:cubicBezTo>
                  <a:cubicBezTo>
                    <a:pt x="583350" y="221397"/>
                    <a:pt x="588113" y="223302"/>
                    <a:pt x="592875" y="224254"/>
                  </a:cubicBezTo>
                  <a:cubicBezTo>
                    <a:pt x="599543" y="225207"/>
                    <a:pt x="606210" y="225207"/>
                    <a:pt x="611925" y="225207"/>
                  </a:cubicBezTo>
                  <a:cubicBezTo>
                    <a:pt x="624308" y="225207"/>
                    <a:pt x="636690" y="224254"/>
                    <a:pt x="648120" y="225207"/>
                  </a:cubicBezTo>
                  <a:cubicBezTo>
                    <a:pt x="658598" y="225207"/>
                    <a:pt x="667170" y="232827"/>
                    <a:pt x="669075" y="243304"/>
                  </a:cubicBezTo>
                  <a:cubicBezTo>
                    <a:pt x="670980" y="250924"/>
                    <a:pt x="672885" y="259497"/>
                    <a:pt x="674790" y="267117"/>
                  </a:cubicBezTo>
                  <a:cubicBezTo>
                    <a:pt x="677648" y="282357"/>
                    <a:pt x="680505" y="297597"/>
                    <a:pt x="683363" y="313789"/>
                  </a:cubicBezTo>
                  <a:lnTo>
                    <a:pt x="683363" y="317599"/>
                  </a:lnTo>
                  <a:close/>
                  <a:moveTo>
                    <a:pt x="321413" y="481429"/>
                  </a:moveTo>
                  <a:cubicBezTo>
                    <a:pt x="397613" y="492859"/>
                    <a:pt x="469050" y="441425"/>
                    <a:pt x="481433" y="364272"/>
                  </a:cubicBezTo>
                  <a:cubicBezTo>
                    <a:pt x="492863" y="288072"/>
                    <a:pt x="441428" y="217587"/>
                    <a:pt x="366180" y="203299"/>
                  </a:cubicBezTo>
                  <a:cubicBezTo>
                    <a:pt x="289028" y="190917"/>
                    <a:pt x="216638" y="242352"/>
                    <a:pt x="203303" y="319504"/>
                  </a:cubicBezTo>
                  <a:cubicBezTo>
                    <a:pt x="203303" y="319504"/>
                    <a:pt x="203303" y="320457"/>
                    <a:pt x="203303" y="320457"/>
                  </a:cubicBezTo>
                  <a:cubicBezTo>
                    <a:pt x="189968" y="381417"/>
                    <a:pt x="231878" y="467142"/>
                    <a:pt x="321413" y="481429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13" id="13"/>
            <p:cNvSpPr/>
            <p:nvPr/>
          </p:nvSpPr>
          <p:spPr>
            <a:xfrm>
              <a:off x="4502182" y="4156848"/>
              <a:ext cx="691295" cy="694737"/>
            </a:xfrm>
            <a:custGeom>
              <a:avLst/>
              <a:gdLst/>
              <a:ahLst/>
              <a:cxnLst/>
              <a:rect r="r" b="b" t="t" l="l"/>
              <a:pathLst>
                <a:path w="691295" h="694737" stroke="true" fill="norm" extrusionOk="true">
                  <a:moveTo>
                    <a:pt x="375066" y="694738"/>
                  </a:moveTo>
                  <a:cubicBezTo>
                    <a:pt x="368398" y="694738"/>
                    <a:pt x="362683" y="690928"/>
                    <a:pt x="358873" y="685213"/>
                  </a:cubicBezTo>
                  <a:cubicBezTo>
                    <a:pt x="355063" y="679498"/>
                    <a:pt x="352206" y="673783"/>
                    <a:pt x="349348" y="668068"/>
                  </a:cubicBezTo>
                  <a:cubicBezTo>
                    <a:pt x="345538" y="660448"/>
                    <a:pt x="342681" y="652828"/>
                    <a:pt x="339823" y="645208"/>
                  </a:cubicBezTo>
                  <a:cubicBezTo>
                    <a:pt x="337918" y="641398"/>
                    <a:pt x="336966" y="637588"/>
                    <a:pt x="335061" y="633778"/>
                  </a:cubicBezTo>
                  <a:cubicBezTo>
                    <a:pt x="332203" y="626158"/>
                    <a:pt x="324583" y="620443"/>
                    <a:pt x="316963" y="618538"/>
                  </a:cubicBezTo>
                  <a:lnTo>
                    <a:pt x="303628" y="615680"/>
                  </a:lnTo>
                  <a:lnTo>
                    <a:pt x="286483" y="611870"/>
                  </a:lnTo>
                  <a:cubicBezTo>
                    <a:pt x="262671" y="607108"/>
                    <a:pt x="259813" y="607108"/>
                    <a:pt x="242668" y="625205"/>
                  </a:cubicBezTo>
                  <a:lnTo>
                    <a:pt x="237906" y="629968"/>
                  </a:lnTo>
                  <a:cubicBezTo>
                    <a:pt x="231238" y="637588"/>
                    <a:pt x="223618" y="644255"/>
                    <a:pt x="215998" y="651875"/>
                  </a:cubicBezTo>
                  <a:cubicBezTo>
                    <a:pt x="207426" y="661400"/>
                    <a:pt x="193138" y="662353"/>
                    <a:pt x="183613" y="654733"/>
                  </a:cubicBezTo>
                  <a:cubicBezTo>
                    <a:pt x="163611" y="642350"/>
                    <a:pt x="145513" y="629968"/>
                    <a:pt x="129321" y="619490"/>
                  </a:cubicBezTo>
                  <a:cubicBezTo>
                    <a:pt x="115033" y="609965"/>
                    <a:pt x="112176" y="600440"/>
                    <a:pt x="118843" y="584248"/>
                  </a:cubicBezTo>
                  <a:cubicBezTo>
                    <a:pt x="123606" y="570913"/>
                    <a:pt x="129321" y="556625"/>
                    <a:pt x="135036" y="544243"/>
                  </a:cubicBezTo>
                  <a:cubicBezTo>
                    <a:pt x="139798" y="535670"/>
                    <a:pt x="138846" y="525193"/>
                    <a:pt x="132178" y="516620"/>
                  </a:cubicBezTo>
                  <a:cubicBezTo>
                    <a:pt x="130273" y="513762"/>
                    <a:pt x="128368" y="510905"/>
                    <a:pt x="125511" y="507095"/>
                  </a:cubicBezTo>
                  <a:cubicBezTo>
                    <a:pt x="120748" y="500428"/>
                    <a:pt x="115033" y="492808"/>
                    <a:pt x="110271" y="485187"/>
                  </a:cubicBezTo>
                  <a:cubicBezTo>
                    <a:pt x="105508" y="475662"/>
                    <a:pt x="95031" y="469948"/>
                    <a:pt x="84553" y="470900"/>
                  </a:cubicBezTo>
                  <a:cubicBezTo>
                    <a:pt x="83601" y="470900"/>
                    <a:pt x="82648" y="470900"/>
                    <a:pt x="81696" y="470900"/>
                  </a:cubicBezTo>
                  <a:lnTo>
                    <a:pt x="80743" y="470900"/>
                  </a:lnTo>
                  <a:lnTo>
                    <a:pt x="66456" y="470900"/>
                  </a:lnTo>
                  <a:lnTo>
                    <a:pt x="37881" y="470900"/>
                  </a:lnTo>
                  <a:lnTo>
                    <a:pt x="37881" y="470900"/>
                  </a:lnTo>
                  <a:cubicBezTo>
                    <a:pt x="28356" y="470900"/>
                    <a:pt x="19783" y="465185"/>
                    <a:pt x="16926" y="456612"/>
                  </a:cubicBezTo>
                  <a:cubicBezTo>
                    <a:pt x="15021" y="453755"/>
                    <a:pt x="14068" y="449945"/>
                    <a:pt x="13116" y="447087"/>
                  </a:cubicBezTo>
                  <a:cubicBezTo>
                    <a:pt x="8353" y="426133"/>
                    <a:pt x="4543" y="405178"/>
                    <a:pt x="733" y="385175"/>
                  </a:cubicBezTo>
                  <a:cubicBezTo>
                    <a:pt x="-2124" y="373745"/>
                    <a:pt x="3591" y="362315"/>
                    <a:pt x="14068" y="357553"/>
                  </a:cubicBezTo>
                  <a:cubicBezTo>
                    <a:pt x="19783" y="354695"/>
                    <a:pt x="26451" y="351837"/>
                    <a:pt x="32166" y="348980"/>
                  </a:cubicBezTo>
                  <a:lnTo>
                    <a:pt x="49311" y="342312"/>
                  </a:lnTo>
                  <a:lnTo>
                    <a:pt x="61693" y="337550"/>
                  </a:lnTo>
                  <a:cubicBezTo>
                    <a:pt x="68361" y="334693"/>
                    <a:pt x="74076" y="328978"/>
                    <a:pt x="75028" y="321358"/>
                  </a:cubicBezTo>
                  <a:cubicBezTo>
                    <a:pt x="77886" y="308975"/>
                    <a:pt x="79791" y="295640"/>
                    <a:pt x="82648" y="282305"/>
                  </a:cubicBezTo>
                  <a:lnTo>
                    <a:pt x="84553" y="271828"/>
                  </a:lnTo>
                  <a:cubicBezTo>
                    <a:pt x="85506" y="267065"/>
                    <a:pt x="84553" y="262303"/>
                    <a:pt x="80743" y="258493"/>
                  </a:cubicBezTo>
                  <a:cubicBezTo>
                    <a:pt x="75981" y="252778"/>
                    <a:pt x="71218" y="248015"/>
                    <a:pt x="65503" y="242300"/>
                  </a:cubicBezTo>
                  <a:cubicBezTo>
                    <a:pt x="62646" y="239443"/>
                    <a:pt x="59788" y="236585"/>
                    <a:pt x="56931" y="233728"/>
                  </a:cubicBezTo>
                  <a:cubicBezTo>
                    <a:pt x="54073" y="230870"/>
                    <a:pt x="48358" y="225155"/>
                    <a:pt x="43596" y="220393"/>
                  </a:cubicBezTo>
                  <a:cubicBezTo>
                    <a:pt x="32166" y="210868"/>
                    <a:pt x="30261" y="193722"/>
                    <a:pt x="39786" y="182293"/>
                  </a:cubicBezTo>
                  <a:cubicBezTo>
                    <a:pt x="39786" y="182293"/>
                    <a:pt x="39786" y="182293"/>
                    <a:pt x="40738" y="181340"/>
                  </a:cubicBezTo>
                  <a:cubicBezTo>
                    <a:pt x="52168" y="164195"/>
                    <a:pt x="63598" y="146097"/>
                    <a:pt x="75028" y="128953"/>
                  </a:cubicBezTo>
                  <a:cubicBezTo>
                    <a:pt x="81696" y="117522"/>
                    <a:pt x="96936" y="112760"/>
                    <a:pt x="109318" y="119428"/>
                  </a:cubicBezTo>
                  <a:lnTo>
                    <a:pt x="132178" y="128953"/>
                  </a:lnTo>
                  <a:lnTo>
                    <a:pt x="154086" y="137525"/>
                  </a:lnTo>
                  <a:cubicBezTo>
                    <a:pt x="161706" y="141335"/>
                    <a:pt x="170278" y="139430"/>
                    <a:pt x="175993" y="134668"/>
                  </a:cubicBezTo>
                  <a:cubicBezTo>
                    <a:pt x="185518" y="127047"/>
                    <a:pt x="195996" y="120380"/>
                    <a:pt x="206473" y="113713"/>
                  </a:cubicBezTo>
                  <a:lnTo>
                    <a:pt x="215998" y="107045"/>
                  </a:lnTo>
                  <a:cubicBezTo>
                    <a:pt x="220761" y="103235"/>
                    <a:pt x="223618" y="97520"/>
                    <a:pt x="224571" y="91805"/>
                  </a:cubicBezTo>
                  <a:cubicBezTo>
                    <a:pt x="225523" y="86090"/>
                    <a:pt x="225523" y="80375"/>
                    <a:pt x="225523" y="74660"/>
                  </a:cubicBezTo>
                  <a:cubicBezTo>
                    <a:pt x="225523" y="68945"/>
                    <a:pt x="225523" y="66088"/>
                    <a:pt x="225523" y="62277"/>
                  </a:cubicBezTo>
                  <a:cubicBezTo>
                    <a:pt x="225523" y="53705"/>
                    <a:pt x="225523" y="46085"/>
                    <a:pt x="225523" y="37513"/>
                  </a:cubicBezTo>
                  <a:cubicBezTo>
                    <a:pt x="225523" y="26083"/>
                    <a:pt x="233143" y="16558"/>
                    <a:pt x="244573" y="13700"/>
                  </a:cubicBezTo>
                  <a:cubicBezTo>
                    <a:pt x="264576" y="9890"/>
                    <a:pt x="285531" y="5127"/>
                    <a:pt x="313153" y="365"/>
                  </a:cubicBezTo>
                  <a:cubicBezTo>
                    <a:pt x="323631" y="-1540"/>
                    <a:pt x="334108" y="4175"/>
                    <a:pt x="338871" y="13700"/>
                  </a:cubicBezTo>
                  <a:cubicBezTo>
                    <a:pt x="341728" y="20368"/>
                    <a:pt x="345538" y="27035"/>
                    <a:pt x="348396" y="33702"/>
                  </a:cubicBezTo>
                  <a:lnTo>
                    <a:pt x="350301" y="37513"/>
                  </a:lnTo>
                  <a:cubicBezTo>
                    <a:pt x="352206" y="41322"/>
                    <a:pt x="354111" y="45133"/>
                    <a:pt x="355063" y="48943"/>
                  </a:cubicBezTo>
                  <a:cubicBezTo>
                    <a:pt x="357921" y="54658"/>
                    <a:pt x="359826" y="60372"/>
                    <a:pt x="362683" y="65135"/>
                  </a:cubicBezTo>
                  <a:cubicBezTo>
                    <a:pt x="364588" y="68945"/>
                    <a:pt x="368398" y="72755"/>
                    <a:pt x="372208" y="73708"/>
                  </a:cubicBezTo>
                  <a:lnTo>
                    <a:pt x="388401" y="76565"/>
                  </a:lnTo>
                  <a:cubicBezTo>
                    <a:pt x="398878" y="78470"/>
                    <a:pt x="408403" y="80375"/>
                    <a:pt x="418881" y="83233"/>
                  </a:cubicBezTo>
                  <a:cubicBezTo>
                    <a:pt x="428406" y="86090"/>
                    <a:pt x="437931" y="82280"/>
                    <a:pt x="444598" y="74660"/>
                  </a:cubicBezTo>
                  <a:cubicBezTo>
                    <a:pt x="451266" y="67040"/>
                    <a:pt x="458886" y="60372"/>
                    <a:pt x="466506" y="52752"/>
                  </a:cubicBezTo>
                  <a:lnTo>
                    <a:pt x="477936" y="41322"/>
                  </a:lnTo>
                  <a:cubicBezTo>
                    <a:pt x="484603" y="33702"/>
                    <a:pt x="496033" y="31797"/>
                    <a:pt x="504606" y="36560"/>
                  </a:cubicBezTo>
                  <a:cubicBezTo>
                    <a:pt x="529371" y="47990"/>
                    <a:pt x="552231" y="63230"/>
                    <a:pt x="572233" y="81328"/>
                  </a:cubicBezTo>
                  <a:cubicBezTo>
                    <a:pt x="576043" y="85138"/>
                    <a:pt x="577948" y="90853"/>
                    <a:pt x="577948" y="96568"/>
                  </a:cubicBezTo>
                  <a:cubicBezTo>
                    <a:pt x="576996" y="103235"/>
                    <a:pt x="576043" y="108950"/>
                    <a:pt x="573186" y="114665"/>
                  </a:cubicBezTo>
                  <a:cubicBezTo>
                    <a:pt x="570328" y="122285"/>
                    <a:pt x="567471" y="129905"/>
                    <a:pt x="563661" y="137525"/>
                  </a:cubicBezTo>
                  <a:cubicBezTo>
                    <a:pt x="560803" y="143240"/>
                    <a:pt x="558898" y="149908"/>
                    <a:pt x="556041" y="155622"/>
                  </a:cubicBezTo>
                  <a:cubicBezTo>
                    <a:pt x="554136" y="160385"/>
                    <a:pt x="554136" y="166100"/>
                    <a:pt x="556993" y="170863"/>
                  </a:cubicBezTo>
                  <a:cubicBezTo>
                    <a:pt x="566518" y="185150"/>
                    <a:pt x="577948" y="201343"/>
                    <a:pt x="590331" y="217535"/>
                  </a:cubicBezTo>
                  <a:cubicBezTo>
                    <a:pt x="593188" y="220393"/>
                    <a:pt x="596046" y="221345"/>
                    <a:pt x="599856" y="222297"/>
                  </a:cubicBezTo>
                  <a:cubicBezTo>
                    <a:pt x="604618" y="223250"/>
                    <a:pt x="609381" y="223250"/>
                    <a:pt x="613191" y="223250"/>
                  </a:cubicBezTo>
                  <a:lnTo>
                    <a:pt x="630336" y="223250"/>
                  </a:lnTo>
                  <a:cubicBezTo>
                    <a:pt x="637956" y="223250"/>
                    <a:pt x="646528" y="223250"/>
                    <a:pt x="654148" y="223250"/>
                  </a:cubicBezTo>
                  <a:cubicBezTo>
                    <a:pt x="666531" y="224203"/>
                    <a:pt x="676056" y="233728"/>
                    <a:pt x="677961" y="246110"/>
                  </a:cubicBezTo>
                  <a:cubicBezTo>
                    <a:pt x="679866" y="253730"/>
                    <a:pt x="681771" y="262303"/>
                    <a:pt x="683676" y="269923"/>
                  </a:cubicBezTo>
                  <a:cubicBezTo>
                    <a:pt x="685581" y="280400"/>
                    <a:pt x="687486" y="291830"/>
                    <a:pt x="689391" y="303260"/>
                  </a:cubicBezTo>
                  <a:lnTo>
                    <a:pt x="691296" y="316595"/>
                  </a:lnTo>
                  <a:cubicBezTo>
                    <a:pt x="691296" y="317548"/>
                    <a:pt x="691296" y="317548"/>
                    <a:pt x="691296" y="318500"/>
                  </a:cubicBezTo>
                  <a:lnTo>
                    <a:pt x="690343" y="324215"/>
                  </a:lnTo>
                  <a:cubicBezTo>
                    <a:pt x="690343" y="325168"/>
                    <a:pt x="690343" y="325168"/>
                    <a:pt x="689391" y="326120"/>
                  </a:cubicBezTo>
                  <a:cubicBezTo>
                    <a:pt x="683676" y="335645"/>
                    <a:pt x="675103" y="342312"/>
                    <a:pt x="664626" y="345170"/>
                  </a:cubicBezTo>
                  <a:cubicBezTo>
                    <a:pt x="656053" y="348980"/>
                    <a:pt x="648433" y="351837"/>
                    <a:pt x="640813" y="355648"/>
                  </a:cubicBezTo>
                  <a:lnTo>
                    <a:pt x="624621" y="362315"/>
                  </a:lnTo>
                  <a:cubicBezTo>
                    <a:pt x="619858" y="364220"/>
                    <a:pt x="617001" y="368030"/>
                    <a:pt x="616048" y="372793"/>
                  </a:cubicBezTo>
                  <a:cubicBezTo>
                    <a:pt x="615096" y="378508"/>
                    <a:pt x="614143" y="383270"/>
                    <a:pt x="612238" y="388985"/>
                  </a:cubicBezTo>
                  <a:cubicBezTo>
                    <a:pt x="610333" y="398510"/>
                    <a:pt x="608428" y="407083"/>
                    <a:pt x="606523" y="416608"/>
                  </a:cubicBezTo>
                  <a:cubicBezTo>
                    <a:pt x="603666" y="428037"/>
                    <a:pt x="607476" y="439468"/>
                    <a:pt x="616048" y="447087"/>
                  </a:cubicBezTo>
                  <a:cubicBezTo>
                    <a:pt x="625573" y="455660"/>
                    <a:pt x="635098" y="465185"/>
                    <a:pt x="646528" y="475662"/>
                  </a:cubicBezTo>
                  <a:cubicBezTo>
                    <a:pt x="657006" y="483283"/>
                    <a:pt x="658911" y="498523"/>
                    <a:pt x="650338" y="509000"/>
                  </a:cubicBezTo>
                  <a:cubicBezTo>
                    <a:pt x="637003" y="530908"/>
                    <a:pt x="627478" y="547100"/>
                    <a:pt x="617001" y="561388"/>
                  </a:cubicBezTo>
                  <a:cubicBezTo>
                    <a:pt x="605571" y="578533"/>
                    <a:pt x="597951" y="580438"/>
                    <a:pt x="576996" y="573770"/>
                  </a:cubicBezTo>
                  <a:lnTo>
                    <a:pt x="576043" y="572818"/>
                  </a:lnTo>
                  <a:lnTo>
                    <a:pt x="563661" y="568055"/>
                  </a:lnTo>
                  <a:cubicBezTo>
                    <a:pt x="554136" y="564245"/>
                    <a:pt x="544611" y="560435"/>
                    <a:pt x="535086" y="556625"/>
                  </a:cubicBezTo>
                  <a:cubicBezTo>
                    <a:pt x="528418" y="553768"/>
                    <a:pt x="520798" y="553768"/>
                    <a:pt x="514131" y="558530"/>
                  </a:cubicBezTo>
                  <a:lnTo>
                    <a:pt x="509368" y="562340"/>
                  </a:lnTo>
                  <a:cubicBezTo>
                    <a:pt x="497938" y="569960"/>
                    <a:pt x="487461" y="577580"/>
                    <a:pt x="476031" y="584248"/>
                  </a:cubicBezTo>
                  <a:cubicBezTo>
                    <a:pt x="471268" y="587105"/>
                    <a:pt x="468411" y="592820"/>
                    <a:pt x="468411" y="598535"/>
                  </a:cubicBezTo>
                  <a:cubicBezTo>
                    <a:pt x="467458" y="602345"/>
                    <a:pt x="467458" y="607108"/>
                    <a:pt x="467458" y="610918"/>
                  </a:cubicBezTo>
                  <a:cubicBezTo>
                    <a:pt x="467458" y="618538"/>
                    <a:pt x="467458" y="627110"/>
                    <a:pt x="467458" y="634730"/>
                  </a:cubicBezTo>
                  <a:lnTo>
                    <a:pt x="467458" y="653780"/>
                  </a:lnTo>
                  <a:cubicBezTo>
                    <a:pt x="467458" y="663305"/>
                    <a:pt x="461743" y="671878"/>
                    <a:pt x="453171" y="674735"/>
                  </a:cubicBezTo>
                  <a:lnTo>
                    <a:pt x="452218" y="675688"/>
                  </a:lnTo>
                  <a:cubicBezTo>
                    <a:pt x="449361" y="676640"/>
                    <a:pt x="446503" y="677593"/>
                    <a:pt x="443646" y="678545"/>
                  </a:cubicBezTo>
                  <a:lnTo>
                    <a:pt x="396021" y="688070"/>
                  </a:lnTo>
                  <a:lnTo>
                    <a:pt x="377923" y="691880"/>
                  </a:lnTo>
                  <a:cubicBezTo>
                    <a:pt x="377923" y="694738"/>
                    <a:pt x="376018" y="694738"/>
                    <a:pt x="375066" y="694738"/>
                  </a:cubicBezTo>
                  <a:close/>
                  <a:moveTo>
                    <a:pt x="268386" y="600440"/>
                  </a:moveTo>
                  <a:cubicBezTo>
                    <a:pt x="275053" y="600440"/>
                    <a:pt x="281721" y="601393"/>
                    <a:pt x="289341" y="603298"/>
                  </a:cubicBezTo>
                  <a:lnTo>
                    <a:pt x="306486" y="607108"/>
                  </a:lnTo>
                  <a:lnTo>
                    <a:pt x="319821" y="609965"/>
                  </a:lnTo>
                  <a:cubicBezTo>
                    <a:pt x="331251" y="611870"/>
                    <a:pt x="340776" y="619490"/>
                    <a:pt x="344586" y="630920"/>
                  </a:cubicBezTo>
                  <a:cubicBezTo>
                    <a:pt x="346491" y="634730"/>
                    <a:pt x="347443" y="638540"/>
                    <a:pt x="349348" y="642350"/>
                  </a:cubicBezTo>
                  <a:cubicBezTo>
                    <a:pt x="352206" y="649970"/>
                    <a:pt x="355063" y="657590"/>
                    <a:pt x="358873" y="664258"/>
                  </a:cubicBezTo>
                  <a:cubicBezTo>
                    <a:pt x="361731" y="669973"/>
                    <a:pt x="364588" y="674735"/>
                    <a:pt x="367446" y="679498"/>
                  </a:cubicBezTo>
                  <a:cubicBezTo>
                    <a:pt x="369351" y="683308"/>
                    <a:pt x="374113" y="685213"/>
                    <a:pt x="377923" y="684260"/>
                  </a:cubicBezTo>
                  <a:lnTo>
                    <a:pt x="396021" y="680450"/>
                  </a:lnTo>
                  <a:cubicBezTo>
                    <a:pt x="412213" y="677593"/>
                    <a:pt x="427453" y="673783"/>
                    <a:pt x="442693" y="670925"/>
                  </a:cubicBezTo>
                  <a:cubicBezTo>
                    <a:pt x="444598" y="669973"/>
                    <a:pt x="447456" y="669973"/>
                    <a:pt x="449361" y="668068"/>
                  </a:cubicBezTo>
                  <a:lnTo>
                    <a:pt x="450313" y="667115"/>
                  </a:lnTo>
                  <a:cubicBezTo>
                    <a:pt x="456028" y="665210"/>
                    <a:pt x="458886" y="660448"/>
                    <a:pt x="458886" y="654733"/>
                  </a:cubicBezTo>
                  <a:lnTo>
                    <a:pt x="458886" y="635683"/>
                  </a:lnTo>
                  <a:cubicBezTo>
                    <a:pt x="458886" y="628063"/>
                    <a:pt x="458886" y="619490"/>
                    <a:pt x="458886" y="611870"/>
                  </a:cubicBezTo>
                  <a:cubicBezTo>
                    <a:pt x="458886" y="608060"/>
                    <a:pt x="458886" y="603298"/>
                    <a:pt x="459838" y="598535"/>
                  </a:cubicBezTo>
                  <a:cubicBezTo>
                    <a:pt x="459838" y="589963"/>
                    <a:pt x="464601" y="582343"/>
                    <a:pt x="472221" y="577580"/>
                  </a:cubicBezTo>
                  <a:cubicBezTo>
                    <a:pt x="483651" y="569960"/>
                    <a:pt x="494128" y="563293"/>
                    <a:pt x="505558" y="555673"/>
                  </a:cubicBezTo>
                  <a:lnTo>
                    <a:pt x="510321" y="551863"/>
                  </a:lnTo>
                  <a:cubicBezTo>
                    <a:pt x="518893" y="546148"/>
                    <a:pt x="530323" y="544243"/>
                    <a:pt x="539848" y="549005"/>
                  </a:cubicBezTo>
                  <a:lnTo>
                    <a:pt x="567471" y="560435"/>
                  </a:lnTo>
                  <a:lnTo>
                    <a:pt x="578901" y="565198"/>
                  </a:lnTo>
                  <a:lnTo>
                    <a:pt x="578901" y="569960"/>
                  </a:lnTo>
                  <a:lnTo>
                    <a:pt x="580806" y="565198"/>
                  </a:lnTo>
                  <a:cubicBezTo>
                    <a:pt x="596998" y="570913"/>
                    <a:pt x="599856" y="569960"/>
                    <a:pt x="609381" y="556625"/>
                  </a:cubicBezTo>
                  <a:cubicBezTo>
                    <a:pt x="618906" y="542338"/>
                    <a:pt x="629383" y="526145"/>
                    <a:pt x="642718" y="504237"/>
                  </a:cubicBezTo>
                  <a:cubicBezTo>
                    <a:pt x="647481" y="498523"/>
                    <a:pt x="647481" y="488998"/>
                    <a:pt x="640813" y="484235"/>
                  </a:cubicBezTo>
                  <a:cubicBezTo>
                    <a:pt x="640813" y="484235"/>
                    <a:pt x="639861" y="483283"/>
                    <a:pt x="639861" y="483283"/>
                  </a:cubicBezTo>
                  <a:cubicBezTo>
                    <a:pt x="628431" y="471853"/>
                    <a:pt x="618906" y="462328"/>
                    <a:pt x="610333" y="454708"/>
                  </a:cubicBezTo>
                  <a:cubicBezTo>
                    <a:pt x="598903" y="445183"/>
                    <a:pt x="593188" y="429943"/>
                    <a:pt x="597951" y="414703"/>
                  </a:cubicBezTo>
                  <a:cubicBezTo>
                    <a:pt x="599856" y="406130"/>
                    <a:pt x="601761" y="396605"/>
                    <a:pt x="603666" y="387080"/>
                  </a:cubicBezTo>
                  <a:cubicBezTo>
                    <a:pt x="604618" y="381365"/>
                    <a:pt x="605571" y="375650"/>
                    <a:pt x="607476" y="370887"/>
                  </a:cubicBezTo>
                  <a:cubicBezTo>
                    <a:pt x="608428" y="363268"/>
                    <a:pt x="614143" y="356600"/>
                    <a:pt x="621763" y="353743"/>
                  </a:cubicBezTo>
                  <a:lnTo>
                    <a:pt x="637956" y="346123"/>
                  </a:lnTo>
                  <a:cubicBezTo>
                    <a:pt x="645576" y="342312"/>
                    <a:pt x="654148" y="339455"/>
                    <a:pt x="661768" y="335645"/>
                  </a:cubicBezTo>
                  <a:cubicBezTo>
                    <a:pt x="669388" y="332787"/>
                    <a:pt x="677008" y="328025"/>
                    <a:pt x="681771" y="321358"/>
                  </a:cubicBezTo>
                  <a:lnTo>
                    <a:pt x="682723" y="317548"/>
                  </a:lnTo>
                  <a:lnTo>
                    <a:pt x="679866" y="305165"/>
                  </a:lnTo>
                  <a:cubicBezTo>
                    <a:pt x="677961" y="294688"/>
                    <a:pt x="676056" y="283258"/>
                    <a:pt x="674151" y="272780"/>
                  </a:cubicBezTo>
                  <a:cubicBezTo>
                    <a:pt x="672246" y="264208"/>
                    <a:pt x="670341" y="256588"/>
                    <a:pt x="669388" y="248968"/>
                  </a:cubicBezTo>
                  <a:cubicBezTo>
                    <a:pt x="668436" y="240395"/>
                    <a:pt x="660816" y="234680"/>
                    <a:pt x="653196" y="234680"/>
                  </a:cubicBezTo>
                  <a:cubicBezTo>
                    <a:pt x="645576" y="234680"/>
                    <a:pt x="637003" y="234680"/>
                    <a:pt x="629383" y="234680"/>
                  </a:cubicBezTo>
                  <a:lnTo>
                    <a:pt x="612238" y="234680"/>
                  </a:lnTo>
                  <a:cubicBezTo>
                    <a:pt x="607476" y="234680"/>
                    <a:pt x="601761" y="234680"/>
                    <a:pt x="596998" y="233728"/>
                  </a:cubicBezTo>
                  <a:cubicBezTo>
                    <a:pt x="591283" y="232775"/>
                    <a:pt x="585568" y="229918"/>
                    <a:pt x="581758" y="225155"/>
                  </a:cubicBezTo>
                  <a:cubicBezTo>
                    <a:pt x="569376" y="208963"/>
                    <a:pt x="557946" y="192770"/>
                    <a:pt x="548421" y="178483"/>
                  </a:cubicBezTo>
                  <a:cubicBezTo>
                    <a:pt x="543658" y="170863"/>
                    <a:pt x="543658" y="162290"/>
                    <a:pt x="546516" y="154670"/>
                  </a:cubicBezTo>
                  <a:lnTo>
                    <a:pt x="554136" y="136572"/>
                  </a:lnTo>
                  <a:cubicBezTo>
                    <a:pt x="556993" y="128953"/>
                    <a:pt x="559851" y="121333"/>
                    <a:pt x="563661" y="113713"/>
                  </a:cubicBezTo>
                  <a:cubicBezTo>
                    <a:pt x="565566" y="108950"/>
                    <a:pt x="567471" y="103235"/>
                    <a:pt x="567471" y="98472"/>
                  </a:cubicBezTo>
                  <a:cubicBezTo>
                    <a:pt x="567471" y="95615"/>
                    <a:pt x="566518" y="92758"/>
                    <a:pt x="565566" y="90853"/>
                  </a:cubicBezTo>
                  <a:cubicBezTo>
                    <a:pt x="546516" y="73708"/>
                    <a:pt x="524608" y="58468"/>
                    <a:pt x="500796" y="47990"/>
                  </a:cubicBezTo>
                  <a:cubicBezTo>
                    <a:pt x="495081" y="45133"/>
                    <a:pt x="488413" y="46085"/>
                    <a:pt x="484603" y="50847"/>
                  </a:cubicBezTo>
                  <a:cubicBezTo>
                    <a:pt x="480793" y="54658"/>
                    <a:pt x="476983" y="58468"/>
                    <a:pt x="473173" y="62277"/>
                  </a:cubicBezTo>
                  <a:cubicBezTo>
                    <a:pt x="466506" y="68945"/>
                    <a:pt x="458886" y="76565"/>
                    <a:pt x="452218" y="83233"/>
                  </a:cubicBezTo>
                  <a:cubicBezTo>
                    <a:pt x="443646" y="93710"/>
                    <a:pt x="430311" y="97520"/>
                    <a:pt x="416976" y="94663"/>
                  </a:cubicBezTo>
                  <a:cubicBezTo>
                    <a:pt x="407451" y="91805"/>
                    <a:pt x="396973" y="89900"/>
                    <a:pt x="386496" y="87995"/>
                  </a:cubicBezTo>
                  <a:lnTo>
                    <a:pt x="370303" y="85138"/>
                  </a:lnTo>
                  <a:cubicBezTo>
                    <a:pt x="362683" y="83233"/>
                    <a:pt x="356968" y="78470"/>
                    <a:pt x="354111" y="71803"/>
                  </a:cubicBezTo>
                  <a:cubicBezTo>
                    <a:pt x="351253" y="66088"/>
                    <a:pt x="349348" y="60372"/>
                    <a:pt x="346491" y="55610"/>
                  </a:cubicBezTo>
                  <a:lnTo>
                    <a:pt x="341728" y="44180"/>
                  </a:lnTo>
                  <a:lnTo>
                    <a:pt x="339823" y="40370"/>
                  </a:lnTo>
                  <a:cubicBezTo>
                    <a:pt x="336966" y="33702"/>
                    <a:pt x="334108" y="27035"/>
                    <a:pt x="330298" y="21320"/>
                  </a:cubicBezTo>
                  <a:cubicBezTo>
                    <a:pt x="328393" y="15605"/>
                    <a:pt x="321726" y="11795"/>
                    <a:pt x="315058" y="12748"/>
                  </a:cubicBezTo>
                  <a:cubicBezTo>
                    <a:pt x="287436" y="17510"/>
                    <a:pt x="266481" y="21320"/>
                    <a:pt x="246478" y="26083"/>
                  </a:cubicBezTo>
                  <a:cubicBezTo>
                    <a:pt x="239811" y="27988"/>
                    <a:pt x="236001" y="33702"/>
                    <a:pt x="236001" y="40370"/>
                  </a:cubicBezTo>
                  <a:cubicBezTo>
                    <a:pt x="235048" y="47990"/>
                    <a:pt x="236001" y="56563"/>
                    <a:pt x="236001" y="64183"/>
                  </a:cubicBezTo>
                  <a:cubicBezTo>
                    <a:pt x="236001" y="67993"/>
                    <a:pt x="236001" y="72755"/>
                    <a:pt x="236001" y="76565"/>
                  </a:cubicBezTo>
                  <a:cubicBezTo>
                    <a:pt x="236001" y="80375"/>
                    <a:pt x="236001" y="87995"/>
                    <a:pt x="235048" y="94663"/>
                  </a:cubicBezTo>
                  <a:cubicBezTo>
                    <a:pt x="235048" y="103235"/>
                    <a:pt x="230286" y="111808"/>
                    <a:pt x="222666" y="117522"/>
                  </a:cubicBezTo>
                  <a:lnTo>
                    <a:pt x="213141" y="124190"/>
                  </a:lnTo>
                  <a:cubicBezTo>
                    <a:pt x="203616" y="130858"/>
                    <a:pt x="193138" y="137525"/>
                    <a:pt x="183613" y="145145"/>
                  </a:cubicBezTo>
                  <a:cubicBezTo>
                    <a:pt x="175041" y="151813"/>
                    <a:pt x="162658" y="153718"/>
                    <a:pt x="152181" y="148955"/>
                  </a:cubicBezTo>
                  <a:lnTo>
                    <a:pt x="130273" y="140383"/>
                  </a:lnTo>
                  <a:lnTo>
                    <a:pt x="107413" y="130858"/>
                  </a:lnTo>
                  <a:cubicBezTo>
                    <a:pt x="99793" y="126095"/>
                    <a:pt x="89316" y="128953"/>
                    <a:pt x="85506" y="136572"/>
                  </a:cubicBezTo>
                  <a:cubicBezTo>
                    <a:pt x="85506" y="136572"/>
                    <a:pt x="85506" y="136572"/>
                    <a:pt x="85506" y="136572"/>
                  </a:cubicBezTo>
                  <a:cubicBezTo>
                    <a:pt x="74076" y="153718"/>
                    <a:pt x="61693" y="170863"/>
                    <a:pt x="51216" y="188960"/>
                  </a:cubicBezTo>
                  <a:cubicBezTo>
                    <a:pt x="44548" y="196580"/>
                    <a:pt x="44548" y="207058"/>
                    <a:pt x="52168" y="213725"/>
                  </a:cubicBezTo>
                  <a:cubicBezTo>
                    <a:pt x="53121" y="214678"/>
                    <a:pt x="53121" y="214678"/>
                    <a:pt x="54073" y="214678"/>
                  </a:cubicBezTo>
                  <a:cubicBezTo>
                    <a:pt x="57883" y="219440"/>
                    <a:pt x="62646" y="223250"/>
                    <a:pt x="66456" y="227060"/>
                  </a:cubicBezTo>
                  <a:cubicBezTo>
                    <a:pt x="70266" y="230870"/>
                    <a:pt x="73123" y="232775"/>
                    <a:pt x="75981" y="236585"/>
                  </a:cubicBezTo>
                  <a:cubicBezTo>
                    <a:pt x="81696" y="242300"/>
                    <a:pt x="86458" y="248015"/>
                    <a:pt x="91221" y="253730"/>
                  </a:cubicBezTo>
                  <a:cubicBezTo>
                    <a:pt x="95983" y="259445"/>
                    <a:pt x="98841" y="267065"/>
                    <a:pt x="96936" y="274685"/>
                  </a:cubicBezTo>
                  <a:lnTo>
                    <a:pt x="95031" y="285163"/>
                  </a:lnTo>
                  <a:cubicBezTo>
                    <a:pt x="93126" y="297545"/>
                    <a:pt x="90268" y="310880"/>
                    <a:pt x="87411" y="324215"/>
                  </a:cubicBezTo>
                  <a:cubicBezTo>
                    <a:pt x="85506" y="334693"/>
                    <a:pt x="77886" y="343265"/>
                    <a:pt x="68361" y="347075"/>
                  </a:cubicBezTo>
                  <a:lnTo>
                    <a:pt x="55978" y="351837"/>
                  </a:lnTo>
                  <a:lnTo>
                    <a:pt x="38833" y="358505"/>
                  </a:lnTo>
                  <a:cubicBezTo>
                    <a:pt x="33118" y="360410"/>
                    <a:pt x="27403" y="363268"/>
                    <a:pt x="21688" y="366125"/>
                  </a:cubicBezTo>
                  <a:cubicBezTo>
                    <a:pt x="15021" y="368983"/>
                    <a:pt x="11211" y="376603"/>
                    <a:pt x="13116" y="383270"/>
                  </a:cubicBezTo>
                  <a:cubicBezTo>
                    <a:pt x="16926" y="404225"/>
                    <a:pt x="21688" y="425180"/>
                    <a:pt x="25498" y="445183"/>
                  </a:cubicBezTo>
                  <a:cubicBezTo>
                    <a:pt x="26451" y="448040"/>
                    <a:pt x="27403" y="449945"/>
                    <a:pt x="28356" y="452803"/>
                  </a:cubicBezTo>
                  <a:cubicBezTo>
                    <a:pt x="30261" y="458518"/>
                    <a:pt x="35023" y="462328"/>
                    <a:pt x="40738" y="462328"/>
                  </a:cubicBezTo>
                  <a:lnTo>
                    <a:pt x="40738" y="462328"/>
                  </a:lnTo>
                  <a:lnTo>
                    <a:pt x="69313" y="462328"/>
                  </a:lnTo>
                  <a:lnTo>
                    <a:pt x="83601" y="462328"/>
                  </a:lnTo>
                  <a:lnTo>
                    <a:pt x="86458" y="462328"/>
                  </a:lnTo>
                  <a:cubicBezTo>
                    <a:pt x="100746" y="461375"/>
                    <a:pt x="115033" y="468995"/>
                    <a:pt x="121701" y="481378"/>
                  </a:cubicBezTo>
                  <a:cubicBezTo>
                    <a:pt x="126463" y="488998"/>
                    <a:pt x="131226" y="495665"/>
                    <a:pt x="135988" y="503285"/>
                  </a:cubicBezTo>
                  <a:cubicBezTo>
                    <a:pt x="137893" y="506143"/>
                    <a:pt x="140751" y="509000"/>
                    <a:pt x="142656" y="512810"/>
                  </a:cubicBezTo>
                  <a:cubicBezTo>
                    <a:pt x="150276" y="523287"/>
                    <a:pt x="152181" y="537575"/>
                    <a:pt x="146466" y="549005"/>
                  </a:cubicBezTo>
                  <a:cubicBezTo>
                    <a:pt x="140751" y="561388"/>
                    <a:pt x="135036" y="574723"/>
                    <a:pt x="130273" y="589010"/>
                  </a:cubicBezTo>
                  <a:cubicBezTo>
                    <a:pt x="125511" y="603298"/>
                    <a:pt x="127416" y="605203"/>
                    <a:pt x="137893" y="612823"/>
                  </a:cubicBezTo>
                  <a:cubicBezTo>
                    <a:pt x="154086" y="624253"/>
                    <a:pt x="171231" y="635683"/>
                    <a:pt x="192186" y="648065"/>
                  </a:cubicBezTo>
                  <a:cubicBezTo>
                    <a:pt x="198853" y="652828"/>
                    <a:pt x="207426" y="652828"/>
                    <a:pt x="213141" y="646160"/>
                  </a:cubicBezTo>
                  <a:cubicBezTo>
                    <a:pt x="213141" y="646160"/>
                    <a:pt x="213141" y="646160"/>
                    <a:pt x="213141" y="646160"/>
                  </a:cubicBezTo>
                  <a:cubicBezTo>
                    <a:pt x="220761" y="639493"/>
                    <a:pt x="227428" y="631873"/>
                    <a:pt x="235048" y="625205"/>
                  </a:cubicBezTo>
                  <a:lnTo>
                    <a:pt x="239811" y="620443"/>
                  </a:lnTo>
                  <a:cubicBezTo>
                    <a:pt x="249336" y="605203"/>
                    <a:pt x="256003" y="600440"/>
                    <a:pt x="268386" y="600440"/>
                  </a:cubicBezTo>
                  <a:close/>
                  <a:moveTo>
                    <a:pt x="685581" y="324215"/>
                  </a:moveTo>
                  <a:lnTo>
                    <a:pt x="685581" y="324215"/>
                  </a:lnTo>
                  <a:close/>
                  <a:moveTo>
                    <a:pt x="345538" y="494712"/>
                  </a:moveTo>
                  <a:cubicBezTo>
                    <a:pt x="337918" y="494712"/>
                    <a:pt x="330298" y="493760"/>
                    <a:pt x="322678" y="492808"/>
                  </a:cubicBezTo>
                  <a:lnTo>
                    <a:pt x="322678" y="492808"/>
                  </a:lnTo>
                  <a:cubicBezTo>
                    <a:pt x="282673" y="487093"/>
                    <a:pt x="246478" y="464233"/>
                    <a:pt x="224571" y="430895"/>
                  </a:cubicBezTo>
                  <a:cubicBezTo>
                    <a:pt x="202663" y="400415"/>
                    <a:pt x="195043" y="362315"/>
                    <a:pt x="201711" y="326120"/>
                  </a:cubicBezTo>
                  <a:cubicBezTo>
                    <a:pt x="215046" y="247063"/>
                    <a:pt x="289341" y="193722"/>
                    <a:pt x="368398" y="207058"/>
                  </a:cubicBezTo>
                  <a:cubicBezTo>
                    <a:pt x="447456" y="220393"/>
                    <a:pt x="500796" y="294688"/>
                    <a:pt x="487461" y="373745"/>
                  </a:cubicBezTo>
                  <a:cubicBezTo>
                    <a:pt x="476031" y="443278"/>
                    <a:pt x="416023" y="494712"/>
                    <a:pt x="345538" y="494712"/>
                  </a:cubicBezTo>
                  <a:lnTo>
                    <a:pt x="345538" y="494712"/>
                  </a:lnTo>
                  <a:close/>
                  <a:moveTo>
                    <a:pt x="324583" y="483283"/>
                  </a:moveTo>
                  <a:cubicBezTo>
                    <a:pt x="398878" y="494712"/>
                    <a:pt x="467458" y="444230"/>
                    <a:pt x="478888" y="370887"/>
                  </a:cubicBezTo>
                  <a:cubicBezTo>
                    <a:pt x="478888" y="370887"/>
                    <a:pt x="478888" y="370887"/>
                    <a:pt x="478888" y="370887"/>
                  </a:cubicBezTo>
                  <a:cubicBezTo>
                    <a:pt x="484603" y="335645"/>
                    <a:pt x="476031" y="298498"/>
                    <a:pt x="454123" y="269923"/>
                  </a:cubicBezTo>
                  <a:cubicBezTo>
                    <a:pt x="411261" y="208963"/>
                    <a:pt x="327441" y="194675"/>
                    <a:pt x="266481" y="237538"/>
                  </a:cubicBezTo>
                  <a:cubicBezTo>
                    <a:pt x="236001" y="258493"/>
                    <a:pt x="215998" y="291830"/>
                    <a:pt x="211236" y="328025"/>
                  </a:cubicBezTo>
                  <a:cubicBezTo>
                    <a:pt x="204568" y="362315"/>
                    <a:pt x="212188" y="397558"/>
                    <a:pt x="232191" y="426133"/>
                  </a:cubicBezTo>
                  <a:cubicBezTo>
                    <a:pt x="253146" y="456612"/>
                    <a:pt x="287436" y="477568"/>
                    <a:pt x="324583" y="483283"/>
                  </a:cubicBezTo>
                  <a:lnTo>
                    <a:pt x="324583" y="483283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14" id="14"/>
            <p:cNvSpPr/>
            <p:nvPr/>
          </p:nvSpPr>
          <p:spPr>
            <a:xfrm>
              <a:off x="3804733" y="5040181"/>
              <a:ext cx="500062" cy="621029"/>
            </a:xfrm>
            <a:custGeom>
              <a:avLst/>
              <a:gdLst/>
              <a:ahLst/>
              <a:cxnLst/>
              <a:rect r="r" b="b" t="t" l="l"/>
              <a:pathLst>
                <a:path w="500062" h="621029" stroke="true" fill="norm" extrusionOk="true">
                  <a:moveTo>
                    <a:pt x="500063" y="184785"/>
                  </a:moveTo>
                  <a:lnTo>
                    <a:pt x="486728" y="211455"/>
                  </a:lnTo>
                  <a:cubicBezTo>
                    <a:pt x="450532" y="280988"/>
                    <a:pt x="426720" y="398145"/>
                    <a:pt x="353378" y="466725"/>
                  </a:cubicBezTo>
                  <a:cubicBezTo>
                    <a:pt x="326707" y="491490"/>
                    <a:pt x="31433" y="621030"/>
                    <a:pt x="31433" y="621030"/>
                  </a:cubicBezTo>
                  <a:lnTo>
                    <a:pt x="0" y="534353"/>
                  </a:lnTo>
                  <a:cubicBezTo>
                    <a:pt x="0" y="534353"/>
                    <a:pt x="234315" y="386715"/>
                    <a:pt x="254318" y="365760"/>
                  </a:cubicBezTo>
                  <a:cubicBezTo>
                    <a:pt x="278130" y="339090"/>
                    <a:pt x="384810" y="0"/>
                    <a:pt x="384810" y="0"/>
                  </a:cubicBezTo>
                  <a:lnTo>
                    <a:pt x="500063" y="184785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15" id="15"/>
            <p:cNvSpPr/>
            <p:nvPr/>
          </p:nvSpPr>
          <p:spPr>
            <a:xfrm>
              <a:off x="3799596" y="5036370"/>
              <a:ext cx="509723" cy="628650"/>
            </a:xfrm>
            <a:custGeom>
              <a:avLst/>
              <a:gdLst/>
              <a:ahLst/>
              <a:cxnLst/>
              <a:rect r="r" b="b" t="t" l="l"/>
              <a:pathLst>
                <a:path w="509723" h="628650" stroke="true" fill="norm" extrusionOk="true">
                  <a:moveTo>
                    <a:pt x="36569" y="628650"/>
                  </a:moveTo>
                  <a:cubicBezTo>
                    <a:pt x="35616" y="628650"/>
                    <a:pt x="35616" y="628650"/>
                    <a:pt x="34664" y="628650"/>
                  </a:cubicBezTo>
                  <a:cubicBezTo>
                    <a:pt x="33711" y="627698"/>
                    <a:pt x="32759" y="626745"/>
                    <a:pt x="31806" y="625793"/>
                  </a:cubicBezTo>
                  <a:lnTo>
                    <a:pt x="374" y="539115"/>
                  </a:lnTo>
                  <a:cubicBezTo>
                    <a:pt x="-579" y="537210"/>
                    <a:pt x="374" y="534353"/>
                    <a:pt x="2279" y="533400"/>
                  </a:cubicBezTo>
                  <a:cubicBezTo>
                    <a:pt x="83241" y="482918"/>
                    <a:pt x="239451" y="381953"/>
                    <a:pt x="254691" y="366713"/>
                  </a:cubicBezTo>
                  <a:cubicBezTo>
                    <a:pt x="274694" y="346710"/>
                    <a:pt x="355656" y="98107"/>
                    <a:pt x="385184" y="3810"/>
                  </a:cubicBezTo>
                  <a:cubicBezTo>
                    <a:pt x="386136" y="1905"/>
                    <a:pt x="387089" y="952"/>
                    <a:pt x="388994" y="0"/>
                  </a:cubicBezTo>
                  <a:cubicBezTo>
                    <a:pt x="390899" y="0"/>
                    <a:pt x="392804" y="952"/>
                    <a:pt x="393756" y="1905"/>
                  </a:cubicBezTo>
                  <a:lnTo>
                    <a:pt x="509009" y="186690"/>
                  </a:lnTo>
                  <a:cubicBezTo>
                    <a:pt x="509961" y="188595"/>
                    <a:pt x="509961" y="189548"/>
                    <a:pt x="509009" y="191452"/>
                  </a:cubicBezTo>
                  <a:cubicBezTo>
                    <a:pt x="509009" y="191452"/>
                    <a:pt x="504246" y="200977"/>
                    <a:pt x="495674" y="218123"/>
                  </a:cubicBezTo>
                  <a:cubicBezTo>
                    <a:pt x="484244" y="242888"/>
                    <a:pt x="472814" y="267653"/>
                    <a:pt x="464241" y="293370"/>
                  </a:cubicBezTo>
                  <a:cubicBezTo>
                    <a:pt x="440429" y="356235"/>
                    <a:pt x="412806" y="426720"/>
                    <a:pt x="361371" y="474345"/>
                  </a:cubicBezTo>
                  <a:cubicBezTo>
                    <a:pt x="333749" y="500063"/>
                    <a:pt x="50856" y="623888"/>
                    <a:pt x="38474" y="628650"/>
                  </a:cubicBezTo>
                  <a:cubicBezTo>
                    <a:pt x="37521" y="628650"/>
                    <a:pt x="36569" y="628650"/>
                    <a:pt x="36569" y="628650"/>
                  </a:cubicBezTo>
                  <a:close/>
                  <a:moveTo>
                    <a:pt x="10851" y="539115"/>
                  </a:moveTo>
                  <a:lnTo>
                    <a:pt x="39426" y="618173"/>
                  </a:lnTo>
                  <a:cubicBezTo>
                    <a:pt x="142296" y="573405"/>
                    <a:pt x="334701" y="485775"/>
                    <a:pt x="354704" y="466725"/>
                  </a:cubicBezTo>
                  <a:cubicBezTo>
                    <a:pt x="404234" y="420053"/>
                    <a:pt x="430904" y="350520"/>
                    <a:pt x="454716" y="288607"/>
                  </a:cubicBezTo>
                  <a:cubicBezTo>
                    <a:pt x="464241" y="262890"/>
                    <a:pt x="474719" y="237173"/>
                    <a:pt x="487101" y="212407"/>
                  </a:cubicBezTo>
                  <a:lnTo>
                    <a:pt x="499484" y="188595"/>
                  </a:lnTo>
                  <a:lnTo>
                    <a:pt x="390899" y="14288"/>
                  </a:lnTo>
                  <a:cubicBezTo>
                    <a:pt x="372801" y="71438"/>
                    <a:pt x="284219" y="347663"/>
                    <a:pt x="261359" y="371475"/>
                  </a:cubicBezTo>
                  <a:cubicBezTo>
                    <a:pt x="243261" y="391478"/>
                    <a:pt x="40379" y="519113"/>
                    <a:pt x="10851" y="539115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16" id="16"/>
            <p:cNvSpPr/>
            <p:nvPr/>
          </p:nvSpPr>
          <p:spPr>
            <a:xfrm>
              <a:off x="3733286" y="5572628"/>
              <a:ext cx="102879" cy="207877"/>
            </a:xfrm>
            <a:custGeom>
              <a:avLst/>
              <a:gdLst/>
              <a:ahLst/>
              <a:cxnLst/>
              <a:rect r="r" b="b" t="t" l="l"/>
              <a:pathLst>
                <a:path w="102879" h="207877" stroke="true" fill="norm" extrusionOk="true">
                  <a:moveTo>
                    <a:pt x="71447" y="0"/>
                  </a:moveTo>
                  <a:cubicBezTo>
                    <a:pt x="71447" y="0"/>
                    <a:pt x="-943" y="12383"/>
                    <a:pt x="9" y="22860"/>
                  </a:cubicBezTo>
                  <a:cubicBezTo>
                    <a:pt x="962" y="33338"/>
                    <a:pt x="58112" y="215265"/>
                    <a:pt x="79067" y="207645"/>
                  </a:cubicBezTo>
                  <a:cubicBezTo>
                    <a:pt x="100022" y="200025"/>
                    <a:pt x="102879" y="87630"/>
                    <a:pt x="102879" y="87630"/>
                  </a:cubicBezTo>
                  <a:lnTo>
                    <a:pt x="71447" y="0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17" id="17"/>
            <p:cNvSpPr/>
            <p:nvPr/>
          </p:nvSpPr>
          <p:spPr>
            <a:xfrm>
              <a:off x="3727579" y="5568818"/>
              <a:ext cx="112395" cy="216217"/>
            </a:xfrm>
            <a:custGeom>
              <a:avLst/>
              <a:gdLst/>
              <a:ahLst/>
              <a:cxnLst/>
              <a:rect r="r" b="b" t="t" l="l"/>
              <a:pathLst>
                <a:path w="112395" h="216217" stroke="true" fill="norm" extrusionOk="true">
                  <a:moveTo>
                    <a:pt x="82868" y="216217"/>
                  </a:moveTo>
                  <a:cubicBezTo>
                    <a:pt x="80963" y="216217"/>
                    <a:pt x="78106" y="215265"/>
                    <a:pt x="76201" y="214313"/>
                  </a:cubicBezTo>
                  <a:cubicBezTo>
                    <a:pt x="48578" y="196215"/>
                    <a:pt x="1" y="36195"/>
                    <a:pt x="1" y="27622"/>
                  </a:cubicBezTo>
                  <a:cubicBezTo>
                    <a:pt x="1" y="23813"/>
                    <a:pt x="-952" y="12383"/>
                    <a:pt x="75248" y="0"/>
                  </a:cubicBezTo>
                  <a:cubicBezTo>
                    <a:pt x="77153" y="0"/>
                    <a:pt x="80011" y="953"/>
                    <a:pt x="80963" y="2858"/>
                  </a:cubicBezTo>
                  <a:lnTo>
                    <a:pt x="112396" y="89535"/>
                  </a:lnTo>
                  <a:cubicBezTo>
                    <a:pt x="112396" y="90488"/>
                    <a:pt x="112396" y="90488"/>
                    <a:pt x="112396" y="91440"/>
                  </a:cubicBezTo>
                  <a:cubicBezTo>
                    <a:pt x="111443" y="118110"/>
                    <a:pt x="107633" y="207645"/>
                    <a:pt x="84773" y="215265"/>
                  </a:cubicBezTo>
                  <a:cubicBezTo>
                    <a:pt x="84773" y="216217"/>
                    <a:pt x="83821" y="216217"/>
                    <a:pt x="82868" y="216217"/>
                  </a:cubicBezTo>
                  <a:close/>
                  <a:moveTo>
                    <a:pt x="10478" y="27622"/>
                  </a:moveTo>
                  <a:cubicBezTo>
                    <a:pt x="11431" y="35242"/>
                    <a:pt x="24766" y="77153"/>
                    <a:pt x="40958" y="120967"/>
                  </a:cubicBezTo>
                  <a:cubicBezTo>
                    <a:pt x="71438" y="204788"/>
                    <a:pt x="82868" y="206692"/>
                    <a:pt x="83821" y="206692"/>
                  </a:cubicBezTo>
                  <a:cubicBezTo>
                    <a:pt x="95251" y="202883"/>
                    <a:pt x="102871" y="144780"/>
                    <a:pt x="104776" y="92392"/>
                  </a:cubicBezTo>
                  <a:lnTo>
                    <a:pt x="74296" y="9525"/>
                  </a:lnTo>
                  <a:cubicBezTo>
                    <a:pt x="45721" y="14288"/>
                    <a:pt x="15241" y="21908"/>
                    <a:pt x="10478" y="27622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18" id="18"/>
            <p:cNvSpPr/>
            <p:nvPr/>
          </p:nvSpPr>
          <p:spPr>
            <a:xfrm>
              <a:off x="4178113" y="5120190"/>
              <a:ext cx="306749" cy="681990"/>
            </a:xfrm>
            <a:custGeom>
              <a:avLst/>
              <a:gdLst/>
              <a:ahLst/>
              <a:cxnLst/>
              <a:rect r="r" b="b" t="t" l="l"/>
              <a:pathLst>
                <a:path w="306749" h="681990" stroke="true" fill="norm" extrusionOk="true">
                  <a:moveTo>
                    <a:pt x="212408" y="50483"/>
                  </a:moveTo>
                  <a:cubicBezTo>
                    <a:pt x="212408" y="50483"/>
                    <a:pt x="216217" y="60960"/>
                    <a:pt x="220980" y="79058"/>
                  </a:cubicBezTo>
                  <a:cubicBezTo>
                    <a:pt x="243840" y="153353"/>
                    <a:pt x="304800" y="349568"/>
                    <a:pt x="306705" y="379095"/>
                  </a:cubicBezTo>
                  <a:cubicBezTo>
                    <a:pt x="309563" y="416243"/>
                    <a:pt x="174308" y="681990"/>
                    <a:pt x="174308" y="681990"/>
                  </a:cubicBezTo>
                  <a:lnTo>
                    <a:pt x="82868" y="665798"/>
                  </a:lnTo>
                  <a:cubicBezTo>
                    <a:pt x="82868" y="665798"/>
                    <a:pt x="164783" y="380048"/>
                    <a:pt x="164783" y="351473"/>
                  </a:cubicBezTo>
                  <a:cubicBezTo>
                    <a:pt x="164783" y="316230"/>
                    <a:pt x="0" y="0"/>
                    <a:pt x="0" y="0"/>
                  </a:cubicBezTo>
                  <a:lnTo>
                    <a:pt x="212408" y="50483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19" id="19"/>
            <p:cNvSpPr/>
            <p:nvPr/>
          </p:nvSpPr>
          <p:spPr>
            <a:xfrm>
              <a:off x="4173588" y="5117333"/>
              <a:ext cx="316038" cy="690562"/>
            </a:xfrm>
            <a:custGeom>
              <a:avLst/>
              <a:gdLst/>
              <a:ahLst/>
              <a:cxnLst/>
              <a:rect r="r" b="b" t="t" l="l"/>
              <a:pathLst>
                <a:path w="316038" h="690562" stroke="true" fill="norm" extrusionOk="true">
                  <a:moveTo>
                    <a:pt x="179784" y="690563"/>
                  </a:moveTo>
                  <a:lnTo>
                    <a:pt x="179784" y="690563"/>
                  </a:lnTo>
                  <a:lnTo>
                    <a:pt x="87392" y="674370"/>
                  </a:lnTo>
                  <a:cubicBezTo>
                    <a:pt x="86439" y="674370"/>
                    <a:pt x="84534" y="673418"/>
                    <a:pt x="84534" y="672465"/>
                  </a:cubicBezTo>
                  <a:cubicBezTo>
                    <a:pt x="83582" y="671513"/>
                    <a:pt x="83582" y="669607"/>
                    <a:pt x="83582" y="668655"/>
                  </a:cubicBezTo>
                  <a:cubicBezTo>
                    <a:pt x="112157" y="569595"/>
                    <a:pt x="165497" y="377190"/>
                    <a:pt x="165497" y="356235"/>
                  </a:cubicBezTo>
                  <a:cubicBezTo>
                    <a:pt x="165497" y="327660"/>
                    <a:pt x="47387" y="94297"/>
                    <a:pt x="714" y="6667"/>
                  </a:cubicBezTo>
                  <a:cubicBezTo>
                    <a:pt x="-238" y="4763"/>
                    <a:pt x="-238" y="2857"/>
                    <a:pt x="714" y="1905"/>
                  </a:cubicBezTo>
                  <a:cubicBezTo>
                    <a:pt x="1667" y="0"/>
                    <a:pt x="3572" y="0"/>
                    <a:pt x="5477" y="0"/>
                  </a:cubicBezTo>
                  <a:lnTo>
                    <a:pt x="217884" y="49530"/>
                  </a:lnTo>
                  <a:cubicBezTo>
                    <a:pt x="219789" y="49530"/>
                    <a:pt x="220742" y="51435"/>
                    <a:pt x="221694" y="52388"/>
                  </a:cubicBezTo>
                  <a:lnTo>
                    <a:pt x="230267" y="80963"/>
                  </a:lnTo>
                  <a:cubicBezTo>
                    <a:pt x="255032" y="161925"/>
                    <a:pt x="314087" y="352425"/>
                    <a:pt x="315992" y="382905"/>
                  </a:cubicBezTo>
                  <a:cubicBezTo>
                    <a:pt x="318849" y="421005"/>
                    <a:pt x="188357" y="678180"/>
                    <a:pt x="182642" y="688657"/>
                  </a:cubicBezTo>
                  <a:cubicBezTo>
                    <a:pt x="182642" y="689610"/>
                    <a:pt x="180737" y="690563"/>
                    <a:pt x="179784" y="690563"/>
                  </a:cubicBezTo>
                  <a:close/>
                  <a:moveTo>
                    <a:pt x="94059" y="665797"/>
                  </a:moveTo>
                  <a:lnTo>
                    <a:pt x="176927" y="680085"/>
                  </a:lnTo>
                  <a:cubicBezTo>
                    <a:pt x="215979" y="603885"/>
                    <a:pt x="309324" y="411480"/>
                    <a:pt x="307419" y="382905"/>
                  </a:cubicBezTo>
                  <a:cubicBezTo>
                    <a:pt x="305514" y="354330"/>
                    <a:pt x="241697" y="146685"/>
                    <a:pt x="221694" y="82867"/>
                  </a:cubicBezTo>
                  <a:lnTo>
                    <a:pt x="213122" y="57150"/>
                  </a:lnTo>
                  <a:lnTo>
                    <a:pt x="14049" y="11430"/>
                  </a:lnTo>
                  <a:cubicBezTo>
                    <a:pt x="41672" y="64770"/>
                    <a:pt x="174069" y="321945"/>
                    <a:pt x="174069" y="355282"/>
                  </a:cubicBezTo>
                  <a:cubicBezTo>
                    <a:pt x="175022" y="381952"/>
                    <a:pt x="105489" y="625793"/>
                    <a:pt x="94059" y="665797"/>
                  </a:cubicBezTo>
                  <a:lnTo>
                    <a:pt x="94059" y="665797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20" id="20"/>
            <p:cNvSpPr/>
            <p:nvPr/>
          </p:nvSpPr>
          <p:spPr>
            <a:xfrm>
              <a:off x="3934575" y="4389492"/>
              <a:ext cx="196664" cy="311598"/>
            </a:xfrm>
            <a:custGeom>
              <a:avLst/>
              <a:gdLst/>
              <a:ahLst/>
              <a:cxnLst/>
              <a:rect r="r" b="b" t="t" l="l"/>
              <a:pathLst>
                <a:path w="196664" h="311598" stroke="true" fill="norm" extrusionOk="true">
                  <a:moveTo>
                    <a:pt x="122570" y="131"/>
                  </a:moveTo>
                  <a:cubicBezTo>
                    <a:pt x="103520" y="1084"/>
                    <a:pt x="84470" y="6799"/>
                    <a:pt x="67325" y="15371"/>
                  </a:cubicBezTo>
                  <a:cubicBezTo>
                    <a:pt x="36845" y="29659"/>
                    <a:pt x="8270" y="54424"/>
                    <a:pt x="1602" y="86809"/>
                  </a:cubicBezTo>
                  <a:cubicBezTo>
                    <a:pt x="-4113" y="113479"/>
                    <a:pt x="6365" y="140149"/>
                    <a:pt x="18747" y="163961"/>
                  </a:cubicBezTo>
                  <a:cubicBezTo>
                    <a:pt x="31130" y="187774"/>
                    <a:pt x="47322" y="210634"/>
                    <a:pt x="54942" y="236351"/>
                  </a:cubicBezTo>
                  <a:cubicBezTo>
                    <a:pt x="61610" y="262069"/>
                    <a:pt x="58752" y="294454"/>
                    <a:pt x="37797" y="311599"/>
                  </a:cubicBezTo>
                  <a:cubicBezTo>
                    <a:pt x="65420" y="301121"/>
                    <a:pt x="92090" y="285881"/>
                    <a:pt x="114950" y="266831"/>
                  </a:cubicBezTo>
                  <a:cubicBezTo>
                    <a:pt x="128285" y="255401"/>
                    <a:pt x="137810" y="240161"/>
                    <a:pt x="139715" y="222064"/>
                  </a:cubicBezTo>
                  <a:cubicBezTo>
                    <a:pt x="139715" y="207776"/>
                    <a:pt x="135905" y="193489"/>
                    <a:pt x="129237" y="181106"/>
                  </a:cubicBezTo>
                  <a:cubicBezTo>
                    <a:pt x="119712" y="162056"/>
                    <a:pt x="113045" y="141101"/>
                    <a:pt x="110187" y="120146"/>
                  </a:cubicBezTo>
                  <a:cubicBezTo>
                    <a:pt x="108282" y="99191"/>
                    <a:pt x="116855" y="75379"/>
                    <a:pt x="134952" y="64901"/>
                  </a:cubicBezTo>
                  <a:cubicBezTo>
                    <a:pt x="151145" y="55376"/>
                    <a:pt x="203532" y="56329"/>
                    <a:pt x="195912" y="25849"/>
                  </a:cubicBezTo>
                  <a:cubicBezTo>
                    <a:pt x="190197" y="2989"/>
                    <a:pt x="141620" y="-821"/>
                    <a:pt x="122570" y="131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21" id="21"/>
            <p:cNvSpPr/>
            <p:nvPr/>
          </p:nvSpPr>
          <p:spPr>
            <a:xfrm>
              <a:off x="3930755" y="4383779"/>
              <a:ext cx="207391" cy="322073"/>
            </a:xfrm>
            <a:custGeom>
              <a:avLst/>
              <a:gdLst/>
              <a:ahLst/>
              <a:cxnLst/>
              <a:rect r="r" b="b" t="t" l="l"/>
              <a:pathLst>
                <a:path w="207391" h="322073" stroke="true" fill="norm" extrusionOk="true">
                  <a:moveTo>
                    <a:pt x="42570" y="322074"/>
                  </a:moveTo>
                  <a:cubicBezTo>
                    <a:pt x="39713" y="322074"/>
                    <a:pt x="37808" y="320169"/>
                    <a:pt x="37808" y="317311"/>
                  </a:cubicBezTo>
                  <a:cubicBezTo>
                    <a:pt x="37808" y="315406"/>
                    <a:pt x="38760" y="314454"/>
                    <a:pt x="39713" y="313501"/>
                  </a:cubicBezTo>
                  <a:cubicBezTo>
                    <a:pt x="60668" y="296356"/>
                    <a:pt x="60668" y="264924"/>
                    <a:pt x="54953" y="243016"/>
                  </a:cubicBezTo>
                  <a:cubicBezTo>
                    <a:pt x="49238" y="223966"/>
                    <a:pt x="40665" y="206821"/>
                    <a:pt x="30188" y="189676"/>
                  </a:cubicBezTo>
                  <a:cubicBezTo>
                    <a:pt x="26378" y="183961"/>
                    <a:pt x="23520" y="177294"/>
                    <a:pt x="19710" y="171579"/>
                  </a:cubicBezTo>
                  <a:cubicBezTo>
                    <a:pt x="2565" y="140146"/>
                    <a:pt x="-3150" y="113476"/>
                    <a:pt x="1613" y="90616"/>
                  </a:cubicBezTo>
                  <a:cubicBezTo>
                    <a:pt x="10185" y="50611"/>
                    <a:pt x="48285" y="26799"/>
                    <a:pt x="70193" y="16321"/>
                  </a:cubicBezTo>
                  <a:cubicBezTo>
                    <a:pt x="88290" y="6796"/>
                    <a:pt x="107340" y="2034"/>
                    <a:pt x="127343" y="129"/>
                  </a:cubicBezTo>
                  <a:lnTo>
                    <a:pt x="127343" y="129"/>
                  </a:lnTo>
                  <a:cubicBezTo>
                    <a:pt x="146393" y="-824"/>
                    <a:pt x="198780" y="2986"/>
                    <a:pt x="206400" y="29656"/>
                  </a:cubicBezTo>
                  <a:cubicBezTo>
                    <a:pt x="208305" y="35371"/>
                    <a:pt x="207353" y="42039"/>
                    <a:pt x="204495" y="47754"/>
                  </a:cubicBezTo>
                  <a:cubicBezTo>
                    <a:pt x="197828" y="59184"/>
                    <a:pt x="179730" y="63946"/>
                    <a:pt x="163538" y="67756"/>
                  </a:cubicBezTo>
                  <a:cubicBezTo>
                    <a:pt x="156870" y="68709"/>
                    <a:pt x="150203" y="70614"/>
                    <a:pt x="143535" y="73471"/>
                  </a:cubicBezTo>
                  <a:cubicBezTo>
                    <a:pt x="125438" y="83949"/>
                    <a:pt x="119723" y="107761"/>
                    <a:pt x="120675" y="124906"/>
                  </a:cubicBezTo>
                  <a:cubicBezTo>
                    <a:pt x="123533" y="144909"/>
                    <a:pt x="129248" y="163959"/>
                    <a:pt x="137820" y="181104"/>
                  </a:cubicBezTo>
                  <a:lnTo>
                    <a:pt x="138773" y="183961"/>
                  </a:lnTo>
                  <a:cubicBezTo>
                    <a:pt x="145440" y="197296"/>
                    <a:pt x="149250" y="212536"/>
                    <a:pt x="149250" y="227776"/>
                  </a:cubicBezTo>
                  <a:cubicBezTo>
                    <a:pt x="147345" y="246826"/>
                    <a:pt x="137820" y="263971"/>
                    <a:pt x="122580" y="276354"/>
                  </a:cubicBezTo>
                  <a:cubicBezTo>
                    <a:pt x="98768" y="295404"/>
                    <a:pt x="73050" y="311596"/>
                    <a:pt x="44475" y="322074"/>
                  </a:cubicBezTo>
                  <a:cubicBezTo>
                    <a:pt x="43523" y="322074"/>
                    <a:pt x="42570" y="322074"/>
                    <a:pt x="42570" y="322074"/>
                  </a:cubicBezTo>
                  <a:close/>
                  <a:moveTo>
                    <a:pt x="126390" y="10606"/>
                  </a:moveTo>
                  <a:cubicBezTo>
                    <a:pt x="107340" y="11559"/>
                    <a:pt x="89243" y="17274"/>
                    <a:pt x="73050" y="25846"/>
                  </a:cubicBezTo>
                  <a:cubicBezTo>
                    <a:pt x="53048" y="35371"/>
                    <a:pt x="17805" y="57279"/>
                    <a:pt x="10185" y="93474"/>
                  </a:cubicBezTo>
                  <a:cubicBezTo>
                    <a:pt x="6375" y="114429"/>
                    <a:pt x="11138" y="138241"/>
                    <a:pt x="27330" y="167769"/>
                  </a:cubicBezTo>
                  <a:cubicBezTo>
                    <a:pt x="30188" y="173484"/>
                    <a:pt x="33998" y="180151"/>
                    <a:pt x="37808" y="185866"/>
                  </a:cubicBezTo>
                  <a:cubicBezTo>
                    <a:pt x="49238" y="203011"/>
                    <a:pt x="57810" y="222061"/>
                    <a:pt x="63525" y="241111"/>
                  </a:cubicBezTo>
                  <a:cubicBezTo>
                    <a:pt x="70193" y="262066"/>
                    <a:pt x="68288" y="284926"/>
                    <a:pt x="58763" y="304929"/>
                  </a:cubicBezTo>
                  <a:cubicBezTo>
                    <a:pt x="79718" y="296356"/>
                    <a:pt x="98768" y="283974"/>
                    <a:pt x="115913" y="268734"/>
                  </a:cubicBezTo>
                  <a:cubicBezTo>
                    <a:pt x="128295" y="258256"/>
                    <a:pt x="136868" y="243969"/>
                    <a:pt x="139725" y="226824"/>
                  </a:cubicBezTo>
                  <a:cubicBezTo>
                    <a:pt x="139725" y="213489"/>
                    <a:pt x="136868" y="200154"/>
                    <a:pt x="130200" y="187771"/>
                  </a:cubicBezTo>
                  <a:lnTo>
                    <a:pt x="129248" y="184914"/>
                  </a:lnTo>
                  <a:cubicBezTo>
                    <a:pt x="119723" y="165864"/>
                    <a:pt x="114008" y="145861"/>
                    <a:pt x="111150" y="124906"/>
                  </a:cubicBezTo>
                  <a:cubicBezTo>
                    <a:pt x="108293" y="101094"/>
                    <a:pt x="118770" y="78234"/>
                    <a:pt x="138773" y="64899"/>
                  </a:cubicBezTo>
                  <a:cubicBezTo>
                    <a:pt x="146393" y="61089"/>
                    <a:pt x="154013" y="59184"/>
                    <a:pt x="161633" y="57279"/>
                  </a:cubicBezTo>
                  <a:cubicBezTo>
                    <a:pt x="174968" y="54421"/>
                    <a:pt x="191160" y="49659"/>
                    <a:pt x="195923" y="42039"/>
                  </a:cubicBezTo>
                  <a:cubicBezTo>
                    <a:pt x="197828" y="39181"/>
                    <a:pt x="197828" y="35371"/>
                    <a:pt x="196875" y="32514"/>
                  </a:cubicBezTo>
                  <a:cubicBezTo>
                    <a:pt x="191160" y="14416"/>
                    <a:pt x="146393" y="9654"/>
                    <a:pt x="126390" y="10606"/>
                  </a:cubicBezTo>
                  <a:lnTo>
                    <a:pt x="126390" y="10606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22" id="22"/>
            <p:cNvSpPr/>
            <p:nvPr/>
          </p:nvSpPr>
          <p:spPr>
            <a:xfrm>
              <a:off x="4073590" y="4378575"/>
              <a:ext cx="55046" cy="87392"/>
            </a:xfrm>
            <a:custGeom>
              <a:avLst/>
              <a:gdLst/>
              <a:ahLst/>
              <a:cxnLst/>
              <a:rect r="r" b="b" t="t" l="l"/>
              <a:pathLst>
                <a:path w="55046" h="87392" stroke="true" fill="norm" extrusionOk="true">
                  <a:moveTo>
                    <a:pt x="7368" y="16763"/>
                  </a:moveTo>
                  <a:cubicBezTo>
                    <a:pt x="700" y="28193"/>
                    <a:pt x="-1205" y="40576"/>
                    <a:pt x="700" y="52958"/>
                  </a:cubicBezTo>
                  <a:cubicBezTo>
                    <a:pt x="1653" y="61531"/>
                    <a:pt x="4510" y="69151"/>
                    <a:pt x="9273" y="76771"/>
                  </a:cubicBezTo>
                  <a:cubicBezTo>
                    <a:pt x="15940" y="84391"/>
                    <a:pt x="26418" y="88201"/>
                    <a:pt x="36895" y="87248"/>
                  </a:cubicBezTo>
                  <a:cubicBezTo>
                    <a:pt x="41658" y="87248"/>
                    <a:pt x="46420" y="85343"/>
                    <a:pt x="49278" y="82486"/>
                  </a:cubicBezTo>
                  <a:cubicBezTo>
                    <a:pt x="52135" y="79628"/>
                    <a:pt x="53088" y="75818"/>
                    <a:pt x="54040" y="72008"/>
                  </a:cubicBezTo>
                  <a:cubicBezTo>
                    <a:pt x="59755" y="46291"/>
                    <a:pt x="40705" y="-34672"/>
                    <a:pt x="7368" y="16763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23" id="23"/>
            <p:cNvSpPr/>
            <p:nvPr/>
          </p:nvSpPr>
          <p:spPr>
            <a:xfrm>
              <a:off x="4068948" y="4374145"/>
              <a:ext cx="65279" cy="97393"/>
            </a:xfrm>
            <a:custGeom>
              <a:avLst/>
              <a:gdLst/>
              <a:ahLst/>
              <a:cxnLst/>
              <a:rect r="r" b="b" t="t" l="l"/>
              <a:pathLst>
                <a:path w="65279" h="97393" stroke="true" fill="norm" extrusionOk="true">
                  <a:moveTo>
                    <a:pt x="38679" y="97393"/>
                  </a:moveTo>
                  <a:cubicBezTo>
                    <a:pt x="27249" y="97393"/>
                    <a:pt x="16772" y="92631"/>
                    <a:pt x="10104" y="85011"/>
                  </a:cubicBezTo>
                  <a:cubicBezTo>
                    <a:pt x="4389" y="77391"/>
                    <a:pt x="579" y="68818"/>
                    <a:pt x="579" y="59293"/>
                  </a:cubicBezTo>
                  <a:cubicBezTo>
                    <a:pt x="-1326" y="45958"/>
                    <a:pt x="1532" y="31671"/>
                    <a:pt x="8199" y="19288"/>
                  </a:cubicBezTo>
                  <a:lnTo>
                    <a:pt x="8199" y="19288"/>
                  </a:lnTo>
                  <a:cubicBezTo>
                    <a:pt x="20582" y="-714"/>
                    <a:pt x="32012" y="-1667"/>
                    <a:pt x="39632" y="1191"/>
                  </a:cubicBezTo>
                  <a:cubicBezTo>
                    <a:pt x="59634" y="9763"/>
                    <a:pt x="68207" y="57388"/>
                    <a:pt x="64397" y="78343"/>
                  </a:cubicBezTo>
                  <a:cubicBezTo>
                    <a:pt x="63444" y="83106"/>
                    <a:pt x="61539" y="87868"/>
                    <a:pt x="58682" y="90726"/>
                  </a:cubicBezTo>
                  <a:cubicBezTo>
                    <a:pt x="54872" y="94536"/>
                    <a:pt x="49157" y="97393"/>
                    <a:pt x="43442" y="97393"/>
                  </a:cubicBezTo>
                  <a:lnTo>
                    <a:pt x="38679" y="97393"/>
                  </a:lnTo>
                  <a:close/>
                  <a:moveTo>
                    <a:pt x="15819" y="24051"/>
                  </a:moveTo>
                  <a:cubicBezTo>
                    <a:pt x="10104" y="34528"/>
                    <a:pt x="8199" y="45958"/>
                    <a:pt x="10104" y="57388"/>
                  </a:cubicBezTo>
                  <a:cubicBezTo>
                    <a:pt x="10104" y="65008"/>
                    <a:pt x="12962" y="72628"/>
                    <a:pt x="17724" y="78343"/>
                  </a:cubicBezTo>
                  <a:cubicBezTo>
                    <a:pt x="23439" y="85011"/>
                    <a:pt x="32012" y="88821"/>
                    <a:pt x="41537" y="87868"/>
                  </a:cubicBezTo>
                  <a:cubicBezTo>
                    <a:pt x="45347" y="87868"/>
                    <a:pt x="48204" y="86916"/>
                    <a:pt x="51062" y="84058"/>
                  </a:cubicBezTo>
                  <a:cubicBezTo>
                    <a:pt x="52967" y="81201"/>
                    <a:pt x="53919" y="78343"/>
                    <a:pt x="53919" y="75486"/>
                  </a:cubicBezTo>
                  <a:cubicBezTo>
                    <a:pt x="57729" y="57388"/>
                    <a:pt x="49157" y="14526"/>
                    <a:pt x="35822" y="9763"/>
                  </a:cubicBezTo>
                  <a:cubicBezTo>
                    <a:pt x="29154" y="7858"/>
                    <a:pt x="21534" y="16431"/>
                    <a:pt x="15819" y="24051"/>
                  </a:cubicBezTo>
                  <a:lnTo>
                    <a:pt x="15819" y="24051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24" id="24"/>
            <p:cNvSpPr/>
            <p:nvPr/>
          </p:nvSpPr>
          <p:spPr>
            <a:xfrm>
              <a:off x="4098149" y="4291763"/>
              <a:ext cx="233999" cy="290678"/>
            </a:xfrm>
            <a:custGeom>
              <a:avLst/>
              <a:gdLst/>
              <a:ahLst/>
              <a:cxnLst/>
              <a:rect r="r" b="b" t="t" l="l"/>
              <a:pathLst>
                <a:path w="233999" h="290678" stroke="true" fill="norm" extrusionOk="true">
                  <a:moveTo>
                    <a:pt x="156164" y="277883"/>
                  </a:moveTo>
                  <a:cubicBezTo>
                    <a:pt x="148544" y="287408"/>
                    <a:pt x="137114" y="292170"/>
                    <a:pt x="117111" y="290265"/>
                  </a:cubicBezTo>
                  <a:cubicBezTo>
                    <a:pt x="100919" y="288360"/>
                    <a:pt x="85679" y="281693"/>
                    <a:pt x="72344" y="272168"/>
                  </a:cubicBezTo>
                  <a:cubicBezTo>
                    <a:pt x="19956" y="235020"/>
                    <a:pt x="-7666" y="171203"/>
                    <a:pt x="1859" y="107385"/>
                  </a:cubicBezTo>
                  <a:cubicBezTo>
                    <a:pt x="12336" y="44520"/>
                    <a:pt x="75201" y="-19297"/>
                    <a:pt x="143781" y="5468"/>
                  </a:cubicBezTo>
                  <a:cubicBezTo>
                    <a:pt x="166641" y="14040"/>
                    <a:pt x="185691" y="32138"/>
                    <a:pt x="193311" y="54998"/>
                  </a:cubicBezTo>
                  <a:cubicBezTo>
                    <a:pt x="202836" y="52140"/>
                    <a:pt x="213314" y="54045"/>
                    <a:pt x="219981" y="61665"/>
                  </a:cubicBezTo>
                  <a:cubicBezTo>
                    <a:pt x="237126" y="78810"/>
                    <a:pt x="237126" y="97860"/>
                    <a:pt x="227601" y="118815"/>
                  </a:cubicBezTo>
                  <a:cubicBezTo>
                    <a:pt x="212361" y="153105"/>
                    <a:pt x="193311" y="186443"/>
                    <a:pt x="179024" y="221685"/>
                  </a:cubicBezTo>
                  <a:cubicBezTo>
                    <a:pt x="170451" y="241688"/>
                    <a:pt x="167594" y="263595"/>
                    <a:pt x="156164" y="277883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25" id="25"/>
            <p:cNvSpPr/>
            <p:nvPr/>
          </p:nvSpPr>
          <p:spPr>
            <a:xfrm>
              <a:off x="4092151" y="4287509"/>
              <a:ext cx="243611" cy="299401"/>
            </a:xfrm>
            <a:custGeom>
              <a:avLst/>
              <a:gdLst/>
              <a:ahLst/>
              <a:cxnLst/>
              <a:rect r="r" b="b" t="t" l="l"/>
              <a:pathLst>
                <a:path w="243611" h="299401" stroke="true" fill="norm" extrusionOk="true">
                  <a:moveTo>
                    <a:pt x="130729" y="299282"/>
                  </a:moveTo>
                  <a:cubicBezTo>
                    <a:pt x="127872" y="299282"/>
                    <a:pt x="125014" y="299282"/>
                    <a:pt x="122157" y="299282"/>
                  </a:cubicBezTo>
                  <a:cubicBezTo>
                    <a:pt x="105012" y="297377"/>
                    <a:pt x="88819" y="290709"/>
                    <a:pt x="74532" y="280232"/>
                  </a:cubicBezTo>
                  <a:cubicBezTo>
                    <a:pt x="20239" y="242132"/>
                    <a:pt x="-8336" y="176409"/>
                    <a:pt x="2142" y="110687"/>
                  </a:cubicBezTo>
                  <a:cubicBezTo>
                    <a:pt x="9762" y="70682"/>
                    <a:pt x="33574" y="35439"/>
                    <a:pt x="67864" y="14484"/>
                  </a:cubicBezTo>
                  <a:cubicBezTo>
                    <a:pt x="92629" y="-756"/>
                    <a:pt x="123109" y="-4566"/>
                    <a:pt x="149779" y="5912"/>
                  </a:cubicBezTo>
                  <a:cubicBezTo>
                    <a:pt x="172639" y="14484"/>
                    <a:pt x="191689" y="31629"/>
                    <a:pt x="201214" y="54489"/>
                  </a:cubicBezTo>
                  <a:cubicBezTo>
                    <a:pt x="211692" y="53537"/>
                    <a:pt x="221217" y="56394"/>
                    <a:pt x="227884" y="64014"/>
                  </a:cubicBezTo>
                  <a:cubicBezTo>
                    <a:pt x="250744" y="86874"/>
                    <a:pt x="244077" y="110687"/>
                    <a:pt x="236457" y="126879"/>
                  </a:cubicBezTo>
                  <a:cubicBezTo>
                    <a:pt x="229789" y="141167"/>
                    <a:pt x="223122" y="155454"/>
                    <a:pt x="216454" y="168789"/>
                  </a:cubicBezTo>
                  <a:cubicBezTo>
                    <a:pt x="206929" y="187839"/>
                    <a:pt x="197404" y="208794"/>
                    <a:pt x="188832" y="228797"/>
                  </a:cubicBezTo>
                  <a:cubicBezTo>
                    <a:pt x="185974" y="235464"/>
                    <a:pt x="184069" y="242132"/>
                    <a:pt x="182164" y="248799"/>
                  </a:cubicBezTo>
                  <a:cubicBezTo>
                    <a:pt x="179307" y="262134"/>
                    <a:pt x="173592" y="274517"/>
                    <a:pt x="165019" y="285947"/>
                  </a:cubicBezTo>
                  <a:lnTo>
                    <a:pt x="165019" y="285947"/>
                  </a:lnTo>
                  <a:cubicBezTo>
                    <a:pt x="156447" y="295472"/>
                    <a:pt x="143112" y="300234"/>
                    <a:pt x="130729" y="299282"/>
                  </a:cubicBezTo>
                  <a:close/>
                  <a:moveTo>
                    <a:pt x="118347" y="8769"/>
                  </a:moveTo>
                  <a:cubicBezTo>
                    <a:pt x="102154" y="8769"/>
                    <a:pt x="86914" y="13532"/>
                    <a:pt x="72627" y="21152"/>
                  </a:cubicBezTo>
                  <a:cubicBezTo>
                    <a:pt x="40242" y="41154"/>
                    <a:pt x="18334" y="74492"/>
                    <a:pt x="11667" y="111639"/>
                  </a:cubicBezTo>
                  <a:cubicBezTo>
                    <a:pt x="2142" y="173552"/>
                    <a:pt x="28812" y="235464"/>
                    <a:pt x="80247" y="271659"/>
                  </a:cubicBezTo>
                  <a:cubicBezTo>
                    <a:pt x="92629" y="281184"/>
                    <a:pt x="107869" y="286899"/>
                    <a:pt x="123109" y="288804"/>
                  </a:cubicBezTo>
                  <a:cubicBezTo>
                    <a:pt x="135492" y="291662"/>
                    <a:pt x="148827" y="287852"/>
                    <a:pt x="158352" y="278327"/>
                  </a:cubicBezTo>
                  <a:lnTo>
                    <a:pt x="158352" y="278327"/>
                  </a:lnTo>
                  <a:cubicBezTo>
                    <a:pt x="165019" y="267849"/>
                    <a:pt x="170734" y="256419"/>
                    <a:pt x="173592" y="244989"/>
                  </a:cubicBezTo>
                  <a:cubicBezTo>
                    <a:pt x="175497" y="238322"/>
                    <a:pt x="177402" y="230702"/>
                    <a:pt x="180259" y="224034"/>
                  </a:cubicBezTo>
                  <a:cubicBezTo>
                    <a:pt x="188832" y="203079"/>
                    <a:pt x="198357" y="183077"/>
                    <a:pt x="208834" y="163074"/>
                  </a:cubicBezTo>
                  <a:cubicBezTo>
                    <a:pt x="215502" y="149739"/>
                    <a:pt x="223122" y="135452"/>
                    <a:pt x="228837" y="121164"/>
                  </a:cubicBezTo>
                  <a:cubicBezTo>
                    <a:pt x="238362" y="99257"/>
                    <a:pt x="236457" y="84017"/>
                    <a:pt x="222169" y="69729"/>
                  </a:cubicBezTo>
                  <a:cubicBezTo>
                    <a:pt x="216454" y="64014"/>
                    <a:pt x="208834" y="61157"/>
                    <a:pt x="201214" y="64014"/>
                  </a:cubicBezTo>
                  <a:cubicBezTo>
                    <a:pt x="198357" y="64967"/>
                    <a:pt x="195499" y="64014"/>
                    <a:pt x="194547" y="61157"/>
                  </a:cubicBezTo>
                  <a:cubicBezTo>
                    <a:pt x="194547" y="61157"/>
                    <a:pt x="194547" y="61157"/>
                    <a:pt x="194547" y="61157"/>
                  </a:cubicBezTo>
                  <a:cubicBezTo>
                    <a:pt x="186927" y="39249"/>
                    <a:pt x="169782" y="22104"/>
                    <a:pt x="147874" y="14484"/>
                  </a:cubicBezTo>
                  <a:cubicBezTo>
                    <a:pt x="138349" y="9722"/>
                    <a:pt x="128824" y="8769"/>
                    <a:pt x="118347" y="8769"/>
                  </a:cubicBezTo>
                  <a:lnTo>
                    <a:pt x="118347" y="8769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26" id="26"/>
            <p:cNvSpPr/>
            <p:nvPr/>
          </p:nvSpPr>
          <p:spPr>
            <a:xfrm>
              <a:off x="4304795" y="4422961"/>
              <a:ext cx="38242" cy="56197"/>
            </a:xfrm>
            <a:custGeom>
              <a:avLst/>
              <a:gdLst/>
              <a:ahLst/>
              <a:cxnLst/>
              <a:rect r="r" b="b" t="t" l="l"/>
              <a:pathLst>
                <a:path w="38242" h="56197" stroke="true" fill="norm" extrusionOk="true">
                  <a:moveTo>
                    <a:pt x="0" y="0"/>
                  </a:moveTo>
                  <a:cubicBezTo>
                    <a:pt x="0" y="0"/>
                    <a:pt x="40957" y="35243"/>
                    <a:pt x="38100" y="45720"/>
                  </a:cubicBezTo>
                  <a:cubicBezTo>
                    <a:pt x="35242" y="56197"/>
                    <a:pt x="13335" y="56197"/>
                    <a:pt x="13335" y="56197"/>
                  </a:cubicBezTo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27" id="27"/>
            <p:cNvSpPr/>
            <p:nvPr/>
          </p:nvSpPr>
          <p:spPr>
            <a:xfrm>
              <a:off x="4300359" y="4418525"/>
              <a:ext cx="46713" cy="65395"/>
            </a:xfrm>
            <a:custGeom>
              <a:avLst/>
              <a:gdLst/>
              <a:ahLst/>
              <a:cxnLst/>
              <a:rect r="r" b="b" t="t" l="l"/>
              <a:pathLst>
                <a:path w="46713" h="65395" stroke="true" fill="norm" extrusionOk="true">
                  <a:moveTo>
                    <a:pt x="17771" y="65396"/>
                  </a:moveTo>
                  <a:lnTo>
                    <a:pt x="17771" y="65396"/>
                  </a:lnTo>
                  <a:cubicBezTo>
                    <a:pt x="14913" y="65396"/>
                    <a:pt x="13008" y="63491"/>
                    <a:pt x="13008" y="60633"/>
                  </a:cubicBezTo>
                  <a:cubicBezTo>
                    <a:pt x="13008" y="57776"/>
                    <a:pt x="14913" y="55871"/>
                    <a:pt x="17771" y="55871"/>
                  </a:cubicBezTo>
                  <a:cubicBezTo>
                    <a:pt x="17771" y="55871"/>
                    <a:pt x="17771" y="55871"/>
                    <a:pt x="17771" y="55871"/>
                  </a:cubicBezTo>
                  <a:cubicBezTo>
                    <a:pt x="22533" y="55871"/>
                    <a:pt x="35868" y="53966"/>
                    <a:pt x="37773" y="49203"/>
                  </a:cubicBezTo>
                  <a:cubicBezTo>
                    <a:pt x="39678" y="43488"/>
                    <a:pt x="21581" y="25391"/>
                    <a:pt x="1578" y="8246"/>
                  </a:cubicBezTo>
                  <a:cubicBezTo>
                    <a:pt x="-327" y="6341"/>
                    <a:pt x="-327" y="3483"/>
                    <a:pt x="626" y="1578"/>
                  </a:cubicBezTo>
                  <a:cubicBezTo>
                    <a:pt x="2531" y="-327"/>
                    <a:pt x="5388" y="-327"/>
                    <a:pt x="7293" y="626"/>
                  </a:cubicBezTo>
                  <a:cubicBezTo>
                    <a:pt x="23486" y="14913"/>
                    <a:pt x="50156" y="39678"/>
                    <a:pt x="46346" y="51108"/>
                  </a:cubicBezTo>
                  <a:cubicBezTo>
                    <a:pt x="43488" y="63491"/>
                    <a:pt x="21581" y="65396"/>
                    <a:pt x="17771" y="65396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28" id="28"/>
            <p:cNvSpPr/>
            <p:nvPr/>
          </p:nvSpPr>
          <p:spPr>
            <a:xfrm>
              <a:off x="4180970" y="4366763"/>
              <a:ext cx="155591" cy="292638"/>
            </a:xfrm>
            <a:custGeom>
              <a:avLst/>
              <a:gdLst/>
              <a:ahLst/>
              <a:cxnLst/>
              <a:rect r="r" b="b" t="t" l="l"/>
              <a:pathLst>
                <a:path w="155591" h="292638" stroke="true" fill="norm" extrusionOk="true">
                  <a:moveTo>
                    <a:pt x="146685" y="292418"/>
                  </a:moveTo>
                  <a:cubicBezTo>
                    <a:pt x="100013" y="296228"/>
                    <a:pt x="20955" y="249555"/>
                    <a:pt x="20955" y="247650"/>
                  </a:cubicBezTo>
                  <a:cubicBezTo>
                    <a:pt x="12382" y="218122"/>
                    <a:pt x="5715" y="187643"/>
                    <a:pt x="0" y="156210"/>
                  </a:cubicBezTo>
                  <a:cubicBezTo>
                    <a:pt x="0" y="156210"/>
                    <a:pt x="31432" y="147638"/>
                    <a:pt x="39053" y="104775"/>
                  </a:cubicBezTo>
                  <a:cubicBezTo>
                    <a:pt x="46673" y="61913"/>
                    <a:pt x="85725" y="55245"/>
                    <a:pt x="100965" y="0"/>
                  </a:cubicBezTo>
                  <a:cubicBezTo>
                    <a:pt x="123825" y="9525"/>
                    <a:pt x="127635" y="42863"/>
                    <a:pt x="133350" y="62865"/>
                  </a:cubicBezTo>
                  <a:cubicBezTo>
                    <a:pt x="141922" y="91440"/>
                    <a:pt x="148590" y="120968"/>
                    <a:pt x="155258" y="149543"/>
                  </a:cubicBezTo>
                  <a:cubicBezTo>
                    <a:pt x="160020" y="167640"/>
                    <a:pt x="112395" y="181928"/>
                    <a:pt x="102870" y="179070"/>
                  </a:cubicBezTo>
                  <a:cubicBezTo>
                    <a:pt x="113348" y="207645"/>
                    <a:pt x="113348" y="207645"/>
                    <a:pt x="146685" y="292418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29" id="29"/>
            <p:cNvSpPr/>
            <p:nvPr/>
          </p:nvSpPr>
          <p:spPr>
            <a:xfrm>
              <a:off x="4175255" y="4362000"/>
              <a:ext cx="165968" cy="302656"/>
            </a:xfrm>
            <a:custGeom>
              <a:avLst/>
              <a:gdLst/>
              <a:ahLst/>
              <a:cxnLst/>
              <a:rect r="r" b="b" t="t" l="l"/>
              <a:pathLst>
                <a:path w="165968" h="302656" stroke="true" fill="norm" extrusionOk="true">
                  <a:moveTo>
                    <a:pt x="146685" y="301943"/>
                  </a:moveTo>
                  <a:cubicBezTo>
                    <a:pt x="100013" y="301943"/>
                    <a:pt x="23813" y="260033"/>
                    <a:pt x="20955" y="253365"/>
                  </a:cubicBezTo>
                  <a:cubicBezTo>
                    <a:pt x="12382" y="222885"/>
                    <a:pt x="5715" y="192405"/>
                    <a:pt x="0" y="161925"/>
                  </a:cubicBezTo>
                  <a:cubicBezTo>
                    <a:pt x="0" y="159068"/>
                    <a:pt x="952" y="157163"/>
                    <a:pt x="3810" y="156210"/>
                  </a:cubicBezTo>
                  <a:cubicBezTo>
                    <a:pt x="4763" y="156210"/>
                    <a:pt x="32385" y="147638"/>
                    <a:pt x="39052" y="108585"/>
                  </a:cubicBezTo>
                  <a:cubicBezTo>
                    <a:pt x="42863" y="89535"/>
                    <a:pt x="53340" y="73343"/>
                    <a:pt x="67627" y="60007"/>
                  </a:cubicBezTo>
                  <a:cubicBezTo>
                    <a:pt x="83820" y="44768"/>
                    <a:pt x="96202" y="25718"/>
                    <a:pt x="101918" y="3810"/>
                  </a:cubicBezTo>
                  <a:cubicBezTo>
                    <a:pt x="102870" y="953"/>
                    <a:pt x="105727" y="0"/>
                    <a:pt x="107632" y="0"/>
                  </a:cubicBezTo>
                  <a:cubicBezTo>
                    <a:pt x="107632" y="0"/>
                    <a:pt x="107632" y="0"/>
                    <a:pt x="107632" y="0"/>
                  </a:cubicBezTo>
                  <a:cubicBezTo>
                    <a:pt x="128587" y="8573"/>
                    <a:pt x="135255" y="34290"/>
                    <a:pt x="140018" y="55245"/>
                  </a:cubicBezTo>
                  <a:cubicBezTo>
                    <a:pt x="140970" y="59055"/>
                    <a:pt x="141922" y="62865"/>
                    <a:pt x="142875" y="66675"/>
                  </a:cubicBezTo>
                  <a:cubicBezTo>
                    <a:pt x="151447" y="95250"/>
                    <a:pt x="158115" y="124778"/>
                    <a:pt x="165735" y="153353"/>
                  </a:cubicBezTo>
                  <a:cubicBezTo>
                    <a:pt x="166687" y="160020"/>
                    <a:pt x="164783" y="166688"/>
                    <a:pt x="159068" y="171450"/>
                  </a:cubicBezTo>
                  <a:cubicBezTo>
                    <a:pt x="146685" y="180975"/>
                    <a:pt x="131445" y="187643"/>
                    <a:pt x="115252" y="189547"/>
                  </a:cubicBezTo>
                  <a:cubicBezTo>
                    <a:pt x="123825" y="210503"/>
                    <a:pt x="125730" y="218122"/>
                    <a:pt x="156210" y="295275"/>
                  </a:cubicBezTo>
                  <a:cubicBezTo>
                    <a:pt x="157162" y="297180"/>
                    <a:pt x="156210" y="298133"/>
                    <a:pt x="155258" y="300038"/>
                  </a:cubicBezTo>
                  <a:cubicBezTo>
                    <a:pt x="154305" y="300990"/>
                    <a:pt x="153353" y="301943"/>
                    <a:pt x="151447" y="301943"/>
                  </a:cubicBezTo>
                  <a:cubicBezTo>
                    <a:pt x="150495" y="302895"/>
                    <a:pt x="148590" y="302895"/>
                    <a:pt x="146685" y="301943"/>
                  </a:cubicBezTo>
                  <a:close/>
                  <a:moveTo>
                    <a:pt x="30480" y="249555"/>
                  </a:moveTo>
                  <a:cubicBezTo>
                    <a:pt x="39052" y="255270"/>
                    <a:pt x="102870" y="291465"/>
                    <a:pt x="144780" y="292418"/>
                  </a:cubicBezTo>
                  <a:cubicBezTo>
                    <a:pt x="114300" y="214313"/>
                    <a:pt x="114300" y="213360"/>
                    <a:pt x="103822" y="186690"/>
                  </a:cubicBezTo>
                  <a:cubicBezTo>
                    <a:pt x="102870" y="184785"/>
                    <a:pt x="103822" y="182880"/>
                    <a:pt x="104775" y="181928"/>
                  </a:cubicBezTo>
                  <a:cubicBezTo>
                    <a:pt x="105727" y="180975"/>
                    <a:pt x="107632" y="180022"/>
                    <a:pt x="109538" y="180975"/>
                  </a:cubicBezTo>
                  <a:cubicBezTo>
                    <a:pt x="124777" y="180975"/>
                    <a:pt x="140018" y="175260"/>
                    <a:pt x="152400" y="165735"/>
                  </a:cubicBezTo>
                  <a:cubicBezTo>
                    <a:pt x="156210" y="162878"/>
                    <a:pt x="157162" y="160020"/>
                    <a:pt x="156210" y="157163"/>
                  </a:cubicBezTo>
                  <a:cubicBezTo>
                    <a:pt x="149543" y="128588"/>
                    <a:pt x="141922" y="99060"/>
                    <a:pt x="134303" y="70485"/>
                  </a:cubicBezTo>
                  <a:cubicBezTo>
                    <a:pt x="133350" y="66675"/>
                    <a:pt x="132397" y="62865"/>
                    <a:pt x="131445" y="59055"/>
                  </a:cubicBezTo>
                  <a:cubicBezTo>
                    <a:pt x="127635" y="42863"/>
                    <a:pt x="122872" y="22860"/>
                    <a:pt x="109538" y="13335"/>
                  </a:cubicBezTo>
                  <a:cubicBezTo>
                    <a:pt x="102870" y="34290"/>
                    <a:pt x="90488" y="53340"/>
                    <a:pt x="75247" y="68580"/>
                  </a:cubicBezTo>
                  <a:cubicBezTo>
                    <a:pt x="61913" y="80010"/>
                    <a:pt x="53340" y="95250"/>
                    <a:pt x="49530" y="112395"/>
                  </a:cubicBezTo>
                  <a:cubicBezTo>
                    <a:pt x="46672" y="135255"/>
                    <a:pt x="32385" y="156210"/>
                    <a:pt x="10477" y="165735"/>
                  </a:cubicBezTo>
                  <a:cubicBezTo>
                    <a:pt x="13335" y="179070"/>
                    <a:pt x="22860" y="224790"/>
                    <a:pt x="30480" y="249555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30" id="30"/>
            <p:cNvSpPr/>
            <p:nvPr/>
          </p:nvSpPr>
          <p:spPr>
            <a:xfrm>
              <a:off x="4292413" y="4496303"/>
              <a:ext cx="37147" cy="8643"/>
            </a:xfrm>
            <a:custGeom>
              <a:avLst/>
              <a:gdLst/>
              <a:ahLst/>
              <a:cxnLst/>
              <a:rect r="r" b="b" t="t" l="l"/>
              <a:pathLst>
                <a:path w="37147" h="8643" stroke="true" fill="norm" extrusionOk="true">
                  <a:moveTo>
                    <a:pt x="37148" y="0"/>
                  </a:moveTo>
                  <a:cubicBezTo>
                    <a:pt x="28575" y="10477"/>
                    <a:pt x="13335" y="11430"/>
                    <a:pt x="2857" y="2857"/>
                  </a:cubicBezTo>
                  <a:cubicBezTo>
                    <a:pt x="1905" y="1905"/>
                    <a:pt x="952" y="952"/>
                    <a:pt x="0" y="0"/>
                  </a:cubicBezTo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31" id="31"/>
            <p:cNvSpPr/>
            <p:nvPr/>
          </p:nvSpPr>
          <p:spPr>
            <a:xfrm>
              <a:off x="4288126" y="4492017"/>
              <a:ext cx="45720" cy="18573"/>
            </a:xfrm>
            <a:custGeom>
              <a:avLst/>
              <a:gdLst/>
              <a:ahLst/>
              <a:cxnLst/>
              <a:rect r="r" b="b" t="t" l="l"/>
              <a:pathLst>
                <a:path w="45720" h="18573" stroke="true" fill="norm" extrusionOk="true">
                  <a:moveTo>
                    <a:pt x="22384" y="18574"/>
                  </a:moveTo>
                  <a:cubicBezTo>
                    <a:pt x="14764" y="18574"/>
                    <a:pt x="7144" y="14764"/>
                    <a:pt x="1429" y="9049"/>
                  </a:cubicBezTo>
                  <a:cubicBezTo>
                    <a:pt x="-476" y="7144"/>
                    <a:pt x="-476" y="4286"/>
                    <a:pt x="1429" y="2381"/>
                  </a:cubicBezTo>
                  <a:cubicBezTo>
                    <a:pt x="3334" y="476"/>
                    <a:pt x="6191" y="476"/>
                    <a:pt x="8096" y="2381"/>
                  </a:cubicBezTo>
                  <a:lnTo>
                    <a:pt x="8096" y="2381"/>
                  </a:lnTo>
                  <a:cubicBezTo>
                    <a:pt x="11906" y="7144"/>
                    <a:pt x="16669" y="9049"/>
                    <a:pt x="22384" y="9049"/>
                  </a:cubicBezTo>
                  <a:cubicBezTo>
                    <a:pt x="28099" y="8096"/>
                    <a:pt x="33814" y="6191"/>
                    <a:pt x="37624" y="1429"/>
                  </a:cubicBezTo>
                  <a:cubicBezTo>
                    <a:pt x="39529" y="-476"/>
                    <a:pt x="42386" y="-476"/>
                    <a:pt x="44291" y="1429"/>
                  </a:cubicBezTo>
                  <a:cubicBezTo>
                    <a:pt x="46196" y="3334"/>
                    <a:pt x="46196" y="6191"/>
                    <a:pt x="44291" y="8096"/>
                  </a:cubicBezTo>
                  <a:cubicBezTo>
                    <a:pt x="39529" y="14764"/>
                    <a:pt x="30956" y="18574"/>
                    <a:pt x="22384" y="18574"/>
                  </a:cubicBezTo>
                  <a:lnTo>
                    <a:pt x="22384" y="18574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32" id="32"/>
            <p:cNvSpPr/>
            <p:nvPr/>
          </p:nvSpPr>
          <p:spPr>
            <a:xfrm>
              <a:off x="4242882" y="4539166"/>
              <a:ext cx="55244" cy="45719"/>
            </a:xfrm>
            <a:custGeom>
              <a:avLst/>
              <a:gdLst/>
              <a:ahLst/>
              <a:cxnLst/>
              <a:rect r="r" b="b" t="t" l="l"/>
              <a:pathLst>
                <a:path w="55244" h="45719" stroke="true" fill="norm" extrusionOk="true">
                  <a:moveTo>
                    <a:pt x="40957" y="7620"/>
                  </a:moveTo>
                  <a:cubicBezTo>
                    <a:pt x="26670" y="10477"/>
                    <a:pt x="12382" y="8573"/>
                    <a:pt x="0" y="0"/>
                  </a:cubicBezTo>
                  <a:cubicBezTo>
                    <a:pt x="0" y="0"/>
                    <a:pt x="14288" y="43815"/>
                    <a:pt x="55245" y="45720"/>
                  </a:cubicBezTo>
                  <a:lnTo>
                    <a:pt x="40957" y="7620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33" id="33"/>
            <p:cNvSpPr/>
            <p:nvPr/>
          </p:nvSpPr>
          <p:spPr>
            <a:xfrm>
              <a:off x="4237746" y="4534641"/>
              <a:ext cx="64548" cy="55430"/>
            </a:xfrm>
            <a:custGeom>
              <a:avLst/>
              <a:gdLst/>
              <a:ahLst/>
              <a:cxnLst/>
              <a:rect r="r" b="b" t="t" l="l"/>
              <a:pathLst>
                <a:path w="64548" h="55430" stroke="true" fill="norm" extrusionOk="true">
                  <a:moveTo>
                    <a:pt x="60381" y="55007"/>
                  </a:moveTo>
                  <a:lnTo>
                    <a:pt x="60381" y="55007"/>
                  </a:lnTo>
                  <a:cubicBezTo>
                    <a:pt x="16566" y="53102"/>
                    <a:pt x="1326" y="8334"/>
                    <a:pt x="374" y="6429"/>
                  </a:cubicBezTo>
                  <a:cubicBezTo>
                    <a:pt x="-579" y="4524"/>
                    <a:pt x="374" y="1667"/>
                    <a:pt x="2279" y="714"/>
                  </a:cubicBezTo>
                  <a:cubicBezTo>
                    <a:pt x="4184" y="-238"/>
                    <a:pt x="6089" y="-238"/>
                    <a:pt x="7994" y="714"/>
                  </a:cubicBezTo>
                  <a:cubicBezTo>
                    <a:pt x="18471" y="7382"/>
                    <a:pt x="31806" y="10239"/>
                    <a:pt x="44189" y="7382"/>
                  </a:cubicBezTo>
                  <a:cubicBezTo>
                    <a:pt x="46094" y="6429"/>
                    <a:pt x="48951" y="8334"/>
                    <a:pt x="49904" y="10239"/>
                  </a:cubicBezTo>
                  <a:lnTo>
                    <a:pt x="64191" y="48339"/>
                  </a:lnTo>
                  <a:cubicBezTo>
                    <a:pt x="65144" y="51197"/>
                    <a:pt x="64191" y="54054"/>
                    <a:pt x="61334" y="55007"/>
                  </a:cubicBezTo>
                  <a:cubicBezTo>
                    <a:pt x="62286" y="55007"/>
                    <a:pt x="61334" y="55959"/>
                    <a:pt x="60381" y="55007"/>
                  </a:cubicBezTo>
                  <a:lnTo>
                    <a:pt x="60381" y="55007"/>
                  </a:lnTo>
                  <a:close/>
                  <a:moveTo>
                    <a:pt x="15614" y="16907"/>
                  </a:moveTo>
                  <a:cubicBezTo>
                    <a:pt x="23234" y="31194"/>
                    <a:pt x="36569" y="41672"/>
                    <a:pt x="52761" y="45482"/>
                  </a:cubicBezTo>
                  <a:lnTo>
                    <a:pt x="42284" y="17859"/>
                  </a:lnTo>
                  <a:cubicBezTo>
                    <a:pt x="33711" y="18812"/>
                    <a:pt x="24186" y="18812"/>
                    <a:pt x="15614" y="16907"/>
                  </a:cubicBezTo>
                  <a:lnTo>
                    <a:pt x="15614" y="16907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34" id="34"/>
            <p:cNvSpPr/>
            <p:nvPr/>
          </p:nvSpPr>
          <p:spPr>
            <a:xfrm rot="20869825">
              <a:off x="4286598" y="4401124"/>
              <a:ext cx="7619" cy="20954"/>
            </a:xfrm>
            <a:custGeom>
              <a:avLst/>
              <a:gdLst/>
              <a:ahLst/>
              <a:cxnLst/>
              <a:rect r="r" b="b" t="t" l="l"/>
              <a:pathLst>
                <a:path w="7619" h="20954" stroke="true" fill="norm" extrusionOk="true">
                  <a:moveTo>
                    <a:pt x="7620" y="10477"/>
                  </a:moveTo>
                  <a:cubicBezTo>
                    <a:pt x="7620" y="16264"/>
                    <a:pt x="5914" y="20954"/>
                    <a:pt x="3810" y="20954"/>
                  </a:cubicBezTo>
                  <a:cubicBezTo>
                    <a:pt x="1706" y="20954"/>
                    <a:pt x="0" y="16264"/>
                    <a:pt x="0" y="10477"/>
                  </a:cubicBezTo>
                  <a:cubicBezTo>
                    <a:pt x="0" y="4691"/>
                    <a:pt x="1706" y="0"/>
                    <a:pt x="3810" y="0"/>
                  </a:cubicBezTo>
                  <a:cubicBezTo>
                    <a:pt x="5914" y="0"/>
                    <a:pt x="7620" y="4691"/>
                    <a:pt x="7620" y="10477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35" id="35"/>
            <p:cNvSpPr/>
            <p:nvPr/>
          </p:nvSpPr>
          <p:spPr>
            <a:xfrm>
              <a:off x="4196537" y="4425580"/>
              <a:ext cx="53965" cy="75485"/>
            </a:xfrm>
            <a:custGeom>
              <a:avLst/>
              <a:gdLst/>
              <a:ahLst/>
              <a:cxnLst/>
              <a:rect r="r" b="b" t="t" l="l"/>
              <a:pathLst>
                <a:path w="53965" h="75485" stroke="true" fill="norm" extrusionOk="true">
                  <a:moveTo>
                    <a:pt x="53966" y="28813"/>
                  </a:moveTo>
                  <a:cubicBezTo>
                    <a:pt x="51108" y="22146"/>
                    <a:pt x="46346" y="15478"/>
                    <a:pt x="39678" y="11668"/>
                  </a:cubicBezTo>
                  <a:cubicBezTo>
                    <a:pt x="35868" y="7858"/>
                    <a:pt x="31106" y="4048"/>
                    <a:pt x="25391" y="2143"/>
                  </a:cubicBezTo>
                  <a:cubicBezTo>
                    <a:pt x="19676" y="-714"/>
                    <a:pt x="13961" y="-714"/>
                    <a:pt x="8246" y="2143"/>
                  </a:cubicBezTo>
                  <a:cubicBezTo>
                    <a:pt x="4436" y="5001"/>
                    <a:pt x="1578" y="8811"/>
                    <a:pt x="626" y="14526"/>
                  </a:cubicBezTo>
                  <a:cubicBezTo>
                    <a:pt x="-327" y="19288"/>
                    <a:pt x="-327" y="25003"/>
                    <a:pt x="1578" y="29766"/>
                  </a:cubicBezTo>
                  <a:cubicBezTo>
                    <a:pt x="7293" y="51673"/>
                    <a:pt x="24438" y="69771"/>
                    <a:pt x="46346" y="75486"/>
                  </a:cubicBezTo>
                  <a:lnTo>
                    <a:pt x="44441" y="74533"/>
                  </a:lnTo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36" id="36"/>
            <p:cNvSpPr/>
            <p:nvPr/>
          </p:nvSpPr>
          <p:spPr>
            <a:xfrm>
              <a:off x="4191774" y="4421770"/>
              <a:ext cx="62785" cy="84058"/>
            </a:xfrm>
            <a:custGeom>
              <a:avLst/>
              <a:gdLst/>
              <a:ahLst/>
              <a:cxnLst/>
              <a:rect r="r" b="b" t="t" l="l"/>
              <a:pathLst>
                <a:path w="62785" h="84058" stroke="true" fill="norm" extrusionOk="true">
                  <a:moveTo>
                    <a:pt x="50156" y="84058"/>
                  </a:moveTo>
                  <a:cubicBezTo>
                    <a:pt x="50156" y="84058"/>
                    <a:pt x="49203" y="84058"/>
                    <a:pt x="49203" y="84058"/>
                  </a:cubicBezTo>
                  <a:cubicBezTo>
                    <a:pt x="25391" y="77391"/>
                    <a:pt x="7293" y="58341"/>
                    <a:pt x="1578" y="34528"/>
                  </a:cubicBezTo>
                  <a:cubicBezTo>
                    <a:pt x="-327" y="28813"/>
                    <a:pt x="-327" y="23098"/>
                    <a:pt x="626" y="17383"/>
                  </a:cubicBezTo>
                  <a:cubicBezTo>
                    <a:pt x="1578" y="10716"/>
                    <a:pt x="5388" y="5001"/>
                    <a:pt x="11103" y="2143"/>
                  </a:cubicBezTo>
                  <a:cubicBezTo>
                    <a:pt x="17771" y="-714"/>
                    <a:pt x="25391" y="-714"/>
                    <a:pt x="32058" y="2143"/>
                  </a:cubicBezTo>
                  <a:cubicBezTo>
                    <a:pt x="37773" y="5001"/>
                    <a:pt x="42536" y="8811"/>
                    <a:pt x="47298" y="12621"/>
                  </a:cubicBezTo>
                  <a:cubicBezTo>
                    <a:pt x="53966" y="17383"/>
                    <a:pt x="59681" y="24051"/>
                    <a:pt x="62538" y="31671"/>
                  </a:cubicBezTo>
                  <a:cubicBezTo>
                    <a:pt x="63491" y="34528"/>
                    <a:pt x="61586" y="37386"/>
                    <a:pt x="58728" y="38338"/>
                  </a:cubicBezTo>
                  <a:cubicBezTo>
                    <a:pt x="55871" y="39291"/>
                    <a:pt x="53013" y="37386"/>
                    <a:pt x="52061" y="34528"/>
                  </a:cubicBezTo>
                  <a:cubicBezTo>
                    <a:pt x="49203" y="28813"/>
                    <a:pt x="45393" y="23098"/>
                    <a:pt x="39678" y="19288"/>
                  </a:cubicBezTo>
                  <a:cubicBezTo>
                    <a:pt x="35868" y="15478"/>
                    <a:pt x="31106" y="12621"/>
                    <a:pt x="26343" y="9763"/>
                  </a:cubicBezTo>
                  <a:cubicBezTo>
                    <a:pt x="22533" y="7858"/>
                    <a:pt x="17771" y="7858"/>
                    <a:pt x="13961" y="9763"/>
                  </a:cubicBezTo>
                  <a:cubicBezTo>
                    <a:pt x="11103" y="11668"/>
                    <a:pt x="8246" y="15478"/>
                    <a:pt x="8246" y="18336"/>
                  </a:cubicBezTo>
                  <a:cubicBezTo>
                    <a:pt x="7293" y="23098"/>
                    <a:pt x="7293" y="26908"/>
                    <a:pt x="9198" y="31671"/>
                  </a:cubicBezTo>
                  <a:cubicBezTo>
                    <a:pt x="13961" y="50721"/>
                    <a:pt x="27296" y="65961"/>
                    <a:pt x="46346" y="73581"/>
                  </a:cubicBezTo>
                  <a:cubicBezTo>
                    <a:pt x="47298" y="73581"/>
                    <a:pt x="48251" y="73581"/>
                    <a:pt x="50156" y="74533"/>
                  </a:cubicBezTo>
                  <a:lnTo>
                    <a:pt x="52061" y="75486"/>
                  </a:lnTo>
                  <a:cubicBezTo>
                    <a:pt x="53966" y="76438"/>
                    <a:pt x="54918" y="79296"/>
                    <a:pt x="53966" y="81201"/>
                  </a:cubicBezTo>
                  <a:cubicBezTo>
                    <a:pt x="53013" y="83106"/>
                    <a:pt x="52061" y="84058"/>
                    <a:pt x="50156" y="84058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37" id="37"/>
            <p:cNvSpPr/>
            <p:nvPr/>
          </p:nvSpPr>
          <p:spPr>
            <a:xfrm>
              <a:off x="4133345" y="4602507"/>
              <a:ext cx="291507" cy="457676"/>
            </a:xfrm>
            <a:custGeom>
              <a:avLst/>
              <a:gdLst/>
              <a:ahLst/>
              <a:cxnLst/>
              <a:rect r="r" b="b" t="t" l="l"/>
              <a:pathLst>
                <a:path w="291507" h="457676" stroke="true" fill="norm" extrusionOk="true">
                  <a:moveTo>
                    <a:pt x="230505" y="38576"/>
                  </a:moveTo>
                  <a:cubicBezTo>
                    <a:pt x="230505" y="38576"/>
                    <a:pt x="95250" y="-30004"/>
                    <a:pt x="47625" y="15716"/>
                  </a:cubicBezTo>
                  <a:cubicBezTo>
                    <a:pt x="0" y="61436"/>
                    <a:pt x="1905" y="210026"/>
                    <a:pt x="0" y="457676"/>
                  </a:cubicBezTo>
                  <a:lnTo>
                    <a:pt x="291465" y="437674"/>
                  </a:lnTo>
                  <a:cubicBezTo>
                    <a:pt x="291465" y="437674"/>
                    <a:pt x="295275" y="73819"/>
                    <a:pt x="230505" y="38576"/>
                  </a:cubicBezTo>
                  <a:close/>
                </a:path>
              </a:pathLst>
            </a:custGeom>
            <a:solidFill>
              <a:schemeClr val="accent1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38" id="38"/>
            <p:cNvSpPr/>
            <p:nvPr/>
          </p:nvSpPr>
          <p:spPr>
            <a:xfrm>
              <a:off x="4206765" y="4621423"/>
              <a:ext cx="611710" cy="218976"/>
            </a:xfrm>
            <a:custGeom>
              <a:avLst/>
              <a:gdLst/>
              <a:ahLst/>
              <a:cxnLst/>
              <a:rect r="r" b="b" t="t" l="l"/>
              <a:pathLst>
                <a:path w="611710" h="218976" stroke="true" fill="norm" extrusionOk="true">
                  <a:moveTo>
                    <a:pt x="272338" y="115863"/>
                  </a:moveTo>
                  <a:cubicBezTo>
                    <a:pt x="292340" y="116815"/>
                    <a:pt x="481888" y="139675"/>
                    <a:pt x="500938" y="120625"/>
                  </a:cubicBezTo>
                  <a:cubicBezTo>
                    <a:pt x="520940" y="101575"/>
                    <a:pt x="561898" y="74905"/>
                    <a:pt x="563803" y="81573"/>
                  </a:cubicBezTo>
                  <a:cubicBezTo>
                    <a:pt x="566660" y="88240"/>
                    <a:pt x="539038" y="122530"/>
                    <a:pt x="539038" y="122530"/>
                  </a:cubicBezTo>
                  <a:cubicBezTo>
                    <a:pt x="539038" y="122530"/>
                    <a:pt x="599998" y="103480"/>
                    <a:pt x="609523" y="113005"/>
                  </a:cubicBezTo>
                  <a:cubicBezTo>
                    <a:pt x="619048" y="122530"/>
                    <a:pt x="595235" y="165393"/>
                    <a:pt x="580948" y="177775"/>
                  </a:cubicBezTo>
                  <a:cubicBezTo>
                    <a:pt x="577138" y="181585"/>
                    <a:pt x="537133" y="189205"/>
                    <a:pt x="513320" y="195873"/>
                  </a:cubicBezTo>
                  <a:cubicBezTo>
                    <a:pt x="406640" y="226353"/>
                    <a:pt x="263765" y="226353"/>
                    <a:pt x="223760" y="197778"/>
                  </a:cubicBezTo>
                  <a:cubicBezTo>
                    <a:pt x="167563" y="160630"/>
                    <a:pt x="10400" y="85383"/>
                    <a:pt x="1828" y="72048"/>
                  </a:cubicBezTo>
                  <a:cubicBezTo>
                    <a:pt x="-7697" y="58713"/>
                    <a:pt x="19925" y="-27965"/>
                    <a:pt x="86600" y="9183"/>
                  </a:cubicBezTo>
                  <a:cubicBezTo>
                    <a:pt x="86600" y="9183"/>
                    <a:pt x="252335" y="114910"/>
                    <a:pt x="272338" y="115863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39" id="39"/>
            <p:cNvSpPr/>
            <p:nvPr/>
          </p:nvSpPr>
          <p:spPr>
            <a:xfrm>
              <a:off x="4202385" y="4616950"/>
              <a:ext cx="622475" cy="228920"/>
            </a:xfrm>
            <a:custGeom>
              <a:avLst/>
              <a:gdLst/>
              <a:ahLst/>
              <a:cxnLst/>
              <a:rect r="r" b="b" t="t" l="l"/>
              <a:pathLst>
                <a:path w="622475" h="228920" stroke="true" fill="norm" extrusionOk="true">
                  <a:moveTo>
                    <a:pt x="345298" y="228921"/>
                  </a:moveTo>
                  <a:cubicBezTo>
                    <a:pt x="291958" y="228921"/>
                    <a:pt x="246238" y="221301"/>
                    <a:pt x="225283" y="207013"/>
                  </a:cubicBezTo>
                  <a:cubicBezTo>
                    <a:pt x="196708" y="187963"/>
                    <a:pt x="142415" y="158436"/>
                    <a:pt x="93838" y="132718"/>
                  </a:cubicBezTo>
                  <a:cubicBezTo>
                    <a:pt x="38593" y="104143"/>
                    <a:pt x="7160" y="86046"/>
                    <a:pt x="2398" y="79378"/>
                  </a:cubicBezTo>
                  <a:cubicBezTo>
                    <a:pt x="-4270" y="69853"/>
                    <a:pt x="3350" y="38421"/>
                    <a:pt x="20495" y="18418"/>
                  </a:cubicBezTo>
                  <a:cubicBezTo>
                    <a:pt x="31925" y="6036"/>
                    <a:pt x="55738" y="-11109"/>
                    <a:pt x="93838" y="9846"/>
                  </a:cubicBezTo>
                  <a:cubicBezTo>
                    <a:pt x="157655" y="50803"/>
                    <a:pt x="264336" y="115573"/>
                    <a:pt x="277670" y="116526"/>
                  </a:cubicBezTo>
                  <a:cubicBezTo>
                    <a:pt x="281480" y="116526"/>
                    <a:pt x="291005" y="117478"/>
                    <a:pt x="303388" y="118431"/>
                  </a:cubicBezTo>
                  <a:cubicBezTo>
                    <a:pt x="349108" y="123193"/>
                    <a:pt x="488173" y="136528"/>
                    <a:pt x="502461" y="122241"/>
                  </a:cubicBezTo>
                  <a:cubicBezTo>
                    <a:pt x="516748" y="107953"/>
                    <a:pt x="557705" y="78426"/>
                    <a:pt x="569136" y="81283"/>
                  </a:cubicBezTo>
                  <a:cubicBezTo>
                    <a:pt x="571040" y="81283"/>
                    <a:pt x="572945" y="83188"/>
                    <a:pt x="573898" y="85093"/>
                  </a:cubicBezTo>
                  <a:cubicBezTo>
                    <a:pt x="575803" y="89856"/>
                    <a:pt x="570088" y="101286"/>
                    <a:pt x="557705" y="118431"/>
                  </a:cubicBezTo>
                  <a:cubicBezTo>
                    <a:pt x="579613" y="112716"/>
                    <a:pt x="610093" y="106048"/>
                    <a:pt x="618665" y="113668"/>
                  </a:cubicBezTo>
                  <a:cubicBezTo>
                    <a:pt x="621523" y="116526"/>
                    <a:pt x="622476" y="120336"/>
                    <a:pt x="622476" y="124146"/>
                  </a:cubicBezTo>
                  <a:cubicBezTo>
                    <a:pt x="622476" y="141291"/>
                    <a:pt x="601520" y="174628"/>
                    <a:pt x="590090" y="185106"/>
                  </a:cubicBezTo>
                  <a:cubicBezTo>
                    <a:pt x="587233" y="187963"/>
                    <a:pt x="577708" y="189868"/>
                    <a:pt x="552943" y="196536"/>
                  </a:cubicBezTo>
                  <a:cubicBezTo>
                    <a:pt x="541513" y="199393"/>
                    <a:pt x="530083" y="202251"/>
                    <a:pt x="520558" y="205108"/>
                  </a:cubicBezTo>
                  <a:cubicBezTo>
                    <a:pt x="462455" y="221301"/>
                    <a:pt x="403400" y="228921"/>
                    <a:pt x="345298" y="228921"/>
                  </a:cubicBezTo>
                  <a:close/>
                  <a:moveTo>
                    <a:pt x="59548" y="8893"/>
                  </a:moveTo>
                  <a:cubicBezTo>
                    <a:pt x="47165" y="8893"/>
                    <a:pt x="34783" y="14608"/>
                    <a:pt x="27163" y="24133"/>
                  </a:cubicBezTo>
                  <a:cubicBezTo>
                    <a:pt x="10018" y="43183"/>
                    <a:pt x="7160" y="68901"/>
                    <a:pt x="10018" y="72711"/>
                  </a:cubicBezTo>
                  <a:cubicBezTo>
                    <a:pt x="13828" y="78426"/>
                    <a:pt x="58595" y="101286"/>
                    <a:pt x="98600" y="123193"/>
                  </a:cubicBezTo>
                  <a:cubicBezTo>
                    <a:pt x="147178" y="148911"/>
                    <a:pt x="202423" y="178438"/>
                    <a:pt x="230998" y="198441"/>
                  </a:cubicBezTo>
                  <a:cubicBezTo>
                    <a:pt x="267193" y="224158"/>
                    <a:pt x="406258" y="227016"/>
                    <a:pt x="516748" y="195583"/>
                  </a:cubicBezTo>
                  <a:cubicBezTo>
                    <a:pt x="526273" y="192726"/>
                    <a:pt x="538655" y="189868"/>
                    <a:pt x="550086" y="187011"/>
                  </a:cubicBezTo>
                  <a:cubicBezTo>
                    <a:pt x="561515" y="184153"/>
                    <a:pt x="572945" y="181296"/>
                    <a:pt x="583423" y="177486"/>
                  </a:cubicBezTo>
                  <a:cubicBezTo>
                    <a:pt x="594853" y="167961"/>
                    <a:pt x="611998" y="137481"/>
                    <a:pt x="611998" y="123193"/>
                  </a:cubicBezTo>
                  <a:cubicBezTo>
                    <a:pt x="611998" y="122241"/>
                    <a:pt x="611998" y="120336"/>
                    <a:pt x="611045" y="119383"/>
                  </a:cubicBezTo>
                  <a:cubicBezTo>
                    <a:pt x="607236" y="115573"/>
                    <a:pt x="576755" y="121288"/>
                    <a:pt x="545323" y="130813"/>
                  </a:cubicBezTo>
                  <a:cubicBezTo>
                    <a:pt x="543418" y="131766"/>
                    <a:pt x="541513" y="130813"/>
                    <a:pt x="539608" y="128908"/>
                  </a:cubicBezTo>
                  <a:cubicBezTo>
                    <a:pt x="538655" y="127003"/>
                    <a:pt x="538655" y="125098"/>
                    <a:pt x="539608" y="123193"/>
                  </a:cubicBezTo>
                  <a:cubicBezTo>
                    <a:pt x="548180" y="112716"/>
                    <a:pt x="555801" y="102238"/>
                    <a:pt x="562468" y="89856"/>
                  </a:cubicBezTo>
                  <a:cubicBezTo>
                    <a:pt x="542465" y="99381"/>
                    <a:pt x="524368" y="112716"/>
                    <a:pt x="508175" y="127003"/>
                  </a:cubicBezTo>
                  <a:cubicBezTo>
                    <a:pt x="491983" y="142243"/>
                    <a:pt x="399590" y="134623"/>
                    <a:pt x="300530" y="125098"/>
                  </a:cubicBezTo>
                  <a:cubicBezTo>
                    <a:pt x="288148" y="124146"/>
                    <a:pt x="278623" y="123193"/>
                    <a:pt x="274813" y="123193"/>
                  </a:cubicBezTo>
                  <a:cubicBezTo>
                    <a:pt x="253858" y="122241"/>
                    <a:pt x="103363" y="26038"/>
                    <a:pt x="86218" y="15561"/>
                  </a:cubicBezTo>
                  <a:cubicBezTo>
                    <a:pt x="79550" y="11751"/>
                    <a:pt x="69073" y="8893"/>
                    <a:pt x="59548" y="8893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40" id="40"/>
            <p:cNvSpPr/>
            <p:nvPr/>
          </p:nvSpPr>
          <p:spPr>
            <a:xfrm>
              <a:off x="3995232" y="5040181"/>
              <a:ext cx="518159" cy="458681"/>
            </a:xfrm>
            <a:custGeom>
              <a:avLst/>
              <a:gdLst/>
              <a:ahLst/>
              <a:cxnLst/>
              <a:rect r="r" b="b" t="t" l="l"/>
              <a:pathLst>
                <a:path w="518159" h="458681" stroke="true" fill="norm" extrusionOk="true">
                  <a:moveTo>
                    <a:pt x="138113" y="20002"/>
                  </a:moveTo>
                  <a:lnTo>
                    <a:pt x="0" y="360997"/>
                  </a:lnTo>
                  <a:cubicBezTo>
                    <a:pt x="0" y="360997"/>
                    <a:pt x="355283" y="482917"/>
                    <a:pt x="518160" y="454342"/>
                  </a:cubicBezTo>
                  <a:lnTo>
                    <a:pt x="429578" y="0"/>
                  </a:lnTo>
                  <a:lnTo>
                    <a:pt x="138113" y="20002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41" id="41"/>
            <p:cNvSpPr/>
            <p:nvPr/>
          </p:nvSpPr>
          <p:spPr>
            <a:xfrm>
              <a:off x="3989756" y="5034466"/>
              <a:ext cx="527446" cy="468872"/>
            </a:xfrm>
            <a:custGeom>
              <a:avLst/>
              <a:gdLst/>
              <a:ahLst/>
              <a:cxnLst/>
              <a:rect r="r" b="b" t="t" l="l"/>
              <a:pathLst>
                <a:path w="527446" h="468872" stroke="true" fill="norm" extrusionOk="true">
                  <a:moveTo>
                    <a:pt x="465534" y="468630"/>
                  </a:moveTo>
                  <a:cubicBezTo>
                    <a:pt x="291227" y="468630"/>
                    <a:pt x="15954" y="375285"/>
                    <a:pt x="3572" y="370523"/>
                  </a:cubicBezTo>
                  <a:cubicBezTo>
                    <a:pt x="2619" y="370523"/>
                    <a:pt x="1667" y="369570"/>
                    <a:pt x="714" y="367665"/>
                  </a:cubicBezTo>
                  <a:cubicBezTo>
                    <a:pt x="-238" y="366712"/>
                    <a:pt x="-238" y="364807"/>
                    <a:pt x="714" y="363855"/>
                  </a:cubicBezTo>
                  <a:lnTo>
                    <a:pt x="138827" y="22860"/>
                  </a:lnTo>
                  <a:cubicBezTo>
                    <a:pt x="139779" y="20955"/>
                    <a:pt x="140732" y="20002"/>
                    <a:pt x="142637" y="20002"/>
                  </a:cubicBezTo>
                  <a:lnTo>
                    <a:pt x="434102" y="0"/>
                  </a:lnTo>
                  <a:cubicBezTo>
                    <a:pt x="436959" y="0"/>
                    <a:pt x="438864" y="1905"/>
                    <a:pt x="438864" y="3810"/>
                  </a:cubicBezTo>
                  <a:lnTo>
                    <a:pt x="527447" y="458153"/>
                  </a:lnTo>
                  <a:cubicBezTo>
                    <a:pt x="527447" y="459105"/>
                    <a:pt x="527447" y="461010"/>
                    <a:pt x="526494" y="461962"/>
                  </a:cubicBezTo>
                  <a:cubicBezTo>
                    <a:pt x="525542" y="462915"/>
                    <a:pt x="524589" y="463868"/>
                    <a:pt x="523637" y="463868"/>
                  </a:cubicBezTo>
                  <a:cubicBezTo>
                    <a:pt x="504587" y="467678"/>
                    <a:pt x="485537" y="469582"/>
                    <a:pt x="465534" y="468630"/>
                  </a:cubicBezTo>
                  <a:close/>
                  <a:moveTo>
                    <a:pt x="11192" y="363855"/>
                  </a:moveTo>
                  <a:cubicBezTo>
                    <a:pt x="54054" y="378143"/>
                    <a:pt x="365522" y="479107"/>
                    <a:pt x="516969" y="456248"/>
                  </a:cubicBezTo>
                  <a:lnTo>
                    <a:pt x="430292" y="11430"/>
                  </a:lnTo>
                  <a:lnTo>
                    <a:pt x="146447" y="30480"/>
                  </a:lnTo>
                  <a:lnTo>
                    <a:pt x="11192" y="363855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42" id="42"/>
            <p:cNvSpPr/>
            <p:nvPr/>
          </p:nvSpPr>
          <p:spPr>
            <a:xfrm>
              <a:off x="4242671" y="5786940"/>
              <a:ext cx="201299" cy="103557"/>
            </a:xfrm>
            <a:custGeom>
              <a:avLst/>
              <a:gdLst/>
              <a:ahLst/>
              <a:cxnLst/>
              <a:rect r="r" b="b" t="t" l="l"/>
              <a:pathLst>
                <a:path w="201299" h="103557" stroke="true" fill="norm" extrusionOk="true">
                  <a:moveTo>
                    <a:pt x="18309" y="0"/>
                  </a:moveTo>
                  <a:cubicBezTo>
                    <a:pt x="18309" y="0"/>
                    <a:pt x="-7409" y="68580"/>
                    <a:pt x="2116" y="73343"/>
                  </a:cubicBezTo>
                  <a:cubicBezTo>
                    <a:pt x="11641" y="78105"/>
                    <a:pt x="197379" y="119063"/>
                    <a:pt x="201189" y="97155"/>
                  </a:cubicBezTo>
                  <a:cubicBezTo>
                    <a:pt x="204999" y="74295"/>
                    <a:pt x="109749" y="16193"/>
                    <a:pt x="109749" y="16193"/>
                  </a:cubicBezTo>
                  <a:lnTo>
                    <a:pt x="18309" y="0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43" id="43"/>
            <p:cNvSpPr/>
            <p:nvPr/>
          </p:nvSpPr>
          <p:spPr>
            <a:xfrm>
              <a:off x="4238550" y="5782877"/>
              <a:ext cx="212116" cy="112648"/>
            </a:xfrm>
            <a:custGeom>
              <a:avLst/>
              <a:gdLst/>
              <a:ahLst/>
              <a:cxnLst/>
              <a:rect r="r" b="b" t="t" l="l"/>
              <a:pathLst>
                <a:path w="212116" h="112648" stroke="true" fill="norm" extrusionOk="true">
                  <a:moveTo>
                    <a:pt x="181497" y="112648"/>
                  </a:moveTo>
                  <a:cubicBezTo>
                    <a:pt x="127205" y="112648"/>
                    <a:pt x="11000" y="85026"/>
                    <a:pt x="4332" y="82168"/>
                  </a:cubicBezTo>
                  <a:cubicBezTo>
                    <a:pt x="1475" y="80263"/>
                    <a:pt x="-9003" y="75501"/>
                    <a:pt x="18620" y="3111"/>
                  </a:cubicBezTo>
                  <a:cubicBezTo>
                    <a:pt x="19572" y="1206"/>
                    <a:pt x="21477" y="-699"/>
                    <a:pt x="24335" y="253"/>
                  </a:cubicBezTo>
                  <a:lnTo>
                    <a:pt x="115775" y="16446"/>
                  </a:lnTo>
                  <a:cubicBezTo>
                    <a:pt x="116727" y="16446"/>
                    <a:pt x="116727" y="16446"/>
                    <a:pt x="117680" y="17398"/>
                  </a:cubicBezTo>
                  <a:cubicBezTo>
                    <a:pt x="140540" y="31686"/>
                    <a:pt x="215787" y="79311"/>
                    <a:pt x="211977" y="103123"/>
                  </a:cubicBezTo>
                  <a:cubicBezTo>
                    <a:pt x="211025" y="105981"/>
                    <a:pt x="209120" y="108838"/>
                    <a:pt x="206262" y="110743"/>
                  </a:cubicBezTo>
                  <a:cubicBezTo>
                    <a:pt x="197690" y="111696"/>
                    <a:pt x="190070" y="112648"/>
                    <a:pt x="181497" y="112648"/>
                  </a:cubicBezTo>
                  <a:close/>
                  <a:moveTo>
                    <a:pt x="10047" y="72643"/>
                  </a:moveTo>
                  <a:cubicBezTo>
                    <a:pt x="41480" y="81216"/>
                    <a:pt x="73865" y="87883"/>
                    <a:pt x="106250" y="93598"/>
                  </a:cubicBezTo>
                  <a:cubicBezTo>
                    <a:pt x="193880" y="108838"/>
                    <a:pt x="201500" y="99313"/>
                    <a:pt x="202452" y="99313"/>
                  </a:cubicBezTo>
                  <a:cubicBezTo>
                    <a:pt x="204357" y="87883"/>
                    <a:pt x="158637" y="51688"/>
                    <a:pt x="113870" y="24066"/>
                  </a:cubicBezTo>
                  <a:lnTo>
                    <a:pt x="27192" y="8826"/>
                  </a:lnTo>
                  <a:cubicBezTo>
                    <a:pt x="15762" y="36448"/>
                    <a:pt x="7190" y="66928"/>
                    <a:pt x="10047" y="72643"/>
                  </a:cubicBezTo>
                  <a:close/>
                  <a:moveTo>
                    <a:pt x="10047" y="73596"/>
                  </a:moveTo>
                  <a:lnTo>
                    <a:pt x="10047" y="73596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44" id="44"/>
            <p:cNvSpPr/>
            <p:nvPr/>
          </p:nvSpPr>
          <p:spPr>
            <a:xfrm>
              <a:off x="5858101" y="5364983"/>
              <a:ext cx="152621" cy="212112"/>
            </a:xfrm>
            <a:custGeom>
              <a:avLst/>
              <a:gdLst/>
              <a:ahLst/>
              <a:cxnLst/>
              <a:rect r="r" b="b" t="t" l="l"/>
              <a:pathLst>
                <a:path w="152621" h="212112" stroke="true" fill="norm" extrusionOk="true">
                  <a:moveTo>
                    <a:pt x="40227" y="95250"/>
                  </a:moveTo>
                  <a:cubicBezTo>
                    <a:pt x="42132" y="101917"/>
                    <a:pt x="65944" y="140970"/>
                    <a:pt x="61182" y="148590"/>
                  </a:cubicBezTo>
                  <a:cubicBezTo>
                    <a:pt x="56419" y="156210"/>
                    <a:pt x="-17876" y="203835"/>
                    <a:pt x="4032" y="210502"/>
                  </a:cubicBezTo>
                  <a:cubicBezTo>
                    <a:pt x="25939" y="217170"/>
                    <a:pt x="152621" y="200977"/>
                    <a:pt x="152621" y="200977"/>
                  </a:cubicBezTo>
                  <a:lnTo>
                    <a:pt x="76421" y="0"/>
                  </a:lnTo>
                  <a:lnTo>
                    <a:pt x="40227" y="95250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45" id="45"/>
            <p:cNvSpPr/>
            <p:nvPr/>
          </p:nvSpPr>
          <p:spPr>
            <a:xfrm>
              <a:off x="5853401" y="5361173"/>
              <a:ext cx="162798" cy="221932"/>
            </a:xfrm>
            <a:custGeom>
              <a:avLst/>
              <a:gdLst/>
              <a:ahLst/>
              <a:cxnLst/>
              <a:rect r="r" b="b" t="t" l="l"/>
              <a:pathLst>
                <a:path w="162798" h="221932" stroke="true" fill="norm" extrusionOk="true">
                  <a:moveTo>
                    <a:pt x="28734" y="221933"/>
                  </a:moveTo>
                  <a:cubicBezTo>
                    <a:pt x="22066" y="221933"/>
                    <a:pt x="14446" y="221933"/>
                    <a:pt x="7779" y="220028"/>
                  </a:cubicBezTo>
                  <a:cubicBezTo>
                    <a:pt x="3969" y="219075"/>
                    <a:pt x="1111" y="216217"/>
                    <a:pt x="159" y="212408"/>
                  </a:cubicBezTo>
                  <a:cubicBezTo>
                    <a:pt x="-1746" y="201930"/>
                    <a:pt x="13494" y="188595"/>
                    <a:pt x="45879" y="163830"/>
                  </a:cubicBezTo>
                  <a:cubicBezTo>
                    <a:pt x="51594" y="160020"/>
                    <a:pt x="57309" y="155258"/>
                    <a:pt x="62071" y="150495"/>
                  </a:cubicBezTo>
                  <a:cubicBezTo>
                    <a:pt x="63024" y="145733"/>
                    <a:pt x="51594" y="121920"/>
                    <a:pt x="46831" y="113348"/>
                  </a:cubicBezTo>
                  <a:cubicBezTo>
                    <a:pt x="43974" y="107633"/>
                    <a:pt x="42069" y="103823"/>
                    <a:pt x="41116" y="100965"/>
                  </a:cubicBezTo>
                  <a:cubicBezTo>
                    <a:pt x="41116" y="100013"/>
                    <a:pt x="41116" y="99060"/>
                    <a:pt x="41116" y="98108"/>
                  </a:cubicBezTo>
                  <a:lnTo>
                    <a:pt x="76359" y="2858"/>
                  </a:lnTo>
                  <a:cubicBezTo>
                    <a:pt x="77311" y="953"/>
                    <a:pt x="79216" y="0"/>
                    <a:pt x="81121" y="0"/>
                  </a:cubicBezTo>
                  <a:lnTo>
                    <a:pt x="81121" y="0"/>
                  </a:lnTo>
                  <a:cubicBezTo>
                    <a:pt x="83026" y="0"/>
                    <a:pt x="84931" y="953"/>
                    <a:pt x="85884" y="2858"/>
                  </a:cubicBezTo>
                  <a:lnTo>
                    <a:pt x="162084" y="203835"/>
                  </a:lnTo>
                  <a:cubicBezTo>
                    <a:pt x="163036" y="204788"/>
                    <a:pt x="163036" y="206692"/>
                    <a:pt x="162084" y="207645"/>
                  </a:cubicBezTo>
                  <a:cubicBezTo>
                    <a:pt x="161131" y="208598"/>
                    <a:pt x="160179" y="209550"/>
                    <a:pt x="158274" y="209550"/>
                  </a:cubicBezTo>
                  <a:cubicBezTo>
                    <a:pt x="146844" y="211455"/>
                    <a:pt x="69691" y="221933"/>
                    <a:pt x="28734" y="221933"/>
                  </a:cubicBezTo>
                  <a:close/>
                  <a:moveTo>
                    <a:pt x="8731" y="210503"/>
                  </a:moveTo>
                  <a:lnTo>
                    <a:pt x="8731" y="210503"/>
                  </a:lnTo>
                  <a:cubicBezTo>
                    <a:pt x="25876" y="215265"/>
                    <a:pt x="110649" y="205740"/>
                    <a:pt x="149701" y="200978"/>
                  </a:cubicBezTo>
                  <a:lnTo>
                    <a:pt x="80169" y="18098"/>
                  </a:lnTo>
                  <a:lnTo>
                    <a:pt x="49689" y="99060"/>
                  </a:lnTo>
                  <a:cubicBezTo>
                    <a:pt x="50641" y="100965"/>
                    <a:pt x="52546" y="104775"/>
                    <a:pt x="54451" y="108585"/>
                  </a:cubicBezTo>
                  <a:cubicBezTo>
                    <a:pt x="67786" y="135255"/>
                    <a:pt x="73501" y="148590"/>
                    <a:pt x="69691" y="155258"/>
                  </a:cubicBezTo>
                  <a:cubicBezTo>
                    <a:pt x="63976" y="160973"/>
                    <a:pt x="58261" y="166688"/>
                    <a:pt x="50641" y="171450"/>
                  </a:cubicBezTo>
                  <a:cubicBezTo>
                    <a:pt x="40164" y="180023"/>
                    <a:pt x="9684" y="202883"/>
                    <a:pt x="8731" y="210503"/>
                  </a:cubicBezTo>
                  <a:lnTo>
                    <a:pt x="8731" y="210503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46" id="46"/>
            <p:cNvSpPr/>
            <p:nvPr/>
          </p:nvSpPr>
          <p:spPr>
            <a:xfrm>
              <a:off x="5393215" y="5422133"/>
              <a:ext cx="185962" cy="165763"/>
            </a:xfrm>
            <a:custGeom>
              <a:avLst/>
              <a:gdLst/>
              <a:ahLst/>
              <a:cxnLst/>
              <a:rect r="r" b="b" t="t" l="l"/>
              <a:pathLst>
                <a:path w="185962" h="165763" stroke="true" fill="norm" extrusionOk="true">
                  <a:moveTo>
                    <a:pt x="148878" y="0"/>
                  </a:moveTo>
                  <a:cubicBezTo>
                    <a:pt x="148878" y="0"/>
                    <a:pt x="192693" y="126682"/>
                    <a:pt x="185073" y="129540"/>
                  </a:cubicBezTo>
                  <a:cubicBezTo>
                    <a:pt x="177453" y="132397"/>
                    <a:pt x="-8285" y="175260"/>
                    <a:pt x="288" y="163830"/>
                  </a:cubicBezTo>
                  <a:cubicBezTo>
                    <a:pt x="8860" y="152400"/>
                    <a:pt x="94585" y="107632"/>
                    <a:pt x="95538" y="112395"/>
                  </a:cubicBezTo>
                  <a:cubicBezTo>
                    <a:pt x="96490" y="117157"/>
                    <a:pt x="84108" y="51435"/>
                    <a:pt x="84108" y="51435"/>
                  </a:cubicBezTo>
                  <a:lnTo>
                    <a:pt x="148878" y="0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47" id="47"/>
            <p:cNvSpPr/>
            <p:nvPr/>
          </p:nvSpPr>
          <p:spPr>
            <a:xfrm>
              <a:off x="5388264" y="5417371"/>
              <a:ext cx="196946" cy="174307"/>
            </a:xfrm>
            <a:custGeom>
              <a:avLst/>
              <a:gdLst/>
              <a:ahLst/>
              <a:cxnLst/>
              <a:rect r="r" b="b" t="t" l="l"/>
              <a:pathLst>
                <a:path w="196946" h="174307" stroke="true" fill="norm" extrusionOk="true">
                  <a:moveTo>
                    <a:pt x="10954" y="174307"/>
                  </a:moveTo>
                  <a:cubicBezTo>
                    <a:pt x="6191" y="174307"/>
                    <a:pt x="2381" y="173355"/>
                    <a:pt x="1429" y="172402"/>
                  </a:cubicBezTo>
                  <a:cubicBezTo>
                    <a:pt x="-476" y="170497"/>
                    <a:pt x="-476" y="167640"/>
                    <a:pt x="1429" y="165735"/>
                  </a:cubicBezTo>
                  <a:cubicBezTo>
                    <a:pt x="7144" y="157163"/>
                    <a:pt x="72866" y="120015"/>
                    <a:pt x="95726" y="113347"/>
                  </a:cubicBezTo>
                  <a:cubicBezTo>
                    <a:pt x="94774" y="108585"/>
                    <a:pt x="92869" y="100013"/>
                    <a:pt x="90964" y="87630"/>
                  </a:cubicBezTo>
                  <a:lnTo>
                    <a:pt x="85249" y="57150"/>
                  </a:lnTo>
                  <a:cubicBezTo>
                    <a:pt x="85249" y="55245"/>
                    <a:pt x="85249" y="53340"/>
                    <a:pt x="87154" y="52388"/>
                  </a:cubicBezTo>
                  <a:lnTo>
                    <a:pt x="151924" y="952"/>
                  </a:lnTo>
                  <a:cubicBezTo>
                    <a:pt x="152876" y="0"/>
                    <a:pt x="154781" y="0"/>
                    <a:pt x="156686" y="0"/>
                  </a:cubicBezTo>
                  <a:cubicBezTo>
                    <a:pt x="158591" y="0"/>
                    <a:pt x="159544" y="1905"/>
                    <a:pt x="159544" y="2857"/>
                  </a:cubicBezTo>
                  <a:cubicBezTo>
                    <a:pt x="205264" y="133350"/>
                    <a:pt x="198596" y="136207"/>
                    <a:pt x="192881" y="138113"/>
                  </a:cubicBezTo>
                  <a:cubicBezTo>
                    <a:pt x="190024" y="138113"/>
                    <a:pt x="50006" y="174307"/>
                    <a:pt x="10954" y="174307"/>
                  </a:cubicBezTo>
                  <a:close/>
                  <a:moveTo>
                    <a:pt x="98584" y="120967"/>
                  </a:moveTo>
                  <a:cubicBezTo>
                    <a:pt x="70009" y="133350"/>
                    <a:pt x="42386" y="147638"/>
                    <a:pt x="16669" y="163830"/>
                  </a:cubicBezTo>
                  <a:cubicBezTo>
                    <a:pt x="51911" y="160020"/>
                    <a:pt x="167164" y="134302"/>
                    <a:pt x="186214" y="128588"/>
                  </a:cubicBezTo>
                  <a:cubicBezTo>
                    <a:pt x="185261" y="116205"/>
                    <a:pt x="169069" y="61913"/>
                    <a:pt x="150971" y="11430"/>
                  </a:cubicBezTo>
                  <a:lnTo>
                    <a:pt x="93821" y="56197"/>
                  </a:lnTo>
                  <a:cubicBezTo>
                    <a:pt x="95726" y="67627"/>
                    <a:pt x="104299" y="109538"/>
                    <a:pt x="105251" y="114300"/>
                  </a:cubicBezTo>
                  <a:lnTo>
                    <a:pt x="105251" y="114300"/>
                  </a:lnTo>
                  <a:lnTo>
                    <a:pt x="105251" y="114300"/>
                  </a:lnTo>
                  <a:cubicBezTo>
                    <a:pt x="105251" y="117157"/>
                    <a:pt x="104299" y="119063"/>
                    <a:pt x="101441" y="120015"/>
                  </a:cubicBezTo>
                  <a:cubicBezTo>
                    <a:pt x="100489" y="121920"/>
                    <a:pt x="99536" y="121920"/>
                    <a:pt x="98584" y="120967"/>
                  </a:cubicBezTo>
                  <a:lnTo>
                    <a:pt x="98584" y="120967"/>
                  </a:lnTo>
                  <a:close/>
                  <a:moveTo>
                    <a:pt x="96679" y="118110"/>
                  </a:moveTo>
                  <a:lnTo>
                    <a:pt x="96679" y="118110"/>
                  </a:lnTo>
                  <a:cubicBezTo>
                    <a:pt x="96679" y="119063"/>
                    <a:pt x="96679" y="120015"/>
                    <a:pt x="97631" y="120967"/>
                  </a:cubicBezTo>
                  <a:cubicBezTo>
                    <a:pt x="96679" y="119063"/>
                    <a:pt x="96679" y="118110"/>
                    <a:pt x="96679" y="118110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48" id="48"/>
            <p:cNvSpPr/>
            <p:nvPr/>
          </p:nvSpPr>
          <p:spPr>
            <a:xfrm>
              <a:off x="5341091" y="4617270"/>
              <a:ext cx="644866" cy="855344"/>
            </a:xfrm>
            <a:custGeom>
              <a:avLst/>
              <a:gdLst/>
              <a:ahLst/>
              <a:cxnLst/>
              <a:rect r="r" b="b" t="t" l="l"/>
              <a:pathLst>
                <a:path w="644866" h="855344" stroke="true" fill="norm" extrusionOk="true">
                  <a:moveTo>
                    <a:pt x="131469" y="60008"/>
                  </a:moveTo>
                  <a:cubicBezTo>
                    <a:pt x="131469" y="60008"/>
                    <a:pt x="1929" y="327660"/>
                    <a:pt x="24" y="413385"/>
                  </a:cubicBezTo>
                  <a:cubicBezTo>
                    <a:pt x="-1881" y="499110"/>
                    <a:pt x="109562" y="855345"/>
                    <a:pt x="109562" y="855345"/>
                  </a:cubicBezTo>
                  <a:lnTo>
                    <a:pt x="222909" y="836295"/>
                  </a:lnTo>
                  <a:cubicBezTo>
                    <a:pt x="222909" y="836295"/>
                    <a:pt x="138137" y="479108"/>
                    <a:pt x="151472" y="441960"/>
                  </a:cubicBezTo>
                  <a:cubicBezTo>
                    <a:pt x="164807" y="404813"/>
                    <a:pt x="261962" y="164783"/>
                    <a:pt x="261962" y="164783"/>
                  </a:cubicBezTo>
                  <a:cubicBezTo>
                    <a:pt x="261962" y="164783"/>
                    <a:pt x="301014" y="370523"/>
                    <a:pt x="327684" y="446723"/>
                  </a:cubicBezTo>
                  <a:cubicBezTo>
                    <a:pt x="354354" y="522923"/>
                    <a:pt x="526757" y="847725"/>
                    <a:pt x="526757" y="847725"/>
                  </a:cubicBezTo>
                  <a:lnTo>
                    <a:pt x="644867" y="824865"/>
                  </a:lnTo>
                  <a:cubicBezTo>
                    <a:pt x="644867" y="824865"/>
                    <a:pt x="487704" y="461010"/>
                    <a:pt x="481989" y="398145"/>
                  </a:cubicBezTo>
                  <a:cubicBezTo>
                    <a:pt x="476274" y="335280"/>
                    <a:pt x="445794" y="0"/>
                    <a:pt x="445794" y="0"/>
                  </a:cubicBezTo>
                  <a:lnTo>
                    <a:pt x="131469" y="60008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49" id="49"/>
            <p:cNvSpPr/>
            <p:nvPr/>
          </p:nvSpPr>
          <p:spPr>
            <a:xfrm>
              <a:off x="5336327" y="4611556"/>
              <a:ext cx="653202" cy="865822"/>
            </a:xfrm>
            <a:custGeom>
              <a:avLst/>
              <a:gdLst/>
              <a:ahLst/>
              <a:cxnLst/>
              <a:rect r="r" b="b" t="t" l="l"/>
              <a:pathLst>
                <a:path w="653202" h="865822" stroke="true" fill="norm" extrusionOk="true">
                  <a:moveTo>
                    <a:pt x="114325" y="865822"/>
                  </a:moveTo>
                  <a:cubicBezTo>
                    <a:pt x="112420" y="865822"/>
                    <a:pt x="110515" y="864870"/>
                    <a:pt x="109563" y="862013"/>
                  </a:cubicBezTo>
                  <a:cubicBezTo>
                    <a:pt x="104800" y="847725"/>
                    <a:pt x="-1880" y="502920"/>
                    <a:pt x="25" y="418148"/>
                  </a:cubicBezTo>
                  <a:cubicBezTo>
                    <a:pt x="1930" y="333375"/>
                    <a:pt x="126708" y="74295"/>
                    <a:pt x="131470" y="62865"/>
                  </a:cubicBezTo>
                  <a:cubicBezTo>
                    <a:pt x="132423" y="61913"/>
                    <a:pt x="133375" y="60960"/>
                    <a:pt x="135280" y="60008"/>
                  </a:cubicBezTo>
                  <a:lnTo>
                    <a:pt x="448653" y="0"/>
                  </a:lnTo>
                  <a:cubicBezTo>
                    <a:pt x="449605" y="0"/>
                    <a:pt x="451510" y="0"/>
                    <a:pt x="452463" y="952"/>
                  </a:cubicBezTo>
                  <a:cubicBezTo>
                    <a:pt x="453415" y="1905"/>
                    <a:pt x="454368" y="2858"/>
                    <a:pt x="454368" y="4763"/>
                  </a:cubicBezTo>
                  <a:cubicBezTo>
                    <a:pt x="454368" y="4763"/>
                    <a:pt x="484848" y="340042"/>
                    <a:pt x="490563" y="402908"/>
                  </a:cubicBezTo>
                  <a:cubicBezTo>
                    <a:pt x="496278" y="463867"/>
                    <a:pt x="651535" y="823913"/>
                    <a:pt x="652488" y="827722"/>
                  </a:cubicBezTo>
                  <a:cubicBezTo>
                    <a:pt x="653440" y="828675"/>
                    <a:pt x="653440" y="830580"/>
                    <a:pt x="652488" y="831533"/>
                  </a:cubicBezTo>
                  <a:cubicBezTo>
                    <a:pt x="651535" y="832485"/>
                    <a:pt x="650583" y="833438"/>
                    <a:pt x="648678" y="834390"/>
                  </a:cubicBezTo>
                  <a:lnTo>
                    <a:pt x="530568" y="857250"/>
                  </a:lnTo>
                  <a:cubicBezTo>
                    <a:pt x="528663" y="857250"/>
                    <a:pt x="526758" y="856297"/>
                    <a:pt x="525805" y="854393"/>
                  </a:cubicBezTo>
                  <a:cubicBezTo>
                    <a:pt x="519138" y="841058"/>
                    <a:pt x="353403" y="528638"/>
                    <a:pt x="326733" y="452438"/>
                  </a:cubicBezTo>
                  <a:cubicBezTo>
                    <a:pt x="303873" y="389573"/>
                    <a:pt x="273393" y="236220"/>
                    <a:pt x="263868" y="186690"/>
                  </a:cubicBezTo>
                  <a:cubicBezTo>
                    <a:pt x="241960" y="240030"/>
                    <a:pt x="170523" y="417195"/>
                    <a:pt x="160045" y="448628"/>
                  </a:cubicBezTo>
                  <a:cubicBezTo>
                    <a:pt x="150520" y="478155"/>
                    <a:pt x="208623" y="741045"/>
                    <a:pt x="231483" y="840105"/>
                  </a:cubicBezTo>
                  <a:cubicBezTo>
                    <a:pt x="231483" y="841058"/>
                    <a:pt x="231483" y="842963"/>
                    <a:pt x="230530" y="843915"/>
                  </a:cubicBezTo>
                  <a:cubicBezTo>
                    <a:pt x="229578" y="844868"/>
                    <a:pt x="228625" y="845820"/>
                    <a:pt x="227673" y="845820"/>
                  </a:cubicBezTo>
                  <a:lnTo>
                    <a:pt x="114325" y="864870"/>
                  </a:lnTo>
                  <a:lnTo>
                    <a:pt x="114325" y="865822"/>
                  </a:lnTo>
                  <a:close/>
                  <a:moveTo>
                    <a:pt x="139090" y="70485"/>
                  </a:moveTo>
                  <a:cubicBezTo>
                    <a:pt x="126708" y="96202"/>
                    <a:pt x="10503" y="340042"/>
                    <a:pt x="9550" y="419100"/>
                  </a:cubicBezTo>
                  <a:cubicBezTo>
                    <a:pt x="7645" y="498158"/>
                    <a:pt x="104800" y="816293"/>
                    <a:pt x="117183" y="855345"/>
                  </a:cubicBezTo>
                  <a:lnTo>
                    <a:pt x="221005" y="838200"/>
                  </a:lnTo>
                  <a:cubicBezTo>
                    <a:pt x="208623" y="783908"/>
                    <a:pt x="138138" y="482917"/>
                    <a:pt x="150520" y="446723"/>
                  </a:cubicBezTo>
                  <a:cubicBezTo>
                    <a:pt x="162903" y="410528"/>
                    <a:pt x="257200" y="179070"/>
                    <a:pt x="261010" y="169545"/>
                  </a:cubicBezTo>
                  <a:cubicBezTo>
                    <a:pt x="261963" y="167640"/>
                    <a:pt x="263868" y="166688"/>
                    <a:pt x="265773" y="166688"/>
                  </a:cubicBezTo>
                  <a:cubicBezTo>
                    <a:pt x="267678" y="166688"/>
                    <a:pt x="269583" y="168592"/>
                    <a:pt x="269583" y="170498"/>
                  </a:cubicBezTo>
                  <a:cubicBezTo>
                    <a:pt x="269583" y="172402"/>
                    <a:pt x="308635" y="377190"/>
                    <a:pt x="335305" y="451485"/>
                  </a:cubicBezTo>
                  <a:cubicBezTo>
                    <a:pt x="361023" y="521970"/>
                    <a:pt x="514375" y="814388"/>
                    <a:pt x="532473" y="848678"/>
                  </a:cubicBezTo>
                  <a:lnTo>
                    <a:pt x="641058" y="827722"/>
                  </a:lnTo>
                  <a:cubicBezTo>
                    <a:pt x="621055" y="780097"/>
                    <a:pt x="485800" y="464820"/>
                    <a:pt x="480085" y="405765"/>
                  </a:cubicBezTo>
                  <a:cubicBezTo>
                    <a:pt x="474370" y="346710"/>
                    <a:pt x="447700" y="56198"/>
                    <a:pt x="443890" y="13335"/>
                  </a:cubicBezTo>
                  <a:lnTo>
                    <a:pt x="139090" y="70485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50" id="50"/>
            <p:cNvSpPr/>
            <p:nvPr/>
          </p:nvSpPr>
          <p:spPr>
            <a:xfrm>
              <a:off x="5305872" y="4224841"/>
              <a:ext cx="170497" cy="234314"/>
            </a:xfrm>
            <a:custGeom>
              <a:avLst/>
              <a:gdLst/>
              <a:ahLst/>
              <a:cxnLst/>
              <a:rect r="r" b="b" t="t" l="l"/>
              <a:pathLst>
                <a:path w="170497" h="234314" stroke="true" fill="norm" extrusionOk="true">
                  <a:moveTo>
                    <a:pt x="151448" y="0"/>
                  </a:moveTo>
                  <a:lnTo>
                    <a:pt x="0" y="79057"/>
                  </a:lnTo>
                  <a:lnTo>
                    <a:pt x="28575" y="234315"/>
                  </a:lnTo>
                  <a:lnTo>
                    <a:pt x="170498" y="200025"/>
                  </a:lnTo>
                  <a:close/>
                </a:path>
              </a:pathLst>
            </a:custGeom>
            <a:solidFill>
              <a:schemeClr val="accent1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51" id="51"/>
            <p:cNvSpPr/>
            <p:nvPr/>
          </p:nvSpPr>
          <p:spPr>
            <a:xfrm>
              <a:off x="5431564" y="4194994"/>
              <a:ext cx="380085" cy="527051"/>
            </a:xfrm>
            <a:custGeom>
              <a:avLst/>
              <a:gdLst/>
              <a:ahLst/>
              <a:cxnLst/>
              <a:rect r="r" b="b" t="t" l="l"/>
              <a:pathLst>
                <a:path w="380085" h="527051" stroke="true" fill="norm" extrusionOk="true">
                  <a:moveTo>
                    <a:pt x="25756" y="29847"/>
                  </a:moveTo>
                  <a:cubicBezTo>
                    <a:pt x="34328" y="17464"/>
                    <a:pt x="221018" y="-25398"/>
                    <a:pt x="277216" y="21274"/>
                  </a:cubicBezTo>
                  <a:cubicBezTo>
                    <a:pt x="333413" y="67947"/>
                    <a:pt x="371513" y="398464"/>
                    <a:pt x="380086" y="499429"/>
                  </a:cubicBezTo>
                  <a:lnTo>
                    <a:pt x="13373" y="527052"/>
                  </a:lnTo>
                  <a:cubicBezTo>
                    <a:pt x="13373" y="527052"/>
                    <a:pt x="-23774" y="98427"/>
                    <a:pt x="25756" y="29847"/>
                  </a:cubicBezTo>
                  <a:close/>
                </a:path>
              </a:pathLst>
            </a:custGeom>
            <a:solidFill>
              <a:schemeClr val="accent1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52" id="52"/>
            <p:cNvSpPr/>
            <p:nvPr/>
          </p:nvSpPr>
          <p:spPr>
            <a:xfrm>
              <a:off x="5424704" y="4312470"/>
              <a:ext cx="22138" cy="378142"/>
            </a:xfrm>
            <a:custGeom>
              <a:avLst/>
              <a:gdLst/>
              <a:ahLst/>
              <a:cxnLst/>
              <a:rect r="r" b="b" t="t" l="l"/>
              <a:pathLst>
                <a:path w="22138" h="378142" stroke="true" fill="norm" extrusionOk="true">
                  <a:moveTo>
                    <a:pt x="17376" y="378143"/>
                  </a:moveTo>
                  <a:cubicBezTo>
                    <a:pt x="14518" y="378143"/>
                    <a:pt x="12613" y="376238"/>
                    <a:pt x="12613" y="373380"/>
                  </a:cubicBezTo>
                  <a:cubicBezTo>
                    <a:pt x="11661" y="360998"/>
                    <a:pt x="-10246" y="74295"/>
                    <a:pt x="5946" y="3810"/>
                  </a:cubicBezTo>
                  <a:cubicBezTo>
                    <a:pt x="6899" y="953"/>
                    <a:pt x="8804" y="0"/>
                    <a:pt x="11661" y="0"/>
                  </a:cubicBezTo>
                  <a:cubicBezTo>
                    <a:pt x="14518" y="953"/>
                    <a:pt x="15471" y="2858"/>
                    <a:pt x="15471" y="5715"/>
                  </a:cubicBezTo>
                  <a:cubicBezTo>
                    <a:pt x="15471" y="5715"/>
                    <a:pt x="15471" y="5715"/>
                    <a:pt x="15471" y="5715"/>
                  </a:cubicBezTo>
                  <a:cubicBezTo>
                    <a:pt x="-721" y="75248"/>
                    <a:pt x="22138" y="369570"/>
                    <a:pt x="22138" y="372428"/>
                  </a:cubicBezTo>
                  <a:cubicBezTo>
                    <a:pt x="22138" y="376238"/>
                    <a:pt x="20234" y="378143"/>
                    <a:pt x="17376" y="378143"/>
                  </a:cubicBezTo>
                  <a:cubicBezTo>
                    <a:pt x="18329" y="378143"/>
                    <a:pt x="18329" y="378143"/>
                    <a:pt x="17376" y="378143"/>
                  </a:cubicBezTo>
                  <a:lnTo>
                    <a:pt x="17376" y="378143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53" id="53"/>
            <p:cNvSpPr/>
            <p:nvPr/>
          </p:nvSpPr>
          <p:spPr>
            <a:xfrm>
              <a:off x="5351981" y="3883800"/>
              <a:ext cx="286552" cy="276920"/>
            </a:xfrm>
            <a:custGeom>
              <a:avLst/>
              <a:gdLst/>
              <a:ahLst/>
              <a:cxnLst/>
              <a:rect r="r" b="b" t="t" l="l"/>
              <a:pathLst>
                <a:path w="286552" h="276920" stroke="true" fill="norm" extrusionOk="true">
                  <a:moveTo>
                    <a:pt x="212019" y="270555"/>
                  </a:moveTo>
                  <a:cubicBezTo>
                    <a:pt x="232022" y="266745"/>
                    <a:pt x="251072" y="256268"/>
                    <a:pt x="266312" y="242933"/>
                  </a:cubicBezTo>
                  <a:cubicBezTo>
                    <a:pt x="273932" y="237218"/>
                    <a:pt x="278694" y="228645"/>
                    <a:pt x="280599" y="219120"/>
                  </a:cubicBezTo>
                  <a:cubicBezTo>
                    <a:pt x="282504" y="209595"/>
                    <a:pt x="278694" y="200070"/>
                    <a:pt x="270122" y="195308"/>
                  </a:cubicBezTo>
                  <a:cubicBezTo>
                    <a:pt x="279647" y="190545"/>
                    <a:pt x="285362" y="181020"/>
                    <a:pt x="286314" y="170543"/>
                  </a:cubicBezTo>
                  <a:cubicBezTo>
                    <a:pt x="287267" y="160065"/>
                    <a:pt x="285362" y="149588"/>
                    <a:pt x="280599" y="141015"/>
                  </a:cubicBezTo>
                  <a:cubicBezTo>
                    <a:pt x="275837" y="127680"/>
                    <a:pt x="265359" y="118155"/>
                    <a:pt x="252024" y="115298"/>
                  </a:cubicBezTo>
                  <a:cubicBezTo>
                    <a:pt x="257739" y="105773"/>
                    <a:pt x="263454" y="93390"/>
                    <a:pt x="259644" y="82913"/>
                  </a:cubicBezTo>
                  <a:cubicBezTo>
                    <a:pt x="257739" y="78150"/>
                    <a:pt x="253929" y="73388"/>
                    <a:pt x="249167" y="69578"/>
                  </a:cubicBezTo>
                  <a:cubicBezTo>
                    <a:pt x="240594" y="61958"/>
                    <a:pt x="232022" y="55290"/>
                    <a:pt x="222497" y="49575"/>
                  </a:cubicBezTo>
                  <a:cubicBezTo>
                    <a:pt x="217734" y="46718"/>
                    <a:pt x="211067" y="43860"/>
                    <a:pt x="205352" y="46718"/>
                  </a:cubicBezTo>
                  <a:cubicBezTo>
                    <a:pt x="200589" y="24810"/>
                    <a:pt x="184397" y="7665"/>
                    <a:pt x="163442" y="1950"/>
                  </a:cubicBezTo>
                  <a:cubicBezTo>
                    <a:pt x="152964" y="-907"/>
                    <a:pt x="141534" y="-907"/>
                    <a:pt x="132009" y="3855"/>
                  </a:cubicBezTo>
                  <a:cubicBezTo>
                    <a:pt x="122484" y="9570"/>
                    <a:pt x="112959" y="16238"/>
                    <a:pt x="104387" y="23858"/>
                  </a:cubicBezTo>
                  <a:cubicBezTo>
                    <a:pt x="87242" y="18143"/>
                    <a:pt x="67239" y="21000"/>
                    <a:pt x="51999" y="31478"/>
                  </a:cubicBezTo>
                  <a:cubicBezTo>
                    <a:pt x="41522" y="41003"/>
                    <a:pt x="36759" y="56243"/>
                    <a:pt x="39617" y="70530"/>
                  </a:cubicBezTo>
                  <a:cubicBezTo>
                    <a:pt x="28187" y="76245"/>
                    <a:pt x="17709" y="83865"/>
                    <a:pt x="10089" y="93390"/>
                  </a:cubicBezTo>
                  <a:cubicBezTo>
                    <a:pt x="1517" y="102915"/>
                    <a:pt x="-1341" y="116250"/>
                    <a:pt x="564" y="129585"/>
                  </a:cubicBezTo>
                  <a:cubicBezTo>
                    <a:pt x="3422" y="141968"/>
                    <a:pt x="14852" y="151493"/>
                    <a:pt x="28187" y="151493"/>
                  </a:cubicBezTo>
                  <a:cubicBezTo>
                    <a:pt x="16757" y="161970"/>
                    <a:pt x="14852" y="179115"/>
                    <a:pt x="23424" y="191498"/>
                  </a:cubicBezTo>
                  <a:cubicBezTo>
                    <a:pt x="32949" y="203880"/>
                    <a:pt x="48189" y="208643"/>
                    <a:pt x="63429" y="204833"/>
                  </a:cubicBezTo>
                  <a:cubicBezTo>
                    <a:pt x="65334" y="203880"/>
                    <a:pt x="67239" y="203880"/>
                    <a:pt x="69144" y="203880"/>
                  </a:cubicBezTo>
                  <a:cubicBezTo>
                    <a:pt x="72002" y="204833"/>
                    <a:pt x="73907" y="205785"/>
                    <a:pt x="75812" y="208643"/>
                  </a:cubicBezTo>
                  <a:cubicBezTo>
                    <a:pt x="81527" y="214358"/>
                    <a:pt x="90099" y="213405"/>
                    <a:pt x="96767" y="217215"/>
                  </a:cubicBezTo>
                  <a:cubicBezTo>
                    <a:pt x="106292" y="223883"/>
                    <a:pt x="113912" y="230550"/>
                    <a:pt x="122484" y="238170"/>
                  </a:cubicBezTo>
                  <a:cubicBezTo>
                    <a:pt x="131057" y="244838"/>
                    <a:pt x="139629" y="250553"/>
                    <a:pt x="148202" y="256268"/>
                  </a:cubicBezTo>
                  <a:cubicBezTo>
                    <a:pt x="157727" y="263888"/>
                    <a:pt x="167252" y="270555"/>
                    <a:pt x="177729" y="275318"/>
                  </a:cubicBezTo>
                  <a:cubicBezTo>
                    <a:pt x="187254" y="279128"/>
                    <a:pt x="193922" y="275318"/>
                    <a:pt x="203447" y="272460"/>
                  </a:cubicBezTo>
                  <a:lnTo>
                    <a:pt x="212019" y="270555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54" id="54"/>
            <p:cNvSpPr/>
            <p:nvPr/>
          </p:nvSpPr>
          <p:spPr>
            <a:xfrm>
              <a:off x="5348749" y="3879038"/>
              <a:ext cx="295498" cy="286747"/>
            </a:xfrm>
            <a:custGeom>
              <a:avLst/>
              <a:gdLst/>
              <a:ahLst/>
              <a:cxnLst/>
              <a:rect r="r" b="b" t="t" l="l"/>
              <a:pathLst>
                <a:path w="295498" h="286747" stroke="true" fill="norm" extrusionOk="true">
                  <a:moveTo>
                    <a:pt x="190486" y="286748"/>
                  </a:moveTo>
                  <a:cubicBezTo>
                    <a:pt x="187628" y="286748"/>
                    <a:pt x="183818" y="285795"/>
                    <a:pt x="180961" y="284843"/>
                  </a:cubicBezTo>
                  <a:cubicBezTo>
                    <a:pt x="173341" y="281033"/>
                    <a:pt x="165721" y="277223"/>
                    <a:pt x="160006" y="271508"/>
                  </a:cubicBezTo>
                  <a:cubicBezTo>
                    <a:pt x="157148" y="268650"/>
                    <a:pt x="153338" y="266745"/>
                    <a:pt x="150481" y="264840"/>
                  </a:cubicBezTo>
                  <a:cubicBezTo>
                    <a:pt x="140956" y="259125"/>
                    <a:pt x="132383" y="252458"/>
                    <a:pt x="123811" y="245790"/>
                  </a:cubicBezTo>
                  <a:cubicBezTo>
                    <a:pt x="120953" y="243885"/>
                    <a:pt x="118096" y="241028"/>
                    <a:pt x="115238" y="238170"/>
                  </a:cubicBezTo>
                  <a:cubicBezTo>
                    <a:pt x="110476" y="233408"/>
                    <a:pt x="104761" y="228645"/>
                    <a:pt x="99046" y="224835"/>
                  </a:cubicBezTo>
                  <a:cubicBezTo>
                    <a:pt x="96188" y="223883"/>
                    <a:pt x="94283" y="222930"/>
                    <a:pt x="91426" y="221978"/>
                  </a:cubicBezTo>
                  <a:cubicBezTo>
                    <a:pt x="86663" y="221025"/>
                    <a:pt x="81901" y="219120"/>
                    <a:pt x="77138" y="216263"/>
                  </a:cubicBezTo>
                  <a:lnTo>
                    <a:pt x="76186" y="215310"/>
                  </a:lnTo>
                  <a:cubicBezTo>
                    <a:pt x="75233" y="214358"/>
                    <a:pt x="74281" y="213405"/>
                    <a:pt x="73328" y="213405"/>
                  </a:cubicBezTo>
                  <a:cubicBezTo>
                    <a:pt x="72376" y="213405"/>
                    <a:pt x="71423" y="213405"/>
                    <a:pt x="70471" y="214358"/>
                  </a:cubicBezTo>
                  <a:cubicBezTo>
                    <a:pt x="53326" y="219120"/>
                    <a:pt x="35228" y="213405"/>
                    <a:pt x="24751" y="200070"/>
                  </a:cubicBezTo>
                  <a:cubicBezTo>
                    <a:pt x="16178" y="188640"/>
                    <a:pt x="16178" y="172448"/>
                    <a:pt x="23798" y="160065"/>
                  </a:cubicBezTo>
                  <a:cubicBezTo>
                    <a:pt x="12368" y="156255"/>
                    <a:pt x="3796" y="146730"/>
                    <a:pt x="938" y="135300"/>
                  </a:cubicBezTo>
                  <a:cubicBezTo>
                    <a:pt x="-1919" y="121013"/>
                    <a:pt x="1891" y="106725"/>
                    <a:pt x="10463" y="95295"/>
                  </a:cubicBezTo>
                  <a:cubicBezTo>
                    <a:pt x="18083" y="85770"/>
                    <a:pt x="28561" y="78150"/>
                    <a:pt x="39038" y="72435"/>
                  </a:cubicBezTo>
                  <a:cubicBezTo>
                    <a:pt x="37133" y="57195"/>
                    <a:pt x="41896" y="42908"/>
                    <a:pt x="53326" y="32430"/>
                  </a:cubicBezTo>
                  <a:cubicBezTo>
                    <a:pt x="68566" y="21000"/>
                    <a:pt x="88568" y="17190"/>
                    <a:pt x="107618" y="22905"/>
                  </a:cubicBezTo>
                  <a:cubicBezTo>
                    <a:pt x="116191" y="15285"/>
                    <a:pt x="124763" y="9570"/>
                    <a:pt x="134288" y="3855"/>
                  </a:cubicBezTo>
                  <a:cubicBezTo>
                    <a:pt x="145718" y="-907"/>
                    <a:pt x="157148" y="-907"/>
                    <a:pt x="168578" y="1950"/>
                  </a:cubicBezTo>
                  <a:cubicBezTo>
                    <a:pt x="189533" y="7665"/>
                    <a:pt x="206678" y="23858"/>
                    <a:pt x="213346" y="44813"/>
                  </a:cubicBezTo>
                  <a:cubicBezTo>
                    <a:pt x="219061" y="44813"/>
                    <a:pt x="224776" y="46718"/>
                    <a:pt x="229538" y="49575"/>
                  </a:cubicBezTo>
                  <a:cubicBezTo>
                    <a:pt x="239063" y="55290"/>
                    <a:pt x="248588" y="62910"/>
                    <a:pt x="257161" y="70530"/>
                  </a:cubicBezTo>
                  <a:cubicBezTo>
                    <a:pt x="261923" y="74340"/>
                    <a:pt x="266686" y="80055"/>
                    <a:pt x="268591" y="85770"/>
                  </a:cubicBezTo>
                  <a:cubicBezTo>
                    <a:pt x="271448" y="96248"/>
                    <a:pt x="269543" y="107678"/>
                    <a:pt x="263828" y="116250"/>
                  </a:cubicBezTo>
                  <a:cubicBezTo>
                    <a:pt x="275258" y="121013"/>
                    <a:pt x="284783" y="131490"/>
                    <a:pt x="289546" y="142920"/>
                  </a:cubicBezTo>
                  <a:cubicBezTo>
                    <a:pt x="294308" y="153398"/>
                    <a:pt x="296213" y="163875"/>
                    <a:pt x="295261" y="175305"/>
                  </a:cubicBezTo>
                  <a:cubicBezTo>
                    <a:pt x="294308" y="184830"/>
                    <a:pt x="289546" y="193403"/>
                    <a:pt x="282878" y="199118"/>
                  </a:cubicBezTo>
                  <a:cubicBezTo>
                    <a:pt x="288593" y="205785"/>
                    <a:pt x="291451" y="214358"/>
                    <a:pt x="289546" y="223883"/>
                  </a:cubicBezTo>
                  <a:cubicBezTo>
                    <a:pt x="286688" y="234360"/>
                    <a:pt x="281926" y="242933"/>
                    <a:pt x="273353" y="249600"/>
                  </a:cubicBezTo>
                  <a:cubicBezTo>
                    <a:pt x="257161" y="263888"/>
                    <a:pt x="238111" y="274365"/>
                    <a:pt x="216203" y="278175"/>
                  </a:cubicBezTo>
                  <a:lnTo>
                    <a:pt x="216203" y="278175"/>
                  </a:lnTo>
                  <a:lnTo>
                    <a:pt x="208583" y="280080"/>
                  </a:lnTo>
                  <a:cubicBezTo>
                    <a:pt x="206678" y="280080"/>
                    <a:pt x="204773" y="281033"/>
                    <a:pt x="202868" y="281985"/>
                  </a:cubicBezTo>
                  <a:cubicBezTo>
                    <a:pt x="199058" y="284843"/>
                    <a:pt x="195248" y="285795"/>
                    <a:pt x="190486" y="286748"/>
                  </a:cubicBezTo>
                  <a:close/>
                  <a:moveTo>
                    <a:pt x="72376" y="202928"/>
                  </a:moveTo>
                  <a:lnTo>
                    <a:pt x="74281" y="202928"/>
                  </a:lnTo>
                  <a:cubicBezTo>
                    <a:pt x="77138" y="203880"/>
                    <a:pt x="79996" y="204833"/>
                    <a:pt x="81901" y="207690"/>
                  </a:cubicBezTo>
                  <a:lnTo>
                    <a:pt x="82853" y="208643"/>
                  </a:lnTo>
                  <a:cubicBezTo>
                    <a:pt x="85711" y="210548"/>
                    <a:pt x="88568" y="212453"/>
                    <a:pt x="92378" y="212453"/>
                  </a:cubicBezTo>
                  <a:cubicBezTo>
                    <a:pt x="96188" y="213405"/>
                    <a:pt x="99046" y="214358"/>
                    <a:pt x="102856" y="216263"/>
                  </a:cubicBezTo>
                  <a:cubicBezTo>
                    <a:pt x="109523" y="220073"/>
                    <a:pt x="116191" y="224835"/>
                    <a:pt x="120953" y="230550"/>
                  </a:cubicBezTo>
                  <a:cubicBezTo>
                    <a:pt x="123811" y="233408"/>
                    <a:pt x="125716" y="235313"/>
                    <a:pt x="128573" y="237218"/>
                  </a:cubicBezTo>
                  <a:cubicBezTo>
                    <a:pt x="137146" y="243885"/>
                    <a:pt x="145718" y="249600"/>
                    <a:pt x="154291" y="255315"/>
                  </a:cubicBezTo>
                  <a:cubicBezTo>
                    <a:pt x="158101" y="257220"/>
                    <a:pt x="160958" y="260078"/>
                    <a:pt x="164768" y="262935"/>
                  </a:cubicBezTo>
                  <a:cubicBezTo>
                    <a:pt x="170483" y="267698"/>
                    <a:pt x="177151" y="271508"/>
                    <a:pt x="183818" y="274365"/>
                  </a:cubicBezTo>
                  <a:cubicBezTo>
                    <a:pt x="188581" y="276270"/>
                    <a:pt x="194296" y="276270"/>
                    <a:pt x="200011" y="273413"/>
                  </a:cubicBezTo>
                  <a:cubicBezTo>
                    <a:pt x="201916" y="272460"/>
                    <a:pt x="204773" y="272460"/>
                    <a:pt x="206678" y="271508"/>
                  </a:cubicBezTo>
                  <a:lnTo>
                    <a:pt x="214298" y="269603"/>
                  </a:lnTo>
                  <a:lnTo>
                    <a:pt x="214298" y="269603"/>
                  </a:lnTo>
                  <a:cubicBezTo>
                    <a:pt x="234301" y="265793"/>
                    <a:pt x="252398" y="256268"/>
                    <a:pt x="266686" y="242933"/>
                  </a:cubicBezTo>
                  <a:cubicBezTo>
                    <a:pt x="273353" y="237218"/>
                    <a:pt x="278116" y="230550"/>
                    <a:pt x="280021" y="221978"/>
                  </a:cubicBezTo>
                  <a:cubicBezTo>
                    <a:pt x="281926" y="214358"/>
                    <a:pt x="278116" y="207690"/>
                    <a:pt x="272401" y="203880"/>
                  </a:cubicBezTo>
                  <a:cubicBezTo>
                    <a:pt x="270496" y="202928"/>
                    <a:pt x="269543" y="201023"/>
                    <a:pt x="269543" y="200070"/>
                  </a:cubicBezTo>
                  <a:cubicBezTo>
                    <a:pt x="269543" y="198165"/>
                    <a:pt x="270496" y="196260"/>
                    <a:pt x="272401" y="195308"/>
                  </a:cubicBezTo>
                  <a:cubicBezTo>
                    <a:pt x="280021" y="190545"/>
                    <a:pt x="284783" y="182925"/>
                    <a:pt x="285736" y="174353"/>
                  </a:cubicBezTo>
                  <a:cubicBezTo>
                    <a:pt x="286688" y="164828"/>
                    <a:pt x="284783" y="155303"/>
                    <a:pt x="280973" y="146730"/>
                  </a:cubicBezTo>
                  <a:cubicBezTo>
                    <a:pt x="278116" y="140063"/>
                    <a:pt x="270496" y="125775"/>
                    <a:pt x="257161" y="123870"/>
                  </a:cubicBezTo>
                  <a:cubicBezTo>
                    <a:pt x="255256" y="123870"/>
                    <a:pt x="254303" y="122918"/>
                    <a:pt x="253351" y="121013"/>
                  </a:cubicBezTo>
                  <a:cubicBezTo>
                    <a:pt x="252398" y="120060"/>
                    <a:pt x="252398" y="118155"/>
                    <a:pt x="253351" y="116250"/>
                  </a:cubicBezTo>
                  <a:cubicBezTo>
                    <a:pt x="258113" y="106725"/>
                    <a:pt x="263828" y="97200"/>
                    <a:pt x="260971" y="87675"/>
                  </a:cubicBezTo>
                  <a:cubicBezTo>
                    <a:pt x="259066" y="82913"/>
                    <a:pt x="256208" y="79103"/>
                    <a:pt x="251446" y="76245"/>
                  </a:cubicBezTo>
                  <a:cubicBezTo>
                    <a:pt x="242873" y="68625"/>
                    <a:pt x="234301" y="62910"/>
                    <a:pt x="224776" y="57195"/>
                  </a:cubicBezTo>
                  <a:cubicBezTo>
                    <a:pt x="220966" y="55290"/>
                    <a:pt x="216203" y="52433"/>
                    <a:pt x="213346" y="54338"/>
                  </a:cubicBezTo>
                  <a:cubicBezTo>
                    <a:pt x="212393" y="55290"/>
                    <a:pt x="210488" y="55290"/>
                    <a:pt x="208583" y="54338"/>
                  </a:cubicBezTo>
                  <a:cubicBezTo>
                    <a:pt x="206678" y="53385"/>
                    <a:pt x="205726" y="52433"/>
                    <a:pt x="205726" y="50528"/>
                  </a:cubicBezTo>
                  <a:cubicBezTo>
                    <a:pt x="201916" y="30525"/>
                    <a:pt x="186676" y="14333"/>
                    <a:pt x="166673" y="9570"/>
                  </a:cubicBezTo>
                  <a:cubicBezTo>
                    <a:pt x="157148" y="6713"/>
                    <a:pt x="147623" y="7665"/>
                    <a:pt x="138098" y="11475"/>
                  </a:cubicBezTo>
                  <a:cubicBezTo>
                    <a:pt x="129526" y="17190"/>
                    <a:pt x="120953" y="22905"/>
                    <a:pt x="113333" y="29573"/>
                  </a:cubicBezTo>
                  <a:cubicBezTo>
                    <a:pt x="112381" y="31478"/>
                    <a:pt x="109523" y="32430"/>
                    <a:pt x="107618" y="31478"/>
                  </a:cubicBezTo>
                  <a:cubicBezTo>
                    <a:pt x="91426" y="25763"/>
                    <a:pt x="74281" y="28620"/>
                    <a:pt x="59993" y="38145"/>
                  </a:cubicBezTo>
                  <a:cubicBezTo>
                    <a:pt x="50468" y="46718"/>
                    <a:pt x="46658" y="60053"/>
                    <a:pt x="49516" y="72435"/>
                  </a:cubicBezTo>
                  <a:cubicBezTo>
                    <a:pt x="50468" y="74340"/>
                    <a:pt x="48563" y="77198"/>
                    <a:pt x="46658" y="78150"/>
                  </a:cubicBezTo>
                  <a:cubicBezTo>
                    <a:pt x="35228" y="82913"/>
                    <a:pt x="25703" y="90533"/>
                    <a:pt x="18083" y="100058"/>
                  </a:cubicBezTo>
                  <a:cubicBezTo>
                    <a:pt x="10463" y="108630"/>
                    <a:pt x="7606" y="120060"/>
                    <a:pt x="9511" y="131490"/>
                  </a:cubicBezTo>
                  <a:cubicBezTo>
                    <a:pt x="12368" y="141968"/>
                    <a:pt x="20941" y="149588"/>
                    <a:pt x="32371" y="150540"/>
                  </a:cubicBezTo>
                  <a:cubicBezTo>
                    <a:pt x="34276" y="150540"/>
                    <a:pt x="36181" y="151493"/>
                    <a:pt x="37133" y="153398"/>
                  </a:cubicBezTo>
                  <a:cubicBezTo>
                    <a:pt x="38086" y="155303"/>
                    <a:pt x="37133" y="157208"/>
                    <a:pt x="35228" y="159113"/>
                  </a:cubicBezTo>
                  <a:cubicBezTo>
                    <a:pt x="25703" y="167685"/>
                    <a:pt x="24751" y="181973"/>
                    <a:pt x="31418" y="192450"/>
                  </a:cubicBezTo>
                  <a:cubicBezTo>
                    <a:pt x="39991" y="202928"/>
                    <a:pt x="53326" y="206738"/>
                    <a:pt x="65708" y="203880"/>
                  </a:cubicBezTo>
                  <a:cubicBezTo>
                    <a:pt x="68566" y="203880"/>
                    <a:pt x="70471" y="202928"/>
                    <a:pt x="72376" y="202928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55" id="55"/>
            <p:cNvSpPr/>
            <p:nvPr/>
          </p:nvSpPr>
          <p:spPr>
            <a:xfrm>
              <a:off x="5410680" y="4095300"/>
              <a:ext cx="27590" cy="58974"/>
            </a:xfrm>
            <a:custGeom>
              <a:avLst/>
              <a:gdLst/>
              <a:ahLst/>
              <a:cxnLst/>
              <a:rect r="r" b="b" t="t" l="l"/>
              <a:pathLst>
                <a:path w="27590" h="58974" stroke="true" fill="norm" extrusionOk="true">
                  <a:moveTo>
                    <a:pt x="12350" y="0"/>
                  </a:moveTo>
                  <a:cubicBezTo>
                    <a:pt x="12350" y="0"/>
                    <a:pt x="-5747" y="49530"/>
                    <a:pt x="1873" y="56198"/>
                  </a:cubicBezTo>
                  <a:cubicBezTo>
                    <a:pt x="9492" y="63818"/>
                    <a:pt x="27590" y="53340"/>
                    <a:pt x="27590" y="53340"/>
                  </a:cubicBezTo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56" id="56"/>
            <p:cNvSpPr/>
            <p:nvPr/>
          </p:nvSpPr>
          <p:spPr>
            <a:xfrm>
              <a:off x="5405533" y="4090181"/>
              <a:ext cx="37116" cy="68937"/>
            </a:xfrm>
            <a:custGeom>
              <a:avLst/>
              <a:gdLst/>
              <a:ahLst/>
              <a:cxnLst/>
              <a:rect r="r" b="b" t="t" l="l"/>
              <a:pathLst>
                <a:path w="37116" h="68937" stroke="true" fill="norm" extrusionOk="true">
                  <a:moveTo>
                    <a:pt x="14639" y="68937"/>
                  </a:moveTo>
                  <a:cubicBezTo>
                    <a:pt x="10829" y="68937"/>
                    <a:pt x="6067" y="67985"/>
                    <a:pt x="3209" y="65127"/>
                  </a:cubicBezTo>
                  <a:cubicBezTo>
                    <a:pt x="-5363" y="56555"/>
                    <a:pt x="5114" y="23217"/>
                    <a:pt x="12734" y="3215"/>
                  </a:cubicBezTo>
                  <a:cubicBezTo>
                    <a:pt x="13687" y="357"/>
                    <a:pt x="16545" y="-595"/>
                    <a:pt x="18450" y="357"/>
                  </a:cubicBezTo>
                  <a:cubicBezTo>
                    <a:pt x="21307" y="1310"/>
                    <a:pt x="22259" y="4167"/>
                    <a:pt x="21307" y="7025"/>
                  </a:cubicBezTo>
                  <a:cubicBezTo>
                    <a:pt x="12734" y="30837"/>
                    <a:pt x="7020" y="54650"/>
                    <a:pt x="9877" y="58460"/>
                  </a:cubicBezTo>
                  <a:cubicBezTo>
                    <a:pt x="12734" y="62270"/>
                    <a:pt x="25117" y="57507"/>
                    <a:pt x="29879" y="54650"/>
                  </a:cubicBezTo>
                  <a:cubicBezTo>
                    <a:pt x="31784" y="53697"/>
                    <a:pt x="34642" y="54650"/>
                    <a:pt x="36547" y="56555"/>
                  </a:cubicBezTo>
                  <a:cubicBezTo>
                    <a:pt x="37500" y="58460"/>
                    <a:pt x="37500" y="61317"/>
                    <a:pt x="34642" y="63222"/>
                  </a:cubicBezTo>
                  <a:cubicBezTo>
                    <a:pt x="34642" y="63222"/>
                    <a:pt x="34642" y="63222"/>
                    <a:pt x="34642" y="63222"/>
                  </a:cubicBezTo>
                  <a:cubicBezTo>
                    <a:pt x="28927" y="67032"/>
                    <a:pt x="22259" y="68937"/>
                    <a:pt x="14639" y="68937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57" id="57"/>
            <p:cNvSpPr/>
            <p:nvPr/>
          </p:nvSpPr>
          <p:spPr>
            <a:xfrm>
              <a:off x="5403504" y="3992431"/>
              <a:ext cx="193894" cy="270514"/>
            </a:xfrm>
            <a:custGeom>
              <a:avLst/>
              <a:gdLst/>
              <a:ahLst/>
              <a:cxnLst/>
              <a:rect r="r" b="b" t="t" l="l"/>
              <a:pathLst>
                <a:path w="193894" h="270514" stroke="true" fill="norm" extrusionOk="true">
                  <a:moveTo>
                    <a:pt x="6191" y="7620"/>
                  </a:moveTo>
                  <a:cubicBezTo>
                    <a:pt x="4286" y="9525"/>
                    <a:pt x="2381" y="12383"/>
                    <a:pt x="1429" y="16192"/>
                  </a:cubicBezTo>
                  <a:cubicBezTo>
                    <a:pt x="-476" y="27622"/>
                    <a:pt x="-476" y="38100"/>
                    <a:pt x="1429" y="49530"/>
                  </a:cubicBezTo>
                  <a:cubicBezTo>
                    <a:pt x="4286" y="71438"/>
                    <a:pt x="9049" y="93345"/>
                    <a:pt x="14764" y="114300"/>
                  </a:cubicBezTo>
                  <a:cubicBezTo>
                    <a:pt x="21431" y="142875"/>
                    <a:pt x="29051" y="170498"/>
                    <a:pt x="37624" y="198120"/>
                  </a:cubicBezTo>
                  <a:cubicBezTo>
                    <a:pt x="42386" y="216218"/>
                    <a:pt x="89059" y="205740"/>
                    <a:pt x="96679" y="198120"/>
                  </a:cubicBezTo>
                  <a:lnTo>
                    <a:pt x="106204" y="270510"/>
                  </a:lnTo>
                  <a:cubicBezTo>
                    <a:pt x="106204" y="270510"/>
                    <a:pt x="130016" y="271463"/>
                    <a:pt x="163354" y="245745"/>
                  </a:cubicBezTo>
                  <a:cubicBezTo>
                    <a:pt x="196691" y="219075"/>
                    <a:pt x="193834" y="209550"/>
                    <a:pt x="193834" y="209550"/>
                  </a:cubicBezTo>
                  <a:lnTo>
                    <a:pt x="171926" y="128588"/>
                  </a:lnTo>
                  <a:cubicBezTo>
                    <a:pt x="171926" y="128588"/>
                    <a:pt x="141446" y="136208"/>
                    <a:pt x="114776" y="103823"/>
                  </a:cubicBezTo>
                  <a:cubicBezTo>
                    <a:pt x="110966" y="99060"/>
                    <a:pt x="107156" y="89535"/>
                    <a:pt x="102394" y="85725"/>
                  </a:cubicBezTo>
                  <a:cubicBezTo>
                    <a:pt x="97631" y="81915"/>
                    <a:pt x="88106" y="80963"/>
                    <a:pt x="83344" y="74295"/>
                  </a:cubicBezTo>
                  <a:cubicBezTo>
                    <a:pt x="78581" y="67628"/>
                    <a:pt x="76676" y="59055"/>
                    <a:pt x="79534" y="50482"/>
                  </a:cubicBezTo>
                  <a:cubicBezTo>
                    <a:pt x="80486" y="48578"/>
                    <a:pt x="80486" y="46672"/>
                    <a:pt x="79534" y="45720"/>
                  </a:cubicBezTo>
                  <a:cubicBezTo>
                    <a:pt x="78581" y="44768"/>
                    <a:pt x="77629" y="44768"/>
                    <a:pt x="76676" y="44768"/>
                  </a:cubicBezTo>
                  <a:cubicBezTo>
                    <a:pt x="64294" y="41910"/>
                    <a:pt x="56674" y="29528"/>
                    <a:pt x="60484" y="17145"/>
                  </a:cubicBezTo>
                  <a:cubicBezTo>
                    <a:pt x="60484" y="17145"/>
                    <a:pt x="60484" y="16192"/>
                    <a:pt x="60484" y="16192"/>
                  </a:cubicBezTo>
                  <a:cubicBezTo>
                    <a:pt x="49054" y="19050"/>
                    <a:pt x="38576" y="8572"/>
                    <a:pt x="30004" y="0"/>
                  </a:cubicBezTo>
                  <a:cubicBezTo>
                    <a:pt x="32861" y="2858"/>
                    <a:pt x="11906" y="4763"/>
                    <a:pt x="11906" y="5715"/>
                  </a:cubicBezTo>
                  <a:cubicBezTo>
                    <a:pt x="9049" y="5715"/>
                    <a:pt x="8096" y="6667"/>
                    <a:pt x="6191" y="7620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58" id="58"/>
            <p:cNvSpPr/>
            <p:nvPr/>
          </p:nvSpPr>
          <p:spPr>
            <a:xfrm>
              <a:off x="5397890" y="3988144"/>
              <a:ext cx="203431" cy="279558"/>
            </a:xfrm>
            <a:custGeom>
              <a:avLst/>
              <a:gdLst/>
              <a:ahLst/>
              <a:cxnLst/>
              <a:rect r="r" b="b" t="t" l="l"/>
              <a:pathLst>
                <a:path w="203431" h="279558" stroke="true" fill="norm" extrusionOk="true">
                  <a:moveTo>
                    <a:pt x="110865" y="279559"/>
                  </a:moveTo>
                  <a:lnTo>
                    <a:pt x="110865" y="279559"/>
                  </a:lnTo>
                  <a:cubicBezTo>
                    <a:pt x="108008" y="279559"/>
                    <a:pt x="106103" y="277654"/>
                    <a:pt x="105150" y="275749"/>
                  </a:cubicBezTo>
                  <a:lnTo>
                    <a:pt x="96578" y="210026"/>
                  </a:lnTo>
                  <a:cubicBezTo>
                    <a:pt x="82290" y="215741"/>
                    <a:pt x="67050" y="217646"/>
                    <a:pt x="51810" y="215741"/>
                  </a:cubicBezTo>
                  <a:cubicBezTo>
                    <a:pt x="45143" y="214789"/>
                    <a:pt x="39428" y="210026"/>
                    <a:pt x="37523" y="203359"/>
                  </a:cubicBezTo>
                  <a:cubicBezTo>
                    <a:pt x="28950" y="175736"/>
                    <a:pt x="22283" y="147161"/>
                    <a:pt x="14663" y="118586"/>
                  </a:cubicBezTo>
                  <a:lnTo>
                    <a:pt x="12758" y="112871"/>
                  </a:lnTo>
                  <a:cubicBezTo>
                    <a:pt x="7995" y="93821"/>
                    <a:pt x="3233" y="73819"/>
                    <a:pt x="1328" y="53816"/>
                  </a:cubicBezTo>
                  <a:cubicBezTo>
                    <a:pt x="-577" y="42386"/>
                    <a:pt x="-577" y="30004"/>
                    <a:pt x="2280" y="18574"/>
                  </a:cubicBezTo>
                  <a:cubicBezTo>
                    <a:pt x="3233" y="14764"/>
                    <a:pt x="5138" y="10954"/>
                    <a:pt x="7995" y="8096"/>
                  </a:cubicBezTo>
                  <a:lnTo>
                    <a:pt x="7995" y="8096"/>
                  </a:lnTo>
                  <a:cubicBezTo>
                    <a:pt x="9900" y="7144"/>
                    <a:pt x="11805" y="6191"/>
                    <a:pt x="12758" y="5239"/>
                  </a:cubicBezTo>
                  <a:lnTo>
                    <a:pt x="14663" y="5239"/>
                  </a:lnTo>
                  <a:cubicBezTo>
                    <a:pt x="19425" y="4286"/>
                    <a:pt x="24188" y="4286"/>
                    <a:pt x="28950" y="2381"/>
                  </a:cubicBezTo>
                  <a:cubicBezTo>
                    <a:pt x="28950" y="1429"/>
                    <a:pt x="29903" y="1429"/>
                    <a:pt x="29903" y="1429"/>
                  </a:cubicBezTo>
                  <a:cubicBezTo>
                    <a:pt x="31808" y="-476"/>
                    <a:pt x="34665" y="-476"/>
                    <a:pt x="36570" y="1429"/>
                  </a:cubicBezTo>
                  <a:cubicBezTo>
                    <a:pt x="36570" y="1429"/>
                    <a:pt x="36570" y="1429"/>
                    <a:pt x="36570" y="1429"/>
                  </a:cubicBezTo>
                  <a:lnTo>
                    <a:pt x="36570" y="1429"/>
                  </a:lnTo>
                  <a:cubicBezTo>
                    <a:pt x="43238" y="9049"/>
                    <a:pt x="52763" y="18574"/>
                    <a:pt x="62288" y="15716"/>
                  </a:cubicBezTo>
                  <a:cubicBezTo>
                    <a:pt x="64193" y="15716"/>
                    <a:pt x="66098" y="15716"/>
                    <a:pt x="67050" y="17621"/>
                  </a:cubicBezTo>
                  <a:cubicBezTo>
                    <a:pt x="68003" y="18574"/>
                    <a:pt x="68955" y="20479"/>
                    <a:pt x="68003" y="22384"/>
                  </a:cubicBezTo>
                  <a:cubicBezTo>
                    <a:pt x="67050" y="27146"/>
                    <a:pt x="67050" y="31909"/>
                    <a:pt x="69908" y="35719"/>
                  </a:cubicBezTo>
                  <a:cubicBezTo>
                    <a:pt x="71813" y="39529"/>
                    <a:pt x="75623" y="42386"/>
                    <a:pt x="80385" y="44291"/>
                  </a:cubicBezTo>
                  <a:cubicBezTo>
                    <a:pt x="82290" y="44291"/>
                    <a:pt x="84195" y="45244"/>
                    <a:pt x="86100" y="47149"/>
                  </a:cubicBezTo>
                  <a:cubicBezTo>
                    <a:pt x="88005" y="50006"/>
                    <a:pt x="88958" y="53816"/>
                    <a:pt x="87053" y="56674"/>
                  </a:cubicBezTo>
                  <a:cubicBezTo>
                    <a:pt x="85148" y="63341"/>
                    <a:pt x="86100" y="70009"/>
                    <a:pt x="90863" y="75724"/>
                  </a:cubicBezTo>
                  <a:cubicBezTo>
                    <a:pt x="92768" y="78581"/>
                    <a:pt x="96578" y="80486"/>
                    <a:pt x="100388" y="81439"/>
                  </a:cubicBezTo>
                  <a:cubicBezTo>
                    <a:pt x="104198" y="82391"/>
                    <a:pt x="107055" y="84296"/>
                    <a:pt x="109913" y="86201"/>
                  </a:cubicBezTo>
                  <a:cubicBezTo>
                    <a:pt x="113723" y="90011"/>
                    <a:pt x="116580" y="93821"/>
                    <a:pt x="118485" y="97631"/>
                  </a:cubicBezTo>
                  <a:cubicBezTo>
                    <a:pt x="119438" y="99536"/>
                    <a:pt x="121343" y="102394"/>
                    <a:pt x="123248" y="104299"/>
                  </a:cubicBezTo>
                  <a:cubicBezTo>
                    <a:pt x="147060" y="132874"/>
                    <a:pt x="174683" y="128111"/>
                    <a:pt x="175635" y="127159"/>
                  </a:cubicBezTo>
                  <a:cubicBezTo>
                    <a:pt x="178493" y="126206"/>
                    <a:pt x="180398" y="128111"/>
                    <a:pt x="181350" y="130969"/>
                  </a:cubicBezTo>
                  <a:lnTo>
                    <a:pt x="203258" y="211931"/>
                  </a:lnTo>
                  <a:cubicBezTo>
                    <a:pt x="204210" y="215741"/>
                    <a:pt x="202305" y="227171"/>
                    <a:pt x="169920" y="251936"/>
                  </a:cubicBezTo>
                  <a:cubicBezTo>
                    <a:pt x="138488" y="278606"/>
                    <a:pt x="114675" y="279559"/>
                    <a:pt x="110865" y="279559"/>
                  </a:cubicBezTo>
                  <a:close/>
                  <a:moveTo>
                    <a:pt x="101340" y="197644"/>
                  </a:moveTo>
                  <a:cubicBezTo>
                    <a:pt x="102293" y="197644"/>
                    <a:pt x="102293" y="197644"/>
                    <a:pt x="103245" y="197644"/>
                  </a:cubicBezTo>
                  <a:cubicBezTo>
                    <a:pt x="105150" y="198596"/>
                    <a:pt x="106103" y="199549"/>
                    <a:pt x="106103" y="201454"/>
                  </a:cubicBezTo>
                  <a:lnTo>
                    <a:pt x="114675" y="269081"/>
                  </a:lnTo>
                  <a:cubicBezTo>
                    <a:pt x="132773" y="265271"/>
                    <a:pt x="149918" y="257651"/>
                    <a:pt x="164205" y="245269"/>
                  </a:cubicBezTo>
                  <a:cubicBezTo>
                    <a:pt x="189923" y="225266"/>
                    <a:pt x="192780" y="216694"/>
                    <a:pt x="193733" y="214789"/>
                  </a:cubicBezTo>
                  <a:lnTo>
                    <a:pt x="172778" y="138589"/>
                  </a:lnTo>
                  <a:cubicBezTo>
                    <a:pt x="149918" y="139541"/>
                    <a:pt x="128963" y="130016"/>
                    <a:pt x="115628" y="111919"/>
                  </a:cubicBezTo>
                  <a:cubicBezTo>
                    <a:pt x="113723" y="109061"/>
                    <a:pt x="111818" y="106204"/>
                    <a:pt x="109913" y="103346"/>
                  </a:cubicBezTo>
                  <a:cubicBezTo>
                    <a:pt x="108008" y="99536"/>
                    <a:pt x="106103" y="96679"/>
                    <a:pt x="103245" y="93821"/>
                  </a:cubicBezTo>
                  <a:cubicBezTo>
                    <a:pt x="101340" y="91916"/>
                    <a:pt x="98483" y="90964"/>
                    <a:pt x="96578" y="90011"/>
                  </a:cubicBezTo>
                  <a:cubicBezTo>
                    <a:pt x="91815" y="88106"/>
                    <a:pt x="87053" y="85249"/>
                    <a:pt x="83243" y="81439"/>
                  </a:cubicBezTo>
                  <a:cubicBezTo>
                    <a:pt x="77528" y="73819"/>
                    <a:pt x="75623" y="63341"/>
                    <a:pt x="78480" y="53816"/>
                  </a:cubicBezTo>
                  <a:lnTo>
                    <a:pt x="78480" y="52864"/>
                  </a:lnTo>
                  <a:cubicBezTo>
                    <a:pt x="71813" y="50959"/>
                    <a:pt x="65145" y="47149"/>
                    <a:pt x="62288" y="40481"/>
                  </a:cubicBezTo>
                  <a:cubicBezTo>
                    <a:pt x="59430" y="35719"/>
                    <a:pt x="58478" y="30956"/>
                    <a:pt x="58478" y="26194"/>
                  </a:cubicBezTo>
                  <a:cubicBezTo>
                    <a:pt x="48953" y="24289"/>
                    <a:pt x="39428" y="19526"/>
                    <a:pt x="33713" y="10954"/>
                  </a:cubicBezTo>
                  <a:cubicBezTo>
                    <a:pt x="27998" y="12859"/>
                    <a:pt x="23235" y="13811"/>
                    <a:pt x="17520" y="13811"/>
                  </a:cubicBezTo>
                  <a:cubicBezTo>
                    <a:pt x="16568" y="13811"/>
                    <a:pt x="15615" y="14764"/>
                    <a:pt x="14663" y="14764"/>
                  </a:cubicBezTo>
                  <a:lnTo>
                    <a:pt x="14663" y="14764"/>
                  </a:lnTo>
                  <a:cubicBezTo>
                    <a:pt x="13710" y="15716"/>
                    <a:pt x="12758" y="16669"/>
                    <a:pt x="11805" y="20479"/>
                  </a:cubicBezTo>
                  <a:cubicBezTo>
                    <a:pt x="9900" y="30956"/>
                    <a:pt x="9900" y="41434"/>
                    <a:pt x="11805" y="51911"/>
                  </a:cubicBezTo>
                  <a:cubicBezTo>
                    <a:pt x="14663" y="71914"/>
                    <a:pt x="18473" y="90964"/>
                    <a:pt x="23235" y="110014"/>
                  </a:cubicBezTo>
                  <a:lnTo>
                    <a:pt x="25140" y="115729"/>
                  </a:lnTo>
                  <a:cubicBezTo>
                    <a:pt x="31808" y="143351"/>
                    <a:pt x="39428" y="171926"/>
                    <a:pt x="48000" y="199549"/>
                  </a:cubicBezTo>
                  <a:cubicBezTo>
                    <a:pt x="48953" y="202406"/>
                    <a:pt x="50858" y="203359"/>
                    <a:pt x="55620" y="205264"/>
                  </a:cubicBezTo>
                  <a:cubicBezTo>
                    <a:pt x="69908" y="207169"/>
                    <a:pt x="85148" y="205264"/>
                    <a:pt x="98483" y="197644"/>
                  </a:cubicBezTo>
                  <a:cubicBezTo>
                    <a:pt x="99435" y="197644"/>
                    <a:pt x="100388" y="197644"/>
                    <a:pt x="101340" y="197644"/>
                  </a:cubicBezTo>
                  <a:lnTo>
                    <a:pt x="101340" y="197644"/>
                  </a:lnTo>
                  <a:close/>
                  <a:moveTo>
                    <a:pt x="11805" y="11906"/>
                  </a:moveTo>
                  <a:lnTo>
                    <a:pt x="11805" y="11906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59" id="59"/>
            <p:cNvSpPr/>
            <p:nvPr/>
          </p:nvSpPr>
          <p:spPr>
            <a:xfrm>
              <a:off x="5495076" y="4041961"/>
              <a:ext cx="48237" cy="79057"/>
            </a:xfrm>
            <a:custGeom>
              <a:avLst/>
              <a:gdLst/>
              <a:ahLst/>
              <a:cxnLst/>
              <a:rect r="r" b="b" t="t" l="l"/>
              <a:pathLst>
                <a:path w="48237" h="79057" stroke="true" fill="norm" extrusionOk="true">
                  <a:moveTo>
                    <a:pt x="344" y="44767"/>
                  </a:moveTo>
                  <a:cubicBezTo>
                    <a:pt x="-609" y="37147"/>
                    <a:pt x="344" y="30480"/>
                    <a:pt x="4154" y="23813"/>
                  </a:cubicBezTo>
                  <a:cubicBezTo>
                    <a:pt x="6058" y="18097"/>
                    <a:pt x="7964" y="13335"/>
                    <a:pt x="11774" y="8572"/>
                  </a:cubicBezTo>
                  <a:cubicBezTo>
                    <a:pt x="14631" y="3810"/>
                    <a:pt x="20346" y="952"/>
                    <a:pt x="26061" y="0"/>
                  </a:cubicBezTo>
                  <a:cubicBezTo>
                    <a:pt x="30824" y="0"/>
                    <a:pt x="35586" y="1905"/>
                    <a:pt x="39396" y="5715"/>
                  </a:cubicBezTo>
                  <a:cubicBezTo>
                    <a:pt x="42254" y="9525"/>
                    <a:pt x="45111" y="14288"/>
                    <a:pt x="46064" y="19050"/>
                  </a:cubicBezTo>
                  <a:cubicBezTo>
                    <a:pt x="51779" y="40005"/>
                    <a:pt x="46064" y="63817"/>
                    <a:pt x="30824" y="79057"/>
                  </a:cubicBezTo>
                  <a:lnTo>
                    <a:pt x="31776" y="77152"/>
                  </a:lnTo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60" id="60"/>
            <p:cNvSpPr/>
            <p:nvPr/>
          </p:nvSpPr>
          <p:spPr>
            <a:xfrm>
              <a:off x="5490314" y="4036246"/>
              <a:ext cx="57199" cy="89534"/>
            </a:xfrm>
            <a:custGeom>
              <a:avLst/>
              <a:gdLst/>
              <a:ahLst/>
              <a:cxnLst/>
              <a:rect r="r" b="b" t="t" l="l"/>
              <a:pathLst>
                <a:path w="57199" h="89534" stroke="true" fill="norm" extrusionOk="true">
                  <a:moveTo>
                    <a:pt x="34633" y="89535"/>
                  </a:moveTo>
                  <a:cubicBezTo>
                    <a:pt x="33681" y="89535"/>
                    <a:pt x="32729" y="89535"/>
                    <a:pt x="31776" y="88582"/>
                  </a:cubicBezTo>
                  <a:cubicBezTo>
                    <a:pt x="29871" y="86678"/>
                    <a:pt x="28919" y="84773"/>
                    <a:pt x="30824" y="81915"/>
                  </a:cubicBezTo>
                  <a:lnTo>
                    <a:pt x="31776" y="80010"/>
                  </a:lnTo>
                  <a:lnTo>
                    <a:pt x="31776" y="80010"/>
                  </a:lnTo>
                  <a:cubicBezTo>
                    <a:pt x="46064" y="65723"/>
                    <a:pt x="50826" y="44767"/>
                    <a:pt x="45111" y="24765"/>
                  </a:cubicBezTo>
                  <a:cubicBezTo>
                    <a:pt x="44158" y="20955"/>
                    <a:pt x="42254" y="17145"/>
                    <a:pt x="39396" y="13335"/>
                  </a:cubicBezTo>
                  <a:cubicBezTo>
                    <a:pt x="36539" y="10478"/>
                    <a:pt x="33681" y="8572"/>
                    <a:pt x="29871" y="8572"/>
                  </a:cubicBezTo>
                  <a:cubicBezTo>
                    <a:pt x="26061" y="8572"/>
                    <a:pt x="22251" y="11430"/>
                    <a:pt x="19394" y="15240"/>
                  </a:cubicBezTo>
                  <a:cubicBezTo>
                    <a:pt x="16536" y="19050"/>
                    <a:pt x="14631" y="23813"/>
                    <a:pt x="12726" y="29528"/>
                  </a:cubicBezTo>
                  <a:cubicBezTo>
                    <a:pt x="9869" y="35242"/>
                    <a:pt x="8916" y="41910"/>
                    <a:pt x="9869" y="47625"/>
                  </a:cubicBezTo>
                  <a:cubicBezTo>
                    <a:pt x="10821" y="50482"/>
                    <a:pt x="8916" y="52388"/>
                    <a:pt x="6058" y="53340"/>
                  </a:cubicBezTo>
                  <a:cubicBezTo>
                    <a:pt x="3201" y="54292"/>
                    <a:pt x="1296" y="52388"/>
                    <a:pt x="344" y="49530"/>
                  </a:cubicBezTo>
                  <a:cubicBezTo>
                    <a:pt x="344" y="49530"/>
                    <a:pt x="344" y="49530"/>
                    <a:pt x="344" y="49530"/>
                  </a:cubicBezTo>
                  <a:cubicBezTo>
                    <a:pt x="-609" y="40957"/>
                    <a:pt x="344" y="33338"/>
                    <a:pt x="4154" y="25717"/>
                  </a:cubicBezTo>
                  <a:cubicBezTo>
                    <a:pt x="6058" y="20003"/>
                    <a:pt x="8916" y="14288"/>
                    <a:pt x="11774" y="9525"/>
                  </a:cubicBezTo>
                  <a:cubicBezTo>
                    <a:pt x="15583" y="3810"/>
                    <a:pt x="22251" y="0"/>
                    <a:pt x="29871" y="0"/>
                  </a:cubicBezTo>
                  <a:cubicBezTo>
                    <a:pt x="36539" y="0"/>
                    <a:pt x="42254" y="2857"/>
                    <a:pt x="47016" y="7620"/>
                  </a:cubicBezTo>
                  <a:cubicBezTo>
                    <a:pt x="50826" y="12382"/>
                    <a:pt x="53683" y="17145"/>
                    <a:pt x="54636" y="22860"/>
                  </a:cubicBezTo>
                  <a:cubicBezTo>
                    <a:pt x="61304" y="45720"/>
                    <a:pt x="54636" y="70485"/>
                    <a:pt x="38444" y="87630"/>
                  </a:cubicBezTo>
                  <a:cubicBezTo>
                    <a:pt x="37491" y="89535"/>
                    <a:pt x="36539" y="89535"/>
                    <a:pt x="34633" y="89535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61" id="61"/>
            <p:cNvSpPr/>
            <p:nvPr/>
          </p:nvSpPr>
          <p:spPr>
            <a:xfrm>
              <a:off x="5499230" y="4158165"/>
              <a:ext cx="30480" cy="64770"/>
            </a:xfrm>
            <a:custGeom>
              <a:avLst/>
              <a:gdLst/>
              <a:ahLst/>
              <a:cxnLst/>
              <a:rect r="r" b="b" t="t" l="l"/>
              <a:pathLst>
                <a:path w="30480" h="64770" stroke="true" fill="norm" extrusionOk="true">
                  <a:moveTo>
                    <a:pt x="0" y="32385"/>
                  </a:moveTo>
                  <a:cubicBezTo>
                    <a:pt x="12383" y="24765"/>
                    <a:pt x="22860" y="13335"/>
                    <a:pt x="29528" y="0"/>
                  </a:cubicBezTo>
                  <a:cubicBezTo>
                    <a:pt x="29528" y="0"/>
                    <a:pt x="38100" y="43815"/>
                    <a:pt x="3810" y="64770"/>
                  </a:cubicBezTo>
                  <a:lnTo>
                    <a:pt x="0" y="32385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62" id="62"/>
            <p:cNvSpPr/>
            <p:nvPr/>
          </p:nvSpPr>
          <p:spPr>
            <a:xfrm>
              <a:off x="5495420" y="4154102"/>
              <a:ext cx="38985" cy="73595"/>
            </a:xfrm>
            <a:custGeom>
              <a:avLst/>
              <a:gdLst/>
              <a:ahLst/>
              <a:cxnLst/>
              <a:rect r="r" b="b" t="t" l="l"/>
              <a:pathLst>
                <a:path w="38985" h="73595" stroke="true" fill="norm" extrusionOk="true">
                  <a:moveTo>
                    <a:pt x="8572" y="73596"/>
                  </a:moveTo>
                  <a:cubicBezTo>
                    <a:pt x="7620" y="73596"/>
                    <a:pt x="7620" y="73596"/>
                    <a:pt x="6667" y="73596"/>
                  </a:cubicBezTo>
                  <a:cubicBezTo>
                    <a:pt x="4763" y="72643"/>
                    <a:pt x="3810" y="71691"/>
                    <a:pt x="3810" y="69786"/>
                  </a:cubicBezTo>
                  <a:lnTo>
                    <a:pt x="0" y="37401"/>
                  </a:lnTo>
                  <a:cubicBezTo>
                    <a:pt x="0" y="35496"/>
                    <a:pt x="952" y="33591"/>
                    <a:pt x="1905" y="32638"/>
                  </a:cubicBezTo>
                  <a:cubicBezTo>
                    <a:pt x="13335" y="25018"/>
                    <a:pt x="22860" y="15493"/>
                    <a:pt x="29527" y="3111"/>
                  </a:cubicBezTo>
                  <a:cubicBezTo>
                    <a:pt x="30480" y="1206"/>
                    <a:pt x="32385" y="-699"/>
                    <a:pt x="34290" y="253"/>
                  </a:cubicBezTo>
                  <a:cubicBezTo>
                    <a:pt x="36195" y="253"/>
                    <a:pt x="38100" y="2158"/>
                    <a:pt x="38100" y="4063"/>
                  </a:cubicBezTo>
                  <a:cubicBezTo>
                    <a:pt x="38100" y="5968"/>
                    <a:pt x="46672" y="50736"/>
                    <a:pt x="10477" y="73596"/>
                  </a:cubicBezTo>
                  <a:cubicBezTo>
                    <a:pt x="10477" y="73596"/>
                    <a:pt x="9525" y="73596"/>
                    <a:pt x="8572" y="73596"/>
                  </a:cubicBezTo>
                  <a:close/>
                  <a:moveTo>
                    <a:pt x="9525" y="38353"/>
                  </a:moveTo>
                  <a:lnTo>
                    <a:pt x="12383" y="59308"/>
                  </a:lnTo>
                  <a:cubicBezTo>
                    <a:pt x="23813" y="48831"/>
                    <a:pt x="29527" y="34543"/>
                    <a:pt x="30480" y="19303"/>
                  </a:cubicBezTo>
                  <a:cubicBezTo>
                    <a:pt x="23813" y="26923"/>
                    <a:pt x="17145" y="33591"/>
                    <a:pt x="9525" y="38353"/>
                  </a:cubicBezTo>
                  <a:lnTo>
                    <a:pt x="9525" y="38353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63" id="63"/>
            <p:cNvSpPr/>
            <p:nvPr/>
          </p:nvSpPr>
          <p:spPr>
            <a:xfrm rot="20690784">
              <a:off x="5421051" y="4064820"/>
              <a:ext cx="7619" cy="20954"/>
            </a:xfrm>
            <a:custGeom>
              <a:avLst/>
              <a:gdLst/>
              <a:ahLst/>
              <a:cxnLst/>
              <a:rect r="r" b="b" t="t" l="l"/>
              <a:pathLst>
                <a:path w="7619" h="20954" stroke="true" fill="norm" extrusionOk="true">
                  <a:moveTo>
                    <a:pt x="7620" y="10477"/>
                  </a:moveTo>
                  <a:cubicBezTo>
                    <a:pt x="7620" y="16264"/>
                    <a:pt x="5914" y="20954"/>
                    <a:pt x="3810" y="20954"/>
                  </a:cubicBezTo>
                  <a:cubicBezTo>
                    <a:pt x="1706" y="20954"/>
                    <a:pt x="0" y="16264"/>
                    <a:pt x="0" y="10477"/>
                  </a:cubicBezTo>
                  <a:cubicBezTo>
                    <a:pt x="0" y="4691"/>
                    <a:pt x="1706" y="0"/>
                    <a:pt x="3810" y="0"/>
                  </a:cubicBezTo>
                  <a:cubicBezTo>
                    <a:pt x="5914" y="0"/>
                    <a:pt x="7620" y="4691"/>
                    <a:pt x="7620" y="10477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64" id="64"/>
            <p:cNvSpPr/>
            <p:nvPr/>
          </p:nvSpPr>
          <p:spPr>
            <a:xfrm>
              <a:off x="5435413" y="4138742"/>
              <a:ext cx="43853" cy="31806"/>
            </a:xfrm>
            <a:custGeom>
              <a:avLst/>
              <a:gdLst/>
              <a:ahLst/>
              <a:cxnLst/>
              <a:rect r="r" b="b" t="t" l="l"/>
              <a:pathLst>
                <a:path w="43853" h="31806" stroke="true" fill="norm" extrusionOk="true">
                  <a:moveTo>
                    <a:pt x="10478" y="31806"/>
                  </a:moveTo>
                  <a:cubicBezTo>
                    <a:pt x="8572" y="31806"/>
                    <a:pt x="5715" y="31806"/>
                    <a:pt x="3810" y="30854"/>
                  </a:cubicBezTo>
                  <a:cubicBezTo>
                    <a:pt x="953" y="29901"/>
                    <a:pt x="0" y="27044"/>
                    <a:pt x="0" y="24186"/>
                  </a:cubicBezTo>
                  <a:cubicBezTo>
                    <a:pt x="953" y="21329"/>
                    <a:pt x="3810" y="20376"/>
                    <a:pt x="6667" y="20376"/>
                  </a:cubicBezTo>
                  <a:cubicBezTo>
                    <a:pt x="7620" y="20376"/>
                    <a:pt x="22860" y="25139"/>
                    <a:pt x="34290" y="2279"/>
                  </a:cubicBezTo>
                  <a:cubicBezTo>
                    <a:pt x="35242" y="374"/>
                    <a:pt x="38100" y="-579"/>
                    <a:pt x="40958" y="374"/>
                  </a:cubicBezTo>
                  <a:cubicBezTo>
                    <a:pt x="43815" y="1326"/>
                    <a:pt x="44767" y="4184"/>
                    <a:pt x="42863" y="7041"/>
                  </a:cubicBezTo>
                  <a:cubicBezTo>
                    <a:pt x="42863" y="7041"/>
                    <a:pt x="42863" y="7041"/>
                    <a:pt x="42863" y="7041"/>
                  </a:cubicBezTo>
                  <a:cubicBezTo>
                    <a:pt x="38100" y="21329"/>
                    <a:pt x="25717" y="30854"/>
                    <a:pt x="10478" y="31806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65" id="65"/>
            <p:cNvSpPr/>
            <p:nvPr/>
          </p:nvSpPr>
          <p:spPr>
            <a:xfrm>
              <a:off x="5074335" y="4397243"/>
              <a:ext cx="458232" cy="268043"/>
            </a:xfrm>
            <a:custGeom>
              <a:avLst/>
              <a:gdLst/>
              <a:ahLst/>
              <a:cxnLst/>
              <a:rect r="r" b="b" t="t" l="l"/>
              <a:pathLst>
                <a:path w="458232" h="268043" stroke="true" fill="norm" extrusionOk="true">
                  <a:moveTo>
                    <a:pt x="398225" y="0"/>
                  </a:moveTo>
                  <a:cubicBezTo>
                    <a:pt x="398225" y="0"/>
                    <a:pt x="145813" y="170498"/>
                    <a:pt x="109618" y="168592"/>
                  </a:cubicBezTo>
                  <a:cubicBezTo>
                    <a:pt x="73423" y="166688"/>
                    <a:pt x="21988" y="140017"/>
                    <a:pt x="20083" y="159067"/>
                  </a:cubicBezTo>
                  <a:cubicBezTo>
                    <a:pt x="19130" y="178117"/>
                    <a:pt x="71518" y="194310"/>
                    <a:pt x="71518" y="194310"/>
                  </a:cubicBezTo>
                  <a:cubicBezTo>
                    <a:pt x="71518" y="194310"/>
                    <a:pt x="-2777" y="202883"/>
                    <a:pt x="80" y="224790"/>
                  </a:cubicBezTo>
                  <a:cubicBezTo>
                    <a:pt x="2938" y="246698"/>
                    <a:pt x="28655" y="271463"/>
                    <a:pt x="60088" y="267653"/>
                  </a:cubicBezTo>
                  <a:cubicBezTo>
                    <a:pt x="91520" y="263842"/>
                    <a:pt x="113428" y="248602"/>
                    <a:pt x="141050" y="243840"/>
                  </a:cubicBezTo>
                  <a:cubicBezTo>
                    <a:pt x="168673" y="239077"/>
                    <a:pt x="458233" y="97155"/>
                    <a:pt x="458233" y="97155"/>
                  </a:cubicBezTo>
                  <a:lnTo>
                    <a:pt x="398225" y="0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66" id="66"/>
            <p:cNvSpPr/>
            <p:nvPr/>
          </p:nvSpPr>
          <p:spPr>
            <a:xfrm>
              <a:off x="5069578" y="4393433"/>
              <a:ext cx="465846" cy="277177"/>
            </a:xfrm>
            <a:custGeom>
              <a:avLst/>
              <a:gdLst/>
              <a:ahLst/>
              <a:cxnLst/>
              <a:rect r="r" b="b" t="t" l="l"/>
              <a:pathLst>
                <a:path w="465846" h="277177" stroke="true" fill="norm" extrusionOk="true">
                  <a:moveTo>
                    <a:pt x="59129" y="277178"/>
                  </a:moveTo>
                  <a:cubicBezTo>
                    <a:pt x="45794" y="277178"/>
                    <a:pt x="31507" y="272415"/>
                    <a:pt x="21029" y="263843"/>
                  </a:cubicBezTo>
                  <a:cubicBezTo>
                    <a:pt x="9599" y="255270"/>
                    <a:pt x="2932" y="243840"/>
                    <a:pt x="74" y="229552"/>
                  </a:cubicBezTo>
                  <a:cubicBezTo>
                    <a:pt x="-1831" y="211455"/>
                    <a:pt x="33412" y="200977"/>
                    <a:pt x="57224" y="196215"/>
                  </a:cubicBezTo>
                  <a:cubicBezTo>
                    <a:pt x="40079" y="189548"/>
                    <a:pt x="19124" y="177165"/>
                    <a:pt x="20077" y="162877"/>
                  </a:cubicBezTo>
                  <a:cubicBezTo>
                    <a:pt x="20077" y="159068"/>
                    <a:pt x="21982" y="156210"/>
                    <a:pt x="24839" y="154305"/>
                  </a:cubicBezTo>
                  <a:cubicBezTo>
                    <a:pt x="33412" y="148590"/>
                    <a:pt x="49604" y="153352"/>
                    <a:pt x="70559" y="159068"/>
                  </a:cubicBezTo>
                  <a:cubicBezTo>
                    <a:pt x="84847" y="163830"/>
                    <a:pt x="100087" y="166688"/>
                    <a:pt x="114374" y="168593"/>
                  </a:cubicBezTo>
                  <a:lnTo>
                    <a:pt x="114374" y="168593"/>
                  </a:lnTo>
                  <a:cubicBezTo>
                    <a:pt x="141044" y="168593"/>
                    <a:pt x="299159" y="68580"/>
                    <a:pt x="399172" y="953"/>
                  </a:cubicBezTo>
                  <a:cubicBezTo>
                    <a:pt x="400124" y="0"/>
                    <a:pt x="402029" y="0"/>
                    <a:pt x="402982" y="0"/>
                  </a:cubicBezTo>
                  <a:cubicBezTo>
                    <a:pt x="403934" y="0"/>
                    <a:pt x="405839" y="953"/>
                    <a:pt x="405839" y="1905"/>
                  </a:cubicBezTo>
                  <a:lnTo>
                    <a:pt x="464894" y="99060"/>
                  </a:lnTo>
                  <a:cubicBezTo>
                    <a:pt x="465847" y="100013"/>
                    <a:pt x="465847" y="101918"/>
                    <a:pt x="465847" y="102870"/>
                  </a:cubicBezTo>
                  <a:cubicBezTo>
                    <a:pt x="465847" y="103823"/>
                    <a:pt x="464894" y="104775"/>
                    <a:pt x="462989" y="105727"/>
                  </a:cubicBezTo>
                  <a:cubicBezTo>
                    <a:pt x="451559" y="111443"/>
                    <a:pt x="173429" y="247650"/>
                    <a:pt x="144854" y="252413"/>
                  </a:cubicBezTo>
                  <a:cubicBezTo>
                    <a:pt x="132472" y="255270"/>
                    <a:pt x="121042" y="258127"/>
                    <a:pt x="109612" y="263843"/>
                  </a:cubicBezTo>
                  <a:cubicBezTo>
                    <a:pt x="95324" y="270510"/>
                    <a:pt x="79132" y="275273"/>
                    <a:pt x="63892" y="277178"/>
                  </a:cubicBezTo>
                  <a:cubicBezTo>
                    <a:pt x="63892" y="277178"/>
                    <a:pt x="61987" y="277178"/>
                    <a:pt x="59129" y="277178"/>
                  </a:cubicBezTo>
                  <a:close/>
                  <a:moveTo>
                    <a:pt x="35317" y="160973"/>
                  </a:moveTo>
                  <a:cubicBezTo>
                    <a:pt x="33412" y="160973"/>
                    <a:pt x="32459" y="160973"/>
                    <a:pt x="30554" y="161925"/>
                  </a:cubicBezTo>
                  <a:cubicBezTo>
                    <a:pt x="30554" y="161925"/>
                    <a:pt x="29602" y="161925"/>
                    <a:pt x="29602" y="163830"/>
                  </a:cubicBezTo>
                  <a:cubicBezTo>
                    <a:pt x="28649" y="174308"/>
                    <a:pt x="58177" y="187643"/>
                    <a:pt x="78179" y="193358"/>
                  </a:cubicBezTo>
                  <a:cubicBezTo>
                    <a:pt x="81037" y="193358"/>
                    <a:pt x="82942" y="196215"/>
                    <a:pt x="82942" y="198120"/>
                  </a:cubicBezTo>
                  <a:cubicBezTo>
                    <a:pt x="82942" y="200025"/>
                    <a:pt x="80084" y="202883"/>
                    <a:pt x="78179" y="202883"/>
                  </a:cubicBezTo>
                  <a:cubicBezTo>
                    <a:pt x="49604" y="206693"/>
                    <a:pt x="9599" y="217170"/>
                    <a:pt x="10552" y="227648"/>
                  </a:cubicBezTo>
                  <a:cubicBezTo>
                    <a:pt x="12457" y="239077"/>
                    <a:pt x="18172" y="248602"/>
                    <a:pt x="27697" y="255270"/>
                  </a:cubicBezTo>
                  <a:cubicBezTo>
                    <a:pt x="38174" y="263843"/>
                    <a:pt x="51509" y="267653"/>
                    <a:pt x="64844" y="266700"/>
                  </a:cubicBezTo>
                  <a:cubicBezTo>
                    <a:pt x="80084" y="264795"/>
                    <a:pt x="94372" y="260033"/>
                    <a:pt x="107707" y="254318"/>
                  </a:cubicBezTo>
                  <a:cubicBezTo>
                    <a:pt x="119137" y="249555"/>
                    <a:pt x="131519" y="245745"/>
                    <a:pt x="144854" y="242888"/>
                  </a:cubicBezTo>
                  <a:cubicBezTo>
                    <a:pt x="165809" y="239077"/>
                    <a:pt x="354404" y="148590"/>
                    <a:pt x="455369" y="99060"/>
                  </a:cubicBezTo>
                  <a:lnTo>
                    <a:pt x="402029" y="10478"/>
                  </a:lnTo>
                  <a:cubicBezTo>
                    <a:pt x="362024" y="37148"/>
                    <a:pt x="149617" y="179070"/>
                    <a:pt x="114374" y="177165"/>
                  </a:cubicBezTo>
                  <a:cubicBezTo>
                    <a:pt x="99134" y="175260"/>
                    <a:pt x="82942" y="172402"/>
                    <a:pt x="67702" y="167640"/>
                  </a:cubicBezTo>
                  <a:cubicBezTo>
                    <a:pt x="57224" y="164783"/>
                    <a:pt x="46747" y="162877"/>
                    <a:pt x="35317" y="160973"/>
                  </a:cubicBezTo>
                  <a:lnTo>
                    <a:pt x="35317" y="160973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67" id="67"/>
            <p:cNvSpPr/>
            <p:nvPr/>
          </p:nvSpPr>
          <p:spPr>
            <a:xfrm>
              <a:off x="5464940" y="4301993"/>
              <a:ext cx="165734" cy="208597"/>
            </a:xfrm>
            <a:custGeom>
              <a:avLst/>
              <a:gdLst/>
              <a:ahLst/>
              <a:cxnLst/>
              <a:rect r="r" b="b" t="t" l="l"/>
              <a:pathLst>
                <a:path w="165734" h="208597" stroke="true" fill="norm" extrusionOk="true">
                  <a:moveTo>
                    <a:pt x="106680" y="0"/>
                  </a:moveTo>
                  <a:lnTo>
                    <a:pt x="0" y="77152"/>
                  </a:lnTo>
                  <a:lnTo>
                    <a:pt x="79057" y="208598"/>
                  </a:lnTo>
                  <a:lnTo>
                    <a:pt x="165735" y="153352"/>
                  </a:lnTo>
                </a:path>
              </a:pathLst>
            </a:custGeom>
            <a:solidFill>
              <a:schemeClr val="accent1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68" id="68"/>
            <p:cNvSpPr/>
            <p:nvPr/>
          </p:nvSpPr>
          <p:spPr>
            <a:xfrm>
              <a:off x="5461457" y="4297145"/>
              <a:ext cx="175971" cy="219160"/>
            </a:xfrm>
            <a:custGeom>
              <a:avLst/>
              <a:gdLst/>
              <a:ahLst/>
              <a:cxnLst/>
              <a:rect r="r" b="b" t="t" l="l"/>
              <a:pathLst>
                <a:path w="175971" h="219160" stroke="true" fill="norm" extrusionOk="true">
                  <a:moveTo>
                    <a:pt x="82541" y="219161"/>
                  </a:moveTo>
                  <a:lnTo>
                    <a:pt x="81588" y="219161"/>
                  </a:lnTo>
                  <a:cubicBezTo>
                    <a:pt x="80636" y="219161"/>
                    <a:pt x="79683" y="218208"/>
                    <a:pt x="78731" y="217256"/>
                  </a:cubicBezTo>
                  <a:lnTo>
                    <a:pt x="626" y="84858"/>
                  </a:lnTo>
                  <a:cubicBezTo>
                    <a:pt x="-327" y="82953"/>
                    <a:pt x="-327" y="80096"/>
                    <a:pt x="1578" y="78191"/>
                  </a:cubicBezTo>
                  <a:lnTo>
                    <a:pt x="108258" y="1038"/>
                  </a:lnTo>
                  <a:cubicBezTo>
                    <a:pt x="110163" y="-867"/>
                    <a:pt x="113021" y="86"/>
                    <a:pt x="114926" y="1991"/>
                  </a:cubicBezTo>
                  <a:cubicBezTo>
                    <a:pt x="116831" y="3896"/>
                    <a:pt x="115878" y="6753"/>
                    <a:pt x="113973" y="8658"/>
                  </a:cubicBezTo>
                  <a:cubicBezTo>
                    <a:pt x="113973" y="8658"/>
                    <a:pt x="113973" y="8658"/>
                    <a:pt x="113973" y="8658"/>
                  </a:cubicBezTo>
                  <a:lnTo>
                    <a:pt x="12056" y="82953"/>
                  </a:lnTo>
                  <a:lnTo>
                    <a:pt x="85398" y="206778"/>
                  </a:lnTo>
                  <a:lnTo>
                    <a:pt x="168266" y="154391"/>
                  </a:lnTo>
                  <a:cubicBezTo>
                    <a:pt x="170171" y="152486"/>
                    <a:pt x="173028" y="153438"/>
                    <a:pt x="174933" y="155343"/>
                  </a:cubicBezTo>
                  <a:cubicBezTo>
                    <a:pt x="176838" y="157248"/>
                    <a:pt x="175886" y="160106"/>
                    <a:pt x="173981" y="162011"/>
                  </a:cubicBezTo>
                  <a:cubicBezTo>
                    <a:pt x="173981" y="162011"/>
                    <a:pt x="173028" y="162011"/>
                    <a:pt x="173028" y="162963"/>
                  </a:cubicBezTo>
                  <a:lnTo>
                    <a:pt x="86351" y="218208"/>
                  </a:lnTo>
                  <a:cubicBezTo>
                    <a:pt x="84446" y="218208"/>
                    <a:pt x="83493" y="219161"/>
                    <a:pt x="82541" y="219161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69" id="69"/>
            <p:cNvSpPr/>
            <p:nvPr/>
          </p:nvSpPr>
          <p:spPr>
            <a:xfrm>
              <a:off x="4683516" y="4451536"/>
              <a:ext cx="73787" cy="101917"/>
            </a:xfrm>
            <a:custGeom>
              <a:avLst/>
              <a:gdLst/>
              <a:ahLst/>
              <a:cxnLst/>
              <a:rect r="r" b="b" t="t" l="l"/>
              <a:pathLst>
                <a:path w="73787" h="101917" stroke="true" fill="norm" extrusionOk="true">
                  <a:moveTo>
                    <a:pt x="17519" y="30480"/>
                  </a:moveTo>
                  <a:cubicBezTo>
                    <a:pt x="7994" y="35243"/>
                    <a:pt x="2279" y="44768"/>
                    <a:pt x="374" y="55245"/>
                  </a:cubicBezTo>
                  <a:cubicBezTo>
                    <a:pt x="-579" y="59055"/>
                    <a:pt x="374" y="61912"/>
                    <a:pt x="2279" y="64770"/>
                  </a:cubicBezTo>
                  <a:cubicBezTo>
                    <a:pt x="4184" y="67628"/>
                    <a:pt x="7994" y="68580"/>
                    <a:pt x="10851" y="66675"/>
                  </a:cubicBezTo>
                  <a:cubicBezTo>
                    <a:pt x="10851" y="66675"/>
                    <a:pt x="10851" y="66675"/>
                    <a:pt x="10851" y="66675"/>
                  </a:cubicBezTo>
                  <a:cubicBezTo>
                    <a:pt x="3231" y="73343"/>
                    <a:pt x="1326" y="84772"/>
                    <a:pt x="7994" y="93345"/>
                  </a:cubicBezTo>
                  <a:cubicBezTo>
                    <a:pt x="7994" y="93345"/>
                    <a:pt x="7994" y="93345"/>
                    <a:pt x="8946" y="94297"/>
                  </a:cubicBezTo>
                  <a:cubicBezTo>
                    <a:pt x="16566" y="101918"/>
                    <a:pt x="27044" y="103822"/>
                    <a:pt x="37521" y="100012"/>
                  </a:cubicBezTo>
                  <a:cubicBezTo>
                    <a:pt x="47046" y="96203"/>
                    <a:pt x="54666" y="89535"/>
                    <a:pt x="60381" y="80962"/>
                  </a:cubicBezTo>
                  <a:cubicBezTo>
                    <a:pt x="73716" y="60960"/>
                    <a:pt x="84194" y="14288"/>
                    <a:pt x="55619" y="1905"/>
                  </a:cubicBezTo>
                  <a:cubicBezTo>
                    <a:pt x="43236" y="-1905"/>
                    <a:pt x="28949" y="0"/>
                    <a:pt x="18471" y="7620"/>
                  </a:cubicBezTo>
                  <a:cubicBezTo>
                    <a:pt x="13709" y="11430"/>
                    <a:pt x="4184" y="15240"/>
                    <a:pt x="4184" y="22860"/>
                  </a:cubicBezTo>
                  <a:cubicBezTo>
                    <a:pt x="5136" y="28575"/>
                    <a:pt x="11804" y="37147"/>
                    <a:pt x="17519" y="30480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70" id="70"/>
            <p:cNvSpPr/>
            <p:nvPr/>
          </p:nvSpPr>
          <p:spPr>
            <a:xfrm>
              <a:off x="4679723" y="4445854"/>
              <a:ext cx="84089" cy="111408"/>
            </a:xfrm>
            <a:custGeom>
              <a:avLst/>
              <a:gdLst/>
              <a:ahLst/>
              <a:cxnLst/>
              <a:rect r="r" b="b" t="t" l="l"/>
              <a:pathLst>
                <a:path w="84089" h="111408" stroke="true" fill="norm" extrusionOk="true">
                  <a:moveTo>
                    <a:pt x="31790" y="111409"/>
                  </a:moveTo>
                  <a:cubicBezTo>
                    <a:pt x="23217" y="111409"/>
                    <a:pt x="15597" y="107599"/>
                    <a:pt x="9882" y="101884"/>
                  </a:cubicBezTo>
                  <a:cubicBezTo>
                    <a:pt x="5120" y="96169"/>
                    <a:pt x="3215" y="89501"/>
                    <a:pt x="4167" y="82834"/>
                  </a:cubicBezTo>
                  <a:cubicBezTo>
                    <a:pt x="4167" y="80929"/>
                    <a:pt x="5120" y="78071"/>
                    <a:pt x="6072" y="76166"/>
                  </a:cubicBezTo>
                  <a:cubicBezTo>
                    <a:pt x="5120" y="75214"/>
                    <a:pt x="4167" y="74261"/>
                    <a:pt x="3215" y="73309"/>
                  </a:cubicBezTo>
                  <a:cubicBezTo>
                    <a:pt x="357" y="69499"/>
                    <a:pt x="-595" y="64736"/>
                    <a:pt x="357" y="59974"/>
                  </a:cubicBezTo>
                  <a:cubicBezTo>
                    <a:pt x="1310" y="52354"/>
                    <a:pt x="4167" y="44734"/>
                    <a:pt x="9882" y="39019"/>
                  </a:cubicBezTo>
                  <a:cubicBezTo>
                    <a:pt x="7025" y="36161"/>
                    <a:pt x="5120" y="32351"/>
                    <a:pt x="5120" y="28541"/>
                  </a:cubicBezTo>
                  <a:cubicBezTo>
                    <a:pt x="4167" y="19016"/>
                    <a:pt x="13692" y="13301"/>
                    <a:pt x="19407" y="9491"/>
                  </a:cubicBezTo>
                  <a:lnTo>
                    <a:pt x="21312" y="8539"/>
                  </a:lnTo>
                  <a:cubicBezTo>
                    <a:pt x="33695" y="-34"/>
                    <a:pt x="48935" y="-1939"/>
                    <a:pt x="63222" y="1871"/>
                  </a:cubicBezTo>
                  <a:cubicBezTo>
                    <a:pt x="72747" y="5681"/>
                    <a:pt x="80367" y="14254"/>
                    <a:pt x="82272" y="24731"/>
                  </a:cubicBezTo>
                  <a:cubicBezTo>
                    <a:pt x="87035" y="46639"/>
                    <a:pt x="82272" y="69499"/>
                    <a:pt x="69890" y="88549"/>
                  </a:cubicBezTo>
                  <a:cubicBezTo>
                    <a:pt x="64175" y="98074"/>
                    <a:pt x="54650" y="105694"/>
                    <a:pt x="44172" y="109504"/>
                  </a:cubicBezTo>
                  <a:cubicBezTo>
                    <a:pt x="39410" y="110456"/>
                    <a:pt x="35600" y="111409"/>
                    <a:pt x="31790" y="111409"/>
                  </a:cubicBezTo>
                  <a:close/>
                  <a:moveTo>
                    <a:pt x="17502" y="77119"/>
                  </a:moveTo>
                  <a:cubicBezTo>
                    <a:pt x="15597" y="79024"/>
                    <a:pt x="13692" y="81881"/>
                    <a:pt x="13692" y="84739"/>
                  </a:cubicBezTo>
                  <a:cubicBezTo>
                    <a:pt x="12740" y="88549"/>
                    <a:pt x="14645" y="93311"/>
                    <a:pt x="16550" y="96169"/>
                  </a:cubicBezTo>
                  <a:cubicBezTo>
                    <a:pt x="22265" y="101884"/>
                    <a:pt x="31790" y="103789"/>
                    <a:pt x="39410" y="100931"/>
                  </a:cubicBezTo>
                  <a:cubicBezTo>
                    <a:pt x="47982" y="97121"/>
                    <a:pt x="54650" y="91406"/>
                    <a:pt x="59412" y="83786"/>
                  </a:cubicBezTo>
                  <a:cubicBezTo>
                    <a:pt x="69890" y="67594"/>
                    <a:pt x="73700" y="47591"/>
                    <a:pt x="69890" y="28541"/>
                  </a:cubicBezTo>
                  <a:cubicBezTo>
                    <a:pt x="67985" y="20921"/>
                    <a:pt x="63222" y="15206"/>
                    <a:pt x="56555" y="12349"/>
                  </a:cubicBezTo>
                  <a:cubicBezTo>
                    <a:pt x="45125" y="9491"/>
                    <a:pt x="33695" y="11396"/>
                    <a:pt x="24170" y="18064"/>
                  </a:cubicBezTo>
                  <a:lnTo>
                    <a:pt x="22265" y="19016"/>
                  </a:lnTo>
                  <a:cubicBezTo>
                    <a:pt x="18455" y="21874"/>
                    <a:pt x="12740" y="24731"/>
                    <a:pt x="12740" y="28541"/>
                  </a:cubicBezTo>
                  <a:cubicBezTo>
                    <a:pt x="12740" y="30446"/>
                    <a:pt x="13692" y="32351"/>
                    <a:pt x="15597" y="33304"/>
                  </a:cubicBezTo>
                  <a:lnTo>
                    <a:pt x="18455" y="31399"/>
                  </a:lnTo>
                  <a:cubicBezTo>
                    <a:pt x="20360" y="30446"/>
                    <a:pt x="23217" y="30446"/>
                    <a:pt x="24170" y="32351"/>
                  </a:cubicBezTo>
                  <a:cubicBezTo>
                    <a:pt x="26075" y="34256"/>
                    <a:pt x="26075" y="37114"/>
                    <a:pt x="24170" y="38066"/>
                  </a:cubicBezTo>
                  <a:cubicBezTo>
                    <a:pt x="23217" y="39971"/>
                    <a:pt x="21312" y="40924"/>
                    <a:pt x="19407" y="40924"/>
                  </a:cubicBezTo>
                  <a:cubicBezTo>
                    <a:pt x="13692" y="45686"/>
                    <a:pt x="9882" y="52354"/>
                    <a:pt x="8930" y="59974"/>
                  </a:cubicBezTo>
                  <a:cubicBezTo>
                    <a:pt x="8930" y="61879"/>
                    <a:pt x="8930" y="64736"/>
                    <a:pt x="9882" y="65689"/>
                  </a:cubicBezTo>
                  <a:cubicBezTo>
                    <a:pt x="9882" y="66641"/>
                    <a:pt x="10835" y="66641"/>
                    <a:pt x="11787" y="66641"/>
                  </a:cubicBezTo>
                  <a:lnTo>
                    <a:pt x="12740" y="66641"/>
                  </a:lnTo>
                  <a:cubicBezTo>
                    <a:pt x="14645" y="64736"/>
                    <a:pt x="17502" y="65689"/>
                    <a:pt x="19407" y="67594"/>
                  </a:cubicBezTo>
                  <a:cubicBezTo>
                    <a:pt x="21312" y="69499"/>
                    <a:pt x="20360" y="72356"/>
                    <a:pt x="18455" y="74261"/>
                  </a:cubicBezTo>
                  <a:lnTo>
                    <a:pt x="17502" y="77119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71" id="71"/>
            <p:cNvSpPr/>
            <p:nvPr/>
          </p:nvSpPr>
          <p:spPr>
            <a:xfrm>
              <a:off x="3697100" y="5887906"/>
              <a:ext cx="737235" cy="276225"/>
            </a:xfrm>
            <a:custGeom>
              <a:avLst/>
              <a:gdLst/>
              <a:ahLst/>
              <a:cxnLst/>
              <a:rect r="r" b="b" t="t" l="l"/>
              <a:pathLst>
                <a:path w="737235" h="276225" stroke="true" fill="norm" extrusionOk="true">
                  <a:moveTo>
                    <a:pt x="0" y="0"/>
                  </a:moveTo>
                  <a:lnTo>
                    <a:pt x="737235" y="0"/>
                  </a:lnTo>
                  <a:lnTo>
                    <a:pt x="737235" y="276225"/>
                  </a:lnTo>
                  <a:lnTo>
                    <a:pt x="0" y="276225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72" id="72"/>
            <p:cNvSpPr/>
            <p:nvPr/>
          </p:nvSpPr>
          <p:spPr>
            <a:xfrm>
              <a:off x="3692338" y="5884096"/>
              <a:ext cx="747712" cy="285750"/>
            </a:xfrm>
            <a:custGeom>
              <a:avLst/>
              <a:gdLst/>
              <a:ahLst/>
              <a:cxnLst/>
              <a:rect r="r" b="b" t="t" l="l"/>
              <a:pathLst>
                <a:path w="747712" h="285750" stroke="true" fill="norm" extrusionOk="true">
                  <a:moveTo>
                    <a:pt x="742950" y="285750"/>
                  </a:moveTo>
                  <a:lnTo>
                    <a:pt x="4763" y="285750"/>
                  </a:lnTo>
                  <a:cubicBezTo>
                    <a:pt x="1905" y="285750"/>
                    <a:pt x="0" y="283845"/>
                    <a:pt x="0" y="280988"/>
                  </a:cubicBezTo>
                  <a:lnTo>
                    <a:pt x="0" y="4763"/>
                  </a:lnTo>
                  <a:cubicBezTo>
                    <a:pt x="0" y="1905"/>
                    <a:pt x="1905" y="0"/>
                    <a:pt x="4763" y="0"/>
                  </a:cubicBezTo>
                  <a:lnTo>
                    <a:pt x="742950" y="0"/>
                  </a:lnTo>
                  <a:cubicBezTo>
                    <a:pt x="745808" y="0"/>
                    <a:pt x="747713" y="1905"/>
                    <a:pt x="747713" y="4763"/>
                  </a:cubicBezTo>
                  <a:lnTo>
                    <a:pt x="747713" y="281940"/>
                  </a:lnTo>
                  <a:cubicBezTo>
                    <a:pt x="747713" y="282892"/>
                    <a:pt x="745808" y="284797"/>
                    <a:pt x="742950" y="285750"/>
                  </a:cubicBezTo>
                  <a:close/>
                  <a:moveTo>
                    <a:pt x="10478" y="275272"/>
                  </a:moveTo>
                  <a:lnTo>
                    <a:pt x="738188" y="275272"/>
                  </a:lnTo>
                  <a:lnTo>
                    <a:pt x="738188" y="8572"/>
                  </a:lnTo>
                  <a:lnTo>
                    <a:pt x="9525" y="8572"/>
                  </a:lnTo>
                  <a:lnTo>
                    <a:pt x="10478" y="275272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73" id="73"/>
            <p:cNvSpPr/>
            <p:nvPr/>
          </p:nvSpPr>
          <p:spPr>
            <a:xfrm>
              <a:off x="4540063" y="5741221"/>
              <a:ext cx="737235" cy="422910"/>
            </a:xfrm>
            <a:custGeom>
              <a:avLst/>
              <a:gdLst/>
              <a:ahLst/>
              <a:cxnLst/>
              <a:rect r="r" b="b" t="t" l="l"/>
              <a:pathLst>
                <a:path w="737235" h="422910" stroke="true" fill="norm" extrusionOk="true">
                  <a:moveTo>
                    <a:pt x="0" y="0"/>
                  </a:moveTo>
                  <a:lnTo>
                    <a:pt x="737235" y="0"/>
                  </a:lnTo>
                  <a:lnTo>
                    <a:pt x="737235" y="422910"/>
                  </a:lnTo>
                  <a:lnTo>
                    <a:pt x="0" y="422910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74" id="74"/>
            <p:cNvSpPr/>
            <p:nvPr/>
          </p:nvSpPr>
          <p:spPr>
            <a:xfrm>
              <a:off x="4535300" y="5737410"/>
              <a:ext cx="746759" cy="432435"/>
            </a:xfrm>
            <a:custGeom>
              <a:avLst/>
              <a:gdLst/>
              <a:ahLst/>
              <a:cxnLst/>
              <a:rect r="r" b="b" t="t" l="l"/>
              <a:pathLst>
                <a:path w="746759" h="432435" stroke="true" fill="norm" extrusionOk="true">
                  <a:moveTo>
                    <a:pt x="741997" y="432435"/>
                  </a:moveTo>
                  <a:lnTo>
                    <a:pt x="4763" y="432435"/>
                  </a:lnTo>
                  <a:cubicBezTo>
                    <a:pt x="1905" y="432435"/>
                    <a:pt x="0" y="430530"/>
                    <a:pt x="0" y="427673"/>
                  </a:cubicBezTo>
                  <a:lnTo>
                    <a:pt x="0" y="4763"/>
                  </a:lnTo>
                  <a:cubicBezTo>
                    <a:pt x="0" y="1905"/>
                    <a:pt x="1905" y="0"/>
                    <a:pt x="4763" y="0"/>
                  </a:cubicBezTo>
                  <a:lnTo>
                    <a:pt x="741997" y="0"/>
                  </a:lnTo>
                  <a:cubicBezTo>
                    <a:pt x="744855" y="0"/>
                    <a:pt x="746760" y="1905"/>
                    <a:pt x="746760" y="4763"/>
                  </a:cubicBezTo>
                  <a:lnTo>
                    <a:pt x="746760" y="428625"/>
                  </a:lnTo>
                  <a:cubicBezTo>
                    <a:pt x="746760" y="429578"/>
                    <a:pt x="744855" y="432435"/>
                    <a:pt x="741997" y="432435"/>
                  </a:cubicBezTo>
                  <a:close/>
                  <a:moveTo>
                    <a:pt x="9525" y="421958"/>
                  </a:moveTo>
                  <a:lnTo>
                    <a:pt x="737235" y="421958"/>
                  </a:lnTo>
                  <a:lnTo>
                    <a:pt x="737235" y="8573"/>
                  </a:lnTo>
                  <a:lnTo>
                    <a:pt x="9525" y="8573"/>
                  </a:lnTo>
                  <a:lnTo>
                    <a:pt x="9525" y="421958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75" id="75"/>
            <p:cNvSpPr/>
            <p:nvPr/>
          </p:nvSpPr>
          <p:spPr>
            <a:xfrm>
              <a:off x="5383025" y="5565961"/>
              <a:ext cx="737235" cy="598170"/>
            </a:xfrm>
            <a:custGeom>
              <a:avLst/>
              <a:gdLst/>
              <a:ahLst/>
              <a:cxnLst/>
              <a:rect r="r" b="b" t="t" l="l"/>
              <a:pathLst>
                <a:path w="737235" h="598170" stroke="true" fill="norm" extrusionOk="true">
                  <a:moveTo>
                    <a:pt x="0" y="0"/>
                  </a:moveTo>
                  <a:lnTo>
                    <a:pt x="737235" y="0"/>
                  </a:lnTo>
                  <a:lnTo>
                    <a:pt x="737235" y="598170"/>
                  </a:lnTo>
                  <a:lnTo>
                    <a:pt x="0" y="598170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76" id="76"/>
            <p:cNvSpPr/>
            <p:nvPr/>
          </p:nvSpPr>
          <p:spPr>
            <a:xfrm>
              <a:off x="5377310" y="5562151"/>
              <a:ext cx="747007" cy="607695"/>
            </a:xfrm>
            <a:custGeom>
              <a:avLst/>
              <a:gdLst/>
              <a:ahLst/>
              <a:cxnLst/>
              <a:rect r="r" b="b" t="t" l="l"/>
              <a:pathLst>
                <a:path w="747007" h="607695" stroke="true" fill="norm" extrusionOk="true">
                  <a:moveTo>
                    <a:pt x="742950" y="607695"/>
                  </a:moveTo>
                  <a:lnTo>
                    <a:pt x="4763" y="607695"/>
                  </a:lnTo>
                  <a:cubicBezTo>
                    <a:pt x="1905" y="607695"/>
                    <a:pt x="0" y="605790"/>
                    <a:pt x="0" y="602933"/>
                  </a:cubicBezTo>
                  <a:lnTo>
                    <a:pt x="0" y="4763"/>
                  </a:lnTo>
                  <a:cubicBezTo>
                    <a:pt x="0" y="1905"/>
                    <a:pt x="1905" y="0"/>
                    <a:pt x="4763" y="0"/>
                  </a:cubicBezTo>
                  <a:lnTo>
                    <a:pt x="741998" y="0"/>
                  </a:lnTo>
                  <a:cubicBezTo>
                    <a:pt x="744855" y="0"/>
                    <a:pt x="746760" y="1905"/>
                    <a:pt x="746760" y="4763"/>
                  </a:cubicBezTo>
                  <a:lnTo>
                    <a:pt x="746760" y="603885"/>
                  </a:lnTo>
                  <a:cubicBezTo>
                    <a:pt x="747713" y="604838"/>
                    <a:pt x="745808" y="606743"/>
                    <a:pt x="742950" y="607695"/>
                  </a:cubicBezTo>
                  <a:close/>
                  <a:moveTo>
                    <a:pt x="10478" y="597218"/>
                  </a:moveTo>
                  <a:lnTo>
                    <a:pt x="738188" y="597218"/>
                  </a:lnTo>
                  <a:lnTo>
                    <a:pt x="738188" y="8572"/>
                  </a:lnTo>
                  <a:lnTo>
                    <a:pt x="10478" y="8572"/>
                  </a:lnTo>
                  <a:lnTo>
                    <a:pt x="10478" y="597218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</p:grpSp>
      <p:sp>
        <p:nvSpPr>
          <p:cNvPr name="AutoShape 77" id="77"/>
          <p:cNvSpPr/>
          <p:nvPr/>
        </p:nvSpPr>
        <p:spPr>
          <a:xfrm>
            <a:off x="8438962" y="3930710"/>
            <a:ext cx="2540376" cy="36000"/>
          </a:xfrm>
          <a:prstGeom prst="rect">
            <a:avLst/>
          </a:prstGeom>
          <a:gradFill>
            <a:gsLst>
              <a:gs pos="0">
                <a:srgbClr val="AE94FF">
                  <a:alpha val="0"/>
                </a:srgbClr>
              </a:gs>
              <a:gs pos="49000">
                <a:srgbClr val="AE94FF">
                  <a:alpha val="50000"/>
                </a:srgbClr>
              </a:gs>
              <a:gs pos="100000">
                <a:srgbClr val="AE94FF">
                  <a:alpha val="0"/>
                </a:srgbClr>
              </a:gs>
            </a:gsLst>
          </a:gradFill>
          <a:ln w="114300" cap="flat" cmpd="sng">
            <a:gradFill>
              <a:gsLst>
                <a:gs pos="0">
                  <a:srgbClr val="AE94FF">
                    <a:alpha val="0"/>
                  </a:srgbClr>
                </a:gs>
                <a:gs pos="49000">
                  <a:srgbClr val="AE94FF">
                    <a:alpha val="50000"/>
                  </a:srgbClr>
                </a:gs>
                <a:gs pos="100000">
                  <a:srgbClr val="AE94FF">
                    <a:alpha val="0"/>
                  </a:srgbClr>
                </a:gs>
              </a:gsLst>
            </a:gradFill>
            <a:prstDash val="solid"/>
          </a:ln>
        </p:spPr>
        <p:txBody>
          <a:bodyPr vert="horz" anchor="ctr" tIns="45720" lIns="91440" bIns="45720" rIns="91440">
            <a:spAutoFit/>
          </a:bodyPr>
          <a:p>
            <a:pPr algn="ctr" marL="0"/>
          </a:p>
        </p:txBody>
      </p:sp>
      <p:sp>
        <p:nvSpPr>
          <p:cNvPr name="AutoShape 78" id="78"/>
          <p:cNvSpPr/>
          <p:nvPr/>
        </p:nvSpPr>
        <p:spPr>
          <a:xfrm>
            <a:off x="1212662" y="3930710"/>
            <a:ext cx="2540376" cy="36000"/>
          </a:xfrm>
          <a:prstGeom prst="rect">
            <a:avLst/>
          </a:prstGeom>
          <a:gradFill>
            <a:gsLst>
              <a:gs pos="0">
                <a:srgbClr val="AE94FF">
                  <a:alpha val="0"/>
                </a:srgbClr>
              </a:gs>
              <a:gs pos="49000">
                <a:srgbClr val="AE94FF">
                  <a:alpha val="50000"/>
                </a:srgbClr>
              </a:gs>
              <a:gs pos="100000">
                <a:srgbClr val="AE94FF">
                  <a:alpha val="0"/>
                </a:srgbClr>
              </a:gs>
            </a:gsLst>
          </a:gradFill>
          <a:ln w="114300" cap="flat" cmpd="sng">
            <a:gradFill>
              <a:gsLst>
                <a:gs pos="0">
                  <a:srgbClr val="AE94FF">
                    <a:alpha val="0"/>
                  </a:srgbClr>
                </a:gs>
                <a:gs pos="49000">
                  <a:srgbClr val="AE94FF">
                    <a:alpha val="50000"/>
                  </a:srgbClr>
                </a:gs>
                <a:gs pos="100000">
                  <a:srgbClr val="AE94FF">
                    <a:alpha val="0"/>
                  </a:srgbClr>
                </a:gs>
              </a:gsLst>
            </a:gradFill>
            <a:prstDash val="solid"/>
          </a:ln>
        </p:spPr>
        <p:txBody>
          <a:bodyPr vert="horz" anchor="ctr" tIns="45720" lIns="91440" bIns="45720" rIns="91440">
            <a:spAutoFit/>
          </a:bodyPr>
          <a:p>
            <a:pPr algn="ctr" marL="0"/>
          </a:p>
        </p:txBody>
      </p:sp>
      <p:sp>
        <p:nvSpPr>
          <p:cNvPr name="AutoShape 79" id="79"/>
          <p:cNvSpPr/>
          <p:nvPr/>
        </p:nvSpPr>
        <p:spPr>
          <a:xfrm rot="10800000">
            <a:off x="1364353" y="1813215"/>
            <a:ext cx="2236996" cy="2236996"/>
          </a:xfrm>
          <a:prstGeom prst="ellipse">
            <a:avLst/>
          </a:prstGeom>
          <a:gradFill>
            <a:gsLst>
              <a:gs pos="0">
                <a:srgbClr val="AE94FF">
                  <a:alpha val="0"/>
                </a:srgbClr>
              </a:gs>
              <a:gs pos="100000">
                <a:srgbClr val="AE94FF">
                  <a:alpha val="50000"/>
                </a:srgbClr>
              </a:gs>
            </a:gsLst>
            <a:lin ang="5400000"/>
          </a:gradFill>
          <a:ln w="180975" cap="flat" cmpd="sng">
            <a:gradFill>
              <a:gsLst>
                <a:gs pos="0">
                  <a:srgbClr val="AE94FF">
                    <a:alpha val="0"/>
                  </a:srgbClr>
                </a:gs>
                <a:gs pos="100000">
                  <a:srgbClr val="AE94FF">
                    <a:alpha val="50000"/>
                  </a:srgbClr>
                </a:gs>
              </a:gsLst>
              <a:lin ang="5400000"/>
            </a:gradFill>
            <a:prstDash val="solid"/>
          </a:ln>
        </p:spPr>
        <p:txBody>
          <a:bodyPr vert="horz" anchor="ctr" tIns="45720" lIns="91440" bIns="45720" rIns="91440">
            <a:spAutoFit/>
          </a:bodyPr>
          <a:p>
            <a:pPr algn="ctr" marL="0"/>
          </a:p>
        </p:txBody>
      </p:sp>
      <p:sp>
        <p:nvSpPr>
          <p:cNvPr name="AutoShape 80" id="80"/>
          <p:cNvSpPr/>
          <p:nvPr/>
        </p:nvSpPr>
        <p:spPr>
          <a:xfrm rot="10800000">
            <a:off x="8590652" y="1813215"/>
            <a:ext cx="2236996" cy="2236996"/>
          </a:xfrm>
          <a:prstGeom prst="ellipse">
            <a:avLst/>
          </a:prstGeom>
          <a:gradFill>
            <a:gsLst>
              <a:gs pos="0">
                <a:srgbClr val="AE94FF">
                  <a:alpha val="0"/>
                </a:srgbClr>
              </a:gs>
              <a:gs pos="100000">
                <a:srgbClr val="AE94FF">
                  <a:alpha val="50000"/>
                </a:srgbClr>
              </a:gs>
            </a:gsLst>
            <a:lin ang="5400000"/>
          </a:gradFill>
          <a:ln w="180975" cap="flat" cmpd="sng">
            <a:gradFill>
              <a:gsLst>
                <a:gs pos="0">
                  <a:srgbClr val="AE94FF">
                    <a:alpha val="0"/>
                  </a:srgbClr>
                </a:gs>
                <a:gs pos="100000">
                  <a:srgbClr val="AE94FF">
                    <a:alpha val="50000"/>
                  </a:srgbClr>
                </a:gs>
              </a:gsLst>
              <a:lin ang="5400000"/>
            </a:gradFill>
            <a:prstDash val="solid"/>
          </a:ln>
        </p:spPr>
        <p:txBody>
          <a:bodyPr vert="horz" anchor="ctr" tIns="45720" lIns="91440" bIns="45720" rIns="91440">
            <a:spAutoFit/>
          </a:bodyPr>
          <a:p>
            <a:pPr algn="ctr" marL="0"/>
          </a:p>
        </p:txBody>
      </p:sp>
      <p:grpSp>
        <p:nvGrpSpPr>
          <p:cNvPr name="Group 81" id="81"/>
          <p:cNvGrpSpPr/>
          <p:nvPr/>
        </p:nvGrpSpPr>
        <p:grpSpPr>
          <a:xfrm>
            <a:off x="8804637" y="2254725"/>
            <a:ext cx="1809026" cy="1582402"/>
            <a:chOff x="6716899" y="4742136"/>
            <a:chExt cx="2738253" cy="2395221"/>
          </a:xfrm>
        </p:grpSpPr>
        <p:sp>
          <p:nvSpPr>
            <p:cNvPr name="Freeform 82" id="82"/>
            <p:cNvSpPr/>
            <p:nvPr/>
          </p:nvSpPr>
          <p:spPr>
            <a:xfrm>
              <a:off x="6879198" y="6003883"/>
              <a:ext cx="2571750" cy="1128712"/>
            </a:xfrm>
            <a:custGeom>
              <a:avLst/>
              <a:gdLst/>
              <a:ahLst/>
              <a:cxnLst/>
              <a:rect r="r" b="b" t="t" l="l"/>
              <a:pathLst>
                <a:path w="2571750" h="1128712" stroke="true" fill="norm" extrusionOk="true">
                  <a:moveTo>
                    <a:pt x="2571750" y="26670"/>
                  </a:moveTo>
                  <a:lnTo>
                    <a:pt x="2571750" y="100965"/>
                  </a:lnTo>
                  <a:lnTo>
                    <a:pt x="2223135" y="528638"/>
                  </a:lnTo>
                  <a:lnTo>
                    <a:pt x="2111693" y="390525"/>
                  </a:lnTo>
                  <a:lnTo>
                    <a:pt x="15240" y="1128713"/>
                  </a:lnTo>
                  <a:lnTo>
                    <a:pt x="0" y="1018222"/>
                  </a:lnTo>
                  <a:lnTo>
                    <a:pt x="1448753" y="423863"/>
                  </a:lnTo>
                  <a:cubicBezTo>
                    <a:pt x="1448753" y="423863"/>
                    <a:pt x="1967865" y="203835"/>
                    <a:pt x="1950720" y="203835"/>
                  </a:cubicBezTo>
                  <a:cubicBezTo>
                    <a:pt x="1933575" y="203835"/>
                    <a:pt x="1771650" y="67628"/>
                    <a:pt x="1771650" y="67628"/>
                  </a:cubicBezTo>
                  <a:lnTo>
                    <a:pt x="1787843" y="0"/>
                  </a:lnTo>
                  <a:lnTo>
                    <a:pt x="2345055" y="84772"/>
                  </a:lnTo>
                  <a:lnTo>
                    <a:pt x="2571750" y="26670"/>
                  </a:lnTo>
                  <a:close/>
                </a:path>
              </a:pathLst>
            </a:custGeom>
            <a:solidFill>
              <a:srgbClr val="D1D3D4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83" id="83"/>
            <p:cNvSpPr/>
            <p:nvPr/>
          </p:nvSpPr>
          <p:spPr>
            <a:xfrm>
              <a:off x="6874435" y="6000073"/>
              <a:ext cx="2580322" cy="1137284"/>
            </a:xfrm>
            <a:custGeom>
              <a:avLst/>
              <a:gdLst/>
              <a:ahLst/>
              <a:cxnLst/>
              <a:rect r="r" b="b" t="t" l="l"/>
              <a:pathLst>
                <a:path w="2580322" h="1137284" stroke="true" fill="norm" extrusionOk="true">
                  <a:moveTo>
                    <a:pt x="20003" y="1137285"/>
                  </a:moveTo>
                  <a:cubicBezTo>
                    <a:pt x="19050" y="1137285"/>
                    <a:pt x="18097" y="1137285"/>
                    <a:pt x="17145" y="1136332"/>
                  </a:cubicBezTo>
                  <a:cubicBezTo>
                    <a:pt x="16193" y="1135380"/>
                    <a:pt x="15240" y="1134427"/>
                    <a:pt x="15240" y="1132523"/>
                  </a:cubicBezTo>
                  <a:lnTo>
                    <a:pt x="0" y="1022985"/>
                  </a:lnTo>
                  <a:cubicBezTo>
                    <a:pt x="0" y="1021080"/>
                    <a:pt x="953" y="1019175"/>
                    <a:pt x="2857" y="1018222"/>
                  </a:cubicBezTo>
                  <a:lnTo>
                    <a:pt x="1451610" y="423863"/>
                  </a:lnTo>
                  <a:cubicBezTo>
                    <a:pt x="1631633" y="347663"/>
                    <a:pt x="1897380" y="233363"/>
                    <a:pt x="1945005" y="209550"/>
                  </a:cubicBezTo>
                  <a:cubicBezTo>
                    <a:pt x="1909763" y="190500"/>
                    <a:pt x="1806893" y="104775"/>
                    <a:pt x="1773555" y="76200"/>
                  </a:cubicBezTo>
                  <a:cubicBezTo>
                    <a:pt x="1772603" y="75247"/>
                    <a:pt x="1771650" y="73342"/>
                    <a:pt x="1771650" y="71438"/>
                  </a:cubicBezTo>
                  <a:lnTo>
                    <a:pt x="1787843" y="3810"/>
                  </a:lnTo>
                  <a:cubicBezTo>
                    <a:pt x="1788795" y="952"/>
                    <a:pt x="1790700" y="0"/>
                    <a:pt x="1793558" y="0"/>
                  </a:cubicBezTo>
                  <a:lnTo>
                    <a:pt x="2349818" y="84772"/>
                  </a:lnTo>
                  <a:lnTo>
                    <a:pt x="2574608" y="26670"/>
                  </a:lnTo>
                  <a:cubicBezTo>
                    <a:pt x="2577465" y="25717"/>
                    <a:pt x="2580323" y="27622"/>
                    <a:pt x="2580323" y="30480"/>
                  </a:cubicBezTo>
                  <a:cubicBezTo>
                    <a:pt x="2580323" y="30480"/>
                    <a:pt x="2580323" y="31432"/>
                    <a:pt x="2580323" y="31432"/>
                  </a:cubicBezTo>
                  <a:lnTo>
                    <a:pt x="2580323" y="105727"/>
                  </a:lnTo>
                  <a:cubicBezTo>
                    <a:pt x="2580323" y="106680"/>
                    <a:pt x="2580323" y="107632"/>
                    <a:pt x="2579370" y="108585"/>
                  </a:cubicBezTo>
                  <a:lnTo>
                    <a:pt x="2230755" y="536257"/>
                  </a:lnTo>
                  <a:cubicBezTo>
                    <a:pt x="2229803" y="537210"/>
                    <a:pt x="2228850" y="538163"/>
                    <a:pt x="2226945" y="538163"/>
                  </a:cubicBezTo>
                  <a:cubicBezTo>
                    <a:pt x="2225040" y="538163"/>
                    <a:pt x="2224088" y="537210"/>
                    <a:pt x="2223135" y="536257"/>
                  </a:cubicBezTo>
                  <a:lnTo>
                    <a:pt x="2113598" y="401002"/>
                  </a:lnTo>
                  <a:lnTo>
                    <a:pt x="21907" y="1136332"/>
                  </a:lnTo>
                  <a:cubicBezTo>
                    <a:pt x="20955" y="1137285"/>
                    <a:pt x="20955" y="1137285"/>
                    <a:pt x="20003" y="1137285"/>
                  </a:cubicBezTo>
                  <a:close/>
                  <a:moveTo>
                    <a:pt x="10478" y="1024890"/>
                  </a:moveTo>
                  <a:lnTo>
                    <a:pt x="24765" y="1124902"/>
                  </a:lnTo>
                  <a:lnTo>
                    <a:pt x="2114550" y="389572"/>
                  </a:lnTo>
                  <a:cubicBezTo>
                    <a:pt x="2116455" y="388620"/>
                    <a:pt x="2118360" y="389572"/>
                    <a:pt x="2120265" y="391477"/>
                  </a:cubicBezTo>
                  <a:lnTo>
                    <a:pt x="2227898" y="524827"/>
                  </a:lnTo>
                  <a:lnTo>
                    <a:pt x="2571750" y="102870"/>
                  </a:lnTo>
                  <a:lnTo>
                    <a:pt x="2571750" y="36195"/>
                  </a:lnTo>
                  <a:lnTo>
                    <a:pt x="2351723" y="93345"/>
                  </a:lnTo>
                  <a:cubicBezTo>
                    <a:pt x="2350770" y="93345"/>
                    <a:pt x="2350770" y="93345"/>
                    <a:pt x="2349818" y="93345"/>
                  </a:cubicBezTo>
                  <a:lnTo>
                    <a:pt x="1796415" y="8572"/>
                  </a:lnTo>
                  <a:lnTo>
                    <a:pt x="1782128" y="69532"/>
                  </a:lnTo>
                  <a:cubicBezTo>
                    <a:pt x="1858328" y="133350"/>
                    <a:pt x="1944053" y="200977"/>
                    <a:pt x="1955483" y="202882"/>
                  </a:cubicBezTo>
                  <a:cubicBezTo>
                    <a:pt x="1958340" y="202882"/>
                    <a:pt x="1960245" y="204788"/>
                    <a:pt x="1960245" y="206692"/>
                  </a:cubicBezTo>
                  <a:cubicBezTo>
                    <a:pt x="1961198" y="212407"/>
                    <a:pt x="1962150" y="214313"/>
                    <a:pt x="1706880" y="324802"/>
                  </a:cubicBezTo>
                  <a:cubicBezTo>
                    <a:pt x="1582103" y="378142"/>
                    <a:pt x="1456373" y="431482"/>
                    <a:pt x="1455420" y="432435"/>
                  </a:cubicBezTo>
                  <a:lnTo>
                    <a:pt x="10478" y="1024890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84" id="84"/>
            <p:cNvSpPr/>
            <p:nvPr/>
          </p:nvSpPr>
          <p:spPr>
            <a:xfrm>
              <a:off x="7038265" y="5955306"/>
              <a:ext cx="152400" cy="114299"/>
            </a:xfrm>
            <a:custGeom>
              <a:avLst/>
              <a:gdLst/>
              <a:ahLst/>
              <a:cxnLst/>
              <a:rect r="r" b="b" t="t" l="l"/>
              <a:pathLst>
                <a:path w="152400" h="114299" stroke="true" fill="norm" extrusionOk="true">
                  <a:moveTo>
                    <a:pt x="152400" y="34290"/>
                  </a:moveTo>
                  <a:lnTo>
                    <a:pt x="40957" y="0"/>
                  </a:lnTo>
                  <a:lnTo>
                    <a:pt x="0" y="76200"/>
                  </a:lnTo>
                  <a:lnTo>
                    <a:pt x="103822" y="114300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85" id="85"/>
            <p:cNvSpPr/>
            <p:nvPr/>
          </p:nvSpPr>
          <p:spPr>
            <a:xfrm>
              <a:off x="7032788" y="5952074"/>
              <a:ext cx="163353" cy="122293"/>
            </a:xfrm>
            <a:custGeom>
              <a:avLst/>
              <a:gdLst/>
              <a:ahLst/>
              <a:cxnLst/>
              <a:rect r="r" b="b" t="t" l="l"/>
              <a:pathLst>
                <a:path w="163353" h="122293" stroke="true" fill="norm" extrusionOk="true">
                  <a:moveTo>
                    <a:pt x="109299" y="122294"/>
                  </a:moveTo>
                  <a:lnTo>
                    <a:pt x="107394" y="122294"/>
                  </a:lnTo>
                  <a:lnTo>
                    <a:pt x="3572" y="85146"/>
                  </a:lnTo>
                  <a:cubicBezTo>
                    <a:pt x="2619" y="85146"/>
                    <a:pt x="714" y="83241"/>
                    <a:pt x="714" y="82289"/>
                  </a:cubicBezTo>
                  <a:cubicBezTo>
                    <a:pt x="-238" y="81336"/>
                    <a:pt x="-238" y="79431"/>
                    <a:pt x="714" y="78479"/>
                  </a:cubicBezTo>
                  <a:lnTo>
                    <a:pt x="42624" y="2279"/>
                  </a:lnTo>
                  <a:cubicBezTo>
                    <a:pt x="43577" y="374"/>
                    <a:pt x="46434" y="-579"/>
                    <a:pt x="48339" y="374"/>
                  </a:cubicBezTo>
                  <a:lnTo>
                    <a:pt x="159782" y="33711"/>
                  </a:lnTo>
                  <a:cubicBezTo>
                    <a:pt x="160734" y="34664"/>
                    <a:pt x="162639" y="35616"/>
                    <a:pt x="162639" y="36569"/>
                  </a:cubicBezTo>
                  <a:cubicBezTo>
                    <a:pt x="163592" y="37521"/>
                    <a:pt x="163592" y="39426"/>
                    <a:pt x="162639" y="40379"/>
                  </a:cubicBezTo>
                  <a:lnTo>
                    <a:pt x="114062" y="120389"/>
                  </a:lnTo>
                  <a:cubicBezTo>
                    <a:pt x="113109" y="121341"/>
                    <a:pt x="111204" y="122294"/>
                    <a:pt x="109299" y="122294"/>
                  </a:cubicBezTo>
                  <a:close/>
                  <a:moveTo>
                    <a:pt x="12144" y="77526"/>
                  </a:moveTo>
                  <a:lnTo>
                    <a:pt x="107394" y="111816"/>
                  </a:lnTo>
                  <a:lnTo>
                    <a:pt x="150257" y="40379"/>
                  </a:lnTo>
                  <a:lnTo>
                    <a:pt x="49292" y="8946"/>
                  </a:lnTo>
                  <a:lnTo>
                    <a:pt x="12144" y="77526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86" id="86"/>
            <p:cNvSpPr/>
            <p:nvPr/>
          </p:nvSpPr>
          <p:spPr>
            <a:xfrm>
              <a:off x="6815380" y="6004836"/>
              <a:ext cx="2635567" cy="1017269"/>
            </a:xfrm>
            <a:custGeom>
              <a:avLst/>
              <a:gdLst/>
              <a:ahLst/>
              <a:cxnLst/>
              <a:rect r="r" b="b" t="t" l="l"/>
              <a:pathLst>
                <a:path w="2635567" h="1017269" stroke="true" fill="norm" extrusionOk="true">
                  <a:moveTo>
                    <a:pt x="0" y="481965"/>
                  </a:moveTo>
                  <a:lnTo>
                    <a:pt x="1984058" y="110490"/>
                  </a:lnTo>
                  <a:lnTo>
                    <a:pt x="1851660" y="0"/>
                  </a:lnTo>
                  <a:lnTo>
                    <a:pt x="2635568" y="26670"/>
                  </a:lnTo>
                  <a:lnTo>
                    <a:pt x="2280285" y="420052"/>
                  </a:lnTo>
                  <a:lnTo>
                    <a:pt x="2174558" y="305752"/>
                  </a:lnTo>
                  <a:lnTo>
                    <a:pt x="63818" y="1017270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87" id="87"/>
            <p:cNvSpPr/>
            <p:nvPr/>
          </p:nvSpPr>
          <p:spPr>
            <a:xfrm>
              <a:off x="6810618" y="5998168"/>
              <a:ext cx="2644534" cy="1028700"/>
            </a:xfrm>
            <a:custGeom>
              <a:avLst/>
              <a:gdLst/>
              <a:ahLst/>
              <a:cxnLst/>
              <a:rect r="r" b="b" t="t" l="l"/>
              <a:pathLst>
                <a:path w="2644534" h="1028700" stroke="true" fill="norm" extrusionOk="true">
                  <a:moveTo>
                    <a:pt x="68580" y="1028700"/>
                  </a:moveTo>
                  <a:cubicBezTo>
                    <a:pt x="67627" y="1028700"/>
                    <a:pt x="66675" y="1028700"/>
                    <a:pt x="65723" y="1027748"/>
                  </a:cubicBezTo>
                  <a:cubicBezTo>
                    <a:pt x="64770" y="1026795"/>
                    <a:pt x="63818" y="1025843"/>
                    <a:pt x="63818" y="1023938"/>
                  </a:cubicBezTo>
                  <a:lnTo>
                    <a:pt x="0" y="488633"/>
                  </a:lnTo>
                  <a:cubicBezTo>
                    <a:pt x="0" y="485775"/>
                    <a:pt x="952" y="483870"/>
                    <a:pt x="3810" y="482918"/>
                  </a:cubicBezTo>
                  <a:lnTo>
                    <a:pt x="1977390" y="112395"/>
                  </a:lnTo>
                  <a:lnTo>
                    <a:pt x="1853565" y="8573"/>
                  </a:lnTo>
                  <a:cubicBezTo>
                    <a:pt x="1851660" y="7620"/>
                    <a:pt x="1851660" y="4763"/>
                    <a:pt x="1851660" y="2858"/>
                  </a:cubicBezTo>
                  <a:cubicBezTo>
                    <a:pt x="1852613" y="953"/>
                    <a:pt x="1854518" y="0"/>
                    <a:pt x="1856423" y="0"/>
                  </a:cubicBezTo>
                  <a:lnTo>
                    <a:pt x="2639378" y="26670"/>
                  </a:lnTo>
                  <a:cubicBezTo>
                    <a:pt x="2641283" y="26670"/>
                    <a:pt x="2643188" y="27623"/>
                    <a:pt x="2644140" y="29528"/>
                  </a:cubicBezTo>
                  <a:cubicBezTo>
                    <a:pt x="2645093" y="31433"/>
                    <a:pt x="2644140" y="33338"/>
                    <a:pt x="2643188" y="34290"/>
                  </a:cubicBezTo>
                  <a:lnTo>
                    <a:pt x="2288858" y="429578"/>
                  </a:lnTo>
                  <a:cubicBezTo>
                    <a:pt x="2287905" y="430530"/>
                    <a:pt x="2286953" y="431483"/>
                    <a:pt x="2285048" y="431483"/>
                  </a:cubicBezTo>
                  <a:cubicBezTo>
                    <a:pt x="2284095" y="431483"/>
                    <a:pt x="2282190" y="430530"/>
                    <a:pt x="2281238" y="429578"/>
                  </a:cubicBezTo>
                  <a:lnTo>
                    <a:pt x="2177415" y="318135"/>
                  </a:lnTo>
                  <a:lnTo>
                    <a:pt x="70485" y="1028700"/>
                  </a:lnTo>
                  <a:cubicBezTo>
                    <a:pt x="69533" y="1028700"/>
                    <a:pt x="69533" y="1028700"/>
                    <a:pt x="68580" y="1028700"/>
                  </a:cubicBezTo>
                  <a:close/>
                  <a:moveTo>
                    <a:pt x="10477" y="492443"/>
                  </a:moveTo>
                  <a:lnTo>
                    <a:pt x="73343" y="1017270"/>
                  </a:lnTo>
                  <a:lnTo>
                    <a:pt x="2178368" y="307658"/>
                  </a:lnTo>
                  <a:cubicBezTo>
                    <a:pt x="2180273" y="306705"/>
                    <a:pt x="2182178" y="307658"/>
                    <a:pt x="2183130" y="308610"/>
                  </a:cubicBezTo>
                  <a:lnTo>
                    <a:pt x="2286000" y="419100"/>
                  </a:lnTo>
                  <a:lnTo>
                    <a:pt x="2629853" y="37148"/>
                  </a:lnTo>
                  <a:lnTo>
                    <a:pt x="1870710" y="11430"/>
                  </a:lnTo>
                  <a:lnTo>
                    <a:pt x="1991678" y="112395"/>
                  </a:lnTo>
                  <a:cubicBezTo>
                    <a:pt x="1992630" y="113348"/>
                    <a:pt x="1993583" y="115253"/>
                    <a:pt x="1993583" y="117158"/>
                  </a:cubicBezTo>
                  <a:cubicBezTo>
                    <a:pt x="1993583" y="119063"/>
                    <a:pt x="1991678" y="120015"/>
                    <a:pt x="1989773" y="120968"/>
                  </a:cubicBezTo>
                  <a:lnTo>
                    <a:pt x="10477" y="492443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88" id="88"/>
            <p:cNvSpPr/>
            <p:nvPr/>
          </p:nvSpPr>
          <p:spPr>
            <a:xfrm rot="21015193">
              <a:off x="7172502" y="6525044"/>
              <a:ext cx="784887" cy="160025"/>
            </a:xfrm>
            <a:custGeom>
              <a:avLst/>
              <a:gdLst/>
              <a:ahLst/>
              <a:cxnLst/>
              <a:rect r="r" b="b" t="t" l="l"/>
              <a:pathLst>
                <a:path w="784887" h="160025" stroke="true" fill="norm" extrusionOk="true">
                  <a:moveTo>
                    <a:pt x="784887" y="80013"/>
                  </a:moveTo>
                  <a:cubicBezTo>
                    <a:pt x="784887" y="124203"/>
                    <a:pt x="609184" y="160026"/>
                    <a:pt x="392444" y="160026"/>
                  </a:cubicBezTo>
                  <a:cubicBezTo>
                    <a:pt x="175703" y="160026"/>
                    <a:pt x="0" y="124203"/>
                    <a:pt x="0" y="80013"/>
                  </a:cubicBezTo>
                  <a:cubicBezTo>
                    <a:pt x="0" y="35823"/>
                    <a:pt x="175703" y="0"/>
                    <a:pt x="392444" y="0"/>
                  </a:cubicBezTo>
                  <a:cubicBezTo>
                    <a:pt x="609184" y="0"/>
                    <a:pt x="784887" y="35823"/>
                    <a:pt x="784887" y="80013"/>
                  </a:cubicBezTo>
                  <a:close/>
                </a:path>
              </a:pathLst>
            </a:custGeom>
            <a:solidFill>
              <a:srgbClr val="E6E7E8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89" id="89"/>
            <p:cNvSpPr/>
            <p:nvPr/>
          </p:nvSpPr>
          <p:spPr>
            <a:xfrm>
              <a:off x="7769785" y="6321066"/>
              <a:ext cx="182879" cy="118109"/>
            </a:xfrm>
            <a:custGeom>
              <a:avLst/>
              <a:gdLst/>
              <a:ahLst/>
              <a:cxnLst/>
              <a:rect r="r" b="b" t="t" l="l"/>
              <a:pathLst>
                <a:path w="182879" h="118109" stroke="true" fill="norm" extrusionOk="true">
                  <a:moveTo>
                    <a:pt x="55245" y="0"/>
                  </a:moveTo>
                  <a:lnTo>
                    <a:pt x="0" y="86677"/>
                  </a:lnTo>
                  <a:lnTo>
                    <a:pt x="107633" y="118110"/>
                  </a:lnTo>
                  <a:lnTo>
                    <a:pt x="182880" y="27622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90" id="90"/>
            <p:cNvSpPr/>
            <p:nvPr/>
          </p:nvSpPr>
          <p:spPr>
            <a:xfrm>
              <a:off x="7765618" y="6317834"/>
              <a:ext cx="193156" cy="126103"/>
            </a:xfrm>
            <a:custGeom>
              <a:avLst/>
              <a:gdLst/>
              <a:ahLst/>
              <a:cxnLst/>
              <a:rect r="r" b="b" t="t" l="l"/>
              <a:pathLst>
                <a:path w="193156" h="126103" stroke="true" fill="norm" extrusionOk="true">
                  <a:moveTo>
                    <a:pt x="111800" y="126104"/>
                  </a:moveTo>
                  <a:cubicBezTo>
                    <a:pt x="111800" y="126104"/>
                    <a:pt x="110847" y="126104"/>
                    <a:pt x="110847" y="126104"/>
                  </a:cubicBezTo>
                  <a:lnTo>
                    <a:pt x="3215" y="95624"/>
                  </a:lnTo>
                  <a:cubicBezTo>
                    <a:pt x="357" y="94671"/>
                    <a:pt x="-595" y="91814"/>
                    <a:pt x="357" y="89909"/>
                  </a:cubicBezTo>
                  <a:cubicBezTo>
                    <a:pt x="357" y="89909"/>
                    <a:pt x="357" y="88956"/>
                    <a:pt x="1310" y="88956"/>
                  </a:cubicBezTo>
                  <a:lnTo>
                    <a:pt x="56555" y="2279"/>
                  </a:lnTo>
                  <a:cubicBezTo>
                    <a:pt x="57507" y="374"/>
                    <a:pt x="59412" y="-579"/>
                    <a:pt x="61317" y="374"/>
                  </a:cubicBezTo>
                  <a:lnTo>
                    <a:pt x="188952" y="27996"/>
                  </a:lnTo>
                  <a:cubicBezTo>
                    <a:pt x="190857" y="27996"/>
                    <a:pt x="191810" y="29901"/>
                    <a:pt x="192762" y="30854"/>
                  </a:cubicBezTo>
                  <a:cubicBezTo>
                    <a:pt x="193715" y="32759"/>
                    <a:pt x="192762" y="34664"/>
                    <a:pt x="191810" y="35616"/>
                  </a:cubicBezTo>
                  <a:lnTo>
                    <a:pt x="116562" y="126104"/>
                  </a:lnTo>
                  <a:cubicBezTo>
                    <a:pt x="114657" y="125151"/>
                    <a:pt x="112752" y="126104"/>
                    <a:pt x="111800" y="126104"/>
                  </a:cubicBezTo>
                  <a:close/>
                  <a:moveTo>
                    <a:pt x="11787" y="87051"/>
                  </a:moveTo>
                  <a:lnTo>
                    <a:pt x="109895" y="115626"/>
                  </a:lnTo>
                  <a:lnTo>
                    <a:pt x="178475" y="33711"/>
                  </a:lnTo>
                  <a:lnTo>
                    <a:pt x="62270" y="8946"/>
                  </a:lnTo>
                  <a:lnTo>
                    <a:pt x="11787" y="87051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91" id="91"/>
            <p:cNvSpPr/>
            <p:nvPr/>
          </p:nvSpPr>
          <p:spPr>
            <a:xfrm>
              <a:off x="7720142" y="6407743"/>
              <a:ext cx="233410" cy="144014"/>
            </a:xfrm>
            <a:custGeom>
              <a:avLst/>
              <a:gdLst/>
              <a:ahLst/>
              <a:cxnLst/>
              <a:rect r="r" b="b" t="t" l="l"/>
              <a:pathLst>
                <a:path w="233410" h="144014" stroke="true" fill="norm" extrusionOk="true">
                  <a:moveTo>
                    <a:pt x="49643" y="0"/>
                  </a:moveTo>
                  <a:cubicBezTo>
                    <a:pt x="49643" y="0"/>
                    <a:pt x="-2745" y="60960"/>
                    <a:pt x="113" y="67628"/>
                  </a:cubicBezTo>
                  <a:cubicBezTo>
                    <a:pt x="2970" y="75248"/>
                    <a:pt x="222045" y="158115"/>
                    <a:pt x="232523" y="141923"/>
                  </a:cubicBezTo>
                  <a:cubicBezTo>
                    <a:pt x="243000" y="125730"/>
                    <a:pt x="157275" y="30480"/>
                    <a:pt x="157275" y="30480"/>
                  </a:cubicBezTo>
                  <a:lnTo>
                    <a:pt x="49643" y="0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92" id="92"/>
            <p:cNvSpPr/>
            <p:nvPr/>
          </p:nvSpPr>
          <p:spPr>
            <a:xfrm>
              <a:off x="7715131" y="6403933"/>
              <a:ext cx="242559" cy="153352"/>
            </a:xfrm>
            <a:custGeom>
              <a:avLst/>
              <a:gdLst/>
              <a:ahLst/>
              <a:cxnLst/>
              <a:rect r="r" b="b" t="t" l="l"/>
              <a:pathLst>
                <a:path w="242559" h="153352" stroke="true" fill="norm" extrusionOk="true">
                  <a:moveTo>
                    <a:pt x="229914" y="153353"/>
                  </a:moveTo>
                  <a:cubicBezTo>
                    <a:pt x="228009" y="153353"/>
                    <a:pt x="225152" y="153353"/>
                    <a:pt x="223247" y="153353"/>
                  </a:cubicBezTo>
                  <a:cubicBezTo>
                    <a:pt x="181337" y="148590"/>
                    <a:pt x="4172" y="85725"/>
                    <a:pt x="362" y="74295"/>
                  </a:cubicBezTo>
                  <a:cubicBezTo>
                    <a:pt x="-591" y="71438"/>
                    <a:pt x="-3448" y="64770"/>
                    <a:pt x="50844" y="1905"/>
                  </a:cubicBezTo>
                  <a:cubicBezTo>
                    <a:pt x="51797" y="0"/>
                    <a:pt x="53702" y="0"/>
                    <a:pt x="55607" y="0"/>
                  </a:cubicBezTo>
                  <a:lnTo>
                    <a:pt x="163239" y="30480"/>
                  </a:lnTo>
                  <a:cubicBezTo>
                    <a:pt x="164192" y="30480"/>
                    <a:pt x="165144" y="31433"/>
                    <a:pt x="165144" y="32385"/>
                  </a:cubicBezTo>
                  <a:cubicBezTo>
                    <a:pt x="191814" y="60960"/>
                    <a:pt x="251822" y="132397"/>
                    <a:pt x="241344" y="149542"/>
                  </a:cubicBezTo>
                  <a:cubicBezTo>
                    <a:pt x="239439" y="151447"/>
                    <a:pt x="235629" y="153353"/>
                    <a:pt x="229914" y="153353"/>
                  </a:cubicBezTo>
                  <a:close/>
                  <a:moveTo>
                    <a:pt x="9887" y="70485"/>
                  </a:moveTo>
                  <a:cubicBezTo>
                    <a:pt x="32747" y="85725"/>
                    <a:pt x="218484" y="150495"/>
                    <a:pt x="233724" y="143828"/>
                  </a:cubicBezTo>
                  <a:cubicBezTo>
                    <a:pt x="236582" y="136208"/>
                    <a:pt x="203244" y="88583"/>
                    <a:pt x="159429" y="40005"/>
                  </a:cubicBezTo>
                  <a:lnTo>
                    <a:pt x="56559" y="10478"/>
                  </a:lnTo>
                  <a:cubicBezTo>
                    <a:pt x="39414" y="28575"/>
                    <a:pt x="24174" y="48578"/>
                    <a:pt x="9887" y="70485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93" id="93"/>
            <p:cNvSpPr/>
            <p:nvPr/>
          </p:nvSpPr>
          <p:spPr>
            <a:xfrm>
              <a:off x="7114465" y="5651458"/>
              <a:ext cx="1006960" cy="743902"/>
            </a:xfrm>
            <a:custGeom>
              <a:avLst/>
              <a:gdLst/>
              <a:ahLst/>
              <a:cxnLst/>
              <a:rect r="r" b="b" t="t" l="l"/>
              <a:pathLst>
                <a:path w="1006960" h="743902" stroke="true" fill="norm" extrusionOk="true">
                  <a:moveTo>
                    <a:pt x="757237" y="124777"/>
                  </a:moveTo>
                  <a:cubicBezTo>
                    <a:pt x="757237" y="124777"/>
                    <a:pt x="1000125" y="357188"/>
                    <a:pt x="1006792" y="411480"/>
                  </a:cubicBezTo>
                  <a:cubicBezTo>
                    <a:pt x="1013460" y="466725"/>
                    <a:pt x="820103" y="743903"/>
                    <a:pt x="820103" y="743903"/>
                  </a:cubicBezTo>
                  <a:lnTo>
                    <a:pt x="675323" y="681990"/>
                  </a:lnTo>
                  <a:cubicBezTo>
                    <a:pt x="675323" y="681990"/>
                    <a:pt x="838200" y="476250"/>
                    <a:pt x="804862" y="414338"/>
                  </a:cubicBezTo>
                  <a:cubicBezTo>
                    <a:pt x="771525" y="353378"/>
                    <a:pt x="590550" y="242888"/>
                    <a:pt x="590550" y="242888"/>
                  </a:cubicBezTo>
                  <a:cubicBezTo>
                    <a:pt x="590550" y="242888"/>
                    <a:pt x="474345" y="500063"/>
                    <a:pt x="397193" y="540068"/>
                  </a:cubicBezTo>
                  <a:cubicBezTo>
                    <a:pt x="320040" y="580072"/>
                    <a:pt x="0" y="433388"/>
                    <a:pt x="0" y="433388"/>
                  </a:cubicBezTo>
                  <a:lnTo>
                    <a:pt x="65722" y="300990"/>
                  </a:lnTo>
                  <a:cubicBezTo>
                    <a:pt x="65722" y="300990"/>
                    <a:pt x="278130" y="379095"/>
                    <a:pt x="317183" y="344805"/>
                  </a:cubicBezTo>
                  <a:cubicBezTo>
                    <a:pt x="357187" y="311467"/>
                    <a:pt x="421005" y="0"/>
                    <a:pt x="421005" y="0"/>
                  </a:cubicBezTo>
                  <a:lnTo>
                    <a:pt x="757237" y="124777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94" id="94"/>
            <p:cNvSpPr/>
            <p:nvPr/>
          </p:nvSpPr>
          <p:spPr>
            <a:xfrm>
              <a:off x="7108036" y="5648353"/>
              <a:ext cx="1016306" cy="751770"/>
            </a:xfrm>
            <a:custGeom>
              <a:avLst/>
              <a:gdLst/>
              <a:ahLst/>
              <a:cxnLst/>
              <a:rect r="r" b="b" t="t" l="l"/>
              <a:pathLst>
                <a:path w="1016306" h="751770" stroke="true" fill="norm" extrusionOk="true">
                  <a:moveTo>
                    <a:pt x="826532" y="751770"/>
                  </a:moveTo>
                  <a:cubicBezTo>
                    <a:pt x="825579" y="751770"/>
                    <a:pt x="825579" y="751770"/>
                    <a:pt x="824627" y="751770"/>
                  </a:cubicBezTo>
                  <a:lnTo>
                    <a:pt x="679847" y="689858"/>
                  </a:lnTo>
                  <a:cubicBezTo>
                    <a:pt x="678894" y="688905"/>
                    <a:pt x="677942" y="687953"/>
                    <a:pt x="676989" y="687000"/>
                  </a:cubicBezTo>
                  <a:cubicBezTo>
                    <a:pt x="676989" y="685095"/>
                    <a:pt x="676989" y="684143"/>
                    <a:pt x="677942" y="683190"/>
                  </a:cubicBezTo>
                  <a:cubicBezTo>
                    <a:pt x="722709" y="626993"/>
                    <a:pt x="832247" y="468878"/>
                    <a:pt x="806529" y="421253"/>
                  </a:cubicBezTo>
                  <a:cubicBezTo>
                    <a:pt x="777002" y="366960"/>
                    <a:pt x="626507" y="271710"/>
                    <a:pt x="597932" y="254565"/>
                  </a:cubicBezTo>
                  <a:cubicBezTo>
                    <a:pt x="580787" y="291713"/>
                    <a:pt x="476964" y="511740"/>
                    <a:pt x="404574" y="548888"/>
                  </a:cubicBezTo>
                  <a:cubicBezTo>
                    <a:pt x="326469" y="589845"/>
                    <a:pt x="16907" y="447923"/>
                    <a:pt x="3572" y="442208"/>
                  </a:cubicBezTo>
                  <a:cubicBezTo>
                    <a:pt x="2619" y="441255"/>
                    <a:pt x="1667" y="440303"/>
                    <a:pt x="714" y="439350"/>
                  </a:cubicBezTo>
                  <a:cubicBezTo>
                    <a:pt x="-238" y="438398"/>
                    <a:pt x="-238" y="436493"/>
                    <a:pt x="714" y="435540"/>
                  </a:cubicBezTo>
                  <a:lnTo>
                    <a:pt x="66437" y="303143"/>
                  </a:lnTo>
                  <a:cubicBezTo>
                    <a:pt x="67389" y="301238"/>
                    <a:pt x="70247" y="300285"/>
                    <a:pt x="72152" y="301238"/>
                  </a:cubicBezTo>
                  <a:cubicBezTo>
                    <a:pt x="130254" y="322193"/>
                    <a:pt x="288369" y="372675"/>
                    <a:pt x="318849" y="346005"/>
                  </a:cubicBezTo>
                  <a:cubicBezTo>
                    <a:pt x="349329" y="319335"/>
                    <a:pt x="403622" y="90735"/>
                    <a:pt x="420767" y="4058"/>
                  </a:cubicBezTo>
                  <a:cubicBezTo>
                    <a:pt x="421719" y="1200"/>
                    <a:pt x="423624" y="-705"/>
                    <a:pt x="426482" y="248"/>
                  </a:cubicBezTo>
                  <a:cubicBezTo>
                    <a:pt x="426482" y="248"/>
                    <a:pt x="426482" y="248"/>
                    <a:pt x="427434" y="248"/>
                  </a:cubicBezTo>
                  <a:lnTo>
                    <a:pt x="762714" y="124073"/>
                  </a:lnTo>
                  <a:cubicBezTo>
                    <a:pt x="763667" y="124073"/>
                    <a:pt x="763667" y="125025"/>
                    <a:pt x="764619" y="125025"/>
                  </a:cubicBezTo>
                  <a:cubicBezTo>
                    <a:pt x="774144" y="134550"/>
                    <a:pt x="1008459" y="358388"/>
                    <a:pt x="1016079" y="414585"/>
                  </a:cubicBezTo>
                  <a:cubicBezTo>
                    <a:pt x="1023699" y="470783"/>
                    <a:pt x="837009" y="738435"/>
                    <a:pt x="829389" y="749865"/>
                  </a:cubicBezTo>
                  <a:cubicBezTo>
                    <a:pt x="829389" y="750818"/>
                    <a:pt x="827484" y="751770"/>
                    <a:pt x="826532" y="751770"/>
                  </a:cubicBezTo>
                  <a:close/>
                  <a:moveTo>
                    <a:pt x="689372" y="683190"/>
                  </a:moveTo>
                  <a:lnTo>
                    <a:pt x="824627" y="741293"/>
                  </a:lnTo>
                  <a:cubicBezTo>
                    <a:pt x="879872" y="662235"/>
                    <a:pt x="1013222" y="458400"/>
                    <a:pt x="1008459" y="415538"/>
                  </a:cubicBezTo>
                  <a:cubicBezTo>
                    <a:pt x="1003697" y="372675"/>
                    <a:pt x="844629" y="212655"/>
                    <a:pt x="760809" y="131693"/>
                  </a:cubicBezTo>
                  <a:lnTo>
                    <a:pt x="431244" y="10725"/>
                  </a:lnTo>
                  <a:cubicBezTo>
                    <a:pt x="421719" y="53588"/>
                    <a:pt x="365522" y="320288"/>
                    <a:pt x="326469" y="352673"/>
                  </a:cubicBezTo>
                  <a:cubicBezTo>
                    <a:pt x="288369" y="385058"/>
                    <a:pt x="109299" y="324098"/>
                    <a:pt x="74057" y="310763"/>
                  </a:cubicBezTo>
                  <a:lnTo>
                    <a:pt x="12144" y="434588"/>
                  </a:lnTo>
                  <a:cubicBezTo>
                    <a:pt x="51197" y="451733"/>
                    <a:pt x="331232" y="575558"/>
                    <a:pt x="400764" y="539363"/>
                  </a:cubicBezTo>
                  <a:cubicBezTo>
                    <a:pt x="475059" y="500310"/>
                    <a:pt x="590312" y="246945"/>
                    <a:pt x="592217" y="244088"/>
                  </a:cubicBezTo>
                  <a:cubicBezTo>
                    <a:pt x="593169" y="243135"/>
                    <a:pt x="594122" y="242183"/>
                    <a:pt x="595074" y="241230"/>
                  </a:cubicBezTo>
                  <a:cubicBezTo>
                    <a:pt x="596027" y="240278"/>
                    <a:pt x="597932" y="240278"/>
                    <a:pt x="598884" y="241230"/>
                  </a:cubicBezTo>
                  <a:cubicBezTo>
                    <a:pt x="606504" y="245993"/>
                    <a:pt x="781764" y="352673"/>
                    <a:pt x="815102" y="415538"/>
                  </a:cubicBezTo>
                  <a:cubicBezTo>
                    <a:pt x="847487" y="473640"/>
                    <a:pt x="714137" y="650805"/>
                    <a:pt x="689372" y="683190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95" id="95"/>
            <p:cNvSpPr/>
            <p:nvPr/>
          </p:nvSpPr>
          <p:spPr>
            <a:xfrm>
              <a:off x="8372315" y="5056899"/>
              <a:ext cx="156145" cy="130691"/>
            </a:xfrm>
            <a:custGeom>
              <a:avLst/>
              <a:gdLst/>
              <a:ahLst/>
              <a:cxnLst/>
              <a:rect r="r" b="b" t="t" l="l"/>
              <a:pathLst>
                <a:path w="156145" h="130691" stroke="true" fill="norm" extrusionOk="true">
                  <a:moveTo>
                    <a:pt x="34693" y="130692"/>
                  </a:moveTo>
                  <a:cubicBezTo>
                    <a:pt x="51838" y="118309"/>
                    <a:pt x="69935" y="108784"/>
                    <a:pt x="89938" y="100212"/>
                  </a:cubicBezTo>
                  <a:cubicBezTo>
                    <a:pt x="111845" y="92592"/>
                    <a:pt x="140420" y="87829"/>
                    <a:pt x="133753" y="78304"/>
                  </a:cubicBezTo>
                  <a:cubicBezTo>
                    <a:pt x="127085" y="68779"/>
                    <a:pt x="74698" y="82114"/>
                    <a:pt x="74698" y="82114"/>
                  </a:cubicBezTo>
                  <a:cubicBezTo>
                    <a:pt x="74698" y="82114"/>
                    <a:pt x="105178" y="34489"/>
                    <a:pt x="123275" y="24964"/>
                  </a:cubicBezTo>
                  <a:cubicBezTo>
                    <a:pt x="140420" y="15439"/>
                    <a:pt x="165185" y="16392"/>
                    <a:pt x="152803" y="7819"/>
                  </a:cubicBezTo>
                  <a:cubicBezTo>
                    <a:pt x="140420" y="-753"/>
                    <a:pt x="103273" y="-2658"/>
                    <a:pt x="90890" y="4009"/>
                  </a:cubicBezTo>
                  <a:cubicBezTo>
                    <a:pt x="78508" y="10677"/>
                    <a:pt x="4213" y="91639"/>
                    <a:pt x="403" y="96402"/>
                  </a:cubicBezTo>
                  <a:cubicBezTo>
                    <a:pt x="-4360" y="101164"/>
                    <a:pt x="34693" y="130692"/>
                    <a:pt x="34693" y="130692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96" id="96"/>
            <p:cNvSpPr/>
            <p:nvPr/>
          </p:nvSpPr>
          <p:spPr>
            <a:xfrm>
              <a:off x="8367002" y="5052396"/>
              <a:ext cx="165885" cy="139956"/>
            </a:xfrm>
            <a:custGeom>
              <a:avLst/>
              <a:gdLst/>
              <a:ahLst/>
              <a:cxnLst/>
              <a:rect r="r" b="b" t="t" l="l"/>
              <a:pathLst>
                <a:path w="165885" h="139956" stroke="true" fill="norm" extrusionOk="true">
                  <a:moveTo>
                    <a:pt x="40005" y="139957"/>
                  </a:moveTo>
                  <a:cubicBezTo>
                    <a:pt x="39053" y="139957"/>
                    <a:pt x="38100" y="139957"/>
                    <a:pt x="37148" y="139004"/>
                  </a:cubicBezTo>
                  <a:cubicBezTo>
                    <a:pt x="13335" y="120907"/>
                    <a:pt x="953" y="108524"/>
                    <a:pt x="0" y="102809"/>
                  </a:cubicBezTo>
                  <a:cubicBezTo>
                    <a:pt x="0" y="100904"/>
                    <a:pt x="0" y="98999"/>
                    <a:pt x="953" y="98047"/>
                  </a:cubicBezTo>
                  <a:cubicBezTo>
                    <a:pt x="1905" y="97094"/>
                    <a:pt x="78105" y="12322"/>
                    <a:pt x="93345" y="4702"/>
                  </a:cubicBezTo>
                  <a:cubicBezTo>
                    <a:pt x="108585" y="-2918"/>
                    <a:pt x="146685" y="-1013"/>
                    <a:pt x="160973" y="8512"/>
                  </a:cubicBezTo>
                  <a:cubicBezTo>
                    <a:pt x="162878" y="9464"/>
                    <a:pt x="166688" y="13274"/>
                    <a:pt x="165735" y="18037"/>
                  </a:cubicBezTo>
                  <a:cubicBezTo>
                    <a:pt x="164783" y="22799"/>
                    <a:pt x="159067" y="24704"/>
                    <a:pt x="149542" y="27562"/>
                  </a:cubicBezTo>
                  <a:cubicBezTo>
                    <a:pt x="142875" y="29467"/>
                    <a:pt x="136208" y="31372"/>
                    <a:pt x="130492" y="34229"/>
                  </a:cubicBezTo>
                  <a:cubicBezTo>
                    <a:pt x="120015" y="39944"/>
                    <a:pt x="101917" y="62804"/>
                    <a:pt x="91440" y="78997"/>
                  </a:cubicBezTo>
                  <a:cubicBezTo>
                    <a:pt x="112395" y="74234"/>
                    <a:pt x="138113" y="70424"/>
                    <a:pt x="143828" y="79949"/>
                  </a:cubicBezTo>
                  <a:cubicBezTo>
                    <a:pt x="145733" y="81854"/>
                    <a:pt x="146685" y="85664"/>
                    <a:pt x="145733" y="88522"/>
                  </a:cubicBezTo>
                  <a:cubicBezTo>
                    <a:pt x="142875" y="96142"/>
                    <a:pt x="132398" y="98999"/>
                    <a:pt x="112395" y="104714"/>
                  </a:cubicBezTo>
                  <a:cubicBezTo>
                    <a:pt x="107633" y="105667"/>
                    <a:pt x="102870" y="107572"/>
                    <a:pt x="97155" y="109477"/>
                  </a:cubicBezTo>
                  <a:cubicBezTo>
                    <a:pt x="78105" y="117097"/>
                    <a:pt x="60008" y="126622"/>
                    <a:pt x="43815" y="138052"/>
                  </a:cubicBezTo>
                  <a:cubicBezTo>
                    <a:pt x="41910" y="139004"/>
                    <a:pt x="40958" y="139957"/>
                    <a:pt x="40005" y="139957"/>
                  </a:cubicBezTo>
                  <a:close/>
                  <a:moveTo>
                    <a:pt x="10478" y="102809"/>
                  </a:moveTo>
                  <a:cubicBezTo>
                    <a:pt x="20003" y="112334"/>
                    <a:pt x="29528" y="120907"/>
                    <a:pt x="40005" y="128527"/>
                  </a:cubicBezTo>
                  <a:cubicBezTo>
                    <a:pt x="56198" y="117097"/>
                    <a:pt x="74295" y="107572"/>
                    <a:pt x="93345" y="99952"/>
                  </a:cubicBezTo>
                  <a:cubicBezTo>
                    <a:pt x="98108" y="98047"/>
                    <a:pt x="102870" y="97094"/>
                    <a:pt x="108585" y="95189"/>
                  </a:cubicBezTo>
                  <a:cubicBezTo>
                    <a:pt x="118110" y="92332"/>
                    <a:pt x="133350" y="87569"/>
                    <a:pt x="135255" y="84712"/>
                  </a:cubicBezTo>
                  <a:cubicBezTo>
                    <a:pt x="131445" y="81854"/>
                    <a:pt x="106680" y="84712"/>
                    <a:pt x="80963" y="91379"/>
                  </a:cubicBezTo>
                  <a:cubicBezTo>
                    <a:pt x="78105" y="92332"/>
                    <a:pt x="76200" y="90427"/>
                    <a:pt x="75248" y="87569"/>
                  </a:cubicBezTo>
                  <a:cubicBezTo>
                    <a:pt x="75248" y="86617"/>
                    <a:pt x="75248" y="84712"/>
                    <a:pt x="76200" y="83759"/>
                  </a:cubicBezTo>
                  <a:cubicBezTo>
                    <a:pt x="77153" y="81854"/>
                    <a:pt x="107633" y="35182"/>
                    <a:pt x="125730" y="25657"/>
                  </a:cubicBezTo>
                  <a:cubicBezTo>
                    <a:pt x="132398" y="21847"/>
                    <a:pt x="140017" y="19942"/>
                    <a:pt x="147638" y="18037"/>
                  </a:cubicBezTo>
                  <a:lnTo>
                    <a:pt x="154305" y="16132"/>
                  </a:lnTo>
                  <a:cubicBezTo>
                    <a:pt x="136208" y="8512"/>
                    <a:pt x="116205" y="7559"/>
                    <a:pt x="98108" y="13274"/>
                  </a:cubicBezTo>
                  <a:cubicBezTo>
                    <a:pt x="87630" y="18989"/>
                    <a:pt x="22860" y="89474"/>
                    <a:pt x="10478" y="102809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97" id="97"/>
            <p:cNvSpPr/>
            <p:nvPr/>
          </p:nvSpPr>
          <p:spPr>
            <a:xfrm>
              <a:off x="7919327" y="5146633"/>
              <a:ext cx="512445" cy="284797"/>
            </a:xfrm>
            <a:custGeom>
              <a:avLst/>
              <a:gdLst/>
              <a:ahLst/>
              <a:cxnLst/>
              <a:rect r="r" b="b" t="t" l="l"/>
              <a:pathLst>
                <a:path w="512445" h="284797" stroke="true" fill="norm" extrusionOk="true">
                  <a:moveTo>
                    <a:pt x="0" y="72390"/>
                  </a:moveTo>
                  <a:cubicBezTo>
                    <a:pt x="0" y="72390"/>
                    <a:pt x="302895" y="136208"/>
                    <a:pt x="331470" y="128588"/>
                  </a:cubicBezTo>
                  <a:lnTo>
                    <a:pt x="445770" y="0"/>
                  </a:lnTo>
                  <a:lnTo>
                    <a:pt x="512445" y="43815"/>
                  </a:lnTo>
                  <a:cubicBezTo>
                    <a:pt x="512445" y="43815"/>
                    <a:pt x="477203" y="149543"/>
                    <a:pt x="429578" y="210502"/>
                  </a:cubicBezTo>
                  <a:cubicBezTo>
                    <a:pt x="381000" y="271463"/>
                    <a:pt x="64770" y="284798"/>
                    <a:pt x="64770" y="284798"/>
                  </a:cubicBezTo>
                  <a:lnTo>
                    <a:pt x="0" y="72390"/>
                  </a:lnTo>
                  <a:close/>
                </a:path>
              </a:pathLst>
            </a:custGeom>
            <a:solidFill>
              <a:schemeClr val="accent1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98" id="98"/>
            <p:cNvSpPr/>
            <p:nvPr/>
          </p:nvSpPr>
          <p:spPr>
            <a:xfrm>
              <a:off x="7754979" y="4889039"/>
              <a:ext cx="350272" cy="261508"/>
            </a:xfrm>
            <a:custGeom>
              <a:avLst/>
              <a:gdLst/>
              <a:ahLst/>
              <a:cxnLst/>
              <a:rect r="r" b="b" t="t" l="l"/>
              <a:pathLst>
                <a:path w="350272" h="261508" stroke="true" fill="norm" extrusionOk="true">
                  <a:moveTo>
                    <a:pt x="168159" y="260452"/>
                  </a:moveTo>
                  <a:cubicBezTo>
                    <a:pt x="150061" y="258547"/>
                    <a:pt x="131964" y="252832"/>
                    <a:pt x="115771" y="244259"/>
                  </a:cubicBezTo>
                  <a:cubicBezTo>
                    <a:pt x="88149" y="227114"/>
                    <a:pt x="69099" y="198539"/>
                    <a:pt x="63384" y="167107"/>
                  </a:cubicBezTo>
                  <a:cubicBezTo>
                    <a:pt x="24331" y="162344"/>
                    <a:pt x="-4244" y="126149"/>
                    <a:pt x="519" y="86144"/>
                  </a:cubicBezTo>
                  <a:cubicBezTo>
                    <a:pt x="519" y="86144"/>
                    <a:pt x="519" y="85192"/>
                    <a:pt x="519" y="85192"/>
                  </a:cubicBezTo>
                  <a:cubicBezTo>
                    <a:pt x="23379" y="90907"/>
                    <a:pt x="49096" y="85192"/>
                    <a:pt x="67194" y="69952"/>
                  </a:cubicBezTo>
                  <a:cubicBezTo>
                    <a:pt x="43381" y="71857"/>
                    <a:pt x="23379" y="54712"/>
                    <a:pt x="20521" y="30899"/>
                  </a:cubicBezTo>
                  <a:cubicBezTo>
                    <a:pt x="20521" y="28042"/>
                    <a:pt x="20521" y="26137"/>
                    <a:pt x="21474" y="23279"/>
                  </a:cubicBezTo>
                  <a:cubicBezTo>
                    <a:pt x="25284" y="16612"/>
                    <a:pt x="34809" y="17564"/>
                    <a:pt x="42429" y="19469"/>
                  </a:cubicBezTo>
                  <a:cubicBezTo>
                    <a:pt x="78624" y="27089"/>
                    <a:pt x="116724" y="20422"/>
                    <a:pt x="152919" y="12802"/>
                  </a:cubicBezTo>
                  <a:cubicBezTo>
                    <a:pt x="189114" y="5182"/>
                    <a:pt x="227214" y="-3391"/>
                    <a:pt x="263409" y="1372"/>
                  </a:cubicBezTo>
                  <a:cubicBezTo>
                    <a:pt x="316749" y="8992"/>
                    <a:pt x="357706" y="47092"/>
                    <a:pt x="349134" y="102337"/>
                  </a:cubicBezTo>
                  <a:cubicBezTo>
                    <a:pt x="347229" y="121387"/>
                    <a:pt x="342466" y="140437"/>
                    <a:pt x="334846" y="158534"/>
                  </a:cubicBezTo>
                  <a:cubicBezTo>
                    <a:pt x="331036" y="164249"/>
                    <a:pt x="326274" y="169964"/>
                    <a:pt x="320559" y="173774"/>
                  </a:cubicBezTo>
                  <a:cubicBezTo>
                    <a:pt x="291031" y="198539"/>
                    <a:pt x="270076" y="234734"/>
                    <a:pt x="233881" y="250927"/>
                  </a:cubicBezTo>
                  <a:cubicBezTo>
                    <a:pt x="214831" y="260452"/>
                    <a:pt x="191019" y="263309"/>
                    <a:pt x="168159" y="260452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99" id="99"/>
            <p:cNvSpPr/>
            <p:nvPr/>
          </p:nvSpPr>
          <p:spPr>
            <a:xfrm>
              <a:off x="7750940" y="4884605"/>
              <a:ext cx="360534" cy="270744"/>
            </a:xfrm>
            <a:custGeom>
              <a:avLst/>
              <a:gdLst/>
              <a:ahLst/>
              <a:cxnLst/>
              <a:rect r="r" b="b" t="t" l="l"/>
              <a:pathLst>
                <a:path w="360534" h="270744" stroke="true" fill="norm" extrusionOk="true">
                  <a:moveTo>
                    <a:pt x="188390" y="270600"/>
                  </a:moveTo>
                  <a:cubicBezTo>
                    <a:pt x="182675" y="270600"/>
                    <a:pt x="177913" y="270600"/>
                    <a:pt x="172198" y="269648"/>
                  </a:cubicBezTo>
                  <a:lnTo>
                    <a:pt x="172198" y="269648"/>
                  </a:lnTo>
                  <a:cubicBezTo>
                    <a:pt x="153148" y="267743"/>
                    <a:pt x="135050" y="262028"/>
                    <a:pt x="117905" y="252503"/>
                  </a:cubicBezTo>
                  <a:cubicBezTo>
                    <a:pt x="90283" y="235358"/>
                    <a:pt x="70280" y="206783"/>
                    <a:pt x="63613" y="175350"/>
                  </a:cubicBezTo>
                  <a:cubicBezTo>
                    <a:pt x="22655" y="167730"/>
                    <a:pt x="-4967" y="129630"/>
                    <a:pt x="748" y="88673"/>
                  </a:cubicBezTo>
                  <a:cubicBezTo>
                    <a:pt x="748" y="87720"/>
                    <a:pt x="1700" y="85815"/>
                    <a:pt x="2653" y="85815"/>
                  </a:cubicBezTo>
                  <a:cubicBezTo>
                    <a:pt x="3605" y="84863"/>
                    <a:pt x="5510" y="84863"/>
                    <a:pt x="6463" y="84863"/>
                  </a:cubicBezTo>
                  <a:cubicBezTo>
                    <a:pt x="23608" y="89625"/>
                    <a:pt x="41705" y="86768"/>
                    <a:pt x="57898" y="78195"/>
                  </a:cubicBezTo>
                  <a:cubicBezTo>
                    <a:pt x="50278" y="76290"/>
                    <a:pt x="43610" y="72480"/>
                    <a:pt x="37895" y="67718"/>
                  </a:cubicBezTo>
                  <a:cubicBezTo>
                    <a:pt x="28370" y="60098"/>
                    <a:pt x="21703" y="47715"/>
                    <a:pt x="20750" y="35333"/>
                  </a:cubicBezTo>
                  <a:cubicBezTo>
                    <a:pt x="20750" y="32475"/>
                    <a:pt x="20750" y="28665"/>
                    <a:pt x="22655" y="25808"/>
                  </a:cubicBezTo>
                  <a:cubicBezTo>
                    <a:pt x="28370" y="15330"/>
                    <a:pt x="42658" y="18188"/>
                    <a:pt x="48373" y="19140"/>
                  </a:cubicBezTo>
                  <a:cubicBezTo>
                    <a:pt x="83615" y="26760"/>
                    <a:pt x="119810" y="20093"/>
                    <a:pt x="156958" y="12473"/>
                  </a:cubicBezTo>
                  <a:lnTo>
                    <a:pt x="161720" y="11520"/>
                  </a:lnTo>
                  <a:cubicBezTo>
                    <a:pt x="196963" y="3900"/>
                    <a:pt x="233158" y="-3720"/>
                    <a:pt x="269353" y="1995"/>
                  </a:cubicBezTo>
                  <a:cubicBezTo>
                    <a:pt x="298880" y="4853"/>
                    <a:pt x="325550" y="20093"/>
                    <a:pt x="343648" y="42953"/>
                  </a:cubicBezTo>
                  <a:cubicBezTo>
                    <a:pt x="357935" y="62003"/>
                    <a:pt x="363650" y="85815"/>
                    <a:pt x="358888" y="108675"/>
                  </a:cubicBezTo>
                  <a:cubicBezTo>
                    <a:pt x="356983" y="128678"/>
                    <a:pt x="352220" y="147728"/>
                    <a:pt x="344600" y="165825"/>
                  </a:cubicBezTo>
                  <a:cubicBezTo>
                    <a:pt x="340790" y="172493"/>
                    <a:pt x="336028" y="177255"/>
                    <a:pt x="330313" y="182018"/>
                  </a:cubicBezTo>
                  <a:lnTo>
                    <a:pt x="329360" y="182970"/>
                  </a:lnTo>
                  <a:cubicBezTo>
                    <a:pt x="318883" y="191543"/>
                    <a:pt x="309358" y="202020"/>
                    <a:pt x="300785" y="211545"/>
                  </a:cubicBezTo>
                  <a:cubicBezTo>
                    <a:pt x="283640" y="229643"/>
                    <a:pt x="266495" y="248693"/>
                    <a:pt x="242683" y="260123"/>
                  </a:cubicBezTo>
                  <a:cubicBezTo>
                    <a:pt x="225538" y="267743"/>
                    <a:pt x="207440" y="271553"/>
                    <a:pt x="188390" y="270600"/>
                  </a:cubicBezTo>
                  <a:close/>
                  <a:moveTo>
                    <a:pt x="173150" y="260123"/>
                  </a:moveTo>
                  <a:cubicBezTo>
                    <a:pt x="195058" y="262980"/>
                    <a:pt x="217918" y="259170"/>
                    <a:pt x="238873" y="251550"/>
                  </a:cubicBezTo>
                  <a:cubicBezTo>
                    <a:pt x="260780" y="242025"/>
                    <a:pt x="277925" y="223928"/>
                    <a:pt x="294118" y="205830"/>
                  </a:cubicBezTo>
                  <a:cubicBezTo>
                    <a:pt x="303643" y="195353"/>
                    <a:pt x="314120" y="184875"/>
                    <a:pt x="324598" y="175350"/>
                  </a:cubicBezTo>
                  <a:lnTo>
                    <a:pt x="325550" y="174398"/>
                  </a:lnTo>
                  <a:cubicBezTo>
                    <a:pt x="330313" y="170588"/>
                    <a:pt x="334123" y="166778"/>
                    <a:pt x="336980" y="162015"/>
                  </a:cubicBezTo>
                  <a:cubicBezTo>
                    <a:pt x="343648" y="144870"/>
                    <a:pt x="348410" y="125820"/>
                    <a:pt x="350315" y="107723"/>
                  </a:cubicBezTo>
                  <a:cubicBezTo>
                    <a:pt x="354125" y="86768"/>
                    <a:pt x="349363" y="65813"/>
                    <a:pt x="336980" y="48668"/>
                  </a:cubicBezTo>
                  <a:cubicBezTo>
                    <a:pt x="319835" y="27713"/>
                    <a:pt x="295070" y="14378"/>
                    <a:pt x="268400" y="11520"/>
                  </a:cubicBezTo>
                  <a:cubicBezTo>
                    <a:pt x="234110" y="6758"/>
                    <a:pt x="197915" y="14378"/>
                    <a:pt x="163625" y="21045"/>
                  </a:cubicBezTo>
                  <a:lnTo>
                    <a:pt x="158863" y="21998"/>
                  </a:lnTo>
                  <a:cubicBezTo>
                    <a:pt x="119810" y="30570"/>
                    <a:pt x="82663" y="37238"/>
                    <a:pt x="45515" y="28665"/>
                  </a:cubicBezTo>
                  <a:cubicBezTo>
                    <a:pt x="36943" y="26760"/>
                    <a:pt x="31228" y="26760"/>
                    <a:pt x="30275" y="29618"/>
                  </a:cubicBezTo>
                  <a:cubicBezTo>
                    <a:pt x="30275" y="31523"/>
                    <a:pt x="30275" y="32475"/>
                    <a:pt x="30275" y="34380"/>
                  </a:cubicBezTo>
                  <a:cubicBezTo>
                    <a:pt x="32180" y="55335"/>
                    <a:pt x="50278" y="70575"/>
                    <a:pt x="71233" y="68670"/>
                  </a:cubicBezTo>
                  <a:cubicBezTo>
                    <a:pt x="73138" y="68670"/>
                    <a:pt x="75043" y="69623"/>
                    <a:pt x="75995" y="71528"/>
                  </a:cubicBezTo>
                  <a:cubicBezTo>
                    <a:pt x="76948" y="73433"/>
                    <a:pt x="75995" y="75338"/>
                    <a:pt x="75043" y="77243"/>
                  </a:cubicBezTo>
                  <a:cubicBezTo>
                    <a:pt x="56945" y="92483"/>
                    <a:pt x="33133" y="99150"/>
                    <a:pt x="9320" y="94388"/>
                  </a:cubicBezTo>
                  <a:cubicBezTo>
                    <a:pt x="7415" y="110580"/>
                    <a:pt x="12178" y="126773"/>
                    <a:pt x="22655" y="140108"/>
                  </a:cubicBezTo>
                  <a:cubicBezTo>
                    <a:pt x="33133" y="154395"/>
                    <a:pt x="49325" y="163920"/>
                    <a:pt x="67423" y="165825"/>
                  </a:cubicBezTo>
                  <a:cubicBezTo>
                    <a:pt x="69328" y="165825"/>
                    <a:pt x="71233" y="167730"/>
                    <a:pt x="72185" y="169635"/>
                  </a:cubicBezTo>
                  <a:cubicBezTo>
                    <a:pt x="77900" y="200115"/>
                    <a:pt x="95998" y="226785"/>
                    <a:pt x="121715" y="243930"/>
                  </a:cubicBezTo>
                  <a:cubicBezTo>
                    <a:pt x="137908" y="253455"/>
                    <a:pt x="155053" y="259170"/>
                    <a:pt x="173150" y="260123"/>
                  </a:cubicBezTo>
                  <a:lnTo>
                    <a:pt x="173150" y="260123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100" id="100"/>
            <p:cNvSpPr/>
            <p:nvPr/>
          </p:nvSpPr>
          <p:spPr>
            <a:xfrm>
              <a:off x="8089825" y="5068528"/>
              <a:ext cx="30819" cy="66407"/>
            </a:xfrm>
            <a:custGeom>
              <a:avLst/>
              <a:gdLst/>
              <a:ahLst/>
              <a:cxnLst/>
              <a:rect r="r" b="b" t="t" l="l"/>
              <a:pathLst>
                <a:path w="30819" h="66407" stroke="true" fill="norm" extrusionOk="true">
                  <a:moveTo>
                    <a:pt x="8572" y="0"/>
                  </a:moveTo>
                  <a:cubicBezTo>
                    <a:pt x="8572" y="0"/>
                    <a:pt x="37147" y="52388"/>
                    <a:pt x="29527" y="61913"/>
                  </a:cubicBezTo>
                  <a:cubicBezTo>
                    <a:pt x="21907" y="71438"/>
                    <a:pt x="0" y="62865"/>
                    <a:pt x="0" y="62865"/>
                  </a:cubicBezTo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101" id="101"/>
            <p:cNvSpPr/>
            <p:nvPr/>
          </p:nvSpPr>
          <p:spPr>
            <a:xfrm>
              <a:off x="8084705" y="5063392"/>
              <a:ext cx="38643" cy="76756"/>
            </a:xfrm>
            <a:custGeom>
              <a:avLst/>
              <a:gdLst/>
              <a:ahLst/>
              <a:cxnLst/>
              <a:rect r="r" b="b" t="t" l="l"/>
              <a:pathLst>
                <a:path w="38643" h="76756" stroke="true" fill="norm" extrusionOk="true">
                  <a:moveTo>
                    <a:pt x="22265" y="76574"/>
                  </a:moveTo>
                  <a:cubicBezTo>
                    <a:pt x="15597" y="76574"/>
                    <a:pt x="8930" y="74669"/>
                    <a:pt x="3215" y="72764"/>
                  </a:cubicBezTo>
                  <a:cubicBezTo>
                    <a:pt x="357" y="71811"/>
                    <a:pt x="-595" y="68954"/>
                    <a:pt x="357" y="66096"/>
                  </a:cubicBezTo>
                  <a:cubicBezTo>
                    <a:pt x="357" y="66096"/>
                    <a:pt x="357" y="66096"/>
                    <a:pt x="357" y="66096"/>
                  </a:cubicBezTo>
                  <a:cubicBezTo>
                    <a:pt x="1310" y="63239"/>
                    <a:pt x="4167" y="62286"/>
                    <a:pt x="6072" y="63239"/>
                  </a:cubicBezTo>
                  <a:cubicBezTo>
                    <a:pt x="6072" y="63239"/>
                    <a:pt x="6072" y="63239"/>
                    <a:pt x="6072" y="63239"/>
                  </a:cubicBezTo>
                  <a:cubicBezTo>
                    <a:pt x="11787" y="66096"/>
                    <a:pt x="26075" y="68954"/>
                    <a:pt x="29885" y="64191"/>
                  </a:cubicBezTo>
                  <a:cubicBezTo>
                    <a:pt x="33695" y="59429"/>
                    <a:pt x="22265" y="32759"/>
                    <a:pt x="8930" y="7041"/>
                  </a:cubicBezTo>
                  <a:cubicBezTo>
                    <a:pt x="7025" y="5136"/>
                    <a:pt x="7977" y="2279"/>
                    <a:pt x="9882" y="374"/>
                  </a:cubicBezTo>
                  <a:cubicBezTo>
                    <a:pt x="9882" y="374"/>
                    <a:pt x="9882" y="374"/>
                    <a:pt x="9882" y="374"/>
                  </a:cubicBezTo>
                  <a:cubicBezTo>
                    <a:pt x="11787" y="-579"/>
                    <a:pt x="15597" y="374"/>
                    <a:pt x="16550" y="2279"/>
                  </a:cubicBezTo>
                  <a:cubicBezTo>
                    <a:pt x="25122" y="18471"/>
                    <a:pt x="45125" y="58476"/>
                    <a:pt x="36552" y="69906"/>
                  </a:cubicBezTo>
                  <a:cubicBezTo>
                    <a:pt x="34647" y="74669"/>
                    <a:pt x="28932" y="77526"/>
                    <a:pt x="22265" y="76574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102" id="102"/>
            <p:cNvSpPr/>
            <p:nvPr/>
          </p:nvSpPr>
          <p:spPr>
            <a:xfrm>
              <a:off x="7919327" y="4979946"/>
              <a:ext cx="190146" cy="299433"/>
            </a:xfrm>
            <a:custGeom>
              <a:avLst/>
              <a:gdLst/>
              <a:ahLst/>
              <a:cxnLst/>
              <a:rect r="r" b="b" t="t" l="l"/>
              <a:pathLst>
                <a:path w="190146" h="299433" stroke="true" fill="norm" extrusionOk="true">
                  <a:moveTo>
                    <a:pt x="178117" y="21907"/>
                  </a:moveTo>
                  <a:cubicBezTo>
                    <a:pt x="197167" y="40957"/>
                    <a:pt x="188595" y="76200"/>
                    <a:pt x="185738" y="100013"/>
                  </a:cubicBezTo>
                  <a:cubicBezTo>
                    <a:pt x="182880" y="133350"/>
                    <a:pt x="179070" y="165735"/>
                    <a:pt x="174308" y="199073"/>
                  </a:cubicBezTo>
                  <a:cubicBezTo>
                    <a:pt x="171450" y="220027"/>
                    <a:pt x="117158" y="215265"/>
                    <a:pt x="108585" y="208598"/>
                  </a:cubicBezTo>
                  <a:lnTo>
                    <a:pt x="107633" y="278130"/>
                  </a:lnTo>
                  <a:cubicBezTo>
                    <a:pt x="107633" y="278130"/>
                    <a:pt x="91440" y="315278"/>
                    <a:pt x="49530" y="291465"/>
                  </a:cubicBezTo>
                  <a:cubicBezTo>
                    <a:pt x="7620" y="267653"/>
                    <a:pt x="0" y="239077"/>
                    <a:pt x="0" y="239077"/>
                  </a:cubicBezTo>
                  <a:lnTo>
                    <a:pt x="11430" y="143827"/>
                  </a:lnTo>
                  <a:cubicBezTo>
                    <a:pt x="11430" y="143827"/>
                    <a:pt x="47625" y="146685"/>
                    <a:pt x="72390" y="106680"/>
                  </a:cubicBezTo>
                  <a:cubicBezTo>
                    <a:pt x="97155" y="65723"/>
                    <a:pt x="101917" y="0"/>
                    <a:pt x="101917" y="0"/>
                  </a:cubicBezTo>
                  <a:cubicBezTo>
                    <a:pt x="101917" y="0"/>
                    <a:pt x="159067" y="3810"/>
                    <a:pt x="178117" y="21907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103" id="103"/>
            <p:cNvSpPr/>
            <p:nvPr/>
          </p:nvSpPr>
          <p:spPr>
            <a:xfrm>
              <a:off x="7913612" y="4975183"/>
              <a:ext cx="198638" cy="308610"/>
            </a:xfrm>
            <a:custGeom>
              <a:avLst/>
              <a:gdLst/>
              <a:ahLst/>
              <a:cxnLst/>
              <a:rect r="r" b="b" t="t" l="l"/>
              <a:pathLst>
                <a:path w="198638" h="308610" stroke="true" fill="norm" extrusionOk="true">
                  <a:moveTo>
                    <a:pt x="80963" y="308610"/>
                  </a:moveTo>
                  <a:cubicBezTo>
                    <a:pt x="70485" y="308610"/>
                    <a:pt x="60960" y="305753"/>
                    <a:pt x="52388" y="300038"/>
                  </a:cubicBezTo>
                  <a:cubicBezTo>
                    <a:pt x="9525" y="275273"/>
                    <a:pt x="952" y="245745"/>
                    <a:pt x="0" y="244793"/>
                  </a:cubicBezTo>
                  <a:cubicBezTo>
                    <a:pt x="0" y="243840"/>
                    <a:pt x="0" y="243840"/>
                    <a:pt x="0" y="242888"/>
                  </a:cubicBezTo>
                  <a:lnTo>
                    <a:pt x="11430" y="147638"/>
                  </a:lnTo>
                  <a:cubicBezTo>
                    <a:pt x="11430" y="144780"/>
                    <a:pt x="14288" y="142875"/>
                    <a:pt x="16193" y="143827"/>
                  </a:cubicBezTo>
                  <a:cubicBezTo>
                    <a:pt x="16193" y="143827"/>
                    <a:pt x="16193" y="143827"/>
                    <a:pt x="16193" y="143827"/>
                  </a:cubicBezTo>
                  <a:cubicBezTo>
                    <a:pt x="17145" y="143827"/>
                    <a:pt x="49530" y="146685"/>
                    <a:pt x="72390" y="108585"/>
                  </a:cubicBezTo>
                  <a:cubicBezTo>
                    <a:pt x="96202" y="69532"/>
                    <a:pt x="100965" y="4763"/>
                    <a:pt x="100965" y="4763"/>
                  </a:cubicBezTo>
                  <a:cubicBezTo>
                    <a:pt x="100965" y="1905"/>
                    <a:pt x="103823" y="0"/>
                    <a:pt x="105727" y="0"/>
                  </a:cubicBezTo>
                  <a:cubicBezTo>
                    <a:pt x="108585" y="0"/>
                    <a:pt x="164782" y="4763"/>
                    <a:pt x="184785" y="23813"/>
                  </a:cubicBezTo>
                  <a:lnTo>
                    <a:pt x="184785" y="23813"/>
                  </a:lnTo>
                  <a:cubicBezTo>
                    <a:pt x="202882" y="40957"/>
                    <a:pt x="199073" y="69532"/>
                    <a:pt x="196215" y="93345"/>
                  </a:cubicBezTo>
                  <a:cubicBezTo>
                    <a:pt x="195263" y="98107"/>
                    <a:pt x="195263" y="101918"/>
                    <a:pt x="194310" y="105727"/>
                  </a:cubicBezTo>
                  <a:cubicBezTo>
                    <a:pt x="191452" y="138113"/>
                    <a:pt x="187643" y="171450"/>
                    <a:pt x="182880" y="204788"/>
                  </a:cubicBezTo>
                  <a:cubicBezTo>
                    <a:pt x="181927" y="212408"/>
                    <a:pt x="176213" y="218123"/>
                    <a:pt x="168593" y="220027"/>
                  </a:cubicBezTo>
                  <a:cubicBezTo>
                    <a:pt x="151448" y="224790"/>
                    <a:pt x="133350" y="225743"/>
                    <a:pt x="116205" y="220980"/>
                  </a:cubicBezTo>
                  <a:lnTo>
                    <a:pt x="115252" y="282893"/>
                  </a:lnTo>
                  <a:cubicBezTo>
                    <a:pt x="115252" y="283845"/>
                    <a:pt x="115252" y="283845"/>
                    <a:pt x="115252" y="284798"/>
                  </a:cubicBezTo>
                  <a:cubicBezTo>
                    <a:pt x="110490" y="295275"/>
                    <a:pt x="101918" y="302895"/>
                    <a:pt x="91440" y="306705"/>
                  </a:cubicBezTo>
                  <a:cubicBezTo>
                    <a:pt x="89535" y="308610"/>
                    <a:pt x="85725" y="308610"/>
                    <a:pt x="80963" y="308610"/>
                  </a:cubicBezTo>
                  <a:close/>
                  <a:moveTo>
                    <a:pt x="10477" y="242888"/>
                  </a:moveTo>
                  <a:cubicBezTo>
                    <a:pt x="12383" y="247650"/>
                    <a:pt x="21908" y="271463"/>
                    <a:pt x="58102" y="292418"/>
                  </a:cubicBezTo>
                  <a:cubicBezTo>
                    <a:pt x="67627" y="299085"/>
                    <a:pt x="79057" y="300990"/>
                    <a:pt x="90488" y="298133"/>
                  </a:cubicBezTo>
                  <a:cubicBezTo>
                    <a:pt x="98107" y="295275"/>
                    <a:pt x="104775" y="289560"/>
                    <a:pt x="108585" y="281940"/>
                  </a:cubicBezTo>
                  <a:lnTo>
                    <a:pt x="109538" y="213360"/>
                  </a:lnTo>
                  <a:cubicBezTo>
                    <a:pt x="109538" y="211455"/>
                    <a:pt x="110490" y="209550"/>
                    <a:pt x="112395" y="208598"/>
                  </a:cubicBezTo>
                  <a:cubicBezTo>
                    <a:pt x="114300" y="207645"/>
                    <a:pt x="116205" y="207645"/>
                    <a:pt x="117157" y="209550"/>
                  </a:cubicBezTo>
                  <a:cubicBezTo>
                    <a:pt x="133350" y="215265"/>
                    <a:pt x="151448" y="216218"/>
                    <a:pt x="167640" y="210502"/>
                  </a:cubicBezTo>
                  <a:cubicBezTo>
                    <a:pt x="172402" y="208598"/>
                    <a:pt x="175260" y="205740"/>
                    <a:pt x="175260" y="202883"/>
                  </a:cubicBezTo>
                  <a:cubicBezTo>
                    <a:pt x="180023" y="170498"/>
                    <a:pt x="183832" y="137160"/>
                    <a:pt x="186690" y="104775"/>
                  </a:cubicBezTo>
                  <a:cubicBezTo>
                    <a:pt x="186690" y="100965"/>
                    <a:pt x="187643" y="96202"/>
                    <a:pt x="188595" y="91440"/>
                  </a:cubicBezTo>
                  <a:cubicBezTo>
                    <a:pt x="191452" y="70485"/>
                    <a:pt x="195263" y="44768"/>
                    <a:pt x="180023" y="30480"/>
                  </a:cubicBezTo>
                  <a:lnTo>
                    <a:pt x="180023" y="30480"/>
                  </a:lnTo>
                  <a:cubicBezTo>
                    <a:pt x="165735" y="16193"/>
                    <a:pt x="125730" y="11430"/>
                    <a:pt x="111443" y="9525"/>
                  </a:cubicBezTo>
                  <a:cubicBezTo>
                    <a:pt x="109538" y="25718"/>
                    <a:pt x="102870" y="78105"/>
                    <a:pt x="81915" y="113348"/>
                  </a:cubicBezTo>
                  <a:cubicBezTo>
                    <a:pt x="69532" y="136208"/>
                    <a:pt x="46673" y="151448"/>
                    <a:pt x="20955" y="153352"/>
                  </a:cubicBezTo>
                  <a:lnTo>
                    <a:pt x="10477" y="242888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104" id="104"/>
            <p:cNvSpPr/>
            <p:nvPr/>
          </p:nvSpPr>
          <p:spPr>
            <a:xfrm>
              <a:off x="8056488" y="5139965"/>
              <a:ext cx="39052" cy="17505"/>
            </a:xfrm>
            <a:custGeom>
              <a:avLst/>
              <a:gdLst/>
              <a:ahLst/>
              <a:cxnLst/>
              <a:rect r="r" b="b" t="t" l="l"/>
              <a:pathLst>
                <a:path w="39052" h="17505" stroke="true" fill="norm" extrusionOk="true">
                  <a:moveTo>
                    <a:pt x="39052" y="14288"/>
                  </a:moveTo>
                  <a:cubicBezTo>
                    <a:pt x="39052" y="14288"/>
                    <a:pt x="12382" y="27623"/>
                    <a:pt x="0" y="0"/>
                  </a:cubicBezTo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105" id="105"/>
            <p:cNvSpPr/>
            <p:nvPr/>
          </p:nvSpPr>
          <p:spPr>
            <a:xfrm>
              <a:off x="8052320" y="5134846"/>
              <a:ext cx="48355" cy="27027"/>
            </a:xfrm>
            <a:custGeom>
              <a:avLst/>
              <a:gdLst/>
              <a:ahLst/>
              <a:cxnLst/>
              <a:rect r="r" b="b" t="t" l="l"/>
              <a:pathLst>
                <a:path w="48355" h="27027" stroke="true" fill="norm" extrusionOk="true">
                  <a:moveTo>
                    <a:pt x="27980" y="27027"/>
                  </a:moveTo>
                  <a:cubicBezTo>
                    <a:pt x="24170" y="27027"/>
                    <a:pt x="20360" y="26075"/>
                    <a:pt x="17502" y="25122"/>
                  </a:cubicBezTo>
                  <a:cubicBezTo>
                    <a:pt x="8930" y="21312"/>
                    <a:pt x="3215" y="14645"/>
                    <a:pt x="357" y="7025"/>
                  </a:cubicBezTo>
                  <a:cubicBezTo>
                    <a:pt x="-595" y="4167"/>
                    <a:pt x="357" y="2262"/>
                    <a:pt x="3215" y="357"/>
                  </a:cubicBezTo>
                  <a:cubicBezTo>
                    <a:pt x="3215" y="357"/>
                    <a:pt x="3215" y="357"/>
                    <a:pt x="3215" y="357"/>
                  </a:cubicBezTo>
                  <a:cubicBezTo>
                    <a:pt x="6072" y="-595"/>
                    <a:pt x="7977" y="357"/>
                    <a:pt x="9882" y="3215"/>
                  </a:cubicBezTo>
                  <a:cubicBezTo>
                    <a:pt x="9882" y="3215"/>
                    <a:pt x="9882" y="3215"/>
                    <a:pt x="9882" y="3215"/>
                  </a:cubicBezTo>
                  <a:cubicBezTo>
                    <a:pt x="11787" y="8930"/>
                    <a:pt x="16550" y="13692"/>
                    <a:pt x="22265" y="15597"/>
                  </a:cubicBezTo>
                  <a:cubicBezTo>
                    <a:pt x="28932" y="17502"/>
                    <a:pt x="35600" y="16550"/>
                    <a:pt x="41315" y="13692"/>
                  </a:cubicBezTo>
                  <a:cubicBezTo>
                    <a:pt x="43220" y="12740"/>
                    <a:pt x="47030" y="13692"/>
                    <a:pt x="47982" y="15597"/>
                  </a:cubicBezTo>
                  <a:cubicBezTo>
                    <a:pt x="48935" y="17502"/>
                    <a:pt x="47982" y="21312"/>
                    <a:pt x="46077" y="22265"/>
                  </a:cubicBezTo>
                  <a:cubicBezTo>
                    <a:pt x="39410" y="26075"/>
                    <a:pt x="33695" y="27027"/>
                    <a:pt x="27980" y="27027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106" id="106"/>
            <p:cNvSpPr/>
            <p:nvPr/>
          </p:nvSpPr>
          <p:spPr>
            <a:xfrm>
              <a:off x="7977886" y="5036913"/>
              <a:ext cx="55741" cy="91622"/>
            </a:xfrm>
            <a:custGeom>
              <a:avLst/>
              <a:gdLst/>
              <a:ahLst/>
              <a:cxnLst/>
              <a:rect r="r" b="b" t="t" l="l"/>
              <a:pathLst>
                <a:path w="55741" h="91622" stroke="true" fill="norm" extrusionOk="true">
                  <a:moveTo>
                    <a:pt x="55741" y="46855"/>
                  </a:moveTo>
                  <a:cubicBezTo>
                    <a:pt x="55741" y="38283"/>
                    <a:pt x="52884" y="30663"/>
                    <a:pt x="48121" y="23043"/>
                  </a:cubicBezTo>
                  <a:cubicBezTo>
                    <a:pt x="45264" y="17327"/>
                    <a:pt x="41454" y="11613"/>
                    <a:pt x="37644" y="6850"/>
                  </a:cubicBezTo>
                  <a:cubicBezTo>
                    <a:pt x="32881" y="2088"/>
                    <a:pt x="27166" y="-770"/>
                    <a:pt x="20499" y="183"/>
                  </a:cubicBezTo>
                  <a:cubicBezTo>
                    <a:pt x="14784" y="1135"/>
                    <a:pt x="10021" y="4945"/>
                    <a:pt x="6211" y="9708"/>
                  </a:cubicBezTo>
                  <a:cubicBezTo>
                    <a:pt x="3354" y="14470"/>
                    <a:pt x="1449" y="20185"/>
                    <a:pt x="496" y="25900"/>
                  </a:cubicBezTo>
                  <a:cubicBezTo>
                    <a:pt x="-2361" y="50665"/>
                    <a:pt x="7164" y="76383"/>
                    <a:pt x="28119" y="91622"/>
                  </a:cubicBezTo>
                  <a:lnTo>
                    <a:pt x="26214" y="89718"/>
                  </a:lnTo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107" id="107"/>
            <p:cNvSpPr/>
            <p:nvPr/>
          </p:nvSpPr>
          <p:spPr>
            <a:xfrm>
              <a:off x="7973847" y="5032187"/>
              <a:ext cx="64543" cy="101110"/>
            </a:xfrm>
            <a:custGeom>
              <a:avLst/>
              <a:gdLst/>
              <a:ahLst/>
              <a:cxnLst/>
              <a:rect r="r" b="b" t="t" l="l"/>
              <a:pathLst>
                <a:path w="64543" h="101110" stroke="true" fill="norm" extrusionOk="true">
                  <a:moveTo>
                    <a:pt x="32158" y="101111"/>
                  </a:moveTo>
                  <a:cubicBezTo>
                    <a:pt x="31206" y="101111"/>
                    <a:pt x="30253" y="101111"/>
                    <a:pt x="29301" y="100158"/>
                  </a:cubicBezTo>
                  <a:cubicBezTo>
                    <a:pt x="8346" y="83966"/>
                    <a:pt x="-3084" y="57296"/>
                    <a:pt x="726" y="29673"/>
                  </a:cubicBezTo>
                  <a:cubicBezTo>
                    <a:pt x="1678" y="23006"/>
                    <a:pt x="3583" y="17291"/>
                    <a:pt x="7393" y="11576"/>
                  </a:cubicBezTo>
                  <a:cubicBezTo>
                    <a:pt x="11203" y="5861"/>
                    <a:pt x="17871" y="1098"/>
                    <a:pt x="24538" y="146"/>
                  </a:cubicBezTo>
                  <a:cubicBezTo>
                    <a:pt x="32158" y="-807"/>
                    <a:pt x="40731" y="3003"/>
                    <a:pt x="45493" y="8718"/>
                  </a:cubicBezTo>
                  <a:cubicBezTo>
                    <a:pt x="50256" y="13481"/>
                    <a:pt x="54066" y="19196"/>
                    <a:pt x="56923" y="25863"/>
                  </a:cubicBezTo>
                  <a:cubicBezTo>
                    <a:pt x="61686" y="33483"/>
                    <a:pt x="64543" y="43008"/>
                    <a:pt x="64543" y="51581"/>
                  </a:cubicBezTo>
                  <a:cubicBezTo>
                    <a:pt x="64543" y="54438"/>
                    <a:pt x="61686" y="56343"/>
                    <a:pt x="59781" y="56343"/>
                  </a:cubicBezTo>
                  <a:cubicBezTo>
                    <a:pt x="56923" y="56343"/>
                    <a:pt x="55018" y="53486"/>
                    <a:pt x="55018" y="51581"/>
                  </a:cubicBezTo>
                  <a:cubicBezTo>
                    <a:pt x="55018" y="51581"/>
                    <a:pt x="55018" y="51581"/>
                    <a:pt x="55018" y="51581"/>
                  </a:cubicBezTo>
                  <a:cubicBezTo>
                    <a:pt x="55018" y="43961"/>
                    <a:pt x="52161" y="37293"/>
                    <a:pt x="48351" y="30626"/>
                  </a:cubicBezTo>
                  <a:cubicBezTo>
                    <a:pt x="45493" y="24911"/>
                    <a:pt x="42636" y="20148"/>
                    <a:pt x="38826" y="15386"/>
                  </a:cubicBezTo>
                  <a:cubicBezTo>
                    <a:pt x="35016" y="11576"/>
                    <a:pt x="30253" y="9671"/>
                    <a:pt x="25491" y="9671"/>
                  </a:cubicBezTo>
                  <a:cubicBezTo>
                    <a:pt x="20728" y="10623"/>
                    <a:pt x="17871" y="12528"/>
                    <a:pt x="15013" y="16338"/>
                  </a:cubicBezTo>
                  <a:cubicBezTo>
                    <a:pt x="12156" y="20148"/>
                    <a:pt x="10251" y="24911"/>
                    <a:pt x="10251" y="30626"/>
                  </a:cubicBezTo>
                  <a:cubicBezTo>
                    <a:pt x="7393" y="52533"/>
                    <a:pt x="15966" y="74441"/>
                    <a:pt x="32158" y="88728"/>
                  </a:cubicBezTo>
                  <a:cubicBezTo>
                    <a:pt x="33111" y="88728"/>
                    <a:pt x="34063" y="89681"/>
                    <a:pt x="35016" y="90633"/>
                  </a:cubicBezTo>
                  <a:lnTo>
                    <a:pt x="36921" y="92538"/>
                  </a:lnTo>
                  <a:cubicBezTo>
                    <a:pt x="38826" y="94443"/>
                    <a:pt x="38826" y="97301"/>
                    <a:pt x="36921" y="99206"/>
                  </a:cubicBezTo>
                  <a:cubicBezTo>
                    <a:pt x="35016" y="101111"/>
                    <a:pt x="34063" y="101111"/>
                    <a:pt x="32158" y="101111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108" id="108"/>
            <p:cNvSpPr/>
            <p:nvPr/>
          </p:nvSpPr>
          <p:spPr>
            <a:xfrm>
              <a:off x="7988819" y="5157110"/>
              <a:ext cx="39093" cy="68580"/>
            </a:xfrm>
            <a:custGeom>
              <a:avLst/>
              <a:gdLst/>
              <a:ahLst/>
              <a:cxnLst/>
              <a:rect r="r" b="b" t="t" l="l"/>
              <a:pathLst>
                <a:path w="39093" h="68580" stroke="true" fill="norm" extrusionOk="true">
                  <a:moveTo>
                    <a:pt x="39094" y="31433"/>
                  </a:moveTo>
                  <a:cubicBezTo>
                    <a:pt x="23854" y="24765"/>
                    <a:pt x="9566" y="14288"/>
                    <a:pt x="41" y="0"/>
                  </a:cubicBezTo>
                  <a:cubicBezTo>
                    <a:pt x="41" y="0"/>
                    <a:pt x="-2816" y="50483"/>
                    <a:pt x="39094" y="68580"/>
                  </a:cubicBezTo>
                  <a:lnTo>
                    <a:pt x="39094" y="31433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109" id="109"/>
            <p:cNvSpPr/>
            <p:nvPr/>
          </p:nvSpPr>
          <p:spPr>
            <a:xfrm>
              <a:off x="7984085" y="5152095"/>
              <a:ext cx="49542" cy="78358"/>
            </a:xfrm>
            <a:custGeom>
              <a:avLst/>
              <a:gdLst/>
              <a:ahLst/>
              <a:cxnLst/>
              <a:rect r="r" b="b" t="t" l="l"/>
              <a:pathLst>
                <a:path w="49542" h="78358" stroke="true" fill="norm" extrusionOk="true">
                  <a:moveTo>
                    <a:pt x="43827" y="78358"/>
                  </a:moveTo>
                  <a:cubicBezTo>
                    <a:pt x="42875" y="78358"/>
                    <a:pt x="42875" y="78358"/>
                    <a:pt x="41922" y="78358"/>
                  </a:cubicBezTo>
                  <a:cubicBezTo>
                    <a:pt x="-1893" y="59308"/>
                    <a:pt x="12" y="6921"/>
                    <a:pt x="12" y="5016"/>
                  </a:cubicBezTo>
                  <a:cubicBezTo>
                    <a:pt x="12" y="3111"/>
                    <a:pt x="1917" y="1206"/>
                    <a:pt x="3822" y="253"/>
                  </a:cubicBezTo>
                  <a:cubicBezTo>
                    <a:pt x="5727" y="-699"/>
                    <a:pt x="8585" y="1206"/>
                    <a:pt x="9537" y="3111"/>
                  </a:cubicBezTo>
                  <a:cubicBezTo>
                    <a:pt x="19062" y="16446"/>
                    <a:pt x="31445" y="25971"/>
                    <a:pt x="45732" y="31686"/>
                  </a:cubicBezTo>
                  <a:cubicBezTo>
                    <a:pt x="47637" y="32638"/>
                    <a:pt x="48590" y="34543"/>
                    <a:pt x="48590" y="36448"/>
                  </a:cubicBezTo>
                  <a:lnTo>
                    <a:pt x="49542" y="73596"/>
                  </a:lnTo>
                  <a:cubicBezTo>
                    <a:pt x="49542" y="75501"/>
                    <a:pt x="48590" y="76453"/>
                    <a:pt x="47637" y="77406"/>
                  </a:cubicBezTo>
                  <a:cubicBezTo>
                    <a:pt x="45732" y="78358"/>
                    <a:pt x="44780" y="78358"/>
                    <a:pt x="43827" y="78358"/>
                  </a:cubicBezTo>
                  <a:close/>
                  <a:moveTo>
                    <a:pt x="10490" y="20256"/>
                  </a:moveTo>
                  <a:cubicBezTo>
                    <a:pt x="13347" y="38353"/>
                    <a:pt x="22872" y="55498"/>
                    <a:pt x="39065" y="65023"/>
                  </a:cubicBezTo>
                  <a:lnTo>
                    <a:pt x="39065" y="39306"/>
                  </a:lnTo>
                  <a:cubicBezTo>
                    <a:pt x="28587" y="34543"/>
                    <a:pt x="19062" y="27876"/>
                    <a:pt x="10490" y="20256"/>
                  </a:cubicBezTo>
                  <a:lnTo>
                    <a:pt x="10490" y="20256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110" id="110"/>
            <p:cNvSpPr/>
            <p:nvPr/>
          </p:nvSpPr>
          <p:spPr>
            <a:xfrm rot="17071858">
              <a:off x="8070328" y="5039059"/>
              <a:ext cx="22859" cy="9524"/>
            </a:xfrm>
            <a:custGeom>
              <a:avLst/>
              <a:gdLst/>
              <a:ahLst/>
              <a:cxnLst/>
              <a:rect r="r" b="b" t="t" l="l"/>
              <a:pathLst>
                <a:path w="22859" h="9524" stroke="true" fill="norm" extrusionOk="true">
                  <a:moveTo>
                    <a:pt x="22860" y="4762"/>
                  </a:moveTo>
                  <a:cubicBezTo>
                    <a:pt x="22860" y="7393"/>
                    <a:pt x="17742" y="9525"/>
                    <a:pt x="11430" y="9525"/>
                  </a:cubicBezTo>
                  <a:cubicBezTo>
                    <a:pt x="5117" y="9525"/>
                    <a:pt x="0" y="7393"/>
                    <a:pt x="0" y="4762"/>
                  </a:cubicBezTo>
                  <a:cubicBezTo>
                    <a:pt x="0" y="2132"/>
                    <a:pt x="5117" y="0"/>
                    <a:pt x="11430" y="0"/>
                  </a:cubicBezTo>
                  <a:cubicBezTo>
                    <a:pt x="17742" y="0"/>
                    <a:pt x="22860" y="2132"/>
                    <a:pt x="22860" y="4762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111" id="111"/>
            <p:cNvSpPr/>
            <p:nvPr/>
          </p:nvSpPr>
          <p:spPr>
            <a:xfrm>
              <a:off x="7535470" y="5215937"/>
              <a:ext cx="498164" cy="557489"/>
            </a:xfrm>
            <a:custGeom>
              <a:avLst/>
              <a:gdLst/>
              <a:ahLst/>
              <a:cxnLst/>
              <a:rect r="r" b="b" t="t" l="l"/>
              <a:pathLst>
                <a:path w="498164" h="557489" stroke="true" fill="norm" extrusionOk="true">
                  <a:moveTo>
                    <a:pt x="406718" y="10706"/>
                  </a:moveTo>
                  <a:cubicBezTo>
                    <a:pt x="406718" y="10706"/>
                    <a:pt x="499110" y="88811"/>
                    <a:pt x="498157" y="169773"/>
                  </a:cubicBezTo>
                  <a:cubicBezTo>
                    <a:pt x="497205" y="250736"/>
                    <a:pt x="350520" y="553631"/>
                    <a:pt x="346710" y="557441"/>
                  </a:cubicBezTo>
                  <a:cubicBezTo>
                    <a:pt x="342900" y="560298"/>
                    <a:pt x="0" y="437426"/>
                    <a:pt x="0" y="437426"/>
                  </a:cubicBezTo>
                  <a:cubicBezTo>
                    <a:pt x="0" y="437426"/>
                    <a:pt x="52388" y="306933"/>
                    <a:pt x="115252" y="222161"/>
                  </a:cubicBezTo>
                  <a:cubicBezTo>
                    <a:pt x="181927" y="133578"/>
                    <a:pt x="321945" y="-45492"/>
                    <a:pt x="406718" y="10706"/>
                  </a:cubicBezTo>
                  <a:close/>
                </a:path>
              </a:pathLst>
            </a:custGeom>
            <a:solidFill>
              <a:schemeClr val="accent1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112" id="112"/>
            <p:cNvSpPr/>
            <p:nvPr/>
          </p:nvSpPr>
          <p:spPr>
            <a:xfrm>
              <a:off x="8267601" y="4747063"/>
              <a:ext cx="714220" cy="843578"/>
            </a:xfrm>
            <a:custGeom>
              <a:avLst/>
              <a:gdLst/>
              <a:ahLst/>
              <a:cxnLst/>
              <a:rect r="r" b="b" t="t" l="l"/>
              <a:pathLst>
                <a:path w="714220" h="843578" stroke="true" fill="norm" extrusionOk="true">
                  <a:moveTo>
                    <a:pt x="185127" y="809145"/>
                  </a:moveTo>
                  <a:cubicBezTo>
                    <a:pt x="142264" y="803430"/>
                    <a:pt x="115594" y="780570"/>
                    <a:pt x="112737" y="737708"/>
                  </a:cubicBezTo>
                  <a:cubicBezTo>
                    <a:pt x="107022" y="661508"/>
                    <a:pt x="75589" y="595785"/>
                    <a:pt x="43204" y="529110"/>
                  </a:cubicBezTo>
                  <a:cubicBezTo>
                    <a:pt x="-78716" y="279555"/>
                    <a:pt x="65112" y="-23340"/>
                    <a:pt x="377532" y="1425"/>
                  </a:cubicBezTo>
                  <a:cubicBezTo>
                    <a:pt x="588987" y="18570"/>
                    <a:pt x="729957" y="170018"/>
                    <a:pt x="712812" y="375758"/>
                  </a:cubicBezTo>
                  <a:cubicBezTo>
                    <a:pt x="704239" y="475770"/>
                    <a:pt x="657567" y="568163"/>
                    <a:pt x="581367" y="632933"/>
                  </a:cubicBezTo>
                  <a:cubicBezTo>
                    <a:pt x="528979" y="678653"/>
                    <a:pt x="483259" y="727230"/>
                    <a:pt x="455637" y="792000"/>
                  </a:cubicBezTo>
                  <a:cubicBezTo>
                    <a:pt x="437539" y="833910"/>
                    <a:pt x="404202" y="851055"/>
                    <a:pt x="357529" y="840578"/>
                  </a:cubicBezTo>
                  <a:cubicBezTo>
                    <a:pt x="329907" y="833910"/>
                    <a:pt x="301332" y="830100"/>
                    <a:pt x="272757" y="825338"/>
                  </a:cubicBezTo>
                  <a:cubicBezTo>
                    <a:pt x="244182" y="819623"/>
                    <a:pt x="214654" y="812955"/>
                    <a:pt x="185127" y="809145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113" id="113"/>
            <p:cNvSpPr/>
            <p:nvPr/>
          </p:nvSpPr>
          <p:spPr>
            <a:xfrm>
              <a:off x="8262529" y="4742136"/>
              <a:ext cx="724217" cy="853124"/>
            </a:xfrm>
            <a:custGeom>
              <a:avLst/>
              <a:gdLst/>
              <a:ahLst/>
              <a:cxnLst/>
              <a:rect r="r" b="b" t="t" l="l"/>
              <a:pathLst>
                <a:path w="724217" h="853124" stroke="true" fill="norm" extrusionOk="true">
                  <a:moveTo>
                    <a:pt x="388319" y="853124"/>
                  </a:moveTo>
                  <a:cubicBezTo>
                    <a:pt x="379746" y="853124"/>
                    <a:pt x="370221" y="852172"/>
                    <a:pt x="361649" y="850267"/>
                  </a:cubicBezTo>
                  <a:cubicBezTo>
                    <a:pt x="342599" y="845504"/>
                    <a:pt x="322596" y="842647"/>
                    <a:pt x="303546" y="839789"/>
                  </a:cubicBezTo>
                  <a:cubicBezTo>
                    <a:pt x="294974" y="837884"/>
                    <a:pt x="286401" y="836932"/>
                    <a:pt x="277829" y="835027"/>
                  </a:cubicBezTo>
                  <a:lnTo>
                    <a:pt x="250206" y="830264"/>
                  </a:lnTo>
                  <a:cubicBezTo>
                    <a:pt x="230204" y="826454"/>
                    <a:pt x="210201" y="822644"/>
                    <a:pt x="189246" y="819787"/>
                  </a:cubicBezTo>
                  <a:lnTo>
                    <a:pt x="189246" y="819787"/>
                  </a:lnTo>
                  <a:cubicBezTo>
                    <a:pt x="142574" y="813119"/>
                    <a:pt x="115904" y="786449"/>
                    <a:pt x="113046" y="743587"/>
                  </a:cubicBezTo>
                  <a:cubicBezTo>
                    <a:pt x="107331" y="666434"/>
                    <a:pt x="74946" y="600712"/>
                    <a:pt x="43514" y="536894"/>
                  </a:cubicBezTo>
                  <a:cubicBezTo>
                    <a:pt x="-20304" y="405449"/>
                    <a:pt x="-13636" y="254954"/>
                    <a:pt x="61611" y="144464"/>
                  </a:cubicBezTo>
                  <a:cubicBezTo>
                    <a:pt x="131144" y="40642"/>
                    <a:pt x="245444" y="-9841"/>
                    <a:pt x="382604" y="1589"/>
                  </a:cubicBezTo>
                  <a:cubicBezTo>
                    <a:pt x="491189" y="10162"/>
                    <a:pt x="584534" y="54929"/>
                    <a:pt x="646446" y="127319"/>
                  </a:cubicBezTo>
                  <a:cubicBezTo>
                    <a:pt x="704549" y="195899"/>
                    <a:pt x="731219" y="283529"/>
                    <a:pt x="722646" y="381637"/>
                  </a:cubicBezTo>
                  <a:cubicBezTo>
                    <a:pt x="714074" y="482602"/>
                    <a:pt x="666449" y="575947"/>
                    <a:pt x="589296" y="641669"/>
                  </a:cubicBezTo>
                  <a:cubicBezTo>
                    <a:pt x="544529" y="681674"/>
                    <a:pt x="494046" y="731204"/>
                    <a:pt x="464519" y="798832"/>
                  </a:cubicBezTo>
                  <a:cubicBezTo>
                    <a:pt x="449279" y="834074"/>
                    <a:pt x="423561" y="853124"/>
                    <a:pt x="388319" y="853124"/>
                  </a:cubicBezTo>
                  <a:close/>
                  <a:moveTo>
                    <a:pt x="190199" y="809309"/>
                  </a:moveTo>
                  <a:cubicBezTo>
                    <a:pt x="210201" y="812167"/>
                    <a:pt x="231156" y="815977"/>
                    <a:pt x="251159" y="819787"/>
                  </a:cubicBezTo>
                  <a:lnTo>
                    <a:pt x="278781" y="824549"/>
                  </a:lnTo>
                  <a:cubicBezTo>
                    <a:pt x="287354" y="826454"/>
                    <a:pt x="295926" y="827407"/>
                    <a:pt x="304499" y="829312"/>
                  </a:cubicBezTo>
                  <a:cubicBezTo>
                    <a:pt x="323549" y="832169"/>
                    <a:pt x="343551" y="835979"/>
                    <a:pt x="363554" y="839789"/>
                  </a:cubicBezTo>
                  <a:cubicBezTo>
                    <a:pt x="407369" y="849314"/>
                    <a:pt x="438801" y="835027"/>
                    <a:pt x="455946" y="795022"/>
                  </a:cubicBezTo>
                  <a:cubicBezTo>
                    <a:pt x="486426" y="725489"/>
                    <a:pt x="537861" y="675007"/>
                    <a:pt x="583581" y="634049"/>
                  </a:cubicBezTo>
                  <a:cubicBezTo>
                    <a:pt x="658829" y="570232"/>
                    <a:pt x="705501" y="478792"/>
                    <a:pt x="713121" y="379732"/>
                  </a:cubicBezTo>
                  <a:cubicBezTo>
                    <a:pt x="720741" y="284482"/>
                    <a:pt x="695976" y="198757"/>
                    <a:pt x="638826" y="133034"/>
                  </a:cubicBezTo>
                  <a:cubicBezTo>
                    <a:pt x="578819" y="62549"/>
                    <a:pt x="487379" y="19687"/>
                    <a:pt x="381651" y="11114"/>
                  </a:cubicBezTo>
                  <a:cubicBezTo>
                    <a:pt x="248301" y="637"/>
                    <a:pt x="136859" y="50167"/>
                    <a:pt x="69231" y="148274"/>
                  </a:cubicBezTo>
                  <a:cubicBezTo>
                    <a:pt x="-4111" y="255907"/>
                    <a:pt x="-10779" y="402592"/>
                    <a:pt x="52086" y="531179"/>
                  </a:cubicBezTo>
                  <a:cubicBezTo>
                    <a:pt x="83519" y="595949"/>
                    <a:pt x="116856" y="663577"/>
                    <a:pt x="122571" y="741682"/>
                  </a:cubicBezTo>
                  <a:cubicBezTo>
                    <a:pt x="124476" y="780734"/>
                    <a:pt x="148289" y="803594"/>
                    <a:pt x="190199" y="809309"/>
                  </a:cubicBezTo>
                  <a:lnTo>
                    <a:pt x="190199" y="809309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114" id="114"/>
            <p:cNvSpPr/>
            <p:nvPr/>
          </p:nvSpPr>
          <p:spPr>
            <a:xfrm>
              <a:off x="8381626" y="5550829"/>
              <a:ext cx="305081" cy="126995"/>
            </a:xfrm>
            <a:custGeom>
              <a:avLst/>
              <a:gdLst/>
              <a:ahLst/>
              <a:cxnLst/>
              <a:rect r="r" b="b" t="t" l="l"/>
              <a:pathLst>
                <a:path w="305081" h="126995" stroke="true" fill="norm" extrusionOk="true">
                  <a:moveTo>
                    <a:pt x="258744" y="126347"/>
                  </a:moveTo>
                  <a:lnTo>
                    <a:pt x="31097" y="86342"/>
                  </a:lnTo>
                  <a:cubicBezTo>
                    <a:pt x="11094" y="82532"/>
                    <a:pt x="-3193" y="63482"/>
                    <a:pt x="617" y="42527"/>
                  </a:cubicBezTo>
                  <a:lnTo>
                    <a:pt x="2522" y="31097"/>
                  </a:lnTo>
                  <a:cubicBezTo>
                    <a:pt x="6332" y="11094"/>
                    <a:pt x="25382" y="-3193"/>
                    <a:pt x="46337" y="617"/>
                  </a:cubicBezTo>
                  <a:lnTo>
                    <a:pt x="273984" y="40622"/>
                  </a:lnTo>
                  <a:cubicBezTo>
                    <a:pt x="293987" y="44432"/>
                    <a:pt x="308274" y="63482"/>
                    <a:pt x="304464" y="84437"/>
                  </a:cubicBezTo>
                  <a:lnTo>
                    <a:pt x="302559" y="95867"/>
                  </a:lnTo>
                  <a:cubicBezTo>
                    <a:pt x="297797" y="116822"/>
                    <a:pt x="278747" y="130157"/>
                    <a:pt x="258744" y="126347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115" id="115"/>
            <p:cNvSpPr/>
            <p:nvPr/>
          </p:nvSpPr>
          <p:spPr>
            <a:xfrm>
              <a:off x="8377732" y="5547052"/>
              <a:ext cx="313703" cy="135838"/>
            </a:xfrm>
            <a:custGeom>
              <a:avLst/>
              <a:gdLst/>
              <a:ahLst/>
              <a:cxnLst/>
              <a:rect r="r" b="b" t="t" l="l"/>
              <a:pathLst>
                <a:path w="313703" h="135838" stroke="true" fill="norm" extrusionOk="true">
                  <a:moveTo>
                    <a:pt x="269305" y="135839"/>
                  </a:moveTo>
                  <a:cubicBezTo>
                    <a:pt x="266448" y="135839"/>
                    <a:pt x="264543" y="135839"/>
                    <a:pt x="261685" y="134886"/>
                  </a:cubicBezTo>
                  <a:lnTo>
                    <a:pt x="34990" y="94881"/>
                  </a:lnTo>
                  <a:cubicBezTo>
                    <a:pt x="23560" y="92976"/>
                    <a:pt x="14035" y="86308"/>
                    <a:pt x="7368" y="77736"/>
                  </a:cubicBezTo>
                  <a:cubicBezTo>
                    <a:pt x="700" y="68211"/>
                    <a:pt x="-1205" y="56781"/>
                    <a:pt x="700" y="46304"/>
                  </a:cubicBezTo>
                  <a:lnTo>
                    <a:pt x="2605" y="34873"/>
                  </a:lnTo>
                  <a:cubicBezTo>
                    <a:pt x="6415" y="12014"/>
                    <a:pt x="28323" y="-3227"/>
                    <a:pt x="51183" y="583"/>
                  </a:cubicBezTo>
                  <a:lnTo>
                    <a:pt x="278830" y="40589"/>
                  </a:lnTo>
                  <a:cubicBezTo>
                    <a:pt x="301690" y="44398"/>
                    <a:pt x="316930" y="66306"/>
                    <a:pt x="313120" y="89166"/>
                  </a:cubicBezTo>
                  <a:lnTo>
                    <a:pt x="311215" y="100596"/>
                  </a:lnTo>
                  <a:cubicBezTo>
                    <a:pt x="307405" y="120598"/>
                    <a:pt x="289308" y="135839"/>
                    <a:pt x="269305" y="135839"/>
                  </a:cubicBezTo>
                  <a:close/>
                  <a:moveTo>
                    <a:pt x="43563" y="9156"/>
                  </a:moveTo>
                  <a:cubicBezTo>
                    <a:pt x="27370" y="9156"/>
                    <a:pt x="14035" y="20586"/>
                    <a:pt x="11178" y="35826"/>
                  </a:cubicBezTo>
                  <a:lnTo>
                    <a:pt x="9273" y="47256"/>
                  </a:lnTo>
                  <a:cubicBezTo>
                    <a:pt x="6415" y="65354"/>
                    <a:pt x="17845" y="81546"/>
                    <a:pt x="34990" y="85356"/>
                  </a:cubicBezTo>
                  <a:cubicBezTo>
                    <a:pt x="34990" y="85356"/>
                    <a:pt x="34990" y="85356"/>
                    <a:pt x="34990" y="85356"/>
                  </a:cubicBezTo>
                  <a:lnTo>
                    <a:pt x="34990" y="85356"/>
                  </a:lnTo>
                  <a:lnTo>
                    <a:pt x="261685" y="126314"/>
                  </a:lnTo>
                  <a:cubicBezTo>
                    <a:pt x="279783" y="129171"/>
                    <a:pt x="295975" y="117741"/>
                    <a:pt x="299785" y="99643"/>
                  </a:cubicBezTo>
                  <a:cubicBezTo>
                    <a:pt x="299785" y="99643"/>
                    <a:pt x="299785" y="99643"/>
                    <a:pt x="299785" y="99643"/>
                  </a:cubicBezTo>
                  <a:lnTo>
                    <a:pt x="301690" y="88214"/>
                  </a:lnTo>
                  <a:cubicBezTo>
                    <a:pt x="304548" y="70116"/>
                    <a:pt x="293118" y="53923"/>
                    <a:pt x="275020" y="50114"/>
                  </a:cubicBezTo>
                  <a:lnTo>
                    <a:pt x="47373" y="10108"/>
                  </a:lnTo>
                  <a:cubicBezTo>
                    <a:pt x="47373" y="9156"/>
                    <a:pt x="45468" y="9156"/>
                    <a:pt x="43563" y="9156"/>
                  </a:cubicBezTo>
                  <a:lnTo>
                    <a:pt x="43563" y="9156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116" id="116"/>
            <p:cNvSpPr/>
            <p:nvPr/>
          </p:nvSpPr>
          <p:spPr>
            <a:xfrm>
              <a:off x="8366386" y="5636554"/>
              <a:ext cx="305081" cy="126995"/>
            </a:xfrm>
            <a:custGeom>
              <a:avLst/>
              <a:gdLst/>
              <a:ahLst/>
              <a:cxnLst/>
              <a:rect r="r" b="b" t="t" l="l"/>
              <a:pathLst>
                <a:path w="305081" h="126995" stroke="true" fill="norm" extrusionOk="true">
                  <a:moveTo>
                    <a:pt x="258744" y="126347"/>
                  </a:moveTo>
                  <a:lnTo>
                    <a:pt x="31097" y="86342"/>
                  </a:lnTo>
                  <a:cubicBezTo>
                    <a:pt x="11094" y="82532"/>
                    <a:pt x="-3193" y="63482"/>
                    <a:pt x="617" y="42527"/>
                  </a:cubicBezTo>
                  <a:lnTo>
                    <a:pt x="2522" y="31097"/>
                  </a:lnTo>
                  <a:cubicBezTo>
                    <a:pt x="6332" y="11094"/>
                    <a:pt x="25382" y="-3193"/>
                    <a:pt x="46337" y="617"/>
                  </a:cubicBezTo>
                  <a:lnTo>
                    <a:pt x="273984" y="40622"/>
                  </a:lnTo>
                  <a:cubicBezTo>
                    <a:pt x="293987" y="44432"/>
                    <a:pt x="308274" y="63482"/>
                    <a:pt x="304464" y="84437"/>
                  </a:cubicBezTo>
                  <a:lnTo>
                    <a:pt x="302559" y="95867"/>
                  </a:lnTo>
                  <a:cubicBezTo>
                    <a:pt x="298749" y="116822"/>
                    <a:pt x="278747" y="130157"/>
                    <a:pt x="258744" y="126347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117" id="117"/>
            <p:cNvSpPr/>
            <p:nvPr/>
          </p:nvSpPr>
          <p:spPr>
            <a:xfrm>
              <a:off x="8361540" y="5632777"/>
              <a:ext cx="313703" cy="135838"/>
            </a:xfrm>
            <a:custGeom>
              <a:avLst/>
              <a:gdLst/>
              <a:ahLst/>
              <a:cxnLst/>
              <a:rect r="r" b="b" t="t" l="l"/>
              <a:pathLst>
                <a:path w="313703" h="135838" stroke="true" fill="norm" extrusionOk="true">
                  <a:moveTo>
                    <a:pt x="270258" y="135839"/>
                  </a:moveTo>
                  <a:cubicBezTo>
                    <a:pt x="267400" y="135839"/>
                    <a:pt x="265495" y="135839"/>
                    <a:pt x="262638" y="134886"/>
                  </a:cubicBezTo>
                  <a:lnTo>
                    <a:pt x="34990" y="94881"/>
                  </a:lnTo>
                  <a:cubicBezTo>
                    <a:pt x="23560" y="92976"/>
                    <a:pt x="14035" y="86308"/>
                    <a:pt x="7368" y="77736"/>
                  </a:cubicBezTo>
                  <a:cubicBezTo>
                    <a:pt x="700" y="68211"/>
                    <a:pt x="-1205" y="56781"/>
                    <a:pt x="700" y="46304"/>
                  </a:cubicBezTo>
                  <a:lnTo>
                    <a:pt x="2605" y="34873"/>
                  </a:lnTo>
                  <a:cubicBezTo>
                    <a:pt x="6415" y="12014"/>
                    <a:pt x="28323" y="-3227"/>
                    <a:pt x="51183" y="583"/>
                  </a:cubicBezTo>
                  <a:cubicBezTo>
                    <a:pt x="51183" y="583"/>
                    <a:pt x="51183" y="583"/>
                    <a:pt x="51183" y="583"/>
                  </a:cubicBezTo>
                  <a:lnTo>
                    <a:pt x="278830" y="40589"/>
                  </a:lnTo>
                  <a:cubicBezTo>
                    <a:pt x="301690" y="44398"/>
                    <a:pt x="316930" y="66306"/>
                    <a:pt x="313120" y="89166"/>
                  </a:cubicBezTo>
                  <a:lnTo>
                    <a:pt x="311215" y="100596"/>
                  </a:lnTo>
                  <a:cubicBezTo>
                    <a:pt x="307405" y="121551"/>
                    <a:pt x="290260" y="135839"/>
                    <a:pt x="270258" y="135839"/>
                  </a:cubicBezTo>
                  <a:close/>
                  <a:moveTo>
                    <a:pt x="44515" y="9156"/>
                  </a:moveTo>
                  <a:cubicBezTo>
                    <a:pt x="28323" y="9156"/>
                    <a:pt x="14988" y="20586"/>
                    <a:pt x="12130" y="35826"/>
                  </a:cubicBezTo>
                  <a:lnTo>
                    <a:pt x="10225" y="47256"/>
                  </a:lnTo>
                  <a:cubicBezTo>
                    <a:pt x="7368" y="65354"/>
                    <a:pt x="18798" y="81546"/>
                    <a:pt x="36895" y="85356"/>
                  </a:cubicBezTo>
                  <a:lnTo>
                    <a:pt x="36895" y="85356"/>
                  </a:lnTo>
                  <a:lnTo>
                    <a:pt x="264543" y="125361"/>
                  </a:lnTo>
                  <a:cubicBezTo>
                    <a:pt x="282640" y="128218"/>
                    <a:pt x="298833" y="116789"/>
                    <a:pt x="302643" y="98691"/>
                  </a:cubicBezTo>
                  <a:lnTo>
                    <a:pt x="304548" y="87261"/>
                  </a:lnTo>
                  <a:cubicBezTo>
                    <a:pt x="307405" y="69164"/>
                    <a:pt x="295975" y="52971"/>
                    <a:pt x="277878" y="49161"/>
                  </a:cubicBezTo>
                  <a:cubicBezTo>
                    <a:pt x="277878" y="49161"/>
                    <a:pt x="277878" y="49161"/>
                    <a:pt x="277878" y="49161"/>
                  </a:cubicBezTo>
                  <a:lnTo>
                    <a:pt x="50230" y="9156"/>
                  </a:lnTo>
                  <a:cubicBezTo>
                    <a:pt x="48325" y="9156"/>
                    <a:pt x="46420" y="9156"/>
                    <a:pt x="44515" y="9156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118" id="118"/>
            <p:cNvSpPr/>
            <p:nvPr/>
          </p:nvSpPr>
          <p:spPr>
            <a:xfrm>
              <a:off x="8394160" y="5722896"/>
              <a:ext cx="233827" cy="82601"/>
            </a:xfrm>
            <a:custGeom>
              <a:avLst/>
              <a:gdLst/>
              <a:ahLst/>
              <a:cxnLst/>
              <a:rect r="r" b="b" t="t" l="l"/>
              <a:pathLst>
                <a:path w="233827" h="82601" stroke="true" fill="norm" extrusionOk="true">
                  <a:moveTo>
                    <a:pt x="465" y="0"/>
                  </a:moveTo>
                  <a:cubicBezTo>
                    <a:pt x="-5250" y="32385"/>
                    <a:pt x="42375" y="67627"/>
                    <a:pt x="107145" y="79058"/>
                  </a:cubicBezTo>
                  <a:cubicBezTo>
                    <a:pt x="171915" y="90488"/>
                    <a:pt x="228112" y="73342"/>
                    <a:pt x="233827" y="40958"/>
                  </a:cubicBezTo>
                  <a:lnTo>
                    <a:pt x="465" y="0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119" id="119"/>
            <p:cNvSpPr/>
            <p:nvPr/>
          </p:nvSpPr>
          <p:spPr>
            <a:xfrm>
              <a:off x="8388415" y="5716933"/>
              <a:ext cx="243382" cy="92640"/>
            </a:xfrm>
            <a:custGeom>
              <a:avLst/>
              <a:gdLst/>
              <a:ahLst/>
              <a:cxnLst/>
              <a:rect r="r" b="b" t="t" l="l"/>
              <a:pathLst>
                <a:path w="243382" h="92640" stroke="true" fill="norm" extrusionOk="true">
                  <a:moveTo>
                    <a:pt x="151942" y="92640"/>
                  </a:moveTo>
                  <a:cubicBezTo>
                    <a:pt x="138607" y="92640"/>
                    <a:pt x="124320" y="91688"/>
                    <a:pt x="110985" y="88830"/>
                  </a:cubicBezTo>
                  <a:cubicBezTo>
                    <a:pt x="81457" y="84068"/>
                    <a:pt x="53835" y="73590"/>
                    <a:pt x="29070" y="56445"/>
                  </a:cubicBezTo>
                  <a:cubicBezTo>
                    <a:pt x="7162" y="40253"/>
                    <a:pt x="-2363" y="22155"/>
                    <a:pt x="495" y="4058"/>
                  </a:cubicBezTo>
                  <a:cubicBezTo>
                    <a:pt x="1447" y="1200"/>
                    <a:pt x="3352" y="-705"/>
                    <a:pt x="6210" y="248"/>
                  </a:cubicBezTo>
                  <a:lnTo>
                    <a:pt x="239572" y="41205"/>
                  </a:lnTo>
                  <a:cubicBezTo>
                    <a:pt x="240525" y="41205"/>
                    <a:pt x="241477" y="42158"/>
                    <a:pt x="242430" y="43110"/>
                  </a:cubicBezTo>
                  <a:cubicBezTo>
                    <a:pt x="243382" y="44063"/>
                    <a:pt x="243382" y="45015"/>
                    <a:pt x="243382" y="46920"/>
                  </a:cubicBezTo>
                  <a:cubicBezTo>
                    <a:pt x="239572" y="75495"/>
                    <a:pt x="201472" y="92640"/>
                    <a:pt x="151942" y="92640"/>
                  </a:cubicBezTo>
                  <a:close/>
                  <a:moveTo>
                    <a:pt x="10020" y="11678"/>
                  </a:moveTo>
                  <a:cubicBezTo>
                    <a:pt x="10020" y="24060"/>
                    <a:pt x="18592" y="37395"/>
                    <a:pt x="35737" y="49778"/>
                  </a:cubicBezTo>
                  <a:cubicBezTo>
                    <a:pt x="58597" y="65970"/>
                    <a:pt x="85267" y="76448"/>
                    <a:pt x="112890" y="80258"/>
                  </a:cubicBezTo>
                  <a:cubicBezTo>
                    <a:pt x="170040" y="90735"/>
                    <a:pt x="223380" y="77400"/>
                    <a:pt x="232905" y="51683"/>
                  </a:cubicBezTo>
                  <a:lnTo>
                    <a:pt x="10020" y="11678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120" id="120"/>
            <p:cNvSpPr/>
            <p:nvPr/>
          </p:nvSpPr>
          <p:spPr>
            <a:xfrm>
              <a:off x="8413521" y="5066407"/>
              <a:ext cx="419147" cy="471703"/>
            </a:xfrm>
            <a:custGeom>
              <a:avLst/>
              <a:gdLst/>
              <a:ahLst/>
              <a:cxnLst/>
              <a:rect r="r" b="b" t="t" l="l"/>
              <a:pathLst>
                <a:path w="419147" h="471703" stroke="true" fill="norm" extrusionOk="true">
                  <a:moveTo>
                    <a:pt x="187797" y="471703"/>
                  </a:moveTo>
                  <a:cubicBezTo>
                    <a:pt x="196369" y="379311"/>
                    <a:pt x="203989" y="285013"/>
                    <a:pt x="243042" y="199288"/>
                  </a:cubicBezTo>
                  <a:cubicBezTo>
                    <a:pt x="260187" y="162141"/>
                    <a:pt x="285904" y="114516"/>
                    <a:pt x="318289" y="88798"/>
                  </a:cubicBezTo>
                  <a:cubicBezTo>
                    <a:pt x="346864" y="65938"/>
                    <a:pt x="398299" y="77368"/>
                    <a:pt x="413539" y="110706"/>
                  </a:cubicBezTo>
                  <a:cubicBezTo>
                    <a:pt x="423064" y="133566"/>
                    <a:pt x="420207" y="160236"/>
                    <a:pt x="406872" y="180238"/>
                  </a:cubicBezTo>
                  <a:cubicBezTo>
                    <a:pt x="392584" y="200241"/>
                    <a:pt x="373534" y="216433"/>
                    <a:pt x="350674" y="225958"/>
                  </a:cubicBezTo>
                  <a:cubicBezTo>
                    <a:pt x="255424" y="271678"/>
                    <a:pt x="142077" y="257391"/>
                    <a:pt x="61114" y="189763"/>
                  </a:cubicBezTo>
                  <a:cubicBezTo>
                    <a:pt x="35397" y="167856"/>
                    <a:pt x="15394" y="140233"/>
                    <a:pt x="4917" y="107848"/>
                  </a:cubicBezTo>
                  <a:cubicBezTo>
                    <a:pt x="-5561" y="75463"/>
                    <a:pt x="1107" y="40221"/>
                    <a:pt x="21109" y="12598"/>
                  </a:cubicBezTo>
                  <a:cubicBezTo>
                    <a:pt x="44922" y="-15977"/>
                    <a:pt x="74449" y="9741"/>
                    <a:pt x="88737" y="33553"/>
                  </a:cubicBezTo>
                  <a:cubicBezTo>
                    <a:pt x="120169" y="84036"/>
                    <a:pt x="114454" y="156426"/>
                    <a:pt x="111597" y="212623"/>
                  </a:cubicBezTo>
                  <a:cubicBezTo>
                    <a:pt x="105882" y="292633"/>
                    <a:pt x="89689" y="371691"/>
                    <a:pt x="63019" y="447891"/>
                  </a:cubicBezTo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121" id="121"/>
            <p:cNvSpPr/>
            <p:nvPr/>
          </p:nvSpPr>
          <p:spPr>
            <a:xfrm>
              <a:off x="8409741" y="5060805"/>
              <a:ext cx="424505" cy="482068"/>
            </a:xfrm>
            <a:custGeom>
              <a:avLst/>
              <a:gdLst/>
              <a:ahLst/>
              <a:cxnLst/>
              <a:rect r="r" b="b" t="t" l="l"/>
              <a:pathLst>
                <a:path w="424505" h="482068" stroke="true" fill="norm" extrusionOk="true">
                  <a:moveTo>
                    <a:pt x="191577" y="482068"/>
                  </a:moveTo>
                  <a:lnTo>
                    <a:pt x="191577" y="482068"/>
                  </a:lnTo>
                  <a:cubicBezTo>
                    <a:pt x="188719" y="482068"/>
                    <a:pt x="186815" y="479211"/>
                    <a:pt x="186815" y="477306"/>
                  </a:cubicBezTo>
                  <a:lnTo>
                    <a:pt x="187767" y="468733"/>
                  </a:lnTo>
                  <a:cubicBezTo>
                    <a:pt x="194435" y="400153"/>
                    <a:pt x="200149" y="329668"/>
                    <a:pt x="220152" y="262993"/>
                  </a:cubicBezTo>
                  <a:cubicBezTo>
                    <a:pt x="185862" y="261088"/>
                    <a:pt x="151572" y="251563"/>
                    <a:pt x="120139" y="237276"/>
                  </a:cubicBezTo>
                  <a:cubicBezTo>
                    <a:pt x="113472" y="311571"/>
                    <a:pt x="97279" y="384913"/>
                    <a:pt x="72514" y="455398"/>
                  </a:cubicBezTo>
                  <a:cubicBezTo>
                    <a:pt x="71562" y="458256"/>
                    <a:pt x="68704" y="459208"/>
                    <a:pt x="66799" y="458256"/>
                  </a:cubicBezTo>
                  <a:cubicBezTo>
                    <a:pt x="63942" y="457303"/>
                    <a:pt x="62989" y="454446"/>
                    <a:pt x="63942" y="452541"/>
                  </a:cubicBezTo>
                  <a:cubicBezTo>
                    <a:pt x="88707" y="381103"/>
                    <a:pt x="104899" y="307761"/>
                    <a:pt x="110614" y="232513"/>
                  </a:cubicBezTo>
                  <a:cubicBezTo>
                    <a:pt x="93469" y="222988"/>
                    <a:pt x="77277" y="212511"/>
                    <a:pt x="62037" y="199176"/>
                  </a:cubicBezTo>
                  <a:cubicBezTo>
                    <a:pt x="35367" y="177268"/>
                    <a:pt x="15364" y="147741"/>
                    <a:pt x="4887" y="114403"/>
                  </a:cubicBezTo>
                  <a:cubicBezTo>
                    <a:pt x="-5590" y="80113"/>
                    <a:pt x="1077" y="42966"/>
                    <a:pt x="22032" y="14391"/>
                  </a:cubicBezTo>
                  <a:cubicBezTo>
                    <a:pt x="28699" y="4866"/>
                    <a:pt x="39177" y="-849"/>
                    <a:pt x="50607" y="103"/>
                  </a:cubicBezTo>
                  <a:cubicBezTo>
                    <a:pt x="74419" y="2008"/>
                    <a:pt x="92517" y="27726"/>
                    <a:pt x="97279" y="36298"/>
                  </a:cubicBezTo>
                  <a:cubicBezTo>
                    <a:pt x="128712" y="85828"/>
                    <a:pt x="123949" y="155361"/>
                    <a:pt x="121092" y="211558"/>
                  </a:cubicBezTo>
                  <a:lnTo>
                    <a:pt x="121092" y="219178"/>
                  </a:lnTo>
                  <a:cubicBezTo>
                    <a:pt x="121092" y="222036"/>
                    <a:pt x="121092" y="224893"/>
                    <a:pt x="121092" y="227751"/>
                  </a:cubicBezTo>
                  <a:cubicBezTo>
                    <a:pt x="153477" y="243943"/>
                    <a:pt x="187767" y="252516"/>
                    <a:pt x="223010" y="254421"/>
                  </a:cubicBezTo>
                  <a:cubicBezTo>
                    <a:pt x="228724" y="237276"/>
                    <a:pt x="234440" y="221083"/>
                    <a:pt x="242060" y="203938"/>
                  </a:cubicBezTo>
                  <a:cubicBezTo>
                    <a:pt x="266824" y="149646"/>
                    <a:pt x="292542" y="112498"/>
                    <a:pt x="318260" y="91543"/>
                  </a:cubicBezTo>
                  <a:cubicBezTo>
                    <a:pt x="334452" y="80113"/>
                    <a:pt x="355407" y="75351"/>
                    <a:pt x="374457" y="81066"/>
                  </a:cubicBezTo>
                  <a:cubicBezTo>
                    <a:pt x="393507" y="85828"/>
                    <a:pt x="409699" y="98211"/>
                    <a:pt x="418272" y="115356"/>
                  </a:cubicBezTo>
                  <a:cubicBezTo>
                    <a:pt x="428749" y="140121"/>
                    <a:pt x="425892" y="167743"/>
                    <a:pt x="410652" y="189651"/>
                  </a:cubicBezTo>
                  <a:cubicBezTo>
                    <a:pt x="396365" y="210606"/>
                    <a:pt x="376362" y="226798"/>
                    <a:pt x="352549" y="237276"/>
                  </a:cubicBezTo>
                  <a:cubicBezTo>
                    <a:pt x="313497" y="257278"/>
                    <a:pt x="269682" y="265851"/>
                    <a:pt x="225867" y="264898"/>
                  </a:cubicBezTo>
                  <a:cubicBezTo>
                    <a:pt x="205865" y="331573"/>
                    <a:pt x="199197" y="402058"/>
                    <a:pt x="192529" y="470638"/>
                  </a:cubicBezTo>
                  <a:lnTo>
                    <a:pt x="191577" y="479211"/>
                  </a:lnTo>
                  <a:cubicBezTo>
                    <a:pt x="195387" y="480163"/>
                    <a:pt x="193482" y="482068"/>
                    <a:pt x="191577" y="482068"/>
                  </a:cubicBezTo>
                  <a:close/>
                  <a:moveTo>
                    <a:pt x="232535" y="253468"/>
                  </a:moveTo>
                  <a:cubicBezTo>
                    <a:pt x="273492" y="254421"/>
                    <a:pt x="314449" y="245848"/>
                    <a:pt x="351597" y="226798"/>
                  </a:cubicBezTo>
                  <a:cubicBezTo>
                    <a:pt x="373504" y="217273"/>
                    <a:pt x="391602" y="202033"/>
                    <a:pt x="405890" y="182983"/>
                  </a:cubicBezTo>
                  <a:cubicBezTo>
                    <a:pt x="419224" y="163933"/>
                    <a:pt x="421129" y="139168"/>
                    <a:pt x="412557" y="118213"/>
                  </a:cubicBezTo>
                  <a:cubicBezTo>
                    <a:pt x="394460" y="88686"/>
                    <a:pt x="356360" y="79161"/>
                    <a:pt x="326832" y="96306"/>
                  </a:cubicBezTo>
                  <a:cubicBezTo>
                    <a:pt x="325879" y="97258"/>
                    <a:pt x="324927" y="97258"/>
                    <a:pt x="323974" y="98211"/>
                  </a:cubicBezTo>
                  <a:cubicBezTo>
                    <a:pt x="299210" y="117261"/>
                    <a:pt x="274444" y="154408"/>
                    <a:pt x="250632" y="206796"/>
                  </a:cubicBezTo>
                  <a:cubicBezTo>
                    <a:pt x="243965" y="222036"/>
                    <a:pt x="238249" y="237276"/>
                    <a:pt x="232535" y="253468"/>
                  </a:cubicBezTo>
                  <a:close/>
                  <a:moveTo>
                    <a:pt x="48702" y="9628"/>
                  </a:moveTo>
                  <a:cubicBezTo>
                    <a:pt x="41082" y="9628"/>
                    <a:pt x="33462" y="14391"/>
                    <a:pt x="29652" y="20106"/>
                  </a:cubicBezTo>
                  <a:cubicBezTo>
                    <a:pt x="10602" y="45823"/>
                    <a:pt x="3935" y="80113"/>
                    <a:pt x="14412" y="111546"/>
                  </a:cubicBezTo>
                  <a:cubicBezTo>
                    <a:pt x="24889" y="142978"/>
                    <a:pt x="42987" y="170601"/>
                    <a:pt x="68704" y="191556"/>
                  </a:cubicBezTo>
                  <a:cubicBezTo>
                    <a:pt x="82039" y="202986"/>
                    <a:pt x="96327" y="213463"/>
                    <a:pt x="111567" y="222036"/>
                  </a:cubicBezTo>
                  <a:cubicBezTo>
                    <a:pt x="111567" y="221083"/>
                    <a:pt x="111567" y="219178"/>
                    <a:pt x="111567" y="218226"/>
                  </a:cubicBezTo>
                  <a:lnTo>
                    <a:pt x="112519" y="210606"/>
                  </a:lnTo>
                  <a:cubicBezTo>
                    <a:pt x="115377" y="156313"/>
                    <a:pt x="120139" y="88686"/>
                    <a:pt x="90612" y="41061"/>
                  </a:cubicBezTo>
                  <a:cubicBezTo>
                    <a:pt x="81087" y="26773"/>
                    <a:pt x="65847" y="10581"/>
                    <a:pt x="51560" y="9628"/>
                  </a:cubicBezTo>
                  <a:lnTo>
                    <a:pt x="48702" y="9628"/>
                  </a:lnTo>
                  <a:close/>
                </a:path>
              </a:pathLst>
            </a:custGeom>
            <a:solidFill>
              <a:srgbClr val="D1D3D4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122" id="122"/>
            <p:cNvSpPr/>
            <p:nvPr/>
          </p:nvSpPr>
          <p:spPr>
            <a:xfrm>
              <a:off x="8385100" y="5329495"/>
              <a:ext cx="181245" cy="140035"/>
            </a:xfrm>
            <a:custGeom>
              <a:avLst/>
              <a:gdLst/>
              <a:ahLst/>
              <a:cxnLst/>
              <a:rect r="r" b="b" t="t" l="l"/>
              <a:pathLst>
                <a:path w="181245" h="140035" stroke="true" fill="norm" extrusionOk="true">
                  <a:moveTo>
                    <a:pt x="0" y="92410"/>
                  </a:moveTo>
                  <a:lnTo>
                    <a:pt x="51435" y="49548"/>
                  </a:lnTo>
                  <a:cubicBezTo>
                    <a:pt x="67627" y="36213"/>
                    <a:pt x="83820" y="-935"/>
                    <a:pt x="98107" y="18"/>
                  </a:cubicBezTo>
                  <a:cubicBezTo>
                    <a:pt x="112395" y="18"/>
                    <a:pt x="86677" y="43833"/>
                    <a:pt x="86677" y="43833"/>
                  </a:cubicBezTo>
                  <a:cubicBezTo>
                    <a:pt x="86677" y="43833"/>
                    <a:pt x="140970" y="1923"/>
                    <a:pt x="158115" y="970"/>
                  </a:cubicBezTo>
                  <a:cubicBezTo>
                    <a:pt x="175260" y="18"/>
                    <a:pt x="184785" y="28593"/>
                    <a:pt x="180022" y="37165"/>
                  </a:cubicBezTo>
                  <a:cubicBezTo>
                    <a:pt x="176213" y="45738"/>
                    <a:pt x="129540" y="67646"/>
                    <a:pt x="112395" y="84790"/>
                  </a:cubicBezTo>
                  <a:cubicBezTo>
                    <a:pt x="88582" y="104793"/>
                    <a:pt x="64770" y="122890"/>
                    <a:pt x="39052" y="140035"/>
                  </a:cubicBezTo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123" id="123"/>
            <p:cNvSpPr/>
            <p:nvPr/>
          </p:nvSpPr>
          <p:spPr>
            <a:xfrm>
              <a:off x="8381290" y="5323798"/>
              <a:ext cx="188928" cy="150495"/>
            </a:xfrm>
            <a:custGeom>
              <a:avLst/>
              <a:gdLst/>
              <a:ahLst/>
              <a:cxnLst/>
              <a:rect r="r" b="b" t="t" l="l"/>
              <a:pathLst>
                <a:path w="188928" h="150495" stroke="true" fill="norm" extrusionOk="true">
                  <a:moveTo>
                    <a:pt x="42863" y="150495"/>
                  </a:moveTo>
                  <a:cubicBezTo>
                    <a:pt x="40958" y="150495"/>
                    <a:pt x="40005" y="149543"/>
                    <a:pt x="39053" y="148590"/>
                  </a:cubicBezTo>
                  <a:cubicBezTo>
                    <a:pt x="37148" y="146685"/>
                    <a:pt x="38100" y="143827"/>
                    <a:pt x="40005" y="141923"/>
                  </a:cubicBezTo>
                  <a:cubicBezTo>
                    <a:pt x="64770" y="124777"/>
                    <a:pt x="89535" y="106680"/>
                    <a:pt x="112395" y="86677"/>
                  </a:cubicBezTo>
                  <a:cubicBezTo>
                    <a:pt x="124778" y="76200"/>
                    <a:pt x="138113" y="66675"/>
                    <a:pt x="152400" y="58102"/>
                  </a:cubicBezTo>
                  <a:cubicBezTo>
                    <a:pt x="161925" y="53340"/>
                    <a:pt x="170498" y="46673"/>
                    <a:pt x="179070" y="40005"/>
                  </a:cubicBezTo>
                  <a:cubicBezTo>
                    <a:pt x="180023" y="32385"/>
                    <a:pt x="178117" y="24765"/>
                    <a:pt x="173355" y="18098"/>
                  </a:cubicBezTo>
                  <a:cubicBezTo>
                    <a:pt x="171450" y="13335"/>
                    <a:pt x="166688" y="10478"/>
                    <a:pt x="160973" y="10478"/>
                  </a:cubicBezTo>
                  <a:cubicBezTo>
                    <a:pt x="149542" y="11430"/>
                    <a:pt x="112395" y="37148"/>
                    <a:pt x="92392" y="52388"/>
                  </a:cubicBezTo>
                  <a:cubicBezTo>
                    <a:pt x="90488" y="54293"/>
                    <a:pt x="87630" y="54293"/>
                    <a:pt x="86678" y="52388"/>
                  </a:cubicBezTo>
                  <a:cubicBezTo>
                    <a:pt x="84773" y="50483"/>
                    <a:pt x="84773" y="48577"/>
                    <a:pt x="85725" y="46673"/>
                  </a:cubicBezTo>
                  <a:cubicBezTo>
                    <a:pt x="95250" y="30480"/>
                    <a:pt x="102870" y="13335"/>
                    <a:pt x="100965" y="9525"/>
                  </a:cubicBezTo>
                  <a:cubicBezTo>
                    <a:pt x="95250" y="9525"/>
                    <a:pt x="85725" y="23813"/>
                    <a:pt x="78105" y="34290"/>
                  </a:cubicBezTo>
                  <a:cubicBezTo>
                    <a:pt x="72390" y="42863"/>
                    <a:pt x="65723" y="51435"/>
                    <a:pt x="58103" y="59055"/>
                  </a:cubicBezTo>
                  <a:lnTo>
                    <a:pt x="6667" y="101918"/>
                  </a:lnTo>
                  <a:lnTo>
                    <a:pt x="0" y="94298"/>
                  </a:lnTo>
                  <a:lnTo>
                    <a:pt x="51435" y="51435"/>
                  </a:lnTo>
                  <a:cubicBezTo>
                    <a:pt x="58103" y="44768"/>
                    <a:pt x="64770" y="37148"/>
                    <a:pt x="69533" y="28575"/>
                  </a:cubicBezTo>
                  <a:cubicBezTo>
                    <a:pt x="80010" y="14288"/>
                    <a:pt x="89535" y="0"/>
                    <a:pt x="100965" y="0"/>
                  </a:cubicBezTo>
                  <a:lnTo>
                    <a:pt x="100965" y="0"/>
                  </a:lnTo>
                  <a:cubicBezTo>
                    <a:pt x="103823" y="0"/>
                    <a:pt x="107633" y="1905"/>
                    <a:pt x="108585" y="4763"/>
                  </a:cubicBezTo>
                  <a:cubicBezTo>
                    <a:pt x="111442" y="10478"/>
                    <a:pt x="108585" y="21908"/>
                    <a:pt x="103823" y="32385"/>
                  </a:cubicBezTo>
                  <a:cubicBezTo>
                    <a:pt x="121920" y="20003"/>
                    <a:pt x="148590" y="1905"/>
                    <a:pt x="160973" y="953"/>
                  </a:cubicBezTo>
                  <a:cubicBezTo>
                    <a:pt x="169545" y="953"/>
                    <a:pt x="177165" y="5715"/>
                    <a:pt x="181928" y="12383"/>
                  </a:cubicBezTo>
                  <a:cubicBezTo>
                    <a:pt x="188595" y="20955"/>
                    <a:pt x="190500" y="33338"/>
                    <a:pt x="187642" y="43815"/>
                  </a:cubicBezTo>
                  <a:cubicBezTo>
                    <a:pt x="184785" y="49530"/>
                    <a:pt x="175260" y="55245"/>
                    <a:pt x="157163" y="66675"/>
                  </a:cubicBezTo>
                  <a:cubicBezTo>
                    <a:pt x="143828" y="74295"/>
                    <a:pt x="130492" y="82868"/>
                    <a:pt x="118110" y="93345"/>
                  </a:cubicBezTo>
                  <a:cubicBezTo>
                    <a:pt x="94298" y="113348"/>
                    <a:pt x="69533" y="132398"/>
                    <a:pt x="43815" y="149543"/>
                  </a:cubicBezTo>
                  <a:cubicBezTo>
                    <a:pt x="44767" y="150495"/>
                    <a:pt x="43815" y="150495"/>
                    <a:pt x="42863" y="150495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124" id="124"/>
            <p:cNvSpPr/>
            <p:nvPr/>
          </p:nvSpPr>
          <p:spPr>
            <a:xfrm>
              <a:off x="7848829" y="5275683"/>
              <a:ext cx="610565" cy="389018"/>
            </a:xfrm>
            <a:custGeom>
              <a:avLst/>
              <a:gdLst/>
              <a:ahLst/>
              <a:cxnLst/>
              <a:rect r="r" b="b" t="t" l="l"/>
              <a:pathLst>
                <a:path w="610565" h="389018" stroke="true" fill="norm" extrusionOk="true">
                  <a:moveTo>
                    <a:pt x="133363" y="18588"/>
                  </a:moveTo>
                  <a:cubicBezTo>
                    <a:pt x="136221" y="22398"/>
                    <a:pt x="272428" y="239568"/>
                    <a:pt x="272428" y="239568"/>
                  </a:cubicBezTo>
                  <a:lnTo>
                    <a:pt x="543891" y="109075"/>
                  </a:lnTo>
                  <a:lnTo>
                    <a:pt x="610566" y="185275"/>
                  </a:lnTo>
                  <a:cubicBezTo>
                    <a:pt x="610566" y="185275"/>
                    <a:pt x="381966" y="357678"/>
                    <a:pt x="292431" y="387205"/>
                  </a:cubicBezTo>
                  <a:cubicBezTo>
                    <a:pt x="203848" y="415780"/>
                    <a:pt x="-1892" y="97645"/>
                    <a:pt x="13" y="62403"/>
                  </a:cubicBezTo>
                  <a:cubicBezTo>
                    <a:pt x="2871" y="28113"/>
                    <a:pt x="93358" y="-29990"/>
                    <a:pt x="133363" y="18588"/>
                  </a:cubicBezTo>
                  <a:close/>
                </a:path>
              </a:pathLst>
            </a:custGeom>
            <a:solidFill>
              <a:schemeClr val="accent1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125" id="125"/>
            <p:cNvSpPr/>
            <p:nvPr/>
          </p:nvSpPr>
          <p:spPr>
            <a:xfrm>
              <a:off x="7993053" y="5315552"/>
              <a:ext cx="280025" cy="205413"/>
            </a:xfrm>
            <a:custGeom>
              <a:avLst/>
              <a:gdLst/>
              <a:ahLst/>
              <a:cxnLst/>
              <a:rect r="r" b="b" t="t" l="l"/>
              <a:pathLst>
                <a:path w="280025" h="205413" stroke="true" fill="norm" extrusionOk="true">
                  <a:moveTo>
                    <a:pt x="128205" y="205413"/>
                  </a:moveTo>
                  <a:cubicBezTo>
                    <a:pt x="126300" y="205413"/>
                    <a:pt x="125347" y="204461"/>
                    <a:pt x="124395" y="203508"/>
                  </a:cubicBezTo>
                  <a:lnTo>
                    <a:pt x="570" y="7293"/>
                  </a:lnTo>
                  <a:cubicBezTo>
                    <a:pt x="-383" y="5388"/>
                    <a:pt x="-383" y="1578"/>
                    <a:pt x="2475" y="626"/>
                  </a:cubicBezTo>
                  <a:cubicBezTo>
                    <a:pt x="4380" y="-327"/>
                    <a:pt x="7237" y="-327"/>
                    <a:pt x="9142" y="1578"/>
                  </a:cubicBezTo>
                  <a:cubicBezTo>
                    <a:pt x="11047" y="3483"/>
                    <a:pt x="112965" y="167313"/>
                    <a:pt x="130110" y="194936"/>
                  </a:cubicBezTo>
                  <a:lnTo>
                    <a:pt x="272985" y="119688"/>
                  </a:lnTo>
                  <a:cubicBezTo>
                    <a:pt x="274890" y="118736"/>
                    <a:pt x="278700" y="119688"/>
                    <a:pt x="279652" y="121593"/>
                  </a:cubicBezTo>
                  <a:cubicBezTo>
                    <a:pt x="280605" y="123498"/>
                    <a:pt x="279652" y="127308"/>
                    <a:pt x="277747" y="128261"/>
                  </a:cubicBezTo>
                  <a:lnTo>
                    <a:pt x="277747" y="128261"/>
                  </a:lnTo>
                  <a:lnTo>
                    <a:pt x="130110" y="205413"/>
                  </a:lnTo>
                  <a:cubicBezTo>
                    <a:pt x="129157" y="205413"/>
                    <a:pt x="129157" y="205413"/>
                    <a:pt x="128205" y="205413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126" id="126"/>
            <p:cNvSpPr/>
            <p:nvPr/>
          </p:nvSpPr>
          <p:spPr>
            <a:xfrm>
              <a:off x="7949722" y="5512307"/>
              <a:ext cx="390696" cy="152485"/>
            </a:xfrm>
            <a:custGeom>
              <a:avLst/>
              <a:gdLst/>
              <a:ahLst/>
              <a:cxnLst/>
              <a:rect r="r" b="b" t="t" l="l"/>
              <a:pathLst>
                <a:path w="390696" h="152485" stroke="true" fill="norm" extrusionOk="true">
                  <a:moveTo>
                    <a:pt x="184871" y="152486"/>
                  </a:moveTo>
                  <a:cubicBezTo>
                    <a:pt x="127721" y="152486"/>
                    <a:pt x="65808" y="103908"/>
                    <a:pt x="1038" y="7706"/>
                  </a:cubicBezTo>
                  <a:cubicBezTo>
                    <a:pt x="-867" y="5801"/>
                    <a:pt x="86" y="2943"/>
                    <a:pt x="1991" y="1038"/>
                  </a:cubicBezTo>
                  <a:cubicBezTo>
                    <a:pt x="3896" y="-867"/>
                    <a:pt x="6753" y="86"/>
                    <a:pt x="8658" y="1991"/>
                  </a:cubicBezTo>
                  <a:cubicBezTo>
                    <a:pt x="79143" y="105813"/>
                    <a:pt x="144866" y="152486"/>
                    <a:pt x="203921" y="140103"/>
                  </a:cubicBezTo>
                  <a:cubicBezTo>
                    <a:pt x="262976" y="127721"/>
                    <a:pt x="382038" y="34376"/>
                    <a:pt x="382991" y="33423"/>
                  </a:cubicBezTo>
                  <a:cubicBezTo>
                    <a:pt x="384896" y="31518"/>
                    <a:pt x="387753" y="32471"/>
                    <a:pt x="389658" y="34376"/>
                  </a:cubicBezTo>
                  <a:cubicBezTo>
                    <a:pt x="391563" y="36281"/>
                    <a:pt x="390611" y="39138"/>
                    <a:pt x="388706" y="41043"/>
                  </a:cubicBezTo>
                  <a:cubicBezTo>
                    <a:pt x="383943" y="44853"/>
                    <a:pt x="267738" y="136293"/>
                    <a:pt x="205826" y="149628"/>
                  </a:cubicBezTo>
                  <a:cubicBezTo>
                    <a:pt x="199158" y="152486"/>
                    <a:pt x="192491" y="152486"/>
                    <a:pt x="184871" y="152486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127" id="127"/>
            <p:cNvSpPr/>
            <p:nvPr/>
          </p:nvSpPr>
          <p:spPr>
            <a:xfrm>
              <a:off x="7689775" y="5247598"/>
              <a:ext cx="361950" cy="189584"/>
            </a:xfrm>
            <a:custGeom>
              <a:avLst/>
              <a:gdLst/>
              <a:ahLst/>
              <a:cxnLst/>
              <a:rect r="r" b="b" t="t" l="l"/>
              <a:pathLst>
                <a:path w="361950" h="189584" stroke="true" fill="norm" extrusionOk="true">
                  <a:moveTo>
                    <a:pt x="340995" y="0"/>
                  </a:moveTo>
                  <a:lnTo>
                    <a:pt x="334328" y="19050"/>
                  </a:lnTo>
                  <a:lnTo>
                    <a:pt x="350520" y="40005"/>
                  </a:lnTo>
                  <a:cubicBezTo>
                    <a:pt x="350520" y="40005"/>
                    <a:pt x="319088" y="201930"/>
                    <a:pt x="77152" y="72390"/>
                  </a:cubicBezTo>
                  <a:lnTo>
                    <a:pt x="0" y="100013"/>
                  </a:lnTo>
                  <a:lnTo>
                    <a:pt x="45720" y="162877"/>
                  </a:lnTo>
                  <a:cubicBezTo>
                    <a:pt x="45720" y="162877"/>
                    <a:pt x="335280" y="274320"/>
                    <a:pt x="358140" y="41910"/>
                  </a:cubicBezTo>
                  <a:lnTo>
                    <a:pt x="361950" y="16193"/>
                  </a:lnTo>
                  <a:lnTo>
                    <a:pt x="340995" y="0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128" id="128"/>
            <p:cNvSpPr/>
            <p:nvPr/>
          </p:nvSpPr>
          <p:spPr>
            <a:xfrm>
              <a:off x="7685965" y="5243788"/>
              <a:ext cx="371475" cy="199144"/>
            </a:xfrm>
            <a:custGeom>
              <a:avLst/>
              <a:gdLst/>
              <a:ahLst/>
              <a:cxnLst/>
              <a:rect r="r" b="b" t="t" l="l"/>
              <a:pathLst>
                <a:path w="371475" h="199144" stroke="true" fill="norm" extrusionOk="true">
                  <a:moveTo>
                    <a:pt x="192405" y="199072"/>
                  </a:moveTo>
                  <a:cubicBezTo>
                    <a:pt x="142875" y="198120"/>
                    <a:pt x="94298" y="188595"/>
                    <a:pt x="48578" y="171450"/>
                  </a:cubicBezTo>
                  <a:cubicBezTo>
                    <a:pt x="47625" y="171450"/>
                    <a:pt x="46673" y="170497"/>
                    <a:pt x="46673" y="169545"/>
                  </a:cubicBezTo>
                  <a:lnTo>
                    <a:pt x="953" y="106680"/>
                  </a:lnTo>
                  <a:cubicBezTo>
                    <a:pt x="0" y="105727"/>
                    <a:pt x="0" y="103822"/>
                    <a:pt x="0" y="102870"/>
                  </a:cubicBezTo>
                  <a:cubicBezTo>
                    <a:pt x="953" y="100965"/>
                    <a:pt x="1905" y="100013"/>
                    <a:pt x="2858" y="100013"/>
                  </a:cubicBezTo>
                  <a:lnTo>
                    <a:pt x="80010" y="72390"/>
                  </a:lnTo>
                  <a:cubicBezTo>
                    <a:pt x="80963" y="71438"/>
                    <a:pt x="82868" y="71438"/>
                    <a:pt x="83820" y="72390"/>
                  </a:cubicBezTo>
                  <a:cubicBezTo>
                    <a:pt x="174308" y="120968"/>
                    <a:pt x="245745" y="133350"/>
                    <a:pt x="294323" y="111443"/>
                  </a:cubicBezTo>
                  <a:cubicBezTo>
                    <a:pt x="320992" y="98107"/>
                    <a:pt x="340995" y="74295"/>
                    <a:pt x="348615" y="45720"/>
                  </a:cubicBezTo>
                  <a:lnTo>
                    <a:pt x="334328" y="26670"/>
                  </a:lnTo>
                  <a:cubicBezTo>
                    <a:pt x="333375" y="25718"/>
                    <a:pt x="333375" y="23813"/>
                    <a:pt x="333375" y="21907"/>
                  </a:cubicBezTo>
                  <a:lnTo>
                    <a:pt x="340042" y="2857"/>
                  </a:lnTo>
                  <a:cubicBezTo>
                    <a:pt x="340995" y="952"/>
                    <a:pt x="341948" y="0"/>
                    <a:pt x="342900" y="0"/>
                  </a:cubicBezTo>
                  <a:cubicBezTo>
                    <a:pt x="344805" y="0"/>
                    <a:pt x="345758" y="0"/>
                    <a:pt x="347663" y="952"/>
                  </a:cubicBezTo>
                  <a:lnTo>
                    <a:pt x="369570" y="17145"/>
                  </a:lnTo>
                  <a:cubicBezTo>
                    <a:pt x="370523" y="18097"/>
                    <a:pt x="371475" y="20002"/>
                    <a:pt x="371475" y="21907"/>
                  </a:cubicBezTo>
                  <a:lnTo>
                    <a:pt x="367665" y="47625"/>
                  </a:lnTo>
                  <a:cubicBezTo>
                    <a:pt x="361950" y="106680"/>
                    <a:pt x="339090" y="149543"/>
                    <a:pt x="298133" y="174308"/>
                  </a:cubicBezTo>
                  <a:cubicBezTo>
                    <a:pt x="265748" y="191453"/>
                    <a:pt x="229553" y="200025"/>
                    <a:pt x="192405" y="199072"/>
                  </a:cubicBezTo>
                  <a:close/>
                  <a:moveTo>
                    <a:pt x="53340" y="162878"/>
                  </a:moveTo>
                  <a:cubicBezTo>
                    <a:pt x="68580" y="168593"/>
                    <a:pt x="207645" y="217170"/>
                    <a:pt x="293370" y="164783"/>
                  </a:cubicBezTo>
                  <a:cubicBezTo>
                    <a:pt x="329565" y="142875"/>
                    <a:pt x="351473" y="104775"/>
                    <a:pt x="357188" y="51435"/>
                  </a:cubicBezTo>
                  <a:cubicBezTo>
                    <a:pt x="347663" y="80963"/>
                    <a:pt x="326708" y="105727"/>
                    <a:pt x="299085" y="119062"/>
                  </a:cubicBezTo>
                  <a:cubicBezTo>
                    <a:pt x="247650" y="143828"/>
                    <a:pt x="174308" y="131445"/>
                    <a:pt x="81915" y="81915"/>
                  </a:cubicBezTo>
                  <a:lnTo>
                    <a:pt x="12383" y="106680"/>
                  </a:lnTo>
                  <a:lnTo>
                    <a:pt x="53340" y="162878"/>
                  </a:lnTo>
                  <a:close/>
                  <a:moveTo>
                    <a:pt x="342900" y="21907"/>
                  </a:moveTo>
                  <a:lnTo>
                    <a:pt x="357188" y="40957"/>
                  </a:lnTo>
                  <a:lnTo>
                    <a:pt x="357188" y="41910"/>
                  </a:lnTo>
                  <a:lnTo>
                    <a:pt x="360045" y="22860"/>
                  </a:lnTo>
                  <a:lnTo>
                    <a:pt x="345758" y="12382"/>
                  </a:lnTo>
                  <a:lnTo>
                    <a:pt x="342900" y="21907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129" id="129"/>
            <p:cNvSpPr/>
            <p:nvPr/>
          </p:nvSpPr>
          <p:spPr>
            <a:xfrm>
              <a:off x="6893992" y="5923704"/>
              <a:ext cx="185230" cy="161247"/>
            </a:xfrm>
            <a:custGeom>
              <a:avLst/>
              <a:gdLst/>
              <a:ahLst/>
              <a:cxnLst/>
              <a:rect r="r" b="b" t="t" l="l"/>
              <a:pathLst>
                <a:path w="185230" h="161247" stroke="true" fill="norm" extrusionOk="true">
                  <a:moveTo>
                    <a:pt x="185230" y="31602"/>
                  </a:moveTo>
                  <a:cubicBezTo>
                    <a:pt x="185230" y="31602"/>
                    <a:pt x="96648" y="-2688"/>
                    <a:pt x="90933" y="169"/>
                  </a:cubicBezTo>
                  <a:cubicBezTo>
                    <a:pt x="86170" y="3027"/>
                    <a:pt x="-16700" y="158284"/>
                    <a:pt x="2350" y="161142"/>
                  </a:cubicBezTo>
                  <a:cubicBezTo>
                    <a:pt x="21400" y="163999"/>
                    <a:pt x="143320" y="107802"/>
                    <a:pt x="143320" y="107802"/>
                  </a:cubicBezTo>
                  <a:lnTo>
                    <a:pt x="185230" y="31602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130" id="130"/>
            <p:cNvSpPr/>
            <p:nvPr/>
          </p:nvSpPr>
          <p:spPr>
            <a:xfrm>
              <a:off x="6889432" y="5919462"/>
              <a:ext cx="194314" cy="170146"/>
            </a:xfrm>
            <a:custGeom>
              <a:avLst/>
              <a:gdLst/>
              <a:ahLst/>
              <a:cxnLst/>
              <a:rect r="r" b="b" t="t" l="l"/>
              <a:pathLst>
                <a:path w="194314" h="170146" stroke="true" fill="norm" extrusionOk="true">
                  <a:moveTo>
                    <a:pt x="8815" y="170146"/>
                  </a:moveTo>
                  <a:lnTo>
                    <a:pt x="6910" y="170146"/>
                  </a:lnTo>
                  <a:cubicBezTo>
                    <a:pt x="4053" y="170146"/>
                    <a:pt x="1195" y="167289"/>
                    <a:pt x="243" y="164431"/>
                  </a:cubicBezTo>
                  <a:cubicBezTo>
                    <a:pt x="-5472" y="139666"/>
                    <a:pt x="91683" y="1554"/>
                    <a:pt x="92635" y="601"/>
                  </a:cubicBezTo>
                  <a:cubicBezTo>
                    <a:pt x="93588" y="-351"/>
                    <a:pt x="100255" y="-4161"/>
                    <a:pt x="190743" y="31081"/>
                  </a:cubicBezTo>
                  <a:cubicBezTo>
                    <a:pt x="191695" y="32034"/>
                    <a:pt x="192648" y="32986"/>
                    <a:pt x="193600" y="33939"/>
                  </a:cubicBezTo>
                  <a:cubicBezTo>
                    <a:pt x="194553" y="34891"/>
                    <a:pt x="194553" y="36796"/>
                    <a:pt x="193600" y="37749"/>
                  </a:cubicBezTo>
                  <a:lnTo>
                    <a:pt x="151690" y="113949"/>
                  </a:lnTo>
                  <a:cubicBezTo>
                    <a:pt x="150738" y="114901"/>
                    <a:pt x="150738" y="115854"/>
                    <a:pt x="149785" y="115854"/>
                  </a:cubicBezTo>
                  <a:cubicBezTo>
                    <a:pt x="138355" y="122521"/>
                    <a:pt x="32628" y="170146"/>
                    <a:pt x="8815" y="170146"/>
                  </a:cubicBezTo>
                  <a:close/>
                  <a:moveTo>
                    <a:pt x="98350" y="9174"/>
                  </a:moveTo>
                  <a:cubicBezTo>
                    <a:pt x="93588" y="14889"/>
                    <a:pt x="71680" y="47274"/>
                    <a:pt x="49773" y="82516"/>
                  </a:cubicBezTo>
                  <a:cubicBezTo>
                    <a:pt x="14530" y="139666"/>
                    <a:pt x="9768" y="156811"/>
                    <a:pt x="9768" y="160621"/>
                  </a:cubicBezTo>
                  <a:cubicBezTo>
                    <a:pt x="26913" y="159669"/>
                    <a:pt x="100255" y="129189"/>
                    <a:pt x="145023" y="108234"/>
                  </a:cubicBezTo>
                  <a:lnTo>
                    <a:pt x="183123" y="37749"/>
                  </a:lnTo>
                  <a:cubicBezTo>
                    <a:pt x="155500" y="27271"/>
                    <a:pt x="126925" y="17746"/>
                    <a:pt x="98350" y="9174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131" id="131"/>
            <p:cNvSpPr/>
            <p:nvPr/>
          </p:nvSpPr>
          <p:spPr>
            <a:xfrm>
              <a:off x="7311633" y="4861836"/>
              <a:ext cx="329564" cy="288481"/>
            </a:xfrm>
            <a:custGeom>
              <a:avLst/>
              <a:gdLst/>
              <a:ahLst/>
              <a:cxnLst/>
              <a:rect r="r" b="b" t="t" l="l"/>
              <a:pathLst>
                <a:path w="329564" h="288481" stroke="true" fill="norm" extrusionOk="true">
                  <a:moveTo>
                    <a:pt x="329565" y="122873"/>
                  </a:moveTo>
                  <a:cubicBezTo>
                    <a:pt x="329565" y="122873"/>
                    <a:pt x="160020" y="100013"/>
                    <a:pt x="115252" y="0"/>
                  </a:cubicBezTo>
                  <a:lnTo>
                    <a:pt x="0" y="151448"/>
                  </a:lnTo>
                  <a:cubicBezTo>
                    <a:pt x="0" y="151448"/>
                    <a:pt x="83820" y="306705"/>
                    <a:pt x="232410" y="286703"/>
                  </a:cubicBezTo>
                  <a:lnTo>
                    <a:pt x="329565" y="122873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132" id="132"/>
            <p:cNvSpPr/>
            <p:nvPr/>
          </p:nvSpPr>
          <p:spPr>
            <a:xfrm>
              <a:off x="7306156" y="4858025"/>
              <a:ext cx="339566" cy="297180"/>
            </a:xfrm>
            <a:custGeom>
              <a:avLst/>
              <a:gdLst/>
              <a:ahLst/>
              <a:cxnLst/>
              <a:rect r="r" b="b" t="t" l="l"/>
              <a:pathLst>
                <a:path w="339566" h="297180" stroke="true" fill="norm" extrusionOk="true">
                  <a:moveTo>
                    <a:pt x="211217" y="297180"/>
                  </a:moveTo>
                  <a:cubicBezTo>
                    <a:pt x="77867" y="297180"/>
                    <a:pt x="1667" y="159068"/>
                    <a:pt x="714" y="157163"/>
                  </a:cubicBezTo>
                  <a:cubicBezTo>
                    <a:pt x="-238" y="155258"/>
                    <a:pt x="-238" y="153353"/>
                    <a:pt x="714" y="152400"/>
                  </a:cubicBezTo>
                  <a:lnTo>
                    <a:pt x="115967" y="1905"/>
                  </a:lnTo>
                  <a:cubicBezTo>
                    <a:pt x="116919" y="953"/>
                    <a:pt x="118824" y="0"/>
                    <a:pt x="120729" y="0"/>
                  </a:cubicBezTo>
                  <a:cubicBezTo>
                    <a:pt x="122634" y="0"/>
                    <a:pt x="123587" y="953"/>
                    <a:pt x="124539" y="2858"/>
                  </a:cubicBezTo>
                  <a:cubicBezTo>
                    <a:pt x="168354" y="98108"/>
                    <a:pt x="334089" y="121920"/>
                    <a:pt x="335042" y="122873"/>
                  </a:cubicBezTo>
                  <a:cubicBezTo>
                    <a:pt x="336947" y="122873"/>
                    <a:pt x="337899" y="123825"/>
                    <a:pt x="338852" y="125730"/>
                  </a:cubicBezTo>
                  <a:cubicBezTo>
                    <a:pt x="339804" y="127635"/>
                    <a:pt x="339804" y="128588"/>
                    <a:pt x="338852" y="130493"/>
                  </a:cubicBezTo>
                  <a:lnTo>
                    <a:pt x="241697" y="293370"/>
                  </a:lnTo>
                  <a:cubicBezTo>
                    <a:pt x="240744" y="294323"/>
                    <a:pt x="239792" y="295275"/>
                    <a:pt x="237887" y="295275"/>
                  </a:cubicBezTo>
                  <a:cubicBezTo>
                    <a:pt x="229314" y="296228"/>
                    <a:pt x="220742" y="297180"/>
                    <a:pt x="211217" y="297180"/>
                  </a:cubicBezTo>
                  <a:close/>
                  <a:moveTo>
                    <a:pt x="11192" y="155258"/>
                  </a:moveTo>
                  <a:cubicBezTo>
                    <a:pt x="22622" y="175260"/>
                    <a:pt x="103584" y="301943"/>
                    <a:pt x="234077" y="285750"/>
                  </a:cubicBezTo>
                  <a:lnTo>
                    <a:pt x="327422" y="130493"/>
                  </a:lnTo>
                  <a:cubicBezTo>
                    <a:pt x="295037" y="124777"/>
                    <a:pt x="164544" y="98108"/>
                    <a:pt x="119777" y="13335"/>
                  </a:cubicBezTo>
                  <a:lnTo>
                    <a:pt x="11192" y="155258"/>
                  </a:lnTo>
                  <a:close/>
                </a:path>
              </a:pathLst>
            </a:custGeom>
            <a:solidFill>
              <a:srgbClr val="D1D3D4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133" id="133"/>
            <p:cNvSpPr/>
            <p:nvPr/>
          </p:nvSpPr>
          <p:spPr>
            <a:xfrm>
              <a:off x="6722988" y="5529325"/>
              <a:ext cx="315277" cy="260245"/>
            </a:xfrm>
            <a:custGeom>
              <a:avLst/>
              <a:gdLst/>
              <a:ahLst/>
              <a:cxnLst/>
              <a:rect r="r" b="b" t="t" l="l"/>
              <a:pathLst>
                <a:path w="315277" h="260245" stroke="true" fill="norm" extrusionOk="true">
                  <a:moveTo>
                    <a:pt x="314325" y="35455"/>
                  </a:moveTo>
                  <a:cubicBezTo>
                    <a:pt x="314325" y="35455"/>
                    <a:pt x="153353" y="-53127"/>
                    <a:pt x="0" y="49743"/>
                  </a:cubicBezTo>
                  <a:lnTo>
                    <a:pt x="62865" y="260245"/>
                  </a:lnTo>
                  <a:cubicBezTo>
                    <a:pt x="62865" y="260245"/>
                    <a:pt x="204788" y="153565"/>
                    <a:pt x="315278" y="182140"/>
                  </a:cubicBezTo>
                  <a:lnTo>
                    <a:pt x="315278" y="35455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134" id="134"/>
            <p:cNvSpPr/>
            <p:nvPr/>
          </p:nvSpPr>
          <p:spPr>
            <a:xfrm>
              <a:off x="6716899" y="5525271"/>
              <a:ext cx="325176" cy="270014"/>
            </a:xfrm>
            <a:custGeom>
              <a:avLst/>
              <a:gdLst/>
              <a:ahLst/>
              <a:cxnLst/>
              <a:rect r="r" b="b" t="t" l="l"/>
              <a:pathLst>
                <a:path w="325176" h="270014" stroke="true" fill="norm" extrusionOk="true">
                  <a:moveTo>
                    <a:pt x="68001" y="270015"/>
                  </a:moveTo>
                  <a:cubicBezTo>
                    <a:pt x="67049" y="270015"/>
                    <a:pt x="67049" y="270015"/>
                    <a:pt x="66096" y="270015"/>
                  </a:cubicBezTo>
                  <a:cubicBezTo>
                    <a:pt x="64191" y="269062"/>
                    <a:pt x="63239" y="268110"/>
                    <a:pt x="63239" y="267157"/>
                  </a:cubicBezTo>
                  <a:lnTo>
                    <a:pt x="374" y="55702"/>
                  </a:lnTo>
                  <a:cubicBezTo>
                    <a:pt x="-579" y="53797"/>
                    <a:pt x="374" y="51892"/>
                    <a:pt x="2279" y="49987"/>
                  </a:cubicBezTo>
                  <a:cubicBezTo>
                    <a:pt x="156584" y="-52883"/>
                    <a:pt x="320414" y="34747"/>
                    <a:pt x="322319" y="35700"/>
                  </a:cubicBezTo>
                  <a:cubicBezTo>
                    <a:pt x="324224" y="36652"/>
                    <a:pt x="325176" y="38557"/>
                    <a:pt x="325176" y="39510"/>
                  </a:cubicBezTo>
                  <a:lnTo>
                    <a:pt x="325176" y="186195"/>
                  </a:lnTo>
                  <a:cubicBezTo>
                    <a:pt x="325176" y="188100"/>
                    <a:pt x="324224" y="189052"/>
                    <a:pt x="323271" y="190005"/>
                  </a:cubicBezTo>
                  <a:cubicBezTo>
                    <a:pt x="322319" y="190957"/>
                    <a:pt x="320414" y="190957"/>
                    <a:pt x="319461" y="190957"/>
                  </a:cubicBezTo>
                  <a:cubicBezTo>
                    <a:pt x="212781" y="163335"/>
                    <a:pt x="72764" y="267157"/>
                    <a:pt x="71811" y="268110"/>
                  </a:cubicBezTo>
                  <a:cubicBezTo>
                    <a:pt x="69906" y="269062"/>
                    <a:pt x="68954" y="270015"/>
                    <a:pt x="68001" y="270015"/>
                  </a:cubicBezTo>
                  <a:close/>
                  <a:moveTo>
                    <a:pt x="10851" y="55702"/>
                  </a:moveTo>
                  <a:lnTo>
                    <a:pt x="70859" y="256680"/>
                  </a:lnTo>
                  <a:cubicBezTo>
                    <a:pt x="98481" y="237630"/>
                    <a:pt x="216591" y="159525"/>
                    <a:pt x="315651" y="180480"/>
                  </a:cubicBezTo>
                  <a:lnTo>
                    <a:pt x="315651" y="43320"/>
                  </a:lnTo>
                  <a:cubicBezTo>
                    <a:pt x="294696" y="32842"/>
                    <a:pt x="149916" y="-33833"/>
                    <a:pt x="10851" y="55702"/>
                  </a:cubicBezTo>
                  <a:close/>
                </a:path>
              </a:pathLst>
            </a:custGeom>
            <a:solidFill>
              <a:srgbClr val="D1D3D4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135" id="135"/>
            <p:cNvSpPr/>
            <p:nvPr/>
          </p:nvSpPr>
          <p:spPr>
            <a:xfrm>
              <a:off x="6997413" y="5079698"/>
              <a:ext cx="142769" cy="193617"/>
            </a:xfrm>
            <a:custGeom>
              <a:avLst/>
              <a:gdLst/>
              <a:ahLst/>
              <a:cxnLst/>
              <a:rect r="r" b="b" t="t" l="l"/>
              <a:pathLst>
                <a:path w="142769" h="193617" stroke="true" fill="norm" extrusionOk="true">
                  <a:moveTo>
                    <a:pt x="12277" y="21215"/>
                  </a:moveTo>
                  <a:cubicBezTo>
                    <a:pt x="12277" y="21215"/>
                    <a:pt x="11324" y="4070"/>
                    <a:pt x="60854" y="260"/>
                  </a:cubicBezTo>
                  <a:cubicBezTo>
                    <a:pt x="90382" y="-1645"/>
                    <a:pt x="119909" y="6927"/>
                    <a:pt x="142769" y="25977"/>
                  </a:cubicBezTo>
                  <a:lnTo>
                    <a:pt x="12277" y="193617"/>
                  </a:lnTo>
                  <a:cubicBezTo>
                    <a:pt x="12277" y="193617"/>
                    <a:pt x="-15346" y="58362"/>
                    <a:pt x="12277" y="21215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136" id="136"/>
            <p:cNvSpPr/>
            <p:nvPr/>
          </p:nvSpPr>
          <p:spPr>
            <a:xfrm>
              <a:off x="6992436" y="5074956"/>
              <a:ext cx="151229" cy="203121"/>
            </a:xfrm>
            <a:custGeom>
              <a:avLst/>
              <a:gdLst/>
              <a:ahLst/>
              <a:cxnLst/>
              <a:rect r="r" b="b" t="t" l="l"/>
              <a:pathLst>
                <a:path w="151229" h="203121" stroke="true" fill="norm" extrusionOk="true">
                  <a:moveTo>
                    <a:pt x="17254" y="203122"/>
                  </a:moveTo>
                  <a:lnTo>
                    <a:pt x="16301" y="203122"/>
                  </a:lnTo>
                  <a:cubicBezTo>
                    <a:pt x="14396" y="203122"/>
                    <a:pt x="13444" y="201217"/>
                    <a:pt x="12491" y="199312"/>
                  </a:cubicBezTo>
                  <a:cubicBezTo>
                    <a:pt x="11539" y="193597"/>
                    <a:pt x="-15131" y="64057"/>
                    <a:pt x="12491" y="24052"/>
                  </a:cubicBezTo>
                  <a:cubicBezTo>
                    <a:pt x="13444" y="18337"/>
                    <a:pt x="20111" y="3097"/>
                    <a:pt x="64879" y="239"/>
                  </a:cubicBezTo>
                  <a:cubicBezTo>
                    <a:pt x="95359" y="-1666"/>
                    <a:pt x="125839" y="7859"/>
                    <a:pt x="149651" y="26909"/>
                  </a:cubicBezTo>
                  <a:cubicBezTo>
                    <a:pt x="151556" y="28814"/>
                    <a:pt x="151556" y="31672"/>
                    <a:pt x="150604" y="33577"/>
                  </a:cubicBezTo>
                  <a:lnTo>
                    <a:pt x="21064" y="201217"/>
                  </a:lnTo>
                  <a:cubicBezTo>
                    <a:pt x="20111" y="202169"/>
                    <a:pt x="19159" y="203122"/>
                    <a:pt x="17254" y="203122"/>
                  </a:cubicBezTo>
                  <a:close/>
                  <a:moveTo>
                    <a:pt x="74404" y="9764"/>
                  </a:moveTo>
                  <a:cubicBezTo>
                    <a:pt x="71546" y="9764"/>
                    <a:pt x="68689" y="9764"/>
                    <a:pt x="66784" y="9764"/>
                  </a:cubicBezTo>
                  <a:cubicBezTo>
                    <a:pt x="31541" y="12622"/>
                    <a:pt x="23921" y="22147"/>
                    <a:pt x="22969" y="25957"/>
                  </a:cubicBezTo>
                  <a:cubicBezTo>
                    <a:pt x="22969" y="26909"/>
                    <a:pt x="22969" y="27862"/>
                    <a:pt x="22016" y="28814"/>
                  </a:cubicBezTo>
                  <a:cubicBezTo>
                    <a:pt x="109" y="57389"/>
                    <a:pt x="15349" y="154544"/>
                    <a:pt x="21064" y="186929"/>
                  </a:cubicBezTo>
                  <a:lnTo>
                    <a:pt x="141079" y="31672"/>
                  </a:lnTo>
                  <a:cubicBezTo>
                    <a:pt x="121076" y="17384"/>
                    <a:pt x="98216" y="9764"/>
                    <a:pt x="74404" y="9764"/>
                  </a:cubicBezTo>
                  <a:lnTo>
                    <a:pt x="74404" y="9764"/>
                  </a:lnTo>
                  <a:close/>
                </a:path>
              </a:pathLst>
            </a:custGeom>
            <a:solidFill>
              <a:srgbClr val="D1D3D4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137" id="137"/>
            <p:cNvSpPr/>
            <p:nvPr/>
          </p:nvSpPr>
          <p:spPr>
            <a:xfrm>
              <a:off x="6930632" y="5100913"/>
              <a:ext cx="172410" cy="251459"/>
            </a:xfrm>
            <a:custGeom>
              <a:avLst/>
              <a:gdLst/>
              <a:ahLst/>
              <a:cxnLst/>
              <a:rect r="r" b="b" t="t" l="l"/>
              <a:pathLst>
                <a:path w="172410" h="251459" stroke="true" fill="norm" extrusionOk="true">
                  <a:moveTo>
                    <a:pt x="79058" y="0"/>
                  </a:moveTo>
                  <a:lnTo>
                    <a:pt x="0" y="161925"/>
                  </a:lnTo>
                  <a:cubicBezTo>
                    <a:pt x="22860" y="200025"/>
                    <a:pt x="56197" y="231458"/>
                    <a:pt x="95250" y="251460"/>
                  </a:cubicBezTo>
                  <a:lnTo>
                    <a:pt x="172403" y="106680"/>
                  </a:lnTo>
                  <a:cubicBezTo>
                    <a:pt x="173355" y="105727"/>
                    <a:pt x="90488" y="70485"/>
                    <a:pt x="79058" y="0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138" id="138"/>
            <p:cNvSpPr/>
            <p:nvPr/>
          </p:nvSpPr>
          <p:spPr>
            <a:xfrm>
              <a:off x="6926108" y="5095198"/>
              <a:ext cx="183356" cy="261937"/>
            </a:xfrm>
            <a:custGeom>
              <a:avLst/>
              <a:gdLst/>
              <a:ahLst/>
              <a:cxnLst/>
              <a:rect r="r" b="b" t="t" l="l"/>
              <a:pathLst>
                <a:path w="183356" h="261937" stroke="true" fill="norm" extrusionOk="true">
                  <a:moveTo>
                    <a:pt x="100727" y="261938"/>
                  </a:moveTo>
                  <a:cubicBezTo>
                    <a:pt x="99774" y="261938"/>
                    <a:pt x="98822" y="261938"/>
                    <a:pt x="98822" y="260985"/>
                  </a:cubicBezTo>
                  <a:cubicBezTo>
                    <a:pt x="57864" y="240030"/>
                    <a:pt x="23574" y="208598"/>
                    <a:pt x="714" y="169545"/>
                  </a:cubicBezTo>
                  <a:cubicBezTo>
                    <a:pt x="-238" y="168593"/>
                    <a:pt x="-238" y="166688"/>
                    <a:pt x="714" y="164783"/>
                  </a:cubicBezTo>
                  <a:lnTo>
                    <a:pt x="79772" y="2858"/>
                  </a:lnTo>
                  <a:cubicBezTo>
                    <a:pt x="80724" y="953"/>
                    <a:pt x="82629" y="0"/>
                    <a:pt x="84534" y="0"/>
                  </a:cubicBezTo>
                  <a:cubicBezTo>
                    <a:pt x="86439" y="0"/>
                    <a:pt x="88344" y="1905"/>
                    <a:pt x="88344" y="3810"/>
                  </a:cubicBezTo>
                  <a:cubicBezTo>
                    <a:pt x="98822" y="70485"/>
                    <a:pt x="178832" y="106680"/>
                    <a:pt x="179784" y="106680"/>
                  </a:cubicBezTo>
                  <a:cubicBezTo>
                    <a:pt x="180737" y="107633"/>
                    <a:pt x="181689" y="108585"/>
                    <a:pt x="182642" y="109538"/>
                  </a:cubicBezTo>
                  <a:cubicBezTo>
                    <a:pt x="183594" y="110490"/>
                    <a:pt x="183594" y="112395"/>
                    <a:pt x="182642" y="113348"/>
                  </a:cubicBezTo>
                  <a:lnTo>
                    <a:pt x="105489" y="259080"/>
                  </a:lnTo>
                  <a:cubicBezTo>
                    <a:pt x="104537" y="260985"/>
                    <a:pt x="102632" y="261938"/>
                    <a:pt x="100727" y="261938"/>
                  </a:cubicBezTo>
                  <a:close/>
                  <a:moveTo>
                    <a:pt x="10239" y="166688"/>
                  </a:moveTo>
                  <a:cubicBezTo>
                    <a:pt x="32147" y="201930"/>
                    <a:pt x="62627" y="230505"/>
                    <a:pt x="97869" y="250508"/>
                  </a:cubicBezTo>
                  <a:lnTo>
                    <a:pt x="170259" y="114300"/>
                  </a:lnTo>
                  <a:cubicBezTo>
                    <a:pt x="153114" y="105728"/>
                    <a:pt x="96917" y="74295"/>
                    <a:pt x="81677" y="20003"/>
                  </a:cubicBezTo>
                  <a:lnTo>
                    <a:pt x="10239" y="166688"/>
                  </a:lnTo>
                  <a:close/>
                </a:path>
              </a:pathLst>
            </a:custGeom>
            <a:solidFill>
              <a:srgbClr val="D1D3D4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139" id="139"/>
            <p:cNvSpPr/>
            <p:nvPr/>
          </p:nvSpPr>
          <p:spPr>
            <a:xfrm>
              <a:off x="8246035" y="5863866"/>
              <a:ext cx="229552" cy="200508"/>
            </a:xfrm>
            <a:custGeom>
              <a:avLst/>
              <a:gdLst/>
              <a:ahLst/>
              <a:cxnLst/>
              <a:rect r="r" b="b" t="t" l="l"/>
              <a:pathLst>
                <a:path w="229552" h="200508" stroke="true" fill="norm" extrusionOk="true">
                  <a:moveTo>
                    <a:pt x="160020" y="0"/>
                  </a:moveTo>
                  <a:cubicBezTo>
                    <a:pt x="160020" y="0"/>
                    <a:pt x="148590" y="28575"/>
                    <a:pt x="105728" y="53340"/>
                  </a:cubicBezTo>
                  <a:cubicBezTo>
                    <a:pt x="62865" y="77152"/>
                    <a:pt x="0" y="53340"/>
                    <a:pt x="0" y="53340"/>
                  </a:cubicBezTo>
                  <a:lnTo>
                    <a:pt x="16192" y="191452"/>
                  </a:lnTo>
                  <a:cubicBezTo>
                    <a:pt x="16192" y="191452"/>
                    <a:pt x="71438" y="217170"/>
                    <a:pt x="148590" y="181927"/>
                  </a:cubicBezTo>
                  <a:cubicBezTo>
                    <a:pt x="225742" y="146685"/>
                    <a:pt x="229553" y="110490"/>
                    <a:pt x="229553" y="110490"/>
                  </a:cubicBezTo>
                  <a:lnTo>
                    <a:pt x="160020" y="0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140" id="140"/>
            <p:cNvSpPr/>
            <p:nvPr/>
          </p:nvSpPr>
          <p:spPr>
            <a:xfrm>
              <a:off x="8241273" y="5858150"/>
              <a:ext cx="240029" cy="210502"/>
            </a:xfrm>
            <a:custGeom>
              <a:avLst/>
              <a:gdLst/>
              <a:ahLst/>
              <a:cxnLst/>
              <a:rect r="r" b="b" t="t" l="l"/>
              <a:pathLst>
                <a:path w="240029" h="210502" stroke="true" fill="norm" extrusionOk="true">
                  <a:moveTo>
                    <a:pt x="72390" y="210503"/>
                  </a:moveTo>
                  <a:cubicBezTo>
                    <a:pt x="54292" y="210503"/>
                    <a:pt x="36195" y="207645"/>
                    <a:pt x="19050" y="200978"/>
                  </a:cubicBezTo>
                  <a:cubicBezTo>
                    <a:pt x="17145" y="200025"/>
                    <a:pt x="16192" y="199073"/>
                    <a:pt x="16192" y="197167"/>
                  </a:cubicBezTo>
                  <a:lnTo>
                    <a:pt x="0" y="59055"/>
                  </a:lnTo>
                  <a:cubicBezTo>
                    <a:pt x="0" y="57150"/>
                    <a:pt x="953" y="56198"/>
                    <a:pt x="1905" y="54293"/>
                  </a:cubicBezTo>
                  <a:cubicBezTo>
                    <a:pt x="2858" y="53340"/>
                    <a:pt x="4763" y="53340"/>
                    <a:pt x="6667" y="53340"/>
                  </a:cubicBezTo>
                  <a:cubicBezTo>
                    <a:pt x="7620" y="53340"/>
                    <a:pt x="68580" y="76200"/>
                    <a:pt x="108585" y="53340"/>
                  </a:cubicBezTo>
                  <a:cubicBezTo>
                    <a:pt x="148590" y="30480"/>
                    <a:pt x="160972" y="2858"/>
                    <a:pt x="160972" y="2858"/>
                  </a:cubicBezTo>
                  <a:cubicBezTo>
                    <a:pt x="161925" y="953"/>
                    <a:pt x="162878" y="0"/>
                    <a:pt x="164783" y="0"/>
                  </a:cubicBezTo>
                  <a:cubicBezTo>
                    <a:pt x="166688" y="0"/>
                    <a:pt x="168592" y="953"/>
                    <a:pt x="169545" y="1905"/>
                  </a:cubicBezTo>
                  <a:lnTo>
                    <a:pt x="239078" y="112395"/>
                  </a:lnTo>
                  <a:cubicBezTo>
                    <a:pt x="240030" y="113348"/>
                    <a:pt x="240030" y="114300"/>
                    <a:pt x="240030" y="115253"/>
                  </a:cubicBezTo>
                  <a:cubicBezTo>
                    <a:pt x="240030" y="117158"/>
                    <a:pt x="235267" y="155258"/>
                    <a:pt x="156210" y="190500"/>
                  </a:cubicBezTo>
                  <a:cubicBezTo>
                    <a:pt x="129540" y="202883"/>
                    <a:pt x="100965" y="209550"/>
                    <a:pt x="72390" y="210503"/>
                  </a:cubicBezTo>
                  <a:close/>
                  <a:moveTo>
                    <a:pt x="25717" y="193358"/>
                  </a:moveTo>
                  <a:cubicBezTo>
                    <a:pt x="37147" y="197167"/>
                    <a:pt x="86678" y="212408"/>
                    <a:pt x="151447" y="182880"/>
                  </a:cubicBezTo>
                  <a:cubicBezTo>
                    <a:pt x="216217" y="153353"/>
                    <a:pt x="227647" y="123825"/>
                    <a:pt x="228600" y="117158"/>
                  </a:cubicBezTo>
                  <a:lnTo>
                    <a:pt x="164783" y="15240"/>
                  </a:lnTo>
                  <a:cubicBezTo>
                    <a:pt x="151447" y="35243"/>
                    <a:pt x="133350" y="51435"/>
                    <a:pt x="112395" y="62865"/>
                  </a:cubicBezTo>
                  <a:cubicBezTo>
                    <a:pt x="76200" y="82868"/>
                    <a:pt x="28575" y="71438"/>
                    <a:pt x="10478" y="65723"/>
                  </a:cubicBezTo>
                  <a:lnTo>
                    <a:pt x="25717" y="193358"/>
                  </a:lnTo>
                  <a:close/>
                </a:path>
              </a:pathLst>
            </a:custGeom>
            <a:solidFill>
              <a:srgbClr val="D1D3D4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141" id="141"/>
            <p:cNvSpPr/>
            <p:nvPr/>
          </p:nvSpPr>
          <p:spPr>
            <a:xfrm>
              <a:off x="8881352" y="5476198"/>
              <a:ext cx="204787" cy="108585"/>
            </a:xfrm>
            <a:custGeom>
              <a:avLst/>
              <a:gdLst/>
              <a:ahLst/>
              <a:cxnLst/>
              <a:rect r="r" b="b" t="t" l="l"/>
              <a:pathLst>
                <a:path w="204787" h="108585" stroke="true" fill="norm" extrusionOk="true">
                  <a:moveTo>
                    <a:pt x="70485" y="0"/>
                  </a:moveTo>
                  <a:cubicBezTo>
                    <a:pt x="35242" y="26670"/>
                    <a:pt x="10478" y="63818"/>
                    <a:pt x="0" y="106680"/>
                  </a:cubicBezTo>
                  <a:lnTo>
                    <a:pt x="204788" y="108585"/>
                  </a:lnTo>
                  <a:cubicBezTo>
                    <a:pt x="204788" y="107633"/>
                    <a:pt x="100013" y="0"/>
                    <a:pt x="70485" y="0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142" id="142"/>
            <p:cNvSpPr/>
            <p:nvPr/>
          </p:nvSpPr>
          <p:spPr>
            <a:xfrm>
              <a:off x="8876590" y="5471435"/>
              <a:ext cx="214788" cy="117157"/>
            </a:xfrm>
            <a:custGeom>
              <a:avLst/>
              <a:gdLst/>
              <a:ahLst/>
              <a:cxnLst/>
              <a:rect r="r" b="b" t="t" l="l"/>
              <a:pathLst>
                <a:path w="214788" h="117157" stroke="true" fill="norm" extrusionOk="true">
                  <a:moveTo>
                    <a:pt x="209550" y="117158"/>
                  </a:moveTo>
                  <a:lnTo>
                    <a:pt x="209550" y="117158"/>
                  </a:lnTo>
                  <a:lnTo>
                    <a:pt x="4763" y="115252"/>
                  </a:lnTo>
                  <a:cubicBezTo>
                    <a:pt x="2858" y="115252"/>
                    <a:pt x="1905" y="114300"/>
                    <a:pt x="953" y="113348"/>
                  </a:cubicBezTo>
                  <a:cubicBezTo>
                    <a:pt x="0" y="112395"/>
                    <a:pt x="0" y="110490"/>
                    <a:pt x="0" y="109538"/>
                  </a:cubicBezTo>
                  <a:cubicBezTo>
                    <a:pt x="10478" y="65723"/>
                    <a:pt x="36195" y="27623"/>
                    <a:pt x="72390" y="952"/>
                  </a:cubicBezTo>
                  <a:cubicBezTo>
                    <a:pt x="73342" y="0"/>
                    <a:pt x="74295" y="0"/>
                    <a:pt x="75248" y="0"/>
                  </a:cubicBezTo>
                  <a:cubicBezTo>
                    <a:pt x="105728" y="952"/>
                    <a:pt x="201930" y="98108"/>
                    <a:pt x="213360" y="109538"/>
                  </a:cubicBezTo>
                  <a:cubicBezTo>
                    <a:pt x="215265" y="111443"/>
                    <a:pt x="215265" y="114300"/>
                    <a:pt x="213360" y="116205"/>
                  </a:cubicBezTo>
                  <a:cubicBezTo>
                    <a:pt x="212408" y="117158"/>
                    <a:pt x="211455" y="117158"/>
                    <a:pt x="209550" y="117158"/>
                  </a:cubicBezTo>
                  <a:lnTo>
                    <a:pt x="209550" y="117158"/>
                  </a:lnTo>
                  <a:close/>
                  <a:moveTo>
                    <a:pt x="11430" y="105727"/>
                  </a:moveTo>
                  <a:lnTo>
                    <a:pt x="198120" y="107633"/>
                  </a:lnTo>
                  <a:cubicBezTo>
                    <a:pt x="157163" y="66675"/>
                    <a:pt x="97155" y="12383"/>
                    <a:pt x="77153" y="9525"/>
                  </a:cubicBezTo>
                  <a:cubicBezTo>
                    <a:pt x="45720" y="33338"/>
                    <a:pt x="21908" y="67627"/>
                    <a:pt x="11430" y="105727"/>
                  </a:cubicBezTo>
                  <a:close/>
                </a:path>
              </a:pathLst>
            </a:custGeom>
            <a:solidFill>
              <a:srgbClr val="D1D3D4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143" id="143"/>
            <p:cNvSpPr/>
            <p:nvPr/>
          </p:nvSpPr>
          <p:spPr>
            <a:xfrm>
              <a:off x="8951838" y="5445718"/>
              <a:ext cx="259279" cy="228600"/>
            </a:xfrm>
            <a:custGeom>
              <a:avLst/>
              <a:gdLst/>
              <a:ahLst/>
              <a:cxnLst/>
              <a:rect r="r" b="b" t="t" l="l"/>
              <a:pathLst>
                <a:path w="259279" h="228600" stroke="true" fill="norm" extrusionOk="true">
                  <a:moveTo>
                    <a:pt x="250507" y="164782"/>
                  </a:moveTo>
                  <a:cubicBezTo>
                    <a:pt x="250507" y="164782"/>
                    <a:pt x="298132" y="74295"/>
                    <a:pt x="171450" y="0"/>
                  </a:cubicBezTo>
                  <a:lnTo>
                    <a:pt x="0" y="29527"/>
                  </a:lnTo>
                  <a:cubicBezTo>
                    <a:pt x="0" y="29527"/>
                    <a:pt x="160020" y="76200"/>
                    <a:pt x="63817" y="228600"/>
                  </a:cubicBezTo>
                  <a:lnTo>
                    <a:pt x="250507" y="164782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144" id="144"/>
            <p:cNvSpPr/>
            <p:nvPr/>
          </p:nvSpPr>
          <p:spPr>
            <a:xfrm>
              <a:off x="8946123" y="5440956"/>
              <a:ext cx="269676" cy="239077"/>
            </a:xfrm>
            <a:custGeom>
              <a:avLst/>
              <a:gdLst/>
              <a:ahLst/>
              <a:cxnLst/>
              <a:rect r="r" b="b" t="t" l="l"/>
              <a:pathLst>
                <a:path w="269676" h="239077" stroke="true" fill="norm" extrusionOk="true">
                  <a:moveTo>
                    <a:pt x="69533" y="239077"/>
                  </a:moveTo>
                  <a:cubicBezTo>
                    <a:pt x="67628" y="239077"/>
                    <a:pt x="66675" y="238125"/>
                    <a:pt x="65722" y="237173"/>
                  </a:cubicBezTo>
                  <a:cubicBezTo>
                    <a:pt x="64770" y="235267"/>
                    <a:pt x="64770" y="233363"/>
                    <a:pt x="65722" y="231457"/>
                  </a:cubicBezTo>
                  <a:cubicBezTo>
                    <a:pt x="94297" y="185738"/>
                    <a:pt x="102870" y="145732"/>
                    <a:pt x="90488" y="111442"/>
                  </a:cubicBezTo>
                  <a:cubicBezTo>
                    <a:pt x="70485" y="59055"/>
                    <a:pt x="5715" y="39052"/>
                    <a:pt x="4763" y="39052"/>
                  </a:cubicBezTo>
                  <a:cubicBezTo>
                    <a:pt x="1905" y="39052"/>
                    <a:pt x="0" y="36195"/>
                    <a:pt x="0" y="34290"/>
                  </a:cubicBezTo>
                  <a:cubicBezTo>
                    <a:pt x="0" y="32385"/>
                    <a:pt x="2858" y="29527"/>
                    <a:pt x="4763" y="29527"/>
                  </a:cubicBezTo>
                  <a:lnTo>
                    <a:pt x="176213" y="0"/>
                  </a:lnTo>
                  <a:cubicBezTo>
                    <a:pt x="177165" y="0"/>
                    <a:pt x="178117" y="0"/>
                    <a:pt x="179070" y="952"/>
                  </a:cubicBezTo>
                  <a:cubicBezTo>
                    <a:pt x="246697" y="40005"/>
                    <a:pt x="264795" y="83820"/>
                    <a:pt x="268605" y="114300"/>
                  </a:cubicBezTo>
                  <a:cubicBezTo>
                    <a:pt x="271463" y="134302"/>
                    <a:pt x="268605" y="153352"/>
                    <a:pt x="260032" y="171450"/>
                  </a:cubicBezTo>
                  <a:cubicBezTo>
                    <a:pt x="259080" y="172402"/>
                    <a:pt x="258128" y="173355"/>
                    <a:pt x="257175" y="173355"/>
                  </a:cubicBezTo>
                  <a:lnTo>
                    <a:pt x="70485" y="238125"/>
                  </a:lnTo>
                  <a:cubicBezTo>
                    <a:pt x="71438" y="239077"/>
                    <a:pt x="70485" y="239077"/>
                    <a:pt x="69533" y="239077"/>
                  </a:cubicBezTo>
                  <a:close/>
                  <a:moveTo>
                    <a:pt x="23813" y="36195"/>
                  </a:moveTo>
                  <a:cubicBezTo>
                    <a:pt x="45720" y="45720"/>
                    <a:pt x="83820" y="67627"/>
                    <a:pt x="99060" y="108585"/>
                  </a:cubicBezTo>
                  <a:cubicBezTo>
                    <a:pt x="111442" y="142875"/>
                    <a:pt x="105728" y="181927"/>
                    <a:pt x="80963" y="225742"/>
                  </a:cubicBezTo>
                  <a:lnTo>
                    <a:pt x="252413" y="165735"/>
                  </a:lnTo>
                  <a:cubicBezTo>
                    <a:pt x="258128" y="153352"/>
                    <a:pt x="287655" y="76200"/>
                    <a:pt x="176213" y="10477"/>
                  </a:cubicBezTo>
                  <a:lnTo>
                    <a:pt x="23813" y="36195"/>
                  </a:lnTo>
                  <a:close/>
                  <a:moveTo>
                    <a:pt x="256222" y="168592"/>
                  </a:moveTo>
                  <a:lnTo>
                    <a:pt x="256222" y="168592"/>
                  </a:lnTo>
                  <a:close/>
                </a:path>
              </a:pathLst>
            </a:custGeom>
            <a:solidFill>
              <a:srgbClr val="D1D3D4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145" id="145"/>
            <p:cNvSpPr/>
            <p:nvPr/>
          </p:nvSpPr>
          <p:spPr>
            <a:xfrm>
              <a:off x="7270675" y="5423810"/>
              <a:ext cx="192405" cy="139105"/>
            </a:xfrm>
            <a:custGeom>
              <a:avLst/>
              <a:gdLst/>
              <a:ahLst/>
              <a:cxnLst/>
              <a:rect r="r" b="b" t="t" l="l"/>
              <a:pathLst>
                <a:path w="192405" h="139105" stroke="true" fill="norm" extrusionOk="true">
                  <a:moveTo>
                    <a:pt x="192405" y="51435"/>
                  </a:moveTo>
                  <a:cubicBezTo>
                    <a:pt x="164783" y="32385"/>
                    <a:pt x="131445" y="22860"/>
                    <a:pt x="97155" y="24765"/>
                  </a:cubicBezTo>
                  <a:cubicBezTo>
                    <a:pt x="42863" y="29527"/>
                    <a:pt x="25718" y="0"/>
                    <a:pt x="25718" y="0"/>
                  </a:cubicBezTo>
                  <a:lnTo>
                    <a:pt x="0" y="101918"/>
                  </a:lnTo>
                  <a:cubicBezTo>
                    <a:pt x="0" y="101918"/>
                    <a:pt x="28575" y="138113"/>
                    <a:pt x="55245" y="139065"/>
                  </a:cubicBezTo>
                  <a:cubicBezTo>
                    <a:pt x="80963" y="140018"/>
                    <a:pt x="101918" y="123825"/>
                    <a:pt x="142875" y="139065"/>
                  </a:cubicBezTo>
                  <a:lnTo>
                    <a:pt x="192405" y="51435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146" id="146"/>
            <p:cNvSpPr/>
            <p:nvPr/>
          </p:nvSpPr>
          <p:spPr>
            <a:xfrm>
              <a:off x="7266865" y="5420000"/>
              <a:ext cx="202015" cy="148590"/>
            </a:xfrm>
            <a:custGeom>
              <a:avLst/>
              <a:gdLst/>
              <a:ahLst/>
              <a:cxnLst/>
              <a:rect r="r" b="b" t="t" l="l"/>
              <a:pathLst>
                <a:path w="202015" h="148590" stroke="true" fill="norm" extrusionOk="true">
                  <a:moveTo>
                    <a:pt x="60960" y="148590"/>
                  </a:moveTo>
                  <a:lnTo>
                    <a:pt x="59055" y="148590"/>
                  </a:lnTo>
                  <a:cubicBezTo>
                    <a:pt x="31432" y="147638"/>
                    <a:pt x="1905" y="111443"/>
                    <a:pt x="952" y="109538"/>
                  </a:cubicBezTo>
                  <a:cubicBezTo>
                    <a:pt x="0" y="108585"/>
                    <a:pt x="0" y="106680"/>
                    <a:pt x="0" y="105728"/>
                  </a:cubicBezTo>
                  <a:lnTo>
                    <a:pt x="25718" y="3810"/>
                  </a:lnTo>
                  <a:cubicBezTo>
                    <a:pt x="25718" y="1905"/>
                    <a:pt x="27622" y="0"/>
                    <a:pt x="29527" y="0"/>
                  </a:cubicBezTo>
                  <a:cubicBezTo>
                    <a:pt x="31432" y="0"/>
                    <a:pt x="33338" y="953"/>
                    <a:pt x="34290" y="1905"/>
                  </a:cubicBezTo>
                  <a:cubicBezTo>
                    <a:pt x="35243" y="2858"/>
                    <a:pt x="51435" y="28575"/>
                    <a:pt x="100965" y="23813"/>
                  </a:cubicBezTo>
                  <a:cubicBezTo>
                    <a:pt x="136208" y="20955"/>
                    <a:pt x="170497" y="31433"/>
                    <a:pt x="200025" y="51435"/>
                  </a:cubicBezTo>
                  <a:cubicBezTo>
                    <a:pt x="201930" y="53340"/>
                    <a:pt x="202883" y="55245"/>
                    <a:pt x="200978" y="58103"/>
                  </a:cubicBezTo>
                  <a:lnTo>
                    <a:pt x="151447" y="145733"/>
                  </a:lnTo>
                  <a:cubicBezTo>
                    <a:pt x="150495" y="147638"/>
                    <a:pt x="147637" y="148590"/>
                    <a:pt x="145733" y="147638"/>
                  </a:cubicBezTo>
                  <a:cubicBezTo>
                    <a:pt x="126682" y="140018"/>
                    <a:pt x="104775" y="139065"/>
                    <a:pt x="85725" y="144780"/>
                  </a:cubicBezTo>
                  <a:cubicBezTo>
                    <a:pt x="77153" y="146685"/>
                    <a:pt x="68580" y="147638"/>
                    <a:pt x="60960" y="148590"/>
                  </a:cubicBezTo>
                  <a:close/>
                  <a:moveTo>
                    <a:pt x="9525" y="105728"/>
                  </a:moveTo>
                  <a:cubicBezTo>
                    <a:pt x="15240" y="112395"/>
                    <a:pt x="39052" y="138113"/>
                    <a:pt x="59055" y="139065"/>
                  </a:cubicBezTo>
                  <a:cubicBezTo>
                    <a:pt x="66675" y="139065"/>
                    <a:pt x="75247" y="138113"/>
                    <a:pt x="82868" y="136208"/>
                  </a:cubicBezTo>
                  <a:cubicBezTo>
                    <a:pt x="102870" y="130493"/>
                    <a:pt x="124778" y="131445"/>
                    <a:pt x="144780" y="138113"/>
                  </a:cubicBezTo>
                  <a:lnTo>
                    <a:pt x="190500" y="57150"/>
                  </a:lnTo>
                  <a:cubicBezTo>
                    <a:pt x="163830" y="40005"/>
                    <a:pt x="133350" y="32385"/>
                    <a:pt x="101918" y="34290"/>
                  </a:cubicBezTo>
                  <a:cubicBezTo>
                    <a:pt x="62865" y="37148"/>
                    <a:pt x="41910" y="24765"/>
                    <a:pt x="32385" y="15240"/>
                  </a:cubicBezTo>
                  <a:lnTo>
                    <a:pt x="9525" y="105728"/>
                  </a:lnTo>
                  <a:close/>
                </a:path>
              </a:pathLst>
            </a:custGeom>
            <a:solidFill>
              <a:srgbClr val="D1D3D4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</p:grpSp>
      <p:grpSp>
        <p:nvGrpSpPr>
          <p:cNvPr name="Group 147" id="147"/>
          <p:cNvGrpSpPr/>
          <p:nvPr/>
        </p:nvGrpSpPr>
        <p:grpSpPr>
          <a:xfrm>
            <a:off x="1548317" y="2361443"/>
            <a:ext cx="1869066" cy="1525607"/>
            <a:chOff x="4321950" y="5030105"/>
            <a:chExt cx="2872993" cy="2345054"/>
          </a:xfrm>
        </p:grpSpPr>
        <p:sp>
          <p:nvSpPr>
            <p:cNvPr name="Freeform 148" id="148"/>
            <p:cNvSpPr/>
            <p:nvPr/>
          </p:nvSpPr>
          <p:spPr>
            <a:xfrm>
              <a:off x="4341958" y="7069407"/>
              <a:ext cx="2852985" cy="10725"/>
            </a:xfrm>
            <a:custGeom>
              <a:avLst/>
              <a:gdLst/>
              <a:ahLst/>
              <a:cxnLst/>
              <a:rect r="r" b="b" t="t" l="l"/>
              <a:pathLst>
                <a:path w="2852985" h="10725" stroke="true" fill="norm" extrusionOk="true">
                  <a:moveTo>
                    <a:pt x="2848223" y="10477"/>
                  </a:moveTo>
                  <a:lnTo>
                    <a:pt x="6915" y="10477"/>
                  </a:lnTo>
                  <a:cubicBezTo>
                    <a:pt x="4058" y="11430"/>
                    <a:pt x="1200" y="9525"/>
                    <a:pt x="248" y="6667"/>
                  </a:cubicBezTo>
                  <a:cubicBezTo>
                    <a:pt x="-705" y="3810"/>
                    <a:pt x="1200" y="952"/>
                    <a:pt x="4058" y="0"/>
                  </a:cubicBezTo>
                  <a:cubicBezTo>
                    <a:pt x="5010" y="0"/>
                    <a:pt x="5963" y="0"/>
                    <a:pt x="6915" y="0"/>
                  </a:cubicBezTo>
                  <a:lnTo>
                    <a:pt x="2849176" y="0"/>
                  </a:lnTo>
                  <a:cubicBezTo>
                    <a:pt x="2852033" y="952"/>
                    <a:pt x="2852985" y="3810"/>
                    <a:pt x="2852985" y="6667"/>
                  </a:cubicBezTo>
                  <a:cubicBezTo>
                    <a:pt x="2852033" y="8572"/>
                    <a:pt x="2851080" y="9525"/>
                    <a:pt x="2848223" y="10477"/>
                  </a:cubicBezTo>
                  <a:lnTo>
                    <a:pt x="2848223" y="10477"/>
                  </a:lnTo>
                  <a:close/>
                </a:path>
              </a:pathLst>
            </a:custGeom>
            <a:solidFill>
              <a:srgbClr val="D1D3D4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149" id="149"/>
            <p:cNvSpPr/>
            <p:nvPr/>
          </p:nvSpPr>
          <p:spPr>
            <a:xfrm>
              <a:off x="4514609" y="5104400"/>
              <a:ext cx="2510790" cy="1466850"/>
            </a:xfrm>
            <a:custGeom>
              <a:avLst/>
              <a:gdLst/>
              <a:ahLst/>
              <a:cxnLst/>
              <a:rect r="r" b="b" t="t" l="l"/>
              <a:pathLst>
                <a:path w="2510790" h="1466850" stroke="true" fill="norm" extrusionOk="true">
                  <a:moveTo>
                    <a:pt x="0" y="0"/>
                  </a:moveTo>
                  <a:lnTo>
                    <a:pt x="2510790" y="0"/>
                  </a:lnTo>
                  <a:lnTo>
                    <a:pt x="2510790" y="1466850"/>
                  </a:lnTo>
                  <a:lnTo>
                    <a:pt x="0" y="1466850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150" id="150"/>
            <p:cNvSpPr/>
            <p:nvPr/>
          </p:nvSpPr>
          <p:spPr>
            <a:xfrm>
              <a:off x="4509846" y="5099637"/>
              <a:ext cx="2520314" cy="1476375"/>
            </a:xfrm>
            <a:custGeom>
              <a:avLst/>
              <a:gdLst/>
              <a:ahLst/>
              <a:cxnLst/>
              <a:rect r="r" b="b" t="t" l="l"/>
              <a:pathLst>
                <a:path w="2520314" h="1476375" stroke="true" fill="norm" extrusionOk="true">
                  <a:moveTo>
                    <a:pt x="2515553" y="1476375"/>
                  </a:moveTo>
                  <a:lnTo>
                    <a:pt x="4763" y="1476375"/>
                  </a:lnTo>
                  <a:cubicBezTo>
                    <a:pt x="1905" y="1476375"/>
                    <a:pt x="0" y="1474470"/>
                    <a:pt x="0" y="1471613"/>
                  </a:cubicBezTo>
                  <a:lnTo>
                    <a:pt x="0" y="1471613"/>
                  </a:lnTo>
                  <a:lnTo>
                    <a:pt x="0" y="4763"/>
                  </a:lnTo>
                  <a:cubicBezTo>
                    <a:pt x="0" y="1905"/>
                    <a:pt x="1905" y="0"/>
                    <a:pt x="4763" y="0"/>
                  </a:cubicBezTo>
                  <a:lnTo>
                    <a:pt x="2515553" y="0"/>
                  </a:lnTo>
                  <a:cubicBezTo>
                    <a:pt x="2518410" y="0"/>
                    <a:pt x="2520315" y="1905"/>
                    <a:pt x="2520315" y="4763"/>
                  </a:cubicBezTo>
                  <a:cubicBezTo>
                    <a:pt x="2520315" y="4763"/>
                    <a:pt x="2520315" y="4763"/>
                    <a:pt x="2520315" y="4763"/>
                  </a:cubicBezTo>
                  <a:lnTo>
                    <a:pt x="2520315" y="1471613"/>
                  </a:lnTo>
                  <a:cubicBezTo>
                    <a:pt x="2520315" y="1474470"/>
                    <a:pt x="2518410" y="1476375"/>
                    <a:pt x="2515553" y="1476375"/>
                  </a:cubicBezTo>
                  <a:close/>
                  <a:moveTo>
                    <a:pt x="9525" y="1466850"/>
                  </a:moveTo>
                  <a:lnTo>
                    <a:pt x="2509838" y="1466850"/>
                  </a:lnTo>
                  <a:lnTo>
                    <a:pt x="2509838" y="10477"/>
                  </a:lnTo>
                  <a:lnTo>
                    <a:pt x="9525" y="10477"/>
                  </a:lnTo>
                  <a:lnTo>
                    <a:pt x="9525" y="1466850"/>
                  </a:lnTo>
                  <a:close/>
                </a:path>
              </a:pathLst>
            </a:custGeom>
            <a:solidFill>
              <a:srgbClr val="D1D3D4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151" id="151"/>
            <p:cNvSpPr/>
            <p:nvPr/>
          </p:nvSpPr>
          <p:spPr>
            <a:xfrm>
              <a:off x="4514609" y="5034867"/>
              <a:ext cx="2510790" cy="69532"/>
            </a:xfrm>
            <a:custGeom>
              <a:avLst/>
              <a:gdLst/>
              <a:ahLst/>
              <a:cxnLst/>
              <a:rect r="r" b="b" t="t" l="l"/>
              <a:pathLst>
                <a:path w="2510790" h="69532" stroke="true" fill="norm" extrusionOk="true">
                  <a:moveTo>
                    <a:pt x="0" y="0"/>
                  </a:moveTo>
                  <a:lnTo>
                    <a:pt x="2510790" y="0"/>
                  </a:lnTo>
                  <a:lnTo>
                    <a:pt x="2510790" y="69533"/>
                  </a:lnTo>
                  <a:lnTo>
                    <a:pt x="0" y="69533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152" id="152"/>
            <p:cNvSpPr/>
            <p:nvPr/>
          </p:nvSpPr>
          <p:spPr>
            <a:xfrm>
              <a:off x="4509846" y="5030105"/>
              <a:ext cx="2520314" cy="80009"/>
            </a:xfrm>
            <a:custGeom>
              <a:avLst/>
              <a:gdLst/>
              <a:ahLst/>
              <a:cxnLst/>
              <a:rect r="r" b="b" t="t" l="l"/>
              <a:pathLst>
                <a:path w="2520314" h="80009" stroke="true" fill="norm" extrusionOk="true">
                  <a:moveTo>
                    <a:pt x="2515553" y="80010"/>
                  </a:moveTo>
                  <a:lnTo>
                    <a:pt x="4763" y="80010"/>
                  </a:lnTo>
                  <a:cubicBezTo>
                    <a:pt x="1905" y="80010"/>
                    <a:pt x="0" y="78105"/>
                    <a:pt x="0" y="75248"/>
                  </a:cubicBezTo>
                  <a:lnTo>
                    <a:pt x="0" y="4763"/>
                  </a:lnTo>
                  <a:cubicBezTo>
                    <a:pt x="0" y="1905"/>
                    <a:pt x="1905" y="0"/>
                    <a:pt x="4763" y="0"/>
                  </a:cubicBezTo>
                  <a:lnTo>
                    <a:pt x="2515553" y="0"/>
                  </a:lnTo>
                  <a:cubicBezTo>
                    <a:pt x="2518410" y="0"/>
                    <a:pt x="2520315" y="1905"/>
                    <a:pt x="2520315" y="4763"/>
                  </a:cubicBezTo>
                  <a:cubicBezTo>
                    <a:pt x="2520315" y="4763"/>
                    <a:pt x="2520315" y="4763"/>
                    <a:pt x="2520315" y="4763"/>
                  </a:cubicBezTo>
                  <a:lnTo>
                    <a:pt x="2520315" y="74295"/>
                  </a:lnTo>
                  <a:cubicBezTo>
                    <a:pt x="2520315" y="77153"/>
                    <a:pt x="2518410" y="80010"/>
                    <a:pt x="2515553" y="80010"/>
                  </a:cubicBezTo>
                  <a:close/>
                  <a:moveTo>
                    <a:pt x="9525" y="69533"/>
                  </a:moveTo>
                  <a:lnTo>
                    <a:pt x="2509838" y="69533"/>
                  </a:lnTo>
                  <a:lnTo>
                    <a:pt x="2509838" y="9525"/>
                  </a:lnTo>
                  <a:lnTo>
                    <a:pt x="9525" y="9525"/>
                  </a:lnTo>
                  <a:lnTo>
                    <a:pt x="9525" y="69533"/>
                  </a:lnTo>
                  <a:close/>
                </a:path>
              </a:pathLst>
            </a:custGeom>
            <a:solidFill>
              <a:srgbClr val="D1D3D4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153" id="153"/>
            <p:cNvSpPr/>
            <p:nvPr/>
          </p:nvSpPr>
          <p:spPr>
            <a:xfrm>
              <a:off x="5714759" y="6026420"/>
              <a:ext cx="136207" cy="438150"/>
            </a:xfrm>
            <a:custGeom>
              <a:avLst/>
              <a:gdLst/>
              <a:ahLst/>
              <a:cxnLst/>
              <a:rect r="r" b="b" t="t" l="l"/>
              <a:pathLst>
                <a:path w="136207" h="438150" stroke="true" fill="norm" extrusionOk="true">
                  <a:moveTo>
                    <a:pt x="0" y="0"/>
                  </a:moveTo>
                  <a:lnTo>
                    <a:pt x="136208" y="0"/>
                  </a:lnTo>
                  <a:lnTo>
                    <a:pt x="136208" y="438150"/>
                  </a:lnTo>
                  <a:lnTo>
                    <a:pt x="0" y="438150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154" id="154"/>
            <p:cNvSpPr/>
            <p:nvPr/>
          </p:nvSpPr>
          <p:spPr>
            <a:xfrm>
              <a:off x="5710949" y="6021657"/>
              <a:ext cx="145732" cy="447675"/>
            </a:xfrm>
            <a:custGeom>
              <a:avLst/>
              <a:gdLst/>
              <a:ahLst/>
              <a:cxnLst/>
              <a:rect r="r" b="b" t="t" l="l"/>
              <a:pathLst>
                <a:path w="145732" h="447675" stroke="true" fill="norm" extrusionOk="true">
                  <a:moveTo>
                    <a:pt x="140970" y="447675"/>
                  </a:moveTo>
                  <a:lnTo>
                    <a:pt x="4763" y="447675"/>
                  </a:lnTo>
                  <a:cubicBezTo>
                    <a:pt x="1905" y="447675"/>
                    <a:pt x="0" y="445770"/>
                    <a:pt x="0" y="442913"/>
                  </a:cubicBezTo>
                  <a:cubicBezTo>
                    <a:pt x="0" y="442913"/>
                    <a:pt x="0" y="442913"/>
                    <a:pt x="0" y="442913"/>
                  </a:cubicBezTo>
                  <a:lnTo>
                    <a:pt x="0" y="4763"/>
                  </a:lnTo>
                  <a:cubicBezTo>
                    <a:pt x="0" y="1905"/>
                    <a:pt x="1905" y="0"/>
                    <a:pt x="4763" y="0"/>
                  </a:cubicBezTo>
                  <a:cubicBezTo>
                    <a:pt x="4763" y="0"/>
                    <a:pt x="4763" y="0"/>
                    <a:pt x="4763" y="0"/>
                  </a:cubicBezTo>
                  <a:lnTo>
                    <a:pt x="140970" y="0"/>
                  </a:lnTo>
                  <a:cubicBezTo>
                    <a:pt x="143827" y="0"/>
                    <a:pt x="145733" y="1905"/>
                    <a:pt x="145733" y="4763"/>
                  </a:cubicBezTo>
                  <a:cubicBezTo>
                    <a:pt x="145733" y="4763"/>
                    <a:pt x="145733" y="4763"/>
                    <a:pt x="145733" y="4763"/>
                  </a:cubicBezTo>
                  <a:lnTo>
                    <a:pt x="145733" y="442913"/>
                  </a:lnTo>
                  <a:cubicBezTo>
                    <a:pt x="145733" y="445770"/>
                    <a:pt x="143827" y="447675"/>
                    <a:pt x="140970" y="447675"/>
                  </a:cubicBezTo>
                  <a:cubicBezTo>
                    <a:pt x="140970" y="447675"/>
                    <a:pt x="140970" y="447675"/>
                    <a:pt x="140970" y="447675"/>
                  </a:cubicBezTo>
                  <a:close/>
                  <a:moveTo>
                    <a:pt x="9525" y="438150"/>
                  </a:moveTo>
                  <a:lnTo>
                    <a:pt x="135255" y="438150"/>
                  </a:lnTo>
                  <a:lnTo>
                    <a:pt x="135255" y="9525"/>
                  </a:lnTo>
                  <a:lnTo>
                    <a:pt x="8572" y="9525"/>
                  </a:lnTo>
                  <a:lnTo>
                    <a:pt x="9525" y="438150"/>
                  </a:lnTo>
                  <a:close/>
                </a:path>
              </a:pathLst>
            </a:custGeom>
            <a:solidFill>
              <a:srgbClr val="D1D3D4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155" id="155"/>
            <p:cNvSpPr/>
            <p:nvPr/>
          </p:nvSpPr>
          <p:spPr>
            <a:xfrm>
              <a:off x="5193741" y="6254067"/>
              <a:ext cx="1210627" cy="319087"/>
            </a:xfrm>
            <a:custGeom>
              <a:avLst/>
              <a:gdLst/>
              <a:ahLst/>
              <a:cxnLst/>
              <a:rect r="r" b="b" t="t" l="l"/>
              <a:pathLst>
                <a:path w="1210627" h="319087" stroke="true" fill="norm" extrusionOk="true">
                  <a:moveTo>
                    <a:pt x="0" y="317183"/>
                  </a:moveTo>
                  <a:cubicBezTo>
                    <a:pt x="0" y="317183"/>
                    <a:pt x="29527" y="150495"/>
                    <a:pt x="141923" y="105728"/>
                  </a:cubicBezTo>
                  <a:cubicBezTo>
                    <a:pt x="254317" y="60960"/>
                    <a:pt x="315278" y="154305"/>
                    <a:pt x="315278" y="154305"/>
                  </a:cubicBezTo>
                  <a:cubicBezTo>
                    <a:pt x="315278" y="154305"/>
                    <a:pt x="343853" y="0"/>
                    <a:pt x="522922" y="0"/>
                  </a:cubicBezTo>
                  <a:cubicBezTo>
                    <a:pt x="701993" y="0"/>
                    <a:pt x="742950" y="121920"/>
                    <a:pt x="742950" y="121920"/>
                  </a:cubicBezTo>
                  <a:cubicBezTo>
                    <a:pt x="742950" y="121920"/>
                    <a:pt x="779145" y="48578"/>
                    <a:pt x="860108" y="53340"/>
                  </a:cubicBezTo>
                  <a:cubicBezTo>
                    <a:pt x="941070" y="58103"/>
                    <a:pt x="952500" y="160020"/>
                    <a:pt x="952500" y="160020"/>
                  </a:cubicBezTo>
                  <a:cubicBezTo>
                    <a:pt x="1000125" y="139065"/>
                    <a:pt x="1054418" y="139065"/>
                    <a:pt x="1101090" y="160020"/>
                  </a:cubicBezTo>
                  <a:cubicBezTo>
                    <a:pt x="1178243" y="196215"/>
                    <a:pt x="1210628" y="319088"/>
                    <a:pt x="1210628" y="319088"/>
                  </a:cubicBezTo>
                  <a:lnTo>
                    <a:pt x="0" y="317183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156" id="156"/>
            <p:cNvSpPr/>
            <p:nvPr/>
          </p:nvSpPr>
          <p:spPr>
            <a:xfrm>
              <a:off x="5188979" y="6248352"/>
              <a:ext cx="1220152" cy="327660"/>
            </a:xfrm>
            <a:custGeom>
              <a:avLst/>
              <a:gdLst/>
              <a:ahLst/>
              <a:cxnLst/>
              <a:rect r="r" b="b" t="t" l="l"/>
              <a:pathLst>
                <a:path w="1220152" h="327660" stroke="true" fill="norm" extrusionOk="true">
                  <a:moveTo>
                    <a:pt x="1216343" y="327660"/>
                  </a:moveTo>
                  <a:lnTo>
                    <a:pt x="4763" y="327660"/>
                  </a:lnTo>
                  <a:cubicBezTo>
                    <a:pt x="2858" y="327660"/>
                    <a:pt x="1905" y="326707"/>
                    <a:pt x="952" y="325755"/>
                  </a:cubicBezTo>
                  <a:cubicBezTo>
                    <a:pt x="0" y="324803"/>
                    <a:pt x="0" y="322898"/>
                    <a:pt x="0" y="321945"/>
                  </a:cubicBezTo>
                  <a:cubicBezTo>
                    <a:pt x="952" y="315278"/>
                    <a:pt x="31433" y="152400"/>
                    <a:pt x="144780" y="106680"/>
                  </a:cubicBezTo>
                  <a:cubicBezTo>
                    <a:pt x="204788" y="79057"/>
                    <a:pt x="276225" y="96202"/>
                    <a:pt x="318135" y="148590"/>
                  </a:cubicBezTo>
                  <a:cubicBezTo>
                    <a:pt x="328613" y="113348"/>
                    <a:pt x="374333" y="0"/>
                    <a:pt x="527685" y="0"/>
                  </a:cubicBezTo>
                  <a:cubicBezTo>
                    <a:pt x="678180" y="0"/>
                    <a:pt x="733425" y="86677"/>
                    <a:pt x="747713" y="116205"/>
                  </a:cubicBezTo>
                  <a:cubicBezTo>
                    <a:pt x="761047" y="96202"/>
                    <a:pt x="799147" y="49530"/>
                    <a:pt x="864870" y="53340"/>
                  </a:cubicBezTo>
                  <a:cubicBezTo>
                    <a:pt x="936308" y="58102"/>
                    <a:pt x="956310" y="134302"/>
                    <a:pt x="961072" y="157162"/>
                  </a:cubicBezTo>
                  <a:cubicBezTo>
                    <a:pt x="1008697" y="138112"/>
                    <a:pt x="1062038" y="139065"/>
                    <a:pt x="1107758" y="160020"/>
                  </a:cubicBezTo>
                  <a:cubicBezTo>
                    <a:pt x="1186815" y="196215"/>
                    <a:pt x="1219200" y="317182"/>
                    <a:pt x="1220153" y="322898"/>
                  </a:cubicBezTo>
                  <a:cubicBezTo>
                    <a:pt x="1220153" y="324803"/>
                    <a:pt x="1220153" y="325755"/>
                    <a:pt x="1219200" y="326707"/>
                  </a:cubicBezTo>
                  <a:cubicBezTo>
                    <a:pt x="1220153" y="327660"/>
                    <a:pt x="1218248" y="327660"/>
                    <a:pt x="1216343" y="327660"/>
                  </a:cubicBezTo>
                  <a:close/>
                  <a:moveTo>
                    <a:pt x="11430" y="318135"/>
                  </a:moveTo>
                  <a:lnTo>
                    <a:pt x="1209675" y="318135"/>
                  </a:lnTo>
                  <a:cubicBezTo>
                    <a:pt x="1202055" y="293370"/>
                    <a:pt x="1168718" y="198120"/>
                    <a:pt x="1103948" y="168593"/>
                  </a:cubicBezTo>
                  <a:cubicBezTo>
                    <a:pt x="1057275" y="148590"/>
                    <a:pt x="1004888" y="148590"/>
                    <a:pt x="959168" y="168593"/>
                  </a:cubicBezTo>
                  <a:cubicBezTo>
                    <a:pt x="958215" y="169545"/>
                    <a:pt x="956310" y="169545"/>
                    <a:pt x="954405" y="168593"/>
                  </a:cubicBezTo>
                  <a:cubicBezTo>
                    <a:pt x="953453" y="167640"/>
                    <a:pt x="951547" y="166687"/>
                    <a:pt x="951547" y="164782"/>
                  </a:cubicBezTo>
                  <a:cubicBezTo>
                    <a:pt x="951547" y="163830"/>
                    <a:pt x="939165" y="67627"/>
                    <a:pt x="862965" y="62865"/>
                  </a:cubicBezTo>
                  <a:cubicBezTo>
                    <a:pt x="787718" y="58102"/>
                    <a:pt x="750570" y="127635"/>
                    <a:pt x="750570" y="128587"/>
                  </a:cubicBezTo>
                  <a:cubicBezTo>
                    <a:pt x="749618" y="130493"/>
                    <a:pt x="747713" y="131445"/>
                    <a:pt x="745808" y="131445"/>
                  </a:cubicBezTo>
                  <a:cubicBezTo>
                    <a:pt x="743903" y="131445"/>
                    <a:pt x="741997" y="130493"/>
                    <a:pt x="741045" y="128587"/>
                  </a:cubicBezTo>
                  <a:cubicBezTo>
                    <a:pt x="740093" y="127635"/>
                    <a:pt x="698183" y="10477"/>
                    <a:pt x="525780" y="10477"/>
                  </a:cubicBezTo>
                  <a:cubicBezTo>
                    <a:pt x="453390" y="10477"/>
                    <a:pt x="398145" y="35243"/>
                    <a:pt x="359092" y="85725"/>
                  </a:cubicBezTo>
                  <a:cubicBezTo>
                    <a:pt x="341948" y="107632"/>
                    <a:pt x="329565" y="133350"/>
                    <a:pt x="322898" y="160973"/>
                  </a:cubicBezTo>
                  <a:cubicBezTo>
                    <a:pt x="322898" y="162877"/>
                    <a:pt x="320992" y="164782"/>
                    <a:pt x="319088" y="164782"/>
                  </a:cubicBezTo>
                  <a:cubicBezTo>
                    <a:pt x="317183" y="164782"/>
                    <a:pt x="315278" y="164782"/>
                    <a:pt x="314325" y="162877"/>
                  </a:cubicBezTo>
                  <a:cubicBezTo>
                    <a:pt x="277178" y="108585"/>
                    <a:pt x="206692" y="89535"/>
                    <a:pt x="146685" y="116205"/>
                  </a:cubicBezTo>
                  <a:cubicBezTo>
                    <a:pt x="52388" y="155257"/>
                    <a:pt x="18098" y="287655"/>
                    <a:pt x="11430" y="318135"/>
                  </a:cubicBezTo>
                  <a:lnTo>
                    <a:pt x="11430" y="318135"/>
                  </a:lnTo>
                  <a:close/>
                </a:path>
              </a:pathLst>
            </a:custGeom>
            <a:solidFill>
              <a:srgbClr val="D1D3D4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157" id="157"/>
            <p:cNvSpPr/>
            <p:nvPr/>
          </p:nvSpPr>
          <p:spPr>
            <a:xfrm>
              <a:off x="5689994" y="6024515"/>
              <a:ext cx="183832" cy="71437"/>
            </a:xfrm>
            <a:custGeom>
              <a:avLst/>
              <a:gdLst/>
              <a:ahLst/>
              <a:cxnLst/>
              <a:rect r="r" b="b" t="t" l="l"/>
              <a:pathLst>
                <a:path w="183832" h="71437" stroke="true" fill="norm" extrusionOk="true">
                  <a:moveTo>
                    <a:pt x="165735" y="71438"/>
                  </a:moveTo>
                  <a:lnTo>
                    <a:pt x="17145" y="71438"/>
                  </a:lnTo>
                  <a:lnTo>
                    <a:pt x="0" y="0"/>
                  </a:lnTo>
                  <a:lnTo>
                    <a:pt x="183832" y="0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158" id="158"/>
            <p:cNvSpPr/>
            <p:nvPr/>
          </p:nvSpPr>
          <p:spPr>
            <a:xfrm>
              <a:off x="5685231" y="6018800"/>
              <a:ext cx="193357" cy="81914"/>
            </a:xfrm>
            <a:custGeom>
              <a:avLst/>
              <a:gdLst/>
              <a:ahLst/>
              <a:cxnLst/>
              <a:rect r="r" b="b" t="t" l="l"/>
              <a:pathLst>
                <a:path w="193357" h="81914" stroke="true" fill="norm" extrusionOk="true">
                  <a:moveTo>
                    <a:pt x="170497" y="81915"/>
                  </a:moveTo>
                  <a:lnTo>
                    <a:pt x="22860" y="81915"/>
                  </a:lnTo>
                  <a:cubicBezTo>
                    <a:pt x="20955" y="81915"/>
                    <a:pt x="18097" y="80010"/>
                    <a:pt x="18097" y="78105"/>
                  </a:cubicBezTo>
                  <a:lnTo>
                    <a:pt x="0" y="6667"/>
                  </a:lnTo>
                  <a:cubicBezTo>
                    <a:pt x="0" y="4763"/>
                    <a:pt x="0" y="3810"/>
                    <a:pt x="952" y="1905"/>
                  </a:cubicBezTo>
                  <a:cubicBezTo>
                    <a:pt x="1905" y="952"/>
                    <a:pt x="3810" y="0"/>
                    <a:pt x="4763" y="0"/>
                  </a:cubicBezTo>
                  <a:lnTo>
                    <a:pt x="188595" y="0"/>
                  </a:lnTo>
                  <a:cubicBezTo>
                    <a:pt x="190500" y="0"/>
                    <a:pt x="191452" y="952"/>
                    <a:pt x="192405" y="1905"/>
                  </a:cubicBezTo>
                  <a:cubicBezTo>
                    <a:pt x="193357" y="2857"/>
                    <a:pt x="193357" y="4763"/>
                    <a:pt x="193357" y="6667"/>
                  </a:cubicBezTo>
                  <a:lnTo>
                    <a:pt x="175260" y="78105"/>
                  </a:lnTo>
                  <a:cubicBezTo>
                    <a:pt x="174307" y="80010"/>
                    <a:pt x="172402" y="81915"/>
                    <a:pt x="170497" y="81915"/>
                  </a:cubicBezTo>
                  <a:close/>
                  <a:moveTo>
                    <a:pt x="25717" y="72390"/>
                  </a:moveTo>
                  <a:lnTo>
                    <a:pt x="165735" y="72390"/>
                  </a:lnTo>
                  <a:lnTo>
                    <a:pt x="180975" y="11430"/>
                  </a:lnTo>
                  <a:lnTo>
                    <a:pt x="10477" y="11430"/>
                  </a:lnTo>
                  <a:lnTo>
                    <a:pt x="25717" y="72390"/>
                  </a:lnTo>
                  <a:close/>
                </a:path>
              </a:pathLst>
            </a:custGeom>
            <a:solidFill>
              <a:srgbClr val="D1D3D4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159" id="159"/>
            <p:cNvSpPr/>
            <p:nvPr/>
          </p:nvSpPr>
          <p:spPr>
            <a:xfrm>
              <a:off x="5503826" y="5802582"/>
              <a:ext cx="182357" cy="366712"/>
            </a:xfrm>
            <a:custGeom>
              <a:avLst/>
              <a:gdLst/>
              <a:ahLst/>
              <a:cxnLst/>
              <a:rect r="r" b="b" t="t" l="l"/>
              <a:pathLst>
                <a:path w="182357" h="366712" stroke="true" fill="norm" extrusionOk="true">
                  <a:moveTo>
                    <a:pt x="111873" y="0"/>
                  </a:moveTo>
                  <a:cubicBezTo>
                    <a:pt x="111873" y="0"/>
                    <a:pt x="34720" y="48577"/>
                    <a:pt x="7098" y="129540"/>
                  </a:cubicBezTo>
                  <a:cubicBezTo>
                    <a:pt x="-20525" y="210502"/>
                    <a:pt x="41388" y="366713"/>
                    <a:pt x="41388" y="366713"/>
                  </a:cubicBezTo>
                  <a:lnTo>
                    <a:pt x="182358" y="213360"/>
                  </a:lnTo>
                  <a:lnTo>
                    <a:pt x="111873" y="0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160" id="160"/>
            <p:cNvSpPr/>
            <p:nvPr/>
          </p:nvSpPr>
          <p:spPr>
            <a:xfrm>
              <a:off x="5498823" y="5797105"/>
              <a:ext cx="192517" cy="376951"/>
            </a:xfrm>
            <a:custGeom>
              <a:avLst/>
              <a:gdLst/>
              <a:ahLst/>
              <a:cxnLst/>
              <a:rect r="r" b="b" t="t" l="l"/>
              <a:pathLst>
                <a:path w="192517" h="376951" stroke="true" fill="norm" extrusionOk="true">
                  <a:moveTo>
                    <a:pt x="46390" y="376952"/>
                  </a:moveTo>
                  <a:lnTo>
                    <a:pt x="45438" y="376952"/>
                  </a:lnTo>
                  <a:cubicBezTo>
                    <a:pt x="43533" y="376952"/>
                    <a:pt x="42580" y="375047"/>
                    <a:pt x="41628" y="374094"/>
                  </a:cubicBezTo>
                  <a:cubicBezTo>
                    <a:pt x="38770" y="367427"/>
                    <a:pt x="-20285" y="215027"/>
                    <a:pt x="7338" y="133112"/>
                  </a:cubicBezTo>
                  <a:cubicBezTo>
                    <a:pt x="34960" y="51197"/>
                    <a:pt x="111160" y="2619"/>
                    <a:pt x="114018" y="714"/>
                  </a:cubicBezTo>
                  <a:cubicBezTo>
                    <a:pt x="114970" y="-238"/>
                    <a:pt x="116875" y="-238"/>
                    <a:pt x="117828" y="714"/>
                  </a:cubicBezTo>
                  <a:cubicBezTo>
                    <a:pt x="119733" y="1667"/>
                    <a:pt x="120685" y="2619"/>
                    <a:pt x="120685" y="3572"/>
                  </a:cubicBezTo>
                  <a:lnTo>
                    <a:pt x="192123" y="216932"/>
                  </a:lnTo>
                  <a:cubicBezTo>
                    <a:pt x="193075" y="218837"/>
                    <a:pt x="192123" y="220742"/>
                    <a:pt x="191170" y="221694"/>
                  </a:cubicBezTo>
                  <a:lnTo>
                    <a:pt x="50200" y="375047"/>
                  </a:lnTo>
                  <a:cubicBezTo>
                    <a:pt x="49248" y="375999"/>
                    <a:pt x="47343" y="376952"/>
                    <a:pt x="46390" y="376952"/>
                  </a:cubicBezTo>
                  <a:close/>
                  <a:moveTo>
                    <a:pt x="114018" y="13097"/>
                  </a:moveTo>
                  <a:cubicBezTo>
                    <a:pt x="95920" y="25479"/>
                    <a:pt x="38770" y="70247"/>
                    <a:pt x="16863" y="135969"/>
                  </a:cubicBezTo>
                  <a:cubicBezTo>
                    <a:pt x="-5997" y="204549"/>
                    <a:pt x="36865" y="330279"/>
                    <a:pt x="48295" y="362664"/>
                  </a:cubicBezTo>
                  <a:lnTo>
                    <a:pt x="182598" y="217884"/>
                  </a:lnTo>
                  <a:lnTo>
                    <a:pt x="114018" y="13097"/>
                  </a:lnTo>
                  <a:close/>
                </a:path>
              </a:pathLst>
            </a:custGeom>
            <a:solidFill>
              <a:srgbClr val="D1D3D4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161" id="161"/>
            <p:cNvSpPr/>
            <p:nvPr/>
          </p:nvSpPr>
          <p:spPr>
            <a:xfrm>
              <a:off x="5880494" y="5802582"/>
              <a:ext cx="182357" cy="366712"/>
            </a:xfrm>
            <a:custGeom>
              <a:avLst/>
              <a:gdLst/>
              <a:ahLst/>
              <a:cxnLst/>
              <a:rect r="r" b="b" t="t" l="l"/>
              <a:pathLst>
                <a:path w="182357" h="366712" stroke="true" fill="norm" extrusionOk="true">
                  <a:moveTo>
                    <a:pt x="70485" y="0"/>
                  </a:moveTo>
                  <a:cubicBezTo>
                    <a:pt x="70485" y="0"/>
                    <a:pt x="147638" y="48577"/>
                    <a:pt x="175260" y="129540"/>
                  </a:cubicBezTo>
                  <a:cubicBezTo>
                    <a:pt x="202882" y="210502"/>
                    <a:pt x="140970" y="366713"/>
                    <a:pt x="140970" y="366713"/>
                  </a:cubicBezTo>
                  <a:lnTo>
                    <a:pt x="0" y="213360"/>
                  </a:lnTo>
                  <a:lnTo>
                    <a:pt x="70485" y="0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162" id="162"/>
            <p:cNvSpPr/>
            <p:nvPr/>
          </p:nvSpPr>
          <p:spPr>
            <a:xfrm>
              <a:off x="5875336" y="5797105"/>
              <a:ext cx="192084" cy="376951"/>
            </a:xfrm>
            <a:custGeom>
              <a:avLst/>
              <a:gdLst/>
              <a:ahLst/>
              <a:cxnLst/>
              <a:rect r="r" b="b" t="t" l="l"/>
              <a:pathLst>
                <a:path w="192084" h="376951" stroke="true" fill="norm" extrusionOk="true">
                  <a:moveTo>
                    <a:pt x="146127" y="376952"/>
                  </a:moveTo>
                  <a:cubicBezTo>
                    <a:pt x="145175" y="376952"/>
                    <a:pt x="143270" y="375999"/>
                    <a:pt x="142317" y="375047"/>
                  </a:cubicBezTo>
                  <a:lnTo>
                    <a:pt x="1347" y="221694"/>
                  </a:lnTo>
                  <a:cubicBezTo>
                    <a:pt x="395" y="220742"/>
                    <a:pt x="-558" y="218837"/>
                    <a:pt x="395" y="216932"/>
                  </a:cubicBezTo>
                  <a:lnTo>
                    <a:pt x="71832" y="3572"/>
                  </a:lnTo>
                  <a:cubicBezTo>
                    <a:pt x="72784" y="1667"/>
                    <a:pt x="73737" y="714"/>
                    <a:pt x="74689" y="714"/>
                  </a:cubicBezTo>
                  <a:cubicBezTo>
                    <a:pt x="75642" y="-238"/>
                    <a:pt x="77547" y="-238"/>
                    <a:pt x="78500" y="714"/>
                  </a:cubicBezTo>
                  <a:cubicBezTo>
                    <a:pt x="81357" y="2619"/>
                    <a:pt x="158509" y="51197"/>
                    <a:pt x="185180" y="133112"/>
                  </a:cubicBezTo>
                  <a:cubicBezTo>
                    <a:pt x="211850" y="215027"/>
                    <a:pt x="152795" y="367427"/>
                    <a:pt x="150889" y="374094"/>
                  </a:cubicBezTo>
                  <a:cubicBezTo>
                    <a:pt x="149937" y="375047"/>
                    <a:pt x="148984" y="375999"/>
                    <a:pt x="146127" y="376952"/>
                  </a:cubicBezTo>
                  <a:lnTo>
                    <a:pt x="146127" y="376952"/>
                  </a:lnTo>
                  <a:close/>
                  <a:moveTo>
                    <a:pt x="10872" y="217884"/>
                  </a:moveTo>
                  <a:lnTo>
                    <a:pt x="145175" y="362664"/>
                  </a:lnTo>
                  <a:cubicBezTo>
                    <a:pt x="156605" y="330279"/>
                    <a:pt x="199467" y="204549"/>
                    <a:pt x="176607" y="135969"/>
                  </a:cubicBezTo>
                  <a:cubicBezTo>
                    <a:pt x="154700" y="70247"/>
                    <a:pt x="96597" y="25479"/>
                    <a:pt x="79452" y="13097"/>
                  </a:cubicBezTo>
                  <a:lnTo>
                    <a:pt x="10872" y="217884"/>
                  </a:lnTo>
                  <a:close/>
                </a:path>
              </a:pathLst>
            </a:custGeom>
            <a:solidFill>
              <a:srgbClr val="D1D3D4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163" id="163"/>
            <p:cNvSpPr/>
            <p:nvPr/>
          </p:nvSpPr>
          <p:spPr>
            <a:xfrm>
              <a:off x="5590933" y="5289423"/>
              <a:ext cx="380047" cy="780811"/>
            </a:xfrm>
            <a:custGeom>
              <a:avLst/>
              <a:gdLst/>
              <a:ahLst/>
              <a:cxnLst/>
              <a:rect r="r" b="b" t="t" l="l"/>
              <a:pathLst>
                <a:path w="380047" h="780811" stroke="true" fill="norm" extrusionOk="true">
                  <a:moveTo>
                    <a:pt x="317183" y="761762"/>
                  </a:moveTo>
                  <a:cubicBezTo>
                    <a:pt x="356235" y="669369"/>
                    <a:pt x="380048" y="535067"/>
                    <a:pt x="380048" y="386477"/>
                  </a:cubicBezTo>
                  <a:cubicBezTo>
                    <a:pt x="380048" y="160734"/>
                    <a:pt x="255270" y="42624"/>
                    <a:pt x="208598" y="6429"/>
                  </a:cubicBezTo>
                  <a:cubicBezTo>
                    <a:pt x="198120" y="-2143"/>
                    <a:pt x="182880" y="-2143"/>
                    <a:pt x="172403" y="6429"/>
                  </a:cubicBezTo>
                  <a:cubicBezTo>
                    <a:pt x="124778" y="42624"/>
                    <a:pt x="0" y="160734"/>
                    <a:pt x="0" y="386477"/>
                  </a:cubicBezTo>
                  <a:cubicBezTo>
                    <a:pt x="0" y="535067"/>
                    <a:pt x="24765" y="669369"/>
                    <a:pt x="62865" y="761762"/>
                  </a:cubicBezTo>
                  <a:cubicBezTo>
                    <a:pt x="62865" y="761762"/>
                    <a:pt x="101917" y="780812"/>
                    <a:pt x="189548" y="780812"/>
                  </a:cubicBezTo>
                  <a:cubicBezTo>
                    <a:pt x="277178" y="780812"/>
                    <a:pt x="317183" y="761762"/>
                    <a:pt x="317183" y="761762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164" id="164"/>
            <p:cNvSpPr/>
            <p:nvPr/>
          </p:nvSpPr>
          <p:spPr>
            <a:xfrm>
              <a:off x="5587124" y="5284898"/>
              <a:ext cx="390525" cy="791051"/>
            </a:xfrm>
            <a:custGeom>
              <a:avLst/>
              <a:gdLst/>
              <a:ahLst/>
              <a:cxnLst/>
              <a:rect r="r" b="b" t="t" l="l"/>
              <a:pathLst>
                <a:path w="390525" h="791051" stroke="true" fill="norm" extrusionOk="true">
                  <a:moveTo>
                    <a:pt x="194310" y="791051"/>
                  </a:moveTo>
                  <a:cubicBezTo>
                    <a:pt x="105727" y="791051"/>
                    <a:pt x="66675" y="772001"/>
                    <a:pt x="64770" y="771049"/>
                  </a:cubicBezTo>
                  <a:cubicBezTo>
                    <a:pt x="63817" y="770096"/>
                    <a:pt x="62865" y="770096"/>
                    <a:pt x="62865" y="768191"/>
                  </a:cubicBezTo>
                  <a:cubicBezTo>
                    <a:pt x="22860" y="671036"/>
                    <a:pt x="0" y="533876"/>
                    <a:pt x="0" y="391001"/>
                  </a:cubicBezTo>
                  <a:cubicBezTo>
                    <a:pt x="0" y="165259"/>
                    <a:pt x="121920" y="47149"/>
                    <a:pt x="174308" y="7144"/>
                  </a:cubicBezTo>
                  <a:cubicBezTo>
                    <a:pt x="186690" y="-2381"/>
                    <a:pt x="203835" y="-2381"/>
                    <a:pt x="216217" y="7144"/>
                  </a:cubicBezTo>
                  <a:cubicBezTo>
                    <a:pt x="268605" y="47149"/>
                    <a:pt x="390525" y="165259"/>
                    <a:pt x="390525" y="391001"/>
                  </a:cubicBezTo>
                  <a:cubicBezTo>
                    <a:pt x="390525" y="534829"/>
                    <a:pt x="367665" y="671989"/>
                    <a:pt x="327660" y="768191"/>
                  </a:cubicBezTo>
                  <a:cubicBezTo>
                    <a:pt x="327660" y="769144"/>
                    <a:pt x="326708" y="770096"/>
                    <a:pt x="325755" y="771049"/>
                  </a:cubicBezTo>
                  <a:cubicBezTo>
                    <a:pt x="321945" y="772001"/>
                    <a:pt x="282892" y="791051"/>
                    <a:pt x="194310" y="791051"/>
                  </a:cubicBezTo>
                  <a:close/>
                  <a:moveTo>
                    <a:pt x="71438" y="762476"/>
                  </a:moveTo>
                  <a:cubicBezTo>
                    <a:pt x="80010" y="766286"/>
                    <a:pt x="118110" y="780574"/>
                    <a:pt x="194310" y="780574"/>
                  </a:cubicBezTo>
                  <a:cubicBezTo>
                    <a:pt x="270510" y="780574"/>
                    <a:pt x="309563" y="766286"/>
                    <a:pt x="317183" y="762476"/>
                  </a:cubicBezTo>
                  <a:cubicBezTo>
                    <a:pt x="356235" y="667226"/>
                    <a:pt x="379095" y="531971"/>
                    <a:pt x="379095" y="391001"/>
                  </a:cubicBezTo>
                  <a:cubicBezTo>
                    <a:pt x="379095" y="170021"/>
                    <a:pt x="260033" y="53816"/>
                    <a:pt x="209550" y="14764"/>
                  </a:cubicBezTo>
                  <a:cubicBezTo>
                    <a:pt x="200977" y="8096"/>
                    <a:pt x="188595" y="8096"/>
                    <a:pt x="180022" y="14764"/>
                  </a:cubicBezTo>
                  <a:cubicBezTo>
                    <a:pt x="128588" y="54769"/>
                    <a:pt x="10477" y="169069"/>
                    <a:pt x="10477" y="391001"/>
                  </a:cubicBezTo>
                  <a:cubicBezTo>
                    <a:pt x="9525" y="532924"/>
                    <a:pt x="32385" y="668179"/>
                    <a:pt x="71438" y="762476"/>
                  </a:cubicBezTo>
                  <a:close/>
                  <a:moveTo>
                    <a:pt x="320992" y="766286"/>
                  </a:moveTo>
                  <a:lnTo>
                    <a:pt x="320992" y="766286"/>
                  </a:lnTo>
                  <a:close/>
                </a:path>
              </a:pathLst>
            </a:custGeom>
            <a:solidFill>
              <a:srgbClr val="D1D3D4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165" id="165"/>
            <p:cNvSpPr/>
            <p:nvPr/>
          </p:nvSpPr>
          <p:spPr>
            <a:xfrm>
              <a:off x="5630938" y="5289423"/>
              <a:ext cx="300037" cy="181689"/>
            </a:xfrm>
            <a:custGeom>
              <a:avLst/>
              <a:gdLst/>
              <a:ahLst/>
              <a:cxnLst/>
              <a:rect r="r" b="b" t="t" l="l"/>
              <a:pathLst>
                <a:path w="300037" h="181689" stroke="true" fill="norm" extrusionOk="true">
                  <a:moveTo>
                    <a:pt x="132398" y="6429"/>
                  </a:moveTo>
                  <a:cubicBezTo>
                    <a:pt x="74295" y="53102"/>
                    <a:pt x="28575" y="113109"/>
                    <a:pt x="0" y="181689"/>
                  </a:cubicBezTo>
                  <a:lnTo>
                    <a:pt x="300038" y="181689"/>
                  </a:lnTo>
                  <a:cubicBezTo>
                    <a:pt x="271463" y="113109"/>
                    <a:pt x="226695" y="53102"/>
                    <a:pt x="168593" y="6429"/>
                  </a:cubicBezTo>
                  <a:cubicBezTo>
                    <a:pt x="158115" y="-2143"/>
                    <a:pt x="142875" y="-2143"/>
                    <a:pt x="132398" y="6429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166" id="166"/>
            <p:cNvSpPr/>
            <p:nvPr/>
          </p:nvSpPr>
          <p:spPr>
            <a:xfrm>
              <a:off x="5627129" y="5284898"/>
              <a:ext cx="309004" cy="190976"/>
            </a:xfrm>
            <a:custGeom>
              <a:avLst/>
              <a:gdLst/>
              <a:ahLst/>
              <a:cxnLst/>
              <a:rect r="r" b="b" t="t" l="l"/>
              <a:pathLst>
                <a:path w="309004" h="190976" stroke="true" fill="norm" extrusionOk="true">
                  <a:moveTo>
                    <a:pt x="304800" y="190976"/>
                  </a:moveTo>
                  <a:lnTo>
                    <a:pt x="4763" y="190976"/>
                  </a:lnTo>
                  <a:cubicBezTo>
                    <a:pt x="2858" y="190976"/>
                    <a:pt x="1905" y="190024"/>
                    <a:pt x="953" y="189071"/>
                  </a:cubicBezTo>
                  <a:cubicBezTo>
                    <a:pt x="0" y="188119"/>
                    <a:pt x="0" y="186214"/>
                    <a:pt x="0" y="184309"/>
                  </a:cubicBezTo>
                  <a:cubicBezTo>
                    <a:pt x="28575" y="114776"/>
                    <a:pt x="74295" y="53816"/>
                    <a:pt x="133350" y="7144"/>
                  </a:cubicBezTo>
                  <a:lnTo>
                    <a:pt x="133350" y="7144"/>
                  </a:lnTo>
                  <a:cubicBezTo>
                    <a:pt x="145733" y="-2381"/>
                    <a:pt x="162878" y="-2381"/>
                    <a:pt x="175260" y="7144"/>
                  </a:cubicBezTo>
                  <a:cubicBezTo>
                    <a:pt x="234315" y="53816"/>
                    <a:pt x="280035" y="114776"/>
                    <a:pt x="308610" y="184309"/>
                  </a:cubicBezTo>
                  <a:cubicBezTo>
                    <a:pt x="309563" y="186214"/>
                    <a:pt x="308610" y="187166"/>
                    <a:pt x="307658" y="189071"/>
                  </a:cubicBezTo>
                  <a:cubicBezTo>
                    <a:pt x="307658" y="190024"/>
                    <a:pt x="305753" y="190976"/>
                    <a:pt x="304800" y="190976"/>
                  </a:cubicBezTo>
                  <a:close/>
                  <a:moveTo>
                    <a:pt x="12383" y="181451"/>
                  </a:moveTo>
                  <a:lnTo>
                    <a:pt x="297180" y="181451"/>
                  </a:lnTo>
                  <a:cubicBezTo>
                    <a:pt x="268605" y="116681"/>
                    <a:pt x="224790" y="59531"/>
                    <a:pt x="169545" y="15716"/>
                  </a:cubicBezTo>
                  <a:cubicBezTo>
                    <a:pt x="160972" y="9049"/>
                    <a:pt x="148590" y="9049"/>
                    <a:pt x="140017" y="15716"/>
                  </a:cubicBezTo>
                  <a:lnTo>
                    <a:pt x="140017" y="15716"/>
                  </a:lnTo>
                  <a:cubicBezTo>
                    <a:pt x="83820" y="59531"/>
                    <a:pt x="40005" y="116681"/>
                    <a:pt x="12383" y="181451"/>
                  </a:cubicBezTo>
                  <a:lnTo>
                    <a:pt x="12383" y="181451"/>
                  </a:lnTo>
                  <a:close/>
                </a:path>
              </a:pathLst>
            </a:custGeom>
            <a:solidFill>
              <a:srgbClr val="D1D3D4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167" id="167"/>
            <p:cNvSpPr/>
            <p:nvPr/>
          </p:nvSpPr>
          <p:spPr>
            <a:xfrm>
              <a:off x="5672849" y="5522547"/>
              <a:ext cx="232409" cy="232409"/>
            </a:xfrm>
            <a:custGeom>
              <a:avLst/>
              <a:gdLst/>
              <a:ahLst/>
              <a:cxnLst/>
              <a:rect r="r" b="b" t="t" l="l"/>
              <a:pathLst>
                <a:path w="232409" h="232409" stroke="true" fill="norm" extrusionOk="true">
                  <a:moveTo>
                    <a:pt x="232410" y="116205"/>
                  </a:moveTo>
                  <a:cubicBezTo>
                    <a:pt x="232410" y="180383"/>
                    <a:pt x="180383" y="232410"/>
                    <a:pt x="116205" y="232410"/>
                  </a:cubicBezTo>
                  <a:cubicBezTo>
                    <a:pt x="52027" y="232410"/>
                    <a:pt x="0" y="180383"/>
                    <a:pt x="0" y="116205"/>
                  </a:cubicBezTo>
                  <a:cubicBezTo>
                    <a:pt x="0" y="52027"/>
                    <a:pt x="52027" y="0"/>
                    <a:pt x="116205" y="0"/>
                  </a:cubicBezTo>
                  <a:cubicBezTo>
                    <a:pt x="180383" y="0"/>
                    <a:pt x="232410" y="52027"/>
                    <a:pt x="232410" y="116205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168" id="168"/>
            <p:cNvSpPr/>
            <p:nvPr/>
          </p:nvSpPr>
          <p:spPr>
            <a:xfrm>
              <a:off x="5668086" y="5517785"/>
              <a:ext cx="241934" cy="241934"/>
            </a:xfrm>
            <a:custGeom>
              <a:avLst/>
              <a:gdLst/>
              <a:ahLst/>
              <a:cxnLst/>
              <a:rect r="r" b="b" t="t" l="l"/>
              <a:pathLst>
                <a:path w="241934" h="241934" stroke="true" fill="norm" extrusionOk="true">
                  <a:moveTo>
                    <a:pt x="120967" y="241935"/>
                  </a:moveTo>
                  <a:cubicBezTo>
                    <a:pt x="54292" y="241935"/>
                    <a:pt x="0" y="187643"/>
                    <a:pt x="0" y="120968"/>
                  </a:cubicBezTo>
                  <a:cubicBezTo>
                    <a:pt x="0" y="54293"/>
                    <a:pt x="54292" y="0"/>
                    <a:pt x="120967" y="0"/>
                  </a:cubicBezTo>
                  <a:cubicBezTo>
                    <a:pt x="187642" y="0"/>
                    <a:pt x="241935" y="54293"/>
                    <a:pt x="241935" y="120968"/>
                  </a:cubicBezTo>
                  <a:lnTo>
                    <a:pt x="241935" y="120968"/>
                  </a:lnTo>
                  <a:cubicBezTo>
                    <a:pt x="241935" y="187643"/>
                    <a:pt x="187642" y="241935"/>
                    <a:pt x="120967" y="241935"/>
                  </a:cubicBezTo>
                  <a:close/>
                  <a:moveTo>
                    <a:pt x="120967" y="9525"/>
                  </a:moveTo>
                  <a:cubicBezTo>
                    <a:pt x="60008" y="9525"/>
                    <a:pt x="10477" y="59055"/>
                    <a:pt x="10477" y="120015"/>
                  </a:cubicBezTo>
                  <a:cubicBezTo>
                    <a:pt x="10477" y="180975"/>
                    <a:pt x="60008" y="230505"/>
                    <a:pt x="120967" y="230505"/>
                  </a:cubicBezTo>
                  <a:cubicBezTo>
                    <a:pt x="181927" y="230505"/>
                    <a:pt x="231458" y="180975"/>
                    <a:pt x="231458" y="120015"/>
                  </a:cubicBezTo>
                  <a:cubicBezTo>
                    <a:pt x="231458" y="120015"/>
                    <a:pt x="231458" y="120015"/>
                    <a:pt x="231458" y="120015"/>
                  </a:cubicBezTo>
                  <a:cubicBezTo>
                    <a:pt x="231458" y="60007"/>
                    <a:pt x="181927" y="10477"/>
                    <a:pt x="120967" y="9525"/>
                  </a:cubicBezTo>
                  <a:lnTo>
                    <a:pt x="120967" y="9525"/>
                  </a:lnTo>
                  <a:close/>
                </a:path>
              </a:pathLst>
            </a:custGeom>
            <a:solidFill>
              <a:srgbClr val="D1D3D4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169" id="169"/>
            <p:cNvSpPr/>
            <p:nvPr/>
          </p:nvSpPr>
          <p:spPr>
            <a:xfrm>
              <a:off x="5717616" y="5567315"/>
              <a:ext cx="142875" cy="142875"/>
            </a:xfrm>
            <a:custGeom>
              <a:avLst/>
              <a:gdLst/>
              <a:ahLst/>
              <a:cxnLst/>
              <a:rect r="r" b="b" t="t" l="l"/>
              <a:pathLst>
                <a:path w="142875" h="142875" stroke="true" fill="norm" extrusionOk="true">
                  <a:moveTo>
                    <a:pt x="142875" y="71438"/>
                  </a:moveTo>
                  <a:cubicBezTo>
                    <a:pt x="142875" y="110891"/>
                    <a:pt x="110891" y="142875"/>
                    <a:pt x="71438" y="142875"/>
                  </a:cubicBezTo>
                  <a:cubicBezTo>
                    <a:pt x="31984" y="142875"/>
                    <a:pt x="0" y="110891"/>
                    <a:pt x="0" y="71438"/>
                  </a:cubicBezTo>
                  <a:cubicBezTo>
                    <a:pt x="0" y="31984"/>
                    <a:pt x="31984" y="0"/>
                    <a:pt x="71438" y="0"/>
                  </a:cubicBezTo>
                  <a:cubicBezTo>
                    <a:pt x="110891" y="0"/>
                    <a:pt x="142875" y="31984"/>
                    <a:pt x="142875" y="71438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170" id="170"/>
            <p:cNvSpPr/>
            <p:nvPr/>
          </p:nvSpPr>
          <p:spPr>
            <a:xfrm>
              <a:off x="5712854" y="5562552"/>
              <a:ext cx="152400" cy="152400"/>
            </a:xfrm>
            <a:custGeom>
              <a:avLst/>
              <a:gdLst/>
              <a:ahLst/>
              <a:cxnLst/>
              <a:rect r="r" b="b" t="t" l="l"/>
              <a:pathLst>
                <a:path w="152400" h="152400" stroke="true" fill="norm" extrusionOk="true">
                  <a:moveTo>
                    <a:pt x="76200" y="152400"/>
                  </a:moveTo>
                  <a:cubicBezTo>
                    <a:pt x="34290" y="152400"/>
                    <a:pt x="0" y="118110"/>
                    <a:pt x="0" y="76200"/>
                  </a:cubicBezTo>
                  <a:cubicBezTo>
                    <a:pt x="0" y="34290"/>
                    <a:pt x="34290" y="0"/>
                    <a:pt x="76200" y="0"/>
                  </a:cubicBezTo>
                  <a:cubicBezTo>
                    <a:pt x="118110" y="0"/>
                    <a:pt x="152400" y="34290"/>
                    <a:pt x="152400" y="76200"/>
                  </a:cubicBezTo>
                  <a:cubicBezTo>
                    <a:pt x="152400" y="118110"/>
                    <a:pt x="118110" y="152400"/>
                    <a:pt x="76200" y="152400"/>
                  </a:cubicBezTo>
                  <a:cubicBezTo>
                    <a:pt x="76200" y="152400"/>
                    <a:pt x="76200" y="152400"/>
                    <a:pt x="76200" y="152400"/>
                  </a:cubicBezTo>
                  <a:close/>
                  <a:moveTo>
                    <a:pt x="76200" y="9525"/>
                  </a:moveTo>
                  <a:cubicBezTo>
                    <a:pt x="39053" y="9525"/>
                    <a:pt x="9525" y="39052"/>
                    <a:pt x="9525" y="76200"/>
                  </a:cubicBezTo>
                  <a:cubicBezTo>
                    <a:pt x="9525" y="113348"/>
                    <a:pt x="39053" y="142875"/>
                    <a:pt x="76200" y="142875"/>
                  </a:cubicBezTo>
                  <a:cubicBezTo>
                    <a:pt x="113347" y="142875"/>
                    <a:pt x="142875" y="113348"/>
                    <a:pt x="142875" y="76200"/>
                  </a:cubicBezTo>
                  <a:cubicBezTo>
                    <a:pt x="142875" y="76200"/>
                    <a:pt x="142875" y="76200"/>
                    <a:pt x="142875" y="76200"/>
                  </a:cubicBezTo>
                  <a:cubicBezTo>
                    <a:pt x="142875" y="40005"/>
                    <a:pt x="112395" y="9525"/>
                    <a:pt x="76200" y="9525"/>
                  </a:cubicBezTo>
                  <a:close/>
                </a:path>
              </a:pathLst>
            </a:custGeom>
            <a:solidFill>
              <a:srgbClr val="D1D3D4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171" id="171"/>
            <p:cNvSpPr/>
            <p:nvPr/>
          </p:nvSpPr>
          <p:spPr>
            <a:xfrm>
              <a:off x="5784291" y="5576812"/>
              <a:ext cx="66675" cy="60035"/>
            </a:xfrm>
            <a:custGeom>
              <a:avLst/>
              <a:gdLst/>
              <a:ahLst/>
              <a:cxnLst/>
              <a:rect r="r" b="b" t="t" l="l"/>
              <a:pathLst>
                <a:path w="66675" h="60035" stroke="true" fill="norm" extrusionOk="true">
                  <a:moveTo>
                    <a:pt x="60960" y="60035"/>
                  </a:moveTo>
                  <a:cubicBezTo>
                    <a:pt x="58103" y="60035"/>
                    <a:pt x="56197" y="58130"/>
                    <a:pt x="56197" y="56225"/>
                  </a:cubicBezTo>
                  <a:cubicBezTo>
                    <a:pt x="54292" y="29555"/>
                    <a:pt x="31433" y="8600"/>
                    <a:pt x="4763" y="9553"/>
                  </a:cubicBezTo>
                  <a:cubicBezTo>
                    <a:pt x="1905" y="9553"/>
                    <a:pt x="0" y="7648"/>
                    <a:pt x="0" y="4790"/>
                  </a:cubicBezTo>
                  <a:cubicBezTo>
                    <a:pt x="0" y="1933"/>
                    <a:pt x="1905" y="28"/>
                    <a:pt x="4763" y="28"/>
                  </a:cubicBezTo>
                  <a:cubicBezTo>
                    <a:pt x="36195" y="-925"/>
                    <a:pt x="63817" y="22888"/>
                    <a:pt x="66675" y="54320"/>
                  </a:cubicBezTo>
                  <a:cubicBezTo>
                    <a:pt x="66675" y="57178"/>
                    <a:pt x="64770" y="60035"/>
                    <a:pt x="60960" y="60035"/>
                  </a:cubicBezTo>
                  <a:lnTo>
                    <a:pt x="60960" y="60035"/>
                  </a:lnTo>
                  <a:close/>
                </a:path>
              </a:pathLst>
            </a:custGeom>
            <a:solidFill>
              <a:srgbClr val="D1D3D4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172" id="172"/>
            <p:cNvSpPr/>
            <p:nvPr/>
          </p:nvSpPr>
          <p:spPr>
            <a:xfrm>
              <a:off x="5759440" y="5579697"/>
              <a:ext cx="21993" cy="14287"/>
            </a:xfrm>
            <a:custGeom>
              <a:avLst/>
              <a:gdLst/>
              <a:ahLst/>
              <a:cxnLst/>
              <a:rect r="r" b="b" t="t" l="l"/>
              <a:pathLst>
                <a:path w="21993" h="14287" stroke="true" fill="norm" extrusionOk="true">
                  <a:moveTo>
                    <a:pt x="4848" y="14288"/>
                  </a:moveTo>
                  <a:cubicBezTo>
                    <a:pt x="2943" y="14288"/>
                    <a:pt x="1991" y="13335"/>
                    <a:pt x="1038" y="12382"/>
                  </a:cubicBezTo>
                  <a:cubicBezTo>
                    <a:pt x="-867" y="10477"/>
                    <a:pt x="86" y="7620"/>
                    <a:pt x="1991" y="5715"/>
                  </a:cubicBezTo>
                  <a:cubicBezTo>
                    <a:pt x="5801" y="2857"/>
                    <a:pt x="10563" y="952"/>
                    <a:pt x="16278" y="0"/>
                  </a:cubicBezTo>
                  <a:cubicBezTo>
                    <a:pt x="19136" y="0"/>
                    <a:pt x="21041" y="1905"/>
                    <a:pt x="21993" y="3810"/>
                  </a:cubicBezTo>
                  <a:cubicBezTo>
                    <a:pt x="21993" y="3810"/>
                    <a:pt x="21993" y="3810"/>
                    <a:pt x="21993" y="3810"/>
                  </a:cubicBezTo>
                  <a:cubicBezTo>
                    <a:pt x="21993" y="6668"/>
                    <a:pt x="20088" y="8572"/>
                    <a:pt x="18183" y="9525"/>
                  </a:cubicBezTo>
                  <a:cubicBezTo>
                    <a:pt x="14373" y="10477"/>
                    <a:pt x="11516" y="11430"/>
                    <a:pt x="8658" y="13335"/>
                  </a:cubicBezTo>
                  <a:cubicBezTo>
                    <a:pt x="6753" y="13335"/>
                    <a:pt x="5801" y="14288"/>
                    <a:pt x="4848" y="14288"/>
                  </a:cubicBezTo>
                  <a:close/>
                </a:path>
              </a:pathLst>
            </a:custGeom>
            <a:solidFill>
              <a:srgbClr val="D1D3D4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173" id="173"/>
            <p:cNvSpPr/>
            <p:nvPr/>
          </p:nvSpPr>
          <p:spPr>
            <a:xfrm>
              <a:off x="5889661" y="5818527"/>
              <a:ext cx="58707" cy="203389"/>
            </a:xfrm>
            <a:custGeom>
              <a:avLst/>
              <a:gdLst/>
              <a:ahLst/>
              <a:cxnLst/>
              <a:rect r="r" b="b" t="t" l="l"/>
              <a:pathLst>
                <a:path w="58707" h="203389" stroke="true" fill="norm" extrusionOk="true">
                  <a:moveTo>
                    <a:pt x="5120" y="203130"/>
                  </a:moveTo>
                  <a:cubicBezTo>
                    <a:pt x="4167" y="203130"/>
                    <a:pt x="4167" y="203130"/>
                    <a:pt x="3215" y="203130"/>
                  </a:cubicBezTo>
                  <a:cubicBezTo>
                    <a:pt x="357" y="202178"/>
                    <a:pt x="-595" y="199320"/>
                    <a:pt x="357" y="197415"/>
                  </a:cubicBezTo>
                  <a:cubicBezTo>
                    <a:pt x="20360" y="133598"/>
                    <a:pt x="36552" y="69780"/>
                    <a:pt x="48935" y="4058"/>
                  </a:cubicBezTo>
                  <a:cubicBezTo>
                    <a:pt x="48935" y="1200"/>
                    <a:pt x="51792" y="-705"/>
                    <a:pt x="54650" y="248"/>
                  </a:cubicBezTo>
                  <a:cubicBezTo>
                    <a:pt x="54650" y="248"/>
                    <a:pt x="54650" y="248"/>
                    <a:pt x="54650" y="248"/>
                  </a:cubicBezTo>
                  <a:cubicBezTo>
                    <a:pt x="57507" y="1200"/>
                    <a:pt x="59412" y="3105"/>
                    <a:pt x="58460" y="5963"/>
                  </a:cubicBezTo>
                  <a:cubicBezTo>
                    <a:pt x="46077" y="71685"/>
                    <a:pt x="29885" y="136455"/>
                    <a:pt x="9882" y="201225"/>
                  </a:cubicBezTo>
                  <a:cubicBezTo>
                    <a:pt x="8930" y="202178"/>
                    <a:pt x="7025" y="204083"/>
                    <a:pt x="5120" y="203130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174" id="174"/>
            <p:cNvSpPr/>
            <p:nvPr/>
          </p:nvSpPr>
          <p:spPr>
            <a:xfrm>
              <a:off x="5794769" y="6100715"/>
              <a:ext cx="9525" cy="100964"/>
            </a:xfrm>
            <a:custGeom>
              <a:avLst/>
              <a:gdLst/>
              <a:ahLst/>
              <a:cxnLst/>
              <a:rect r="r" b="b" t="t" l="l"/>
              <a:pathLst>
                <a:path w="9525" h="100964" stroke="true" fill="norm" extrusionOk="true">
                  <a:moveTo>
                    <a:pt x="4763" y="100965"/>
                  </a:moveTo>
                  <a:cubicBezTo>
                    <a:pt x="1905" y="100965"/>
                    <a:pt x="0" y="99060"/>
                    <a:pt x="0" y="96202"/>
                  </a:cubicBezTo>
                  <a:lnTo>
                    <a:pt x="0" y="4763"/>
                  </a:lnTo>
                  <a:cubicBezTo>
                    <a:pt x="0" y="1905"/>
                    <a:pt x="1905" y="0"/>
                    <a:pt x="4763" y="0"/>
                  </a:cubicBezTo>
                  <a:cubicBezTo>
                    <a:pt x="7620" y="0"/>
                    <a:pt x="9525" y="1905"/>
                    <a:pt x="9525" y="4763"/>
                  </a:cubicBezTo>
                  <a:lnTo>
                    <a:pt x="9525" y="96202"/>
                  </a:lnTo>
                  <a:cubicBezTo>
                    <a:pt x="9525" y="99060"/>
                    <a:pt x="7620" y="100965"/>
                    <a:pt x="4763" y="100965"/>
                  </a:cubicBezTo>
                  <a:close/>
                </a:path>
              </a:pathLst>
            </a:custGeom>
            <a:solidFill>
              <a:srgbClr val="D1D3D4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175" id="175"/>
            <p:cNvSpPr/>
            <p:nvPr/>
          </p:nvSpPr>
          <p:spPr>
            <a:xfrm>
              <a:off x="5745238" y="6144530"/>
              <a:ext cx="9525" cy="105727"/>
            </a:xfrm>
            <a:custGeom>
              <a:avLst/>
              <a:gdLst/>
              <a:ahLst/>
              <a:cxnLst/>
              <a:rect r="r" b="b" t="t" l="l"/>
              <a:pathLst>
                <a:path w="9525" h="105727" stroke="true" fill="norm" extrusionOk="true">
                  <a:moveTo>
                    <a:pt x="4763" y="105728"/>
                  </a:moveTo>
                  <a:cubicBezTo>
                    <a:pt x="1905" y="105728"/>
                    <a:pt x="0" y="103823"/>
                    <a:pt x="0" y="100965"/>
                  </a:cubicBezTo>
                  <a:lnTo>
                    <a:pt x="0" y="4763"/>
                  </a:lnTo>
                  <a:cubicBezTo>
                    <a:pt x="0" y="1905"/>
                    <a:pt x="1905" y="0"/>
                    <a:pt x="4763" y="0"/>
                  </a:cubicBezTo>
                  <a:cubicBezTo>
                    <a:pt x="7620" y="0"/>
                    <a:pt x="9525" y="1905"/>
                    <a:pt x="9525" y="4763"/>
                  </a:cubicBezTo>
                  <a:lnTo>
                    <a:pt x="9525" y="100965"/>
                  </a:lnTo>
                  <a:cubicBezTo>
                    <a:pt x="9525" y="102870"/>
                    <a:pt x="7620" y="105728"/>
                    <a:pt x="4763" y="105728"/>
                  </a:cubicBezTo>
                  <a:close/>
                </a:path>
              </a:pathLst>
            </a:custGeom>
            <a:solidFill>
              <a:srgbClr val="D1D3D4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176" id="176"/>
            <p:cNvSpPr/>
            <p:nvPr/>
          </p:nvSpPr>
          <p:spPr>
            <a:xfrm>
              <a:off x="5449964" y="6398542"/>
              <a:ext cx="170854" cy="87934"/>
            </a:xfrm>
            <a:custGeom>
              <a:avLst/>
              <a:gdLst/>
              <a:ahLst/>
              <a:cxnLst/>
              <a:rect r="r" b="b" t="t" l="l"/>
              <a:pathLst>
                <a:path w="170854" h="87934" stroke="true" fill="norm" extrusionOk="true">
                  <a:moveTo>
                    <a:pt x="4763" y="87935"/>
                  </a:moveTo>
                  <a:lnTo>
                    <a:pt x="4763" y="87935"/>
                  </a:lnTo>
                  <a:cubicBezTo>
                    <a:pt x="952" y="86982"/>
                    <a:pt x="0" y="85077"/>
                    <a:pt x="0" y="82220"/>
                  </a:cubicBezTo>
                  <a:cubicBezTo>
                    <a:pt x="0" y="82220"/>
                    <a:pt x="0" y="82220"/>
                    <a:pt x="0" y="82220"/>
                  </a:cubicBezTo>
                  <a:cubicBezTo>
                    <a:pt x="0" y="80315"/>
                    <a:pt x="9525" y="32690"/>
                    <a:pt x="51435" y="10782"/>
                  </a:cubicBezTo>
                  <a:cubicBezTo>
                    <a:pt x="81915" y="-5410"/>
                    <a:pt x="120968" y="-3505"/>
                    <a:pt x="167640" y="17450"/>
                  </a:cubicBezTo>
                  <a:cubicBezTo>
                    <a:pt x="170498" y="18402"/>
                    <a:pt x="171450" y="21260"/>
                    <a:pt x="170498" y="23165"/>
                  </a:cubicBezTo>
                  <a:cubicBezTo>
                    <a:pt x="169545" y="26022"/>
                    <a:pt x="166687" y="26975"/>
                    <a:pt x="164782" y="26022"/>
                  </a:cubicBezTo>
                  <a:cubicBezTo>
                    <a:pt x="164782" y="26022"/>
                    <a:pt x="163830" y="26022"/>
                    <a:pt x="163830" y="26022"/>
                  </a:cubicBezTo>
                  <a:cubicBezTo>
                    <a:pt x="120015" y="6972"/>
                    <a:pt x="83820" y="5067"/>
                    <a:pt x="56198" y="19355"/>
                  </a:cubicBezTo>
                  <a:cubicBezTo>
                    <a:pt x="19050" y="38405"/>
                    <a:pt x="9525" y="83172"/>
                    <a:pt x="9525" y="84125"/>
                  </a:cubicBezTo>
                  <a:cubicBezTo>
                    <a:pt x="9525" y="86030"/>
                    <a:pt x="7620" y="87935"/>
                    <a:pt x="4763" y="87935"/>
                  </a:cubicBezTo>
                  <a:close/>
                </a:path>
              </a:pathLst>
            </a:custGeom>
            <a:solidFill>
              <a:srgbClr val="D1D3D4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177" id="177"/>
            <p:cNvSpPr/>
            <p:nvPr/>
          </p:nvSpPr>
          <p:spPr>
            <a:xfrm>
              <a:off x="5872304" y="6366729"/>
              <a:ext cx="137253" cy="62597"/>
            </a:xfrm>
            <a:custGeom>
              <a:avLst/>
              <a:gdLst/>
              <a:ahLst/>
              <a:cxnLst/>
              <a:rect r="r" b="b" t="t" l="l"/>
              <a:pathLst>
                <a:path w="137253" h="62597" stroke="true" fill="norm" extrusionOk="true">
                  <a:moveTo>
                    <a:pt x="132015" y="62598"/>
                  </a:moveTo>
                  <a:cubicBezTo>
                    <a:pt x="131062" y="62598"/>
                    <a:pt x="129157" y="61646"/>
                    <a:pt x="128205" y="60693"/>
                  </a:cubicBezTo>
                  <a:cubicBezTo>
                    <a:pt x="59625" y="-15507"/>
                    <a:pt x="7237" y="15925"/>
                    <a:pt x="7237" y="15925"/>
                  </a:cubicBezTo>
                  <a:cubicBezTo>
                    <a:pt x="5332" y="17830"/>
                    <a:pt x="2475" y="16878"/>
                    <a:pt x="570" y="14973"/>
                  </a:cubicBezTo>
                  <a:cubicBezTo>
                    <a:pt x="570" y="14973"/>
                    <a:pt x="570" y="14973"/>
                    <a:pt x="570" y="14973"/>
                  </a:cubicBezTo>
                  <a:cubicBezTo>
                    <a:pt x="-383" y="13068"/>
                    <a:pt x="-383" y="9258"/>
                    <a:pt x="2475" y="8305"/>
                  </a:cubicBezTo>
                  <a:cubicBezTo>
                    <a:pt x="4380" y="6400"/>
                    <a:pt x="61530" y="-26937"/>
                    <a:pt x="135825" y="54978"/>
                  </a:cubicBezTo>
                  <a:cubicBezTo>
                    <a:pt x="137730" y="56883"/>
                    <a:pt x="137730" y="59741"/>
                    <a:pt x="135825" y="61646"/>
                  </a:cubicBezTo>
                  <a:cubicBezTo>
                    <a:pt x="135825" y="61646"/>
                    <a:pt x="135825" y="61646"/>
                    <a:pt x="135825" y="61646"/>
                  </a:cubicBezTo>
                  <a:cubicBezTo>
                    <a:pt x="134872" y="61646"/>
                    <a:pt x="132967" y="62598"/>
                    <a:pt x="132015" y="62598"/>
                  </a:cubicBezTo>
                  <a:close/>
                </a:path>
              </a:pathLst>
            </a:custGeom>
            <a:solidFill>
              <a:srgbClr val="D1D3D4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178" id="178"/>
            <p:cNvSpPr/>
            <p:nvPr/>
          </p:nvSpPr>
          <p:spPr>
            <a:xfrm>
              <a:off x="6057658" y="5447299"/>
              <a:ext cx="283845" cy="9525"/>
            </a:xfrm>
            <a:custGeom>
              <a:avLst/>
              <a:gdLst/>
              <a:ahLst/>
              <a:cxnLst/>
              <a:rect r="r" b="b" t="t" l="l"/>
              <a:pathLst>
                <a:path w="283845" h="9525" stroke="true" fill="norm" extrusionOk="true">
                  <a:moveTo>
                    <a:pt x="279083" y="9525"/>
                  </a:moveTo>
                  <a:lnTo>
                    <a:pt x="4763" y="9525"/>
                  </a:lnTo>
                  <a:cubicBezTo>
                    <a:pt x="1905" y="9525"/>
                    <a:pt x="0" y="7620"/>
                    <a:pt x="0" y="4763"/>
                  </a:cubicBezTo>
                  <a:cubicBezTo>
                    <a:pt x="0" y="1905"/>
                    <a:pt x="1905" y="0"/>
                    <a:pt x="4763" y="0"/>
                  </a:cubicBezTo>
                  <a:lnTo>
                    <a:pt x="279083" y="0"/>
                  </a:lnTo>
                  <a:cubicBezTo>
                    <a:pt x="281940" y="0"/>
                    <a:pt x="283845" y="1905"/>
                    <a:pt x="283845" y="4763"/>
                  </a:cubicBezTo>
                  <a:cubicBezTo>
                    <a:pt x="283845" y="7620"/>
                    <a:pt x="281940" y="9525"/>
                    <a:pt x="279083" y="9525"/>
                  </a:cubicBezTo>
                  <a:close/>
                </a:path>
              </a:pathLst>
            </a:custGeom>
            <a:solidFill>
              <a:srgbClr val="D1D3D4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179" id="179"/>
            <p:cNvSpPr/>
            <p:nvPr/>
          </p:nvSpPr>
          <p:spPr>
            <a:xfrm>
              <a:off x="6057658" y="5509212"/>
              <a:ext cx="283845" cy="9525"/>
            </a:xfrm>
            <a:custGeom>
              <a:avLst/>
              <a:gdLst/>
              <a:ahLst/>
              <a:cxnLst/>
              <a:rect r="r" b="b" t="t" l="l"/>
              <a:pathLst>
                <a:path w="283845" h="9525" stroke="true" fill="norm" extrusionOk="true">
                  <a:moveTo>
                    <a:pt x="279083" y="9525"/>
                  </a:moveTo>
                  <a:lnTo>
                    <a:pt x="4763" y="9525"/>
                  </a:lnTo>
                  <a:cubicBezTo>
                    <a:pt x="1905" y="9525"/>
                    <a:pt x="0" y="7620"/>
                    <a:pt x="0" y="4763"/>
                  </a:cubicBezTo>
                  <a:cubicBezTo>
                    <a:pt x="0" y="1905"/>
                    <a:pt x="1905" y="0"/>
                    <a:pt x="4763" y="0"/>
                  </a:cubicBezTo>
                  <a:lnTo>
                    <a:pt x="279083" y="0"/>
                  </a:lnTo>
                  <a:cubicBezTo>
                    <a:pt x="281940" y="0"/>
                    <a:pt x="283845" y="1905"/>
                    <a:pt x="283845" y="4763"/>
                  </a:cubicBezTo>
                  <a:cubicBezTo>
                    <a:pt x="283845" y="7620"/>
                    <a:pt x="281940" y="9525"/>
                    <a:pt x="279083" y="9525"/>
                  </a:cubicBezTo>
                  <a:close/>
                </a:path>
              </a:pathLst>
            </a:custGeom>
            <a:solidFill>
              <a:srgbClr val="D1D3D4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180" id="180"/>
            <p:cNvSpPr/>
            <p:nvPr/>
          </p:nvSpPr>
          <p:spPr>
            <a:xfrm>
              <a:off x="6057658" y="5572077"/>
              <a:ext cx="283845" cy="9525"/>
            </a:xfrm>
            <a:custGeom>
              <a:avLst/>
              <a:gdLst/>
              <a:ahLst/>
              <a:cxnLst/>
              <a:rect r="r" b="b" t="t" l="l"/>
              <a:pathLst>
                <a:path w="283845" h="9525" stroke="true" fill="norm" extrusionOk="true">
                  <a:moveTo>
                    <a:pt x="279083" y="9525"/>
                  </a:moveTo>
                  <a:lnTo>
                    <a:pt x="4763" y="9525"/>
                  </a:lnTo>
                  <a:cubicBezTo>
                    <a:pt x="1905" y="9525"/>
                    <a:pt x="0" y="7620"/>
                    <a:pt x="0" y="4763"/>
                  </a:cubicBezTo>
                  <a:cubicBezTo>
                    <a:pt x="0" y="1905"/>
                    <a:pt x="1905" y="0"/>
                    <a:pt x="4763" y="0"/>
                  </a:cubicBezTo>
                  <a:lnTo>
                    <a:pt x="279083" y="0"/>
                  </a:lnTo>
                  <a:cubicBezTo>
                    <a:pt x="281940" y="0"/>
                    <a:pt x="283845" y="1905"/>
                    <a:pt x="283845" y="4763"/>
                  </a:cubicBezTo>
                  <a:cubicBezTo>
                    <a:pt x="283845" y="6667"/>
                    <a:pt x="281940" y="9525"/>
                    <a:pt x="279083" y="9525"/>
                  </a:cubicBezTo>
                  <a:close/>
                </a:path>
              </a:pathLst>
            </a:custGeom>
            <a:solidFill>
              <a:srgbClr val="D1D3D4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181" id="181"/>
            <p:cNvSpPr/>
            <p:nvPr/>
          </p:nvSpPr>
          <p:spPr>
            <a:xfrm>
              <a:off x="6057658" y="5633990"/>
              <a:ext cx="186690" cy="9525"/>
            </a:xfrm>
            <a:custGeom>
              <a:avLst/>
              <a:gdLst/>
              <a:ahLst/>
              <a:cxnLst/>
              <a:rect r="r" b="b" t="t" l="l"/>
              <a:pathLst>
                <a:path w="186690" h="9525" stroke="true" fill="norm" extrusionOk="true">
                  <a:moveTo>
                    <a:pt x="181928" y="9525"/>
                  </a:moveTo>
                  <a:lnTo>
                    <a:pt x="4763" y="9525"/>
                  </a:lnTo>
                  <a:cubicBezTo>
                    <a:pt x="1905" y="9525"/>
                    <a:pt x="0" y="7620"/>
                    <a:pt x="0" y="4763"/>
                  </a:cubicBezTo>
                  <a:cubicBezTo>
                    <a:pt x="0" y="1905"/>
                    <a:pt x="1905" y="0"/>
                    <a:pt x="4763" y="0"/>
                  </a:cubicBezTo>
                  <a:lnTo>
                    <a:pt x="181928" y="0"/>
                  </a:lnTo>
                  <a:cubicBezTo>
                    <a:pt x="184785" y="0"/>
                    <a:pt x="186690" y="1905"/>
                    <a:pt x="186690" y="4763"/>
                  </a:cubicBezTo>
                  <a:cubicBezTo>
                    <a:pt x="186690" y="7620"/>
                    <a:pt x="184785" y="9525"/>
                    <a:pt x="181928" y="9525"/>
                  </a:cubicBezTo>
                  <a:close/>
                </a:path>
              </a:pathLst>
            </a:custGeom>
            <a:solidFill>
              <a:srgbClr val="D1D3D4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182" id="182"/>
            <p:cNvSpPr/>
            <p:nvPr/>
          </p:nvSpPr>
          <p:spPr>
            <a:xfrm>
              <a:off x="5823344" y="6188344"/>
              <a:ext cx="9525" cy="49530"/>
            </a:xfrm>
            <a:custGeom>
              <a:avLst/>
              <a:gdLst/>
              <a:ahLst/>
              <a:cxnLst/>
              <a:rect r="r" b="b" t="t" l="l"/>
              <a:pathLst>
                <a:path w="9525" h="49530" stroke="true" fill="norm" extrusionOk="true">
                  <a:moveTo>
                    <a:pt x="4763" y="49530"/>
                  </a:moveTo>
                  <a:cubicBezTo>
                    <a:pt x="1905" y="49530"/>
                    <a:pt x="0" y="47625"/>
                    <a:pt x="0" y="44768"/>
                  </a:cubicBezTo>
                  <a:lnTo>
                    <a:pt x="0" y="4763"/>
                  </a:lnTo>
                  <a:cubicBezTo>
                    <a:pt x="0" y="1905"/>
                    <a:pt x="1905" y="0"/>
                    <a:pt x="4763" y="0"/>
                  </a:cubicBezTo>
                  <a:cubicBezTo>
                    <a:pt x="7620" y="0"/>
                    <a:pt x="9525" y="1905"/>
                    <a:pt x="9525" y="4763"/>
                  </a:cubicBezTo>
                  <a:lnTo>
                    <a:pt x="9525" y="44768"/>
                  </a:lnTo>
                  <a:cubicBezTo>
                    <a:pt x="9525" y="46673"/>
                    <a:pt x="7620" y="49530"/>
                    <a:pt x="4763" y="49530"/>
                  </a:cubicBezTo>
                  <a:close/>
                </a:path>
              </a:pathLst>
            </a:custGeom>
            <a:solidFill>
              <a:srgbClr val="D1D3D4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183" id="183"/>
            <p:cNvSpPr/>
            <p:nvPr/>
          </p:nvSpPr>
          <p:spPr>
            <a:xfrm>
              <a:off x="5126114" y="5312045"/>
              <a:ext cx="400050" cy="238124"/>
            </a:xfrm>
            <a:custGeom>
              <a:avLst/>
              <a:gdLst/>
              <a:ahLst/>
              <a:cxnLst/>
              <a:rect r="r" b="b" t="t" l="l"/>
              <a:pathLst>
                <a:path w="400050" h="238124" stroke="true" fill="norm" extrusionOk="true">
                  <a:moveTo>
                    <a:pt x="395288" y="238125"/>
                  </a:moveTo>
                  <a:lnTo>
                    <a:pt x="4763" y="238125"/>
                  </a:lnTo>
                  <a:cubicBezTo>
                    <a:pt x="1905" y="238125"/>
                    <a:pt x="0" y="236220"/>
                    <a:pt x="0" y="233362"/>
                  </a:cubicBezTo>
                  <a:lnTo>
                    <a:pt x="0" y="4763"/>
                  </a:lnTo>
                  <a:cubicBezTo>
                    <a:pt x="0" y="1905"/>
                    <a:pt x="1905" y="0"/>
                    <a:pt x="4763" y="0"/>
                  </a:cubicBezTo>
                  <a:cubicBezTo>
                    <a:pt x="7620" y="0"/>
                    <a:pt x="9525" y="1905"/>
                    <a:pt x="9525" y="4763"/>
                  </a:cubicBezTo>
                  <a:lnTo>
                    <a:pt x="9525" y="228600"/>
                  </a:lnTo>
                  <a:lnTo>
                    <a:pt x="395288" y="228600"/>
                  </a:lnTo>
                  <a:cubicBezTo>
                    <a:pt x="398145" y="228600"/>
                    <a:pt x="400050" y="230505"/>
                    <a:pt x="400050" y="233362"/>
                  </a:cubicBezTo>
                  <a:cubicBezTo>
                    <a:pt x="400050" y="236220"/>
                    <a:pt x="398145" y="238125"/>
                    <a:pt x="395288" y="238125"/>
                  </a:cubicBezTo>
                  <a:close/>
                </a:path>
              </a:pathLst>
            </a:custGeom>
            <a:solidFill>
              <a:srgbClr val="D1D3D4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184" id="184"/>
            <p:cNvSpPr/>
            <p:nvPr/>
          </p:nvSpPr>
          <p:spPr>
            <a:xfrm>
              <a:off x="5169571" y="5336452"/>
              <a:ext cx="287416" cy="178474"/>
            </a:xfrm>
            <a:custGeom>
              <a:avLst/>
              <a:gdLst/>
              <a:ahLst/>
              <a:cxnLst/>
              <a:rect r="r" b="b" t="t" l="l"/>
              <a:pathLst>
                <a:path w="287416" h="178474" stroke="true" fill="norm" extrusionOk="true">
                  <a:moveTo>
                    <a:pt x="4167" y="178475"/>
                  </a:moveTo>
                  <a:cubicBezTo>
                    <a:pt x="4167" y="178475"/>
                    <a:pt x="3215" y="178475"/>
                    <a:pt x="3215" y="178475"/>
                  </a:cubicBezTo>
                  <a:cubicBezTo>
                    <a:pt x="357" y="177522"/>
                    <a:pt x="-595" y="174665"/>
                    <a:pt x="357" y="172760"/>
                  </a:cubicBezTo>
                  <a:lnTo>
                    <a:pt x="357" y="172760"/>
                  </a:lnTo>
                  <a:cubicBezTo>
                    <a:pt x="1310" y="168950"/>
                    <a:pt x="26075" y="89892"/>
                    <a:pt x="85130" y="74652"/>
                  </a:cubicBezTo>
                  <a:cubicBezTo>
                    <a:pt x="117515" y="66080"/>
                    <a:pt x="127040" y="82272"/>
                    <a:pt x="135612" y="97512"/>
                  </a:cubicBezTo>
                  <a:cubicBezTo>
                    <a:pt x="144185" y="112752"/>
                    <a:pt x="150852" y="126087"/>
                    <a:pt x="177522" y="127040"/>
                  </a:cubicBezTo>
                  <a:lnTo>
                    <a:pt x="179427" y="127040"/>
                  </a:lnTo>
                  <a:cubicBezTo>
                    <a:pt x="234672" y="127040"/>
                    <a:pt x="277535" y="5120"/>
                    <a:pt x="278487" y="3215"/>
                  </a:cubicBezTo>
                  <a:cubicBezTo>
                    <a:pt x="279440" y="357"/>
                    <a:pt x="282297" y="-595"/>
                    <a:pt x="284202" y="357"/>
                  </a:cubicBezTo>
                  <a:cubicBezTo>
                    <a:pt x="287060" y="1310"/>
                    <a:pt x="288012" y="4167"/>
                    <a:pt x="287060" y="6072"/>
                  </a:cubicBezTo>
                  <a:cubicBezTo>
                    <a:pt x="285155" y="11787"/>
                    <a:pt x="241340" y="135612"/>
                    <a:pt x="179427" y="135612"/>
                  </a:cubicBezTo>
                  <a:lnTo>
                    <a:pt x="177522" y="135612"/>
                  </a:lnTo>
                  <a:cubicBezTo>
                    <a:pt x="145137" y="133707"/>
                    <a:pt x="135612" y="116562"/>
                    <a:pt x="127040" y="101322"/>
                  </a:cubicBezTo>
                  <a:cubicBezTo>
                    <a:pt x="118467" y="86082"/>
                    <a:pt x="113705" y="75605"/>
                    <a:pt x="87987" y="82272"/>
                  </a:cubicBezTo>
                  <a:cubicBezTo>
                    <a:pt x="34647" y="96560"/>
                    <a:pt x="10835" y="173712"/>
                    <a:pt x="9882" y="174665"/>
                  </a:cubicBezTo>
                  <a:cubicBezTo>
                    <a:pt x="7977" y="177522"/>
                    <a:pt x="6072" y="178475"/>
                    <a:pt x="4167" y="178475"/>
                  </a:cubicBezTo>
                  <a:close/>
                </a:path>
              </a:pathLst>
            </a:custGeom>
            <a:solidFill>
              <a:srgbClr val="D1D3D4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185" id="185"/>
            <p:cNvSpPr/>
            <p:nvPr/>
          </p:nvSpPr>
          <p:spPr>
            <a:xfrm>
              <a:off x="6090044" y="6090237"/>
              <a:ext cx="169544" cy="169545"/>
            </a:xfrm>
            <a:custGeom>
              <a:avLst/>
              <a:gdLst/>
              <a:ahLst/>
              <a:cxnLst/>
              <a:rect r="r" b="b" t="t" l="l"/>
              <a:pathLst>
                <a:path w="169544" h="169545" stroke="true" fill="norm" extrusionOk="true">
                  <a:moveTo>
                    <a:pt x="84772" y="169545"/>
                  </a:moveTo>
                  <a:cubicBezTo>
                    <a:pt x="38100" y="169545"/>
                    <a:pt x="0" y="131445"/>
                    <a:pt x="0" y="84772"/>
                  </a:cubicBezTo>
                  <a:cubicBezTo>
                    <a:pt x="0" y="38100"/>
                    <a:pt x="38100" y="0"/>
                    <a:pt x="84772" y="0"/>
                  </a:cubicBezTo>
                  <a:cubicBezTo>
                    <a:pt x="131445" y="0"/>
                    <a:pt x="169545" y="38100"/>
                    <a:pt x="169545" y="84772"/>
                  </a:cubicBezTo>
                  <a:cubicBezTo>
                    <a:pt x="169545" y="84772"/>
                    <a:pt x="169545" y="84772"/>
                    <a:pt x="169545" y="84772"/>
                  </a:cubicBezTo>
                  <a:cubicBezTo>
                    <a:pt x="169545" y="131445"/>
                    <a:pt x="131445" y="169545"/>
                    <a:pt x="84772" y="169545"/>
                  </a:cubicBezTo>
                  <a:close/>
                  <a:moveTo>
                    <a:pt x="84772" y="9525"/>
                  </a:moveTo>
                  <a:cubicBezTo>
                    <a:pt x="42863" y="9525"/>
                    <a:pt x="9525" y="42863"/>
                    <a:pt x="9525" y="84772"/>
                  </a:cubicBezTo>
                  <a:cubicBezTo>
                    <a:pt x="9525" y="126682"/>
                    <a:pt x="42863" y="160020"/>
                    <a:pt x="84772" y="160020"/>
                  </a:cubicBezTo>
                  <a:cubicBezTo>
                    <a:pt x="126682" y="160020"/>
                    <a:pt x="160020" y="126682"/>
                    <a:pt x="160020" y="84772"/>
                  </a:cubicBezTo>
                  <a:cubicBezTo>
                    <a:pt x="160020" y="84772"/>
                    <a:pt x="160020" y="84772"/>
                    <a:pt x="160020" y="84772"/>
                  </a:cubicBezTo>
                  <a:cubicBezTo>
                    <a:pt x="160020" y="42863"/>
                    <a:pt x="126682" y="9525"/>
                    <a:pt x="84772" y="9525"/>
                  </a:cubicBezTo>
                  <a:close/>
                </a:path>
              </a:pathLst>
            </a:custGeom>
            <a:solidFill>
              <a:srgbClr val="D1D3D4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186" id="186"/>
            <p:cNvSpPr/>
            <p:nvPr/>
          </p:nvSpPr>
          <p:spPr>
            <a:xfrm>
              <a:off x="6170054" y="6090237"/>
              <a:ext cx="75333" cy="134302"/>
            </a:xfrm>
            <a:custGeom>
              <a:avLst/>
              <a:gdLst/>
              <a:ahLst/>
              <a:cxnLst/>
              <a:rect r="r" b="b" t="t" l="l"/>
              <a:pathLst>
                <a:path w="75333" h="134302" stroke="true" fill="norm" extrusionOk="true">
                  <a:moveTo>
                    <a:pt x="70485" y="134302"/>
                  </a:moveTo>
                  <a:cubicBezTo>
                    <a:pt x="69533" y="134302"/>
                    <a:pt x="68580" y="134302"/>
                    <a:pt x="67628" y="133350"/>
                  </a:cubicBezTo>
                  <a:lnTo>
                    <a:pt x="1905" y="88582"/>
                  </a:lnTo>
                  <a:cubicBezTo>
                    <a:pt x="953" y="87630"/>
                    <a:pt x="0" y="86677"/>
                    <a:pt x="0" y="84772"/>
                  </a:cubicBezTo>
                  <a:lnTo>
                    <a:pt x="0" y="4763"/>
                  </a:lnTo>
                  <a:cubicBezTo>
                    <a:pt x="0" y="1905"/>
                    <a:pt x="1905" y="0"/>
                    <a:pt x="4763" y="0"/>
                  </a:cubicBezTo>
                  <a:cubicBezTo>
                    <a:pt x="7620" y="0"/>
                    <a:pt x="9525" y="1905"/>
                    <a:pt x="9525" y="4763"/>
                  </a:cubicBezTo>
                  <a:lnTo>
                    <a:pt x="9525" y="81915"/>
                  </a:lnTo>
                  <a:lnTo>
                    <a:pt x="73342" y="125730"/>
                  </a:lnTo>
                  <a:cubicBezTo>
                    <a:pt x="75247" y="127635"/>
                    <a:pt x="76200" y="130492"/>
                    <a:pt x="74295" y="132397"/>
                  </a:cubicBezTo>
                  <a:cubicBezTo>
                    <a:pt x="74295" y="134302"/>
                    <a:pt x="72390" y="134302"/>
                    <a:pt x="70485" y="134302"/>
                  </a:cubicBezTo>
                  <a:lnTo>
                    <a:pt x="70485" y="134302"/>
                  </a:lnTo>
                  <a:close/>
                </a:path>
              </a:pathLst>
            </a:custGeom>
            <a:solidFill>
              <a:srgbClr val="D1D3D4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187" id="187"/>
            <p:cNvSpPr/>
            <p:nvPr/>
          </p:nvSpPr>
          <p:spPr>
            <a:xfrm>
              <a:off x="6095511" y="6169999"/>
              <a:ext cx="85268" cy="26917"/>
            </a:xfrm>
            <a:custGeom>
              <a:avLst/>
              <a:gdLst/>
              <a:ahLst/>
              <a:cxnLst/>
              <a:rect r="r" b="b" t="t" l="l"/>
              <a:pathLst>
                <a:path w="85268" h="26917" stroke="true" fill="norm" extrusionOk="true">
                  <a:moveTo>
                    <a:pt x="5010" y="26918"/>
                  </a:moveTo>
                  <a:cubicBezTo>
                    <a:pt x="3105" y="26918"/>
                    <a:pt x="1200" y="25013"/>
                    <a:pt x="248" y="23108"/>
                  </a:cubicBezTo>
                  <a:cubicBezTo>
                    <a:pt x="-705" y="20250"/>
                    <a:pt x="1200" y="18345"/>
                    <a:pt x="4058" y="17393"/>
                  </a:cubicBezTo>
                  <a:cubicBezTo>
                    <a:pt x="4058" y="17393"/>
                    <a:pt x="4058" y="17393"/>
                    <a:pt x="4058" y="17393"/>
                  </a:cubicBezTo>
                  <a:lnTo>
                    <a:pt x="79305" y="248"/>
                  </a:lnTo>
                  <a:cubicBezTo>
                    <a:pt x="82163" y="-705"/>
                    <a:pt x="85020" y="1200"/>
                    <a:pt x="85020" y="4058"/>
                  </a:cubicBezTo>
                  <a:cubicBezTo>
                    <a:pt x="85973" y="6915"/>
                    <a:pt x="84068" y="9773"/>
                    <a:pt x="81210" y="9773"/>
                  </a:cubicBezTo>
                  <a:lnTo>
                    <a:pt x="5963" y="26918"/>
                  </a:lnTo>
                  <a:lnTo>
                    <a:pt x="5010" y="26918"/>
                  </a:lnTo>
                  <a:close/>
                </a:path>
              </a:pathLst>
            </a:custGeom>
            <a:solidFill>
              <a:srgbClr val="D1D3D4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188" id="188"/>
            <p:cNvSpPr/>
            <p:nvPr/>
          </p:nvSpPr>
          <p:spPr>
            <a:xfrm>
              <a:off x="5298516" y="6178819"/>
              <a:ext cx="123825" cy="9525"/>
            </a:xfrm>
            <a:custGeom>
              <a:avLst/>
              <a:gdLst/>
              <a:ahLst/>
              <a:cxnLst/>
              <a:rect r="r" b="b" t="t" l="l"/>
              <a:pathLst>
                <a:path w="123825" h="9525" stroke="true" fill="norm" extrusionOk="true">
                  <a:moveTo>
                    <a:pt x="119063" y="9525"/>
                  </a:moveTo>
                  <a:lnTo>
                    <a:pt x="4763" y="9525"/>
                  </a:lnTo>
                  <a:cubicBezTo>
                    <a:pt x="1905" y="9525"/>
                    <a:pt x="0" y="7620"/>
                    <a:pt x="0" y="4763"/>
                  </a:cubicBezTo>
                  <a:cubicBezTo>
                    <a:pt x="0" y="1905"/>
                    <a:pt x="1905" y="0"/>
                    <a:pt x="4763" y="0"/>
                  </a:cubicBezTo>
                  <a:lnTo>
                    <a:pt x="119063" y="0"/>
                  </a:lnTo>
                  <a:cubicBezTo>
                    <a:pt x="121920" y="0"/>
                    <a:pt x="123825" y="1905"/>
                    <a:pt x="123825" y="4763"/>
                  </a:cubicBezTo>
                  <a:cubicBezTo>
                    <a:pt x="123825" y="7620"/>
                    <a:pt x="121920" y="9525"/>
                    <a:pt x="119063" y="9525"/>
                  </a:cubicBezTo>
                  <a:close/>
                </a:path>
              </a:pathLst>
            </a:custGeom>
            <a:solidFill>
              <a:srgbClr val="D1D3D4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189" id="189"/>
            <p:cNvSpPr/>
            <p:nvPr/>
          </p:nvSpPr>
          <p:spPr>
            <a:xfrm>
              <a:off x="5298516" y="6228350"/>
              <a:ext cx="81914" cy="9525"/>
            </a:xfrm>
            <a:custGeom>
              <a:avLst/>
              <a:gdLst/>
              <a:ahLst/>
              <a:cxnLst/>
              <a:rect r="r" b="b" t="t" l="l"/>
              <a:pathLst>
                <a:path w="81914" h="9525" stroke="true" fill="norm" extrusionOk="true">
                  <a:moveTo>
                    <a:pt x="77152" y="9525"/>
                  </a:moveTo>
                  <a:lnTo>
                    <a:pt x="4763" y="9525"/>
                  </a:lnTo>
                  <a:cubicBezTo>
                    <a:pt x="1905" y="9525"/>
                    <a:pt x="0" y="7620"/>
                    <a:pt x="0" y="4763"/>
                  </a:cubicBezTo>
                  <a:cubicBezTo>
                    <a:pt x="0" y="1905"/>
                    <a:pt x="1905" y="0"/>
                    <a:pt x="4763" y="0"/>
                  </a:cubicBezTo>
                  <a:lnTo>
                    <a:pt x="77152" y="0"/>
                  </a:lnTo>
                  <a:cubicBezTo>
                    <a:pt x="80010" y="0"/>
                    <a:pt x="81915" y="1905"/>
                    <a:pt x="81915" y="4763"/>
                  </a:cubicBezTo>
                  <a:cubicBezTo>
                    <a:pt x="81915" y="6667"/>
                    <a:pt x="80010" y="9525"/>
                    <a:pt x="77152" y="9525"/>
                  </a:cubicBezTo>
                  <a:close/>
                </a:path>
              </a:pathLst>
            </a:custGeom>
            <a:solidFill>
              <a:srgbClr val="D1D3D4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190" id="190"/>
            <p:cNvSpPr/>
            <p:nvPr/>
          </p:nvSpPr>
          <p:spPr>
            <a:xfrm>
              <a:off x="6435247" y="5196732"/>
              <a:ext cx="414549" cy="374523"/>
            </a:xfrm>
            <a:custGeom>
              <a:avLst/>
              <a:gdLst/>
              <a:ahLst/>
              <a:cxnLst/>
              <a:rect r="r" b="b" t="t" l="l"/>
              <a:pathLst>
                <a:path w="414549" h="374523" stroke="true" fill="norm" extrusionOk="true">
                  <a:moveTo>
                    <a:pt x="99614" y="349627"/>
                  </a:moveTo>
                  <a:cubicBezTo>
                    <a:pt x="87232" y="341055"/>
                    <a:pt x="80564" y="325815"/>
                    <a:pt x="82469" y="310575"/>
                  </a:cubicBezTo>
                  <a:cubicBezTo>
                    <a:pt x="67229" y="314385"/>
                    <a:pt x="51037" y="306765"/>
                    <a:pt x="43417" y="292477"/>
                  </a:cubicBezTo>
                  <a:cubicBezTo>
                    <a:pt x="36749" y="278190"/>
                    <a:pt x="34844" y="261997"/>
                    <a:pt x="37702" y="246757"/>
                  </a:cubicBezTo>
                  <a:cubicBezTo>
                    <a:pt x="4364" y="230565"/>
                    <a:pt x="-8971" y="190560"/>
                    <a:pt x="6269" y="157222"/>
                  </a:cubicBezTo>
                  <a:cubicBezTo>
                    <a:pt x="13889" y="141982"/>
                    <a:pt x="27224" y="129600"/>
                    <a:pt x="43417" y="123885"/>
                  </a:cubicBezTo>
                  <a:cubicBezTo>
                    <a:pt x="39607" y="121980"/>
                    <a:pt x="35797" y="118170"/>
                    <a:pt x="34844" y="113407"/>
                  </a:cubicBezTo>
                  <a:cubicBezTo>
                    <a:pt x="26272" y="84832"/>
                    <a:pt x="43417" y="51495"/>
                    <a:pt x="70087" y="37207"/>
                  </a:cubicBezTo>
                  <a:cubicBezTo>
                    <a:pt x="97709" y="23872"/>
                    <a:pt x="129142" y="22920"/>
                    <a:pt x="157717" y="34350"/>
                  </a:cubicBezTo>
                  <a:cubicBezTo>
                    <a:pt x="155812" y="26730"/>
                    <a:pt x="159622" y="18157"/>
                    <a:pt x="165337" y="13395"/>
                  </a:cubicBezTo>
                  <a:cubicBezTo>
                    <a:pt x="172004" y="8632"/>
                    <a:pt x="178672" y="5775"/>
                    <a:pt x="187244" y="4822"/>
                  </a:cubicBezTo>
                  <a:cubicBezTo>
                    <a:pt x="226297" y="-3750"/>
                    <a:pt x="266302" y="-893"/>
                    <a:pt x="303449" y="13395"/>
                  </a:cubicBezTo>
                  <a:cubicBezTo>
                    <a:pt x="321547" y="20062"/>
                    <a:pt x="340597" y="33397"/>
                    <a:pt x="338692" y="52447"/>
                  </a:cubicBezTo>
                  <a:cubicBezTo>
                    <a:pt x="370124" y="46732"/>
                    <a:pt x="400604" y="68640"/>
                    <a:pt x="405367" y="100072"/>
                  </a:cubicBezTo>
                  <a:cubicBezTo>
                    <a:pt x="408224" y="116265"/>
                    <a:pt x="403462" y="132457"/>
                    <a:pt x="393937" y="145792"/>
                  </a:cubicBezTo>
                  <a:cubicBezTo>
                    <a:pt x="420607" y="171510"/>
                    <a:pt x="421559" y="214372"/>
                    <a:pt x="395842" y="241042"/>
                  </a:cubicBezTo>
                  <a:cubicBezTo>
                    <a:pt x="387269" y="250567"/>
                    <a:pt x="375839" y="257235"/>
                    <a:pt x="362504" y="260092"/>
                  </a:cubicBezTo>
                  <a:cubicBezTo>
                    <a:pt x="363457" y="255330"/>
                    <a:pt x="370124" y="259140"/>
                    <a:pt x="372029" y="263902"/>
                  </a:cubicBezTo>
                  <a:cubicBezTo>
                    <a:pt x="383459" y="292477"/>
                    <a:pt x="362504" y="326767"/>
                    <a:pt x="335834" y="342960"/>
                  </a:cubicBezTo>
                  <a:cubicBezTo>
                    <a:pt x="309164" y="359152"/>
                    <a:pt x="269159" y="362010"/>
                    <a:pt x="247252" y="340102"/>
                  </a:cubicBezTo>
                  <a:cubicBezTo>
                    <a:pt x="247252" y="355342"/>
                    <a:pt x="236774" y="368677"/>
                    <a:pt x="222487" y="372487"/>
                  </a:cubicBezTo>
                  <a:cubicBezTo>
                    <a:pt x="208199" y="375345"/>
                    <a:pt x="192959" y="375345"/>
                    <a:pt x="177719" y="371535"/>
                  </a:cubicBezTo>
                  <a:cubicBezTo>
                    <a:pt x="163432" y="368677"/>
                    <a:pt x="150097" y="361057"/>
                    <a:pt x="135809" y="357247"/>
                  </a:cubicBezTo>
                  <a:cubicBezTo>
                    <a:pt x="124379" y="354390"/>
                    <a:pt x="111997" y="358200"/>
                    <a:pt x="99614" y="349627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191" id="191"/>
            <p:cNvSpPr/>
            <p:nvPr/>
          </p:nvSpPr>
          <p:spPr>
            <a:xfrm>
              <a:off x="6429938" y="5192922"/>
              <a:ext cx="426072" cy="382964"/>
            </a:xfrm>
            <a:custGeom>
              <a:avLst/>
              <a:gdLst/>
              <a:ahLst/>
              <a:cxnLst/>
              <a:rect r="r" b="b" t="t" l="l"/>
              <a:pathLst>
                <a:path w="426072" h="382964" stroke="true" fill="norm" extrusionOk="true">
                  <a:moveTo>
                    <a:pt x="211603" y="382965"/>
                  </a:moveTo>
                  <a:cubicBezTo>
                    <a:pt x="202078" y="382965"/>
                    <a:pt x="192553" y="381060"/>
                    <a:pt x="183028" y="379155"/>
                  </a:cubicBezTo>
                  <a:cubicBezTo>
                    <a:pt x="175408" y="377250"/>
                    <a:pt x="167788" y="374392"/>
                    <a:pt x="160168" y="371535"/>
                  </a:cubicBezTo>
                  <a:cubicBezTo>
                    <a:pt x="153501" y="368677"/>
                    <a:pt x="147786" y="366772"/>
                    <a:pt x="141118" y="364867"/>
                  </a:cubicBezTo>
                  <a:cubicBezTo>
                    <a:pt x="136356" y="363915"/>
                    <a:pt x="132546" y="363915"/>
                    <a:pt x="127783" y="363915"/>
                  </a:cubicBezTo>
                  <a:cubicBezTo>
                    <a:pt x="118258" y="364867"/>
                    <a:pt x="108733" y="362010"/>
                    <a:pt x="101113" y="357247"/>
                  </a:cubicBezTo>
                  <a:lnTo>
                    <a:pt x="101113" y="357247"/>
                  </a:lnTo>
                  <a:cubicBezTo>
                    <a:pt x="89683" y="348675"/>
                    <a:pt x="82063" y="335340"/>
                    <a:pt x="82063" y="320100"/>
                  </a:cubicBezTo>
                  <a:cubicBezTo>
                    <a:pt x="65871" y="321052"/>
                    <a:pt x="51583" y="312480"/>
                    <a:pt x="43963" y="298192"/>
                  </a:cubicBezTo>
                  <a:cubicBezTo>
                    <a:pt x="37296" y="283905"/>
                    <a:pt x="34438" y="268665"/>
                    <a:pt x="37296" y="253425"/>
                  </a:cubicBezTo>
                  <a:cubicBezTo>
                    <a:pt x="3006" y="234375"/>
                    <a:pt x="-10329" y="190560"/>
                    <a:pt x="8721" y="156270"/>
                  </a:cubicBezTo>
                  <a:cubicBezTo>
                    <a:pt x="15388" y="143887"/>
                    <a:pt x="25866" y="133410"/>
                    <a:pt x="39200" y="126742"/>
                  </a:cubicBezTo>
                  <a:cubicBezTo>
                    <a:pt x="37296" y="124837"/>
                    <a:pt x="36343" y="121980"/>
                    <a:pt x="35391" y="119122"/>
                  </a:cubicBezTo>
                  <a:cubicBezTo>
                    <a:pt x="26818" y="90547"/>
                    <a:pt x="43011" y="54352"/>
                    <a:pt x="72538" y="37207"/>
                  </a:cubicBezTo>
                  <a:cubicBezTo>
                    <a:pt x="99208" y="23872"/>
                    <a:pt x="129688" y="21967"/>
                    <a:pt x="157311" y="31492"/>
                  </a:cubicBezTo>
                  <a:cubicBezTo>
                    <a:pt x="158263" y="24825"/>
                    <a:pt x="162073" y="18157"/>
                    <a:pt x="167788" y="14347"/>
                  </a:cubicBezTo>
                  <a:cubicBezTo>
                    <a:pt x="174456" y="9585"/>
                    <a:pt x="183028" y="5775"/>
                    <a:pt x="191601" y="4822"/>
                  </a:cubicBezTo>
                  <a:cubicBezTo>
                    <a:pt x="231606" y="-3750"/>
                    <a:pt x="272563" y="-893"/>
                    <a:pt x="310663" y="13395"/>
                  </a:cubicBezTo>
                  <a:cubicBezTo>
                    <a:pt x="333523" y="21967"/>
                    <a:pt x="347810" y="36255"/>
                    <a:pt x="349716" y="51495"/>
                  </a:cubicBezTo>
                  <a:cubicBezTo>
                    <a:pt x="384006" y="48637"/>
                    <a:pt x="414485" y="75307"/>
                    <a:pt x="417343" y="109597"/>
                  </a:cubicBezTo>
                  <a:cubicBezTo>
                    <a:pt x="418296" y="123885"/>
                    <a:pt x="414485" y="137220"/>
                    <a:pt x="406866" y="148650"/>
                  </a:cubicBezTo>
                  <a:cubicBezTo>
                    <a:pt x="433535" y="178177"/>
                    <a:pt x="432583" y="222945"/>
                    <a:pt x="403056" y="250567"/>
                  </a:cubicBezTo>
                  <a:cubicBezTo>
                    <a:pt x="397341" y="256282"/>
                    <a:pt x="390673" y="260092"/>
                    <a:pt x="383053" y="263902"/>
                  </a:cubicBezTo>
                  <a:cubicBezTo>
                    <a:pt x="383053" y="263902"/>
                    <a:pt x="384006" y="264855"/>
                    <a:pt x="384006" y="265807"/>
                  </a:cubicBezTo>
                  <a:cubicBezTo>
                    <a:pt x="396388" y="298192"/>
                    <a:pt x="373528" y="334387"/>
                    <a:pt x="344953" y="350580"/>
                  </a:cubicBezTo>
                  <a:cubicBezTo>
                    <a:pt x="319236" y="365820"/>
                    <a:pt x="283041" y="370582"/>
                    <a:pt x="258276" y="353437"/>
                  </a:cubicBezTo>
                  <a:cubicBezTo>
                    <a:pt x="254466" y="366772"/>
                    <a:pt x="243988" y="377250"/>
                    <a:pt x="230653" y="381060"/>
                  </a:cubicBezTo>
                  <a:cubicBezTo>
                    <a:pt x="223986" y="382965"/>
                    <a:pt x="218271" y="382965"/>
                    <a:pt x="211603" y="382965"/>
                  </a:cubicBezTo>
                  <a:close/>
                  <a:moveTo>
                    <a:pt x="87778" y="308670"/>
                  </a:moveTo>
                  <a:cubicBezTo>
                    <a:pt x="88731" y="308670"/>
                    <a:pt x="89683" y="308670"/>
                    <a:pt x="90636" y="309622"/>
                  </a:cubicBezTo>
                  <a:cubicBezTo>
                    <a:pt x="91588" y="310575"/>
                    <a:pt x="92541" y="312480"/>
                    <a:pt x="92541" y="313432"/>
                  </a:cubicBezTo>
                  <a:cubicBezTo>
                    <a:pt x="91588" y="326767"/>
                    <a:pt x="97303" y="340102"/>
                    <a:pt x="107781" y="347722"/>
                  </a:cubicBezTo>
                  <a:lnTo>
                    <a:pt x="107781" y="347722"/>
                  </a:lnTo>
                  <a:cubicBezTo>
                    <a:pt x="114448" y="351532"/>
                    <a:pt x="122068" y="353437"/>
                    <a:pt x="129688" y="353437"/>
                  </a:cubicBezTo>
                  <a:cubicBezTo>
                    <a:pt x="134451" y="353437"/>
                    <a:pt x="139213" y="354390"/>
                    <a:pt x="144928" y="355342"/>
                  </a:cubicBezTo>
                  <a:cubicBezTo>
                    <a:pt x="151596" y="357247"/>
                    <a:pt x="159216" y="359152"/>
                    <a:pt x="165883" y="362010"/>
                  </a:cubicBezTo>
                  <a:cubicBezTo>
                    <a:pt x="172551" y="364867"/>
                    <a:pt x="179218" y="367725"/>
                    <a:pt x="186838" y="368677"/>
                  </a:cubicBezTo>
                  <a:cubicBezTo>
                    <a:pt x="200173" y="372487"/>
                    <a:pt x="214461" y="373440"/>
                    <a:pt x="228748" y="369630"/>
                  </a:cubicBezTo>
                  <a:cubicBezTo>
                    <a:pt x="241131" y="366772"/>
                    <a:pt x="249703" y="355342"/>
                    <a:pt x="250656" y="342960"/>
                  </a:cubicBezTo>
                  <a:cubicBezTo>
                    <a:pt x="250656" y="341055"/>
                    <a:pt x="251608" y="339150"/>
                    <a:pt x="253513" y="338197"/>
                  </a:cubicBezTo>
                  <a:cubicBezTo>
                    <a:pt x="255418" y="337245"/>
                    <a:pt x="257323" y="337245"/>
                    <a:pt x="259228" y="339150"/>
                  </a:cubicBezTo>
                  <a:cubicBezTo>
                    <a:pt x="280183" y="360105"/>
                    <a:pt x="317331" y="356295"/>
                    <a:pt x="342096" y="342007"/>
                  </a:cubicBezTo>
                  <a:cubicBezTo>
                    <a:pt x="366860" y="326767"/>
                    <a:pt x="386863" y="295335"/>
                    <a:pt x="376385" y="268665"/>
                  </a:cubicBezTo>
                  <a:cubicBezTo>
                    <a:pt x="376385" y="267712"/>
                    <a:pt x="375433" y="267712"/>
                    <a:pt x="375433" y="266760"/>
                  </a:cubicBezTo>
                  <a:lnTo>
                    <a:pt x="372576" y="267712"/>
                  </a:lnTo>
                  <a:cubicBezTo>
                    <a:pt x="370671" y="267712"/>
                    <a:pt x="368766" y="267712"/>
                    <a:pt x="367813" y="266760"/>
                  </a:cubicBezTo>
                  <a:cubicBezTo>
                    <a:pt x="366860" y="265807"/>
                    <a:pt x="365908" y="263902"/>
                    <a:pt x="366860" y="261997"/>
                  </a:cubicBezTo>
                  <a:cubicBezTo>
                    <a:pt x="367813" y="259140"/>
                    <a:pt x="370671" y="256282"/>
                    <a:pt x="373528" y="256282"/>
                  </a:cubicBezTo>
                  <a:cubicBezTo>
                    <a:pt x="374481" y="256282"/>
                    <a:pt x="375433" y="256282"/>
                    <a:pt x="376385" y="256282"/>
                  </a:cubicBezTo>
                  <a:cubicBezTo>
                    <a:pt x="395435" y="249615"/>
                    <a:pt x="410676" y="233422"/>
                    <a:pt x="416391" y="213420"/>
                  </a:cubicBezTo>
                  <a:cubicBezTo>
                    <a:pt x="422106" y="191512"/>
                    <a:pt x="415438" y="167700"/>
                    <a:pt x="399246" y="152460"/>
                  </a:cubicBezTo>
                  <a:cubicBezTo>
                    <a:pt x="397341" y="150555"/>
                    <a:pt x="397341" y="147697"/>
                    <a:pt x="398293" y="145792"/>
                  </a:cubicBezTo>
                  <a:cubicBezTo>
                    <a:pt x="416391" y="121980"/>
                    <a:pt x="411628" y="88642"/>
                    <a:pt x="388768" y="70545"/>
                  </a:cubicBezTo>
                  <a:cubicBezTo>
                    <a:pt x="377338" y="61972"/>
                    <a:pt x="362098" y="58162"/>
                    <a:pt x="347810" y="60067"/>
                  </a:cubicBezTo>
                  <a:cubicBezTo>
                    <a:pt x="344953" y="60067"/>
                    <a:pt x="343048" y="58162"/>
                    <a:pt x="342096" y="56257"/>
                  </a:cubicBezTo>
                  <a:cubicBezTo>
                    <a:pt x="342096" y="56257"/>
                    <a:pt x="342096" y="55305"/>
                    <a:pt x="342096" y="55305"/>
                  </a:cubicBezTo>
                  <a:cubicBezTo>
                    <a:pt x="343048" y="40065"/>
                    <a:pt x="325903" y="27682"/>
                    <a:pt x="309711" y="21015"/>
                  </a:cubicBezTo>
                  <a:cubicBezTo>
                    <a:pt x="273516" y="7680"/>
                    <a:pt x="233511" y="4822"/>
                    <a:pt x="196363" y="12442"/>
                  </a:cubicBezTo>
                  <a:cubicBezTo>
                    <a:pt x="189696" y="13395"/>
                    <a:pt x="183028" y="16252"/>
                    <a:pt x="177313" y="20062"/>
                  </a:cubicBezTo>
                  <a:cubicBezTo>
                    <a:pt x="172551" y="23872"/>
                    <a:pt x="169693" y="29587"/>
                    <a:pt x="170646" y="35302"/>
                  </a:cubicBezTo>
                  <a:cubicBezTo>
                    <a:pt x="171598" y="37207"/>
                    <a:pt x="170646" y="39112"/>
                    <a:pt x="169693" y="40065"/>
                  </a:cubicBezTo>
                  <a:cubicBezTo>
                    <a:pt x="168741" y="41017"/>
                    <a:pt x="166836" y="41970"/>
                    <a:pt x="164931" y="41017"/>
                  </a:cubicBezTo>
                  <a:cubicBezTo>
                    <a:pt x="138261" y="29587"/>
                    <a:pt x="107781" y="30540"/>
                    <a:pt x="81111" y="42922"/>
                  </a:cubicBezTo>
                  <a:cubicBezTo>
                    <a:pt x="55393" y="57210"/>
                    <a:pt x="41106" y="87690"/>
                    <a:pt x="48725" y="113407"/>
                  </a:cubicBezTo>
                  <a:cubicBezTo>
                    <a:pt x="49678" y="115312"/>
                    <a:pt x="50631" y="120075"/>
                    <a:pt x="53488" y="121027"/>
                  </a:cubicBezTo>
                  <a:cubicBezTo>
                    <a:pt x="55393" y="121980"/>
                    <a:pt x="57298" y="122932"/>
                    <a:pt x="57298" y="125790"/>
                  </a:cubicBezTo>
                  <a:cubicBezTo>
                    <a:pt x="57298" y="127695"/>
                    <a:pt x="56346" y="129600"/>
                    <a:pt x="54441" y="130552"/>
                  </a:cubicBezTo>
                  <a:cubicBezTo>
                    <a:pt x="22056" y="141982"/>
                    <a:pt x="5863" y="178177"/>
                    <a:pt x="18246" y="210562"/>
                  </a:cubicBezTo>
                  <a:cubicBezTo>
                    <a:pt x="23961" y="225802"/>
                    <a:pt x="35391" y="238185"/>
                    <a:pt x="49678" y="244852"/>
                  </a:cubicBezTo>
                  <a:cubicBezTo>
                    <a:pt x="51583" y="245805"/>
                    <a:pt x="52536" y="247710"/>
                    <a:pt x="52536" y="249615"/>
                  </a:cubicBezTo>
                  <a:cubicBezTo>
                    <a:pt x="49678" y="263902"/>
                    <a:pt x="50631" y="279142"/>
                    <a:pt x="57298" y="291525"/>
                  </a:cubicBezTo>
                  <a:cubicBezTo>
                    <a:pt x="63966" y="303907"/>
                    <a:pt x="77300" y="310575"/>
                    <a:pt x="90636" y="307717"/>
                  </a:cubicBezTo>
                  <a:cubicBezTo>
                    <a:pt x="86825" y="309622"/>
                    <a:pt x="86825" y="309622"/>
                    <a:pt x="87778" y="308670"/>
                  </a:cubicBezTo>
                  <a:lnTo>
                    <a:pt x="87778" y="308670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192" id="192"/>
            <p:cNvSpPr/>
            <p:nvPr/>
          </p:nvSpPr>
          <p:spPr>
            <a:xfrm>
              <a:off x="6285010" y="5659707"/>
              <a:ext cx="190795" cy="495116"/>
            </a:xfrm>
            <a:custGeom>
              <a:avLst/>
              <a:gdLst/>
              <a:ahLst/>
              <a:cxnLst/>
              <a:rect r="r" b="b" t="t" l="l"/>
              <a:pathLst>
                <a:path w="190795" h="495116" stroke="true" fill="norm" extrusionOk="true">
                  <a:moveTo>
                    <a:pt x="190796" y="0"/>
                  </a:moveTo>
                  <a:cubicBezTo>
                    <a:pt x="190796" y="0"/>
                    <a:pt x="26013" y="296228"/>
                    <a:pt x="3153" y="347663"/>
                  </a:cubicBezTo>
                  <a:cubicBezTo>
                    <a:pt x="-18754" y="399098"/>
                    <a:pt x="79353" y="520065"/>
                    <a:pt x="116501" y="490538"/>
                  </a:cubicBezTo>
                  <a:cubicBezTo>
                    <a:pt x="155553" y="461963"/>
                    <a:pt x="190796" y="0"/>
                    <a:pt x="190796" y="0"/>
                  </a:cubicBezTo>
                  <a:close/>
                </a:path>
              </a:pathLst>
            </a:custGeom>
            <a:solidFill>
              <a:schemeClr val="accent1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193" id="193"/>
            <p:cNvSpPr/>
            <p:nvPr/>
          </p:nvSpPr>
          <p:spPr>
            <a:xfrm>
              <a:off x="6766319" y="7157037"/>
              <a:ext cx="145211" cy="213359"/>
            </a:xfrm>
            <a:custGeom>
              <a:avLst/>
              <a:gdLst/>
              <a:ahLst/>
              <a:cxnLst/>
              <a:rect r="r" b="b" t="t" l="l"/>
              <a:pathLst>
                <a:path w="145211" h="213359" stroke="true" fill="norm" extrusionOk="true">
                  <a:moveTo>
                    <a:pt x="25717" y="47625"/>
                  </a:moveTo>
                  <a:cubicBezTo>
                    <a:pt x="25717" y="47625"/>
                    <a:pt x="32385" y="91440"/>
                    <a:pt x="22860" y="107633"/>
                  </a:cubicBezTo>
                  <a:cubicBezTo>
                    <a:pt x="9525" y="131445"/>
                    <a:pt x="1905" y="158115"/>
                    <a:pt x="0" y="184785"/>
                  </a:cubicBezTo>
                  <a:cubicBezTo>
                    <a:pt x="15240" y="202883"/>
                    <a:pt x="38100" y="213360"/>
                    <a:pt x="61913" y="213360"/>
                  </a:cubicBezTo>
                  <a:cubicBezTo>
                    <a:pt x="100965" y="213360"/>
                    <a:pt x="140017" y="182880"/>
                    <a:pt x="144780" y="168592"/>
                  </a:cubicBezTo>
                  <a:cubicBezTo>
                    <a:pt x="149542" y="154305"/>
                    <a:pt x="113347" y="0"/>
                    <a:pt x="113347" y="0"/>
                  </a:cubicBezTo>
                  <a:lnTo>
                    <a:pt x="25717" y="47625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194" id="194"/>
            <p:cNvSpPr/>
            <p:nvPr/>
          </p:nvSpPr>
          <p:spPr>
            <a:xfrm>
              <a:off x="6761556" y="7153465"/>
              <a:ext cx="153855" cy="221694"/>
            </a:xfrm>
            <a:custGeom>
              <a:avLst/>
              <a:gdLst/>
              <a:ahLst/>
              <a:cxnLst/>
              <a:rect r="r" b="b" t="t" l="l"/>
              <a:pathLst>
                <a:path w="153855" h="221694" stroke="true" fill="norm" extrusionOk="true">
                  <a:moveTo>
                    <a:pt x="66675" y="221694"/>
                  </a:moveTo>
                  <a:cubicBezTo>
                    <a:pt x="41910" y="221694"/>
                    <a:pt x="18097" y="210264"/>
                    <a:pt x="953" y="191214"/>
                  </a:cubicBezTo>
                  <a:cubicBezTo>
                    <a:pt x="0" y="190262"/>
                    <a:pt x="0" y="189309"/>
                    <a:pt x="0" y="188357"/>
                  </a:cubicBezTo>
                  <a:cubicBezTo>
                    <a:pt x="1905" y="160734"/>
                    <a:pt x="9525" y="134064"/>
                    <a:pt x="23813" y="109299"/>
                  </a:cubicBezTo>
                  <a:cubicBezTo>
                    <a:pt x="31432" y="96917"/>
                    <a:pt x="28575" y="63579"/>
                    <a:pt x="26670" y="52149"/>
                  </a:cubicBezTo>
                  <a:cubicBezTo>
                    <a:pt x="26670" y="50244"/>
                    <a:pt x="27622" y="48339"/>
                    <a:pt x="28575" y="47387"/>
                  </a:cubicBezTo>
                  <a:lnTo>
                    <a:pt x="115253" y="714"/>
                  </a:lnTo>
                  <a:cubicBezTo>
                    <a:pt x="116205" y="-238"/>
                    <a:pt x="118110" y="-238"/>
                    <a:pt x="119063" y="714"/>
                  </a:cubicBezTo>
                  <a:cubicBezTo>
                    <a:pt x="120015" y="1667"/>
                    <a:pt x="120967" y="2619"/>
                    <a:pt x="121920" y="3572"/>
                  </a:cubicBezTo>
                  <a:cubicBezTo>
                    <a:pt x="127635" y="29289"/>
                    <a:pt x="158115" y="159782"/>
                    <a:pt x="153353" y="174069"/>
                  </a:cubicBezTo>
                  <a:cubicBezTo>
                    <a:pt x="149542" y="189309"/>
                    <a:pt x="107632" y="221694"/>
                    <a:pt x="66675" y="221694"/>
                  </a:cubicBezTo>
                  <a:close/>
                  <a:moveTo>
                    <a:pt x="9525" y="187404"/>
                  </a:moveTo>
                  <a:cubicBezTo>
                    <a:pt x="23813" y="203597"/>
                    <a:pt x="44767" y="213122"/>
                    <a:pt x="66675" y="213122"/>
                  </a:cubicBezTo>
                  <a:cubicBezTo>
                    <a:pt x="103822" y="213122"/>
                    <a:pt x="140970" y="184547"/>
                    <a:pt x="144780" y="171212"/>
                  </a:cubicBezTo>
                  <a:cubicBezTo>
                    <a:pt x="147638" y="162639"/>
                    <a:pt x="131445" y="83582"/>
                    <a:pt x="114300" y="10239"/>
                  </a:cubicBezTo>
                  <a:lnTo>
                    <a:pt x="35242" y="53102"/>
                  </a:lnTo>
                  <a:cubicBezTo>
                    <a:pt x="36195" y="63579"/>
                    <a:pt x="40005" y="97869"/>
                    <a:pt x="31432" y="113109"/>
                  </a:cubicBezTo>
                  <a:cubicBezTo>
                    <a:pt x="19050" y="135969"/>
                    <a:pt x="11430" y="160734"/>
                    <a:pt x="9525" y="187404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195" id="195"/>
            <p:cNvSpPr/>
            <p:nvPr/>
          </p:nvSpPr>
          <p:spPr>
            <a:xfrm>
              <a:off x="6523431" y="5617683"/>
              <a:ext cx="232409" cy="583996"/>
            </a:xfrm>
            <a:custGeom>
              <a:avLst/>
              <a:gdLst/>
              <a:ahLst/>
              <a:cxnLst/>
              <a:rect r="r" b="b" t="t" l="l"/>
              <a:pathLst>
                <a:path w="232409" h="583996" stroke="true" fill="norm" extrusionOk="true">
                  <a:moveTo>
                    <a:pt x="0" y="530657"/>
                  </a:moveTo>
                  <a:lnTo>
                    <a:pt x="188595" y="583997"/>
                  </a:lnTo>
                  <a:lnTo>
                    <a:pt x="232410" y="24879"/>
                  </a:lnTo>
                  <a:cubicBezTo>
                    <a:pt x="232410" y="24879"/>
                    <a:pt x="76200" y="-13221"/>
                    <a:pt x="39052" y="4877"/>
                  </a:cubicBezTo>
                  <a:cubicBezTo>
                    <a:pt x="952" y="22974"/>
                    <a:pt x="0" y="530657"/>
                    <a:pt x="0" y="530657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196" id="196"/>
            <p:cNvSpPr/>
            <p:nvPr/>
          </p:nvSpPr>
          <p:spPr>
            <a:xfrm>
              <a:off x="6519621" y="5613690"/>
              <a:ext cx="241935" cy="593704"/>
            </a:xfrm>
            <a:custGeom>
              <a:avLst/>
              <a:gdLst/>
              <a:ahLst/>
              <a:cxnLst/>
              <a:rect r="r" b="b" t="t" l="l"/>
              <a:pathLst>
                <a:path w="241935" h="593704" stroke="true" fill="norm" extrusionOk="true">
                  <a:moveTo>
                    <a:pt x="192405" y="593705"/>
                  </a:moveTo>
                  <a:lnTo>
                    <a:pt x="191453" y="593705"/>
                  </a:lnTo>
                  <a:lnTo>
                    <a:pt x="3810" y="540365"/>
                  </a:lnTo>
                  <a:cubicBezTo>
                    <a:pt x="1905" y="539412"/>
                    <a:pt x="0" y="537507"/>
                    <a:pt x="0" y="535602"/>
                  </a:cubicBezTo>
                  <a:cubicBezTo>
                    <a:pt x="0" y="449877"/>
                    <a:pt x="2858" y="23157"/>
                    <a:pt x="40958" y="5060"/>
                  </a:cubicBezTo>
                  <a:cubicBezTo>
                    <a:pt x="79058" y="-13038"/>
                    <a:pt x="231458" y="23157"/>
                    <a:pt x="238125" y="24110"/>
                  </a:cubicBezTo>
                  <a:cubicBezTo>
                    <a:pt x="240030" y="25062"/>
                    <a:pt x="241935" y="26967"/>
                    <a:pt x="241935" y="28872"/>
                  </a:cubicBezTo>
                  <a:lnTo>
                    <a:pt x="198120" y="587990"/>
                  </a:lnTo>
                  <a:cubicBezTo>
                    <a:pt x="198120" y="589895"/>
                    <a:pt x="197167" y="590847"/>
                    <a:pt x="196215" y="591800"/>
                  </a:cubicBezTo>
                  <a:cubicBezTo>
                    <a:pt x="194310" y="592752"/>
                    <a:pt x="193358" y="593705"/>
                    <a:pt x="192405" y="593705"/>
                  </a:cubicBezTo>
                  <a:close/>
                  <a:moveTo>
                    <a:pt x="8573" y="531792"/>
                  </a:moveTo>
                  <a:lnTo>
                    <a:pt x="187642" y="582275"/>
                  </a:lnTo>
                  <a:lnTo>
                    <a:pt x="230505" y="32682"/>
                  </a:lnTo>
                  <a:cubicBezTo>
                    <a:pt x="184785" y="22205"/>
                    <a:pt x="73342" y="-655"/>
                    <a:pt x="43815" y="13632"/>
                  </a:cubicBezTo>
                  <a:cubicBezTo>
                    <a:pt x="21908" y="24110"/>
                    <a:pt x="8573" y="287952"/>
                    <a:pt x="8573" y="531792"/>
                  </a:cubicBezTo>
                  <a:lnTo>
                    <a:pt x="8573" y="531792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197" id="197"/>
            <p:cNvSpPr/>
            <p:nvPr/>
          </p:nvSpPr>
          <p:spPr>
            <a:xfrm>
              <a:off x="6336737" y="7074170"/>
              <a:ext cx="249559" cy="196144"/>
            </a:xfrm>
            <a:custGeom>
              <a:avLst/>
              <a:gdLst/>
              <a:ahLst/>
              <a:cxnLst/>
              <a:rect r="r" b="b" t="t" l="l"/>
              <a:pathLst>
                <a:path w="249559" h="196144" stroke="true" fill="norm" extrusionOk="true">
                  <a:moveTo>
                    <a:pt x="249559" y="29527"/>
                  </a:moveTo>
                  <a:lnTo>
                    <a:pt x="249559" y="160020"/>
                  </a:lnTo>
                  <a:lnTo>
                    <a:pt x="188599" y="178117"/>
                  </a:lnTo>
                  <a:lnTo>
                    <a:pt x="190504" y="151447"/>
                  </a:lnTo>
                  <a:lnTo>
                    <a:pt x="162882" y="180022"/>
                  </a:lnTo>
                  <a:cubicBezTo>
                    <a:pt x="162882" y="180022"/>
                    <a:pt x="-948" y="210502"/>
                    <a:pt x="4" y="187642"/>
                  </a:cubicBezTo>
                  <a:cubicBezTo>
                    <a:pt x="957" y="164782"/>
                    <a:pt x="17149" y="153352"/>
                    <a:pt x="38104" y="141922"/>
                  </a:cubicBezTo>
                  <a:cubicBezTo>
                    <a:pt x="60012" y="129540"/>
                    <a:pt x="118114" y="96202"/>
                    <a:pt x="118114" y="96202"/>
                  </a:cubicBezTo>
                  <a:lnTo>
                    <a:pt x="126687" y="0"/>
                  </a:lnTo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198" id="198"/>
            <p:cNvSpPr/>
            <p:nvPr/>
          </p:nvSpPr>
          <p:spPr>
            <a:xfrm>
              <a:off x="6332678" y="7070359"/>
              <a:ext cx="259333" cy="204073"/>
            </a:xfrm>
            <a:custGeom>
              <a:avLst/>
              <a:gdLst/>
              <a:ahLst/>
              <a:cxnLst/>
              <a:rect r="r" b="b" t="t" l="l"/>
              <a:pathLst>
                <a:path w="259333" h="204073" stroke="true" fill="norm" extrusionOk="true">
                  <a:moveTo>
                    <a:pt x="34543" y="203835"/>
                  </a:moveTo>
                  <a:cubicBezTo>
                    <a:pt x="24066" y="204788"/>
                    <a:pt x="12636" y="202883"/>
                    <a:pt x="3111" y="198120"/>
                  </a:cubicBezTo>
                  <a:cubicBezTo>
                    <a:pt x="1206" y="196215"/>
                    <a:pt x="-699" y="193358"/>
                    <a:pt x="253" y="191453"/>
                  </a:cubicBezTo>
                  <a:cubicBezTo>
                    <a:pt x="1206" y="166688"/>
                    <a:pt x="20256" y="152400"/>
                    <a:pt x="40258" y="141923"/>
                  </a:cubicBezTo>
                  <a:cubicBezTo>
                    <a:pt x="60261" y="131445"/>
                    <a:pt x="107886" y="102870"/>
                    <a:pt x="118363" y="97155"/>
                  </a:cubicBezTo>
                  <a:lnTo>
                    <a:pt x="126936" y="3810"/>
                  </a:lnTo>
                  <a:cubicBezTo>
                    <a:pt x="126936" y="953"/>
                    <a:pt x="129793" y="0"/>
                    <a:pt x="131698" y="0"/>
                  </a:cubicBezTo>
                  <a:cubicBezTo>
                    <a:pt x="134556" y="0"/>
                    <a:pt x="135508" y="1905"/>
                    <a:pt x="135508" y="4763"/>
                  </a:cubicBezTo>
                  <a:cubicBezTo>
                    <a:pt x="135508" y="4763"/>
                    <a:pt x="135508" y="4763"/>
                    <a:pt x="135508" y="4763"/>
                  </a:cubicBezTo>
                  <a:lnTo>
                    <a:pt x="126936" y="100965"/>
                  </a:lnTo>
                  <a:cubicBezTo>
                    <a:pt x="126936" y="101917"/>
                    <a:pt x="125983" y="103823"/>
                    <a:pt x="125031" y="104775"/>
                  </a:cubicBezTo>
                  <a:cubicBezTo>
                    <a:pt x="124078" y="104775"/>
                    <a:pt x="66928" y="139065"/>
                    <a:pt x="45021" y="150495"/>
                  </a:cubicBezTo>
                  <a:cubicBezTo>
                    <a:pt x="22161" y="161925"/>
                    <a:pt x="9778" y="173355"/>
                    <a:pt x="9778" y="192405"/>
                  </a:cubicBezTo>
                  <a:cubicBezTo>
                    <a:pt x="14541" y="200978"/>
                    <a:pt x="85978" y="195263"/>
                    <a:pt x="165988" y="180023"/>
                  </a:cubicBezTo>
                  <a:lnTo>
                    <a:pt x="192658" y="152400"/>
                  </a:lnTo>
                  <a:cubicBezTo>
                    <a:pt x="193611" y="151448"/>
                    <a:pt x="195516" y="150495"/>
                    <a:pt x="197421" y="151448"/>
                  </a:cubicBezTo>
                  <a:cubicBezTo>
                    <a:pt x="199326" y="152400"/>
                    <a:pt x="200278" y="154305"/>
                    <a:pt x="200278" y="155258"/>
                  </a:cubicBezTo>
                  <a:lnTo>
                    <a:pt x="199326" y="176213"/>
                  </a:lnTo>
                  <a:lnTo>
                    <a:pt x="250761" y="160973"/>
                  </a:lnTo>
                  <a:lnTo>
                    <a:pt x="250761" y="33338"/>
                  </a:lnTo>
                  <a:cubicBezTo>
                    <a:pt x="250761" y="30480"/>
                    <a:pt x="252666" y="28575"/>
                    <a:pt x="254571" y="28575"/>
                  </a:cubicBezTo>
                  <a:cubicBezTo>
                    <a:pt x="254571" y="28575"/>
                    <a:pt x="254571" y="28575"/>
                    <a:pt x="254571" y="28575"/>
                  </a:cubicBezTo>
                  <a:cubicBezTo>
                    <a:pt x="257428" y="28575"/>
                    <a:pt x="259333" y="30480"/>
                    <a:pt x="259333" y="33338"/>
                  </a:cubicBezTo>
                  <a:lnTo>
                    <a:pt x="259333" y="163830"/>
                  </a:lnTo>
                  <a:cubicBezTo>
                    <a:pt x="259333" y="165735"/>
                    <a:pt x="258381" y="167640"/>
                    <a:pt x="256476" y="167640"/>
                  </a:cubicBezTo>
                  <a:lnTo>
                    <a:pt x="195516" y="185738"/>
                  </a:lnTo>
                  <a:cubicBezTo>
                    <a:pt x="194563" y="185738"/>
                    <a:pt x="192658" y="185738"/>
                    <a:pt x="191706" y="184785"/>
                  </a:cubicBezTo>
                  <a:cubicBezTo>
                    <a:pt x="190753" y="183833"/>
                    <a:pt x="189801" y="182880"/>
                    <a:pt x="189801" y="180975"/>
                  </a:cubicBezTo>
                  <a:lnTo>
                    <a:pt x="190753" y="165735"/>
                  </a:lnTo>
                  <a:lnTo>
                    <a:pt x="171703" y="185738"/>
                  </a:lnTo>
                  <a:cubicBezTo>
                    <a:pt x="170751" y="186690"/>
                    <a:pt x="169798" y="186690"/>
                    <a:pt x="168846" y="186690"/>
                  </a:cubicBezTo>
                  <a:cubicBezTo>
                    <a:pt x="123126" y="197167"/>
                    <a:pt x="79311" y="201930"/>
                    <a:pt x="34543" y="203835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199" id="199"/>
            <p:cNvSpPr/>
            <p:nvPr/>
          </p:nvSpPr>
          <p:spPr>
            <a:xfrm>
              <a:off x="6442469" y="6130242"/>
              <a:ext cx="485775" cy="1107569"/>
            </a:xfrm>
            <a:custGeom>
              <a:avLst/>
              <a:gdLst/>
              <a:ahLst/>
              <a:cxnLst/>
              <a:rect r="r" b="b" t="t" l="l"/>
              <a:pathLst>
                <a:path w="485775" h="1107569" stroke="true" fill="norm" extrusionOk="true">
                  <a:moveTo>
                    <a:pt x="435292" y="71438"/>
                  </a:moveTo>
                  <a:lnTo>
                    <a:pt x="485775" y="1065848"/>
                  </a:lnTo>
                  <a:cubicBezTo>
                    <a:pt x="485775" y="1065848"/>
                    <a:pt x="481013" y="1102043"/>
                    <a:pt x="403860" y="1106805"/>
                  </a:cubicBezTo>
                  <a:cubicBezTo>
                    <a:pt x="326707" y="1111568"/>
                    <a:pt x="335280" y="1092518"/>
                    <a:pt x="335280" y="1092518"/>
                  </a:cubicBezTo>
                  <a:lnTo>
                    <a:pt x="215265" y="362903"/>
                  </a:lnTo>
                  <a:lnTo>
                    <a:pt x="165735" y="1010603"/>
                  </a:lnTo>
                  <a:lnTo>
                    <a:pt x="0" y="1021080"/>
                  </a:lnTo>
                  <a:lnTo>
                    <a:pt x="33338" y="0"/>
                  </a:lnTo>
                  <a:lnTo>
                    <a:pt x="435292" y="71438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200" id="200"/>
            <p:cNvSpPr/>
            <p:nvPr/>
          </p:nvSpPr>
          <p:spPr>
            <a:xfrm>
              <a:off x="6437706" y="6126432"/>
              <a:ext cx="495300" cy="1116330"/>
            </a:xfrm>
            <a:custGeom>
              <a:avLst/>
              <a:gdLst/>
              <a:ahLst/>
              <a:cxnLst/>
              <a:rect r="r" b="b" t="t" l="l"/>
              <a:pathLst>
                <a:path w="495300" h="1116330" stroke="true" fill="norm" extrusionOk="true">
                  <a:moveTo>
                    <a:pt x="386715" y="1115378"/>
                  </a:moveTo>
                  <a:cubicBezTo>
                    <a:pt x="359092" y="1115378"/>
                    <a:pt x="342900" y="1111568"/>
                    <a:pt x="337185" y="1103948"/>
                  </a:cubicBezTo>
                  <a:cubicBezTo>
                    <a:pt x="335280" y="1102043"/>
                    <a:pt x="334328" y="1099185"/>
                    <a:pt x="335280" y="1096328"/>
                  </a:cubicBezTo>
                  <a:lnTo>
                    <a:pt x="221932" y="407670"/>
                  </a:lnTo>
                  <a:lnTo>
                    <a:pt x="176213" y="1015365"/>
                  </a:lnTo>
                  <a:cubicBezTo>
                    <a:pt x="176213" y="1018223"/>
                    <a:pt x="174307" y="1020128"/>
                    <a:pt x="171450" y="1020128"/>
                  </a:cubicBezTo>
                  <a:lnTo>
                    <a:pt x="5715" y="1030605"/>
                  </a:lnTo>
                  <a:cubicBezTo>
                    <a:pt x="4763" y="1030605"/>
                    <a:pt x="2857" y="1030605"/>
                    <a:pt x="1905" y="1029653"/>
                  </a:cubicBezTo>
                  <a:cubicBezTo>
                    <a:pt x="952" y="1028700"/>
                    <a:pt x="0" y="1027748"/>
                    <a:pt x="0" y="1025843"/>
                  </a:cubicBezTo>
                  <a:lnTo>
                    <a:pt x="33338" y="4763"/>
                  </a:lnTo>
                  <a:cubicBezTo>
                    <a:pt x="33338" y="1905"/>
                    <a:pt x="35242" y="0"/>
                    <a:pt x="38100" y="0"/>
                  </a:cubicBezTo>
                  <a:cubicBezTo>
                    <a:pt x="38100" y="0"/>
                    <a:pt x="39052" y="0"/>
                    <a:pt x="39052" y="0"/>
                  </a:cubicBezTo>
                  <a:lnTo>
                    <a:pt x="441007" y="71438"/>
                  </a:lnTo>
                  <a:cubicBezTo>
                    <a:pt x="442913" y="71438"/>
                    <a:pt x="444817" y="73343"/>
                    <a:pt x="444817" y="76200"/>
                  </a:cubicBezTo>
                  <a:lnTo>
                    <a:pt x="495300" y="1070610"/>
                  </a:lnTo>
                  <a:cubicBezTo>
                    <a:pt x="495300" y="1073468"/>
                    <a:pt x="488632" y="1111568"/>
                    <a:pt x="409575" y="1116330"/>
                  </a:cubicBezTo>
                  <a:cubicBezTo>
                    <a:pt x="401003" y="1115378"/>
                    <a:pt x="393382" y="1115378"/>
                    <a:pt x="386715" y="1115378"/>
                  </a:cubicBezTo>
                  <a:close/>
                  <a:moveTo>
                    <a:pt x="344805" y="1098233"/>
                  </a:moveTo>
                  <a:lnTo>
                    <a:pt x="344805" y="1098233"/>
                  </a:lnTo>
                  <a:cubicBezTo>
                    <a:pt x="348615" y="1102043"/>
                    <a:pt x="360997" y="1108710"/>
                    <a:pt x="408622" y="1105853"/>
                  </a:cubicBezTo>
                  <a:cubicBezTo>
                    <a:pt x="480060" y="1102043"/>
                    <a:pt x="485775" y="1069658"/>
                    <a:pt x="485775" y="1068705"/>
                  </a:cubicBezTo>
                  <a:lnTo>
                    <a:pt x="436245" y="79058"/>
                  </a:lnTo>
                  <a:lnTo>
                    <a:pt x="42863" y="10477"/>
                  </a:lnTo>
                  <a:lnTo>
                    <a:pt x="10477" y="1020128"/>
                  </a:lnTo>
                  <a:lnTo>
                    <a:pt x="166688" y="1010603"/>
                  </a:lnTo>
                  <a:lnTo>
                    <a:pt x="215265" y="366713"/>
                  </a:lnTo>
                  <a:cubicBezTo>
                    <a:pt x="215265" y="363855"/>
                    <a:pt x="217170" y="361950"/>
                    <a:pt x="220027" y="361950"/>
                  </a:cubicBezTo>
                  <a:cubicBezTo>
                    <a:pt x="222885" y="361950"/>
                    <a:pt x="224790" y="363855"/>
                    <a:pt x="224790" y="365760"/>
                  </a:cubicBezTo>
                  <a:lnTo>
                    <a:pt x="344805" y="1095375"/>
                  </a:lnTo>
                  <a:cubicBezTo>
                    <a:pt x="344805" y="1096328"/>
                    <a:pt x="344805" y="1097280"/>
                    <a:pt x="344805" y="1098233"/>
                  </a:cubicBezTo>
                  <a:lnTo>
                    <a:pt x="344805" y="1098233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201" id="201"/>
            <p:cNvSpPr/>
            <p:nvPr/>
          </p:nvSpPr>
          <p:spPr>
            <a:xfrm>
              <a:off x="6678596" y="5589222"/>
              <a:ext cx="239998" cy="753600"/>
            </a:xfrm>
            <a:custGeom>
              <a:avLst/>
              <a:gdLst/>
              <a:ahLst/>
              <a:cxnLst/>
              <a:rect r="r" b="b" t="t" l="l"/>
              <a:pathLst>
                <a:path w="239998" h="753600" stroke="true" fill="norm" extrusionOk="true">
                  <a:moveTo>
                    <a:pt x="42955" y="0"/>
                  </a:moveTo>
                  <a:cubicBezTo>
                    <a:pt x="42955" y="0"/>
                    <a:pt x="-21814" y="675323"/>
                    <a:pt x="7713" y="713423"/>
                  </a:cubicBezTo>
                  <a:cubicBezTo>
                    <a:pt x="37241" y="751523"/>
                    <a:pt x="215358" y="782955"/>
                    <a:pt x="228693" y="707708"/>
                  </a:cubicBezTo>
                  <a:cubicBezTo>
                    <a:pt x="250601" y="583883"/>
                    <a:pt x="238218" y="140970"/>
                    <a:pt x="212501" y="99060"/>
                  </a:cubicBezTo>
                  <a:cubicBezTo>
                    <a:pt x="107726" y="7620"/>
                    <a:pt x="42955" y="0"/>
                    <a:pt x="42955" y="0"/>
                  </a:cubicBezTo>
                  <a:close/>
                </a:path>
              </a:pathLst>
            </a:custGeom>
            <a:solidFill>
              <a:schemeClr val="accent1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202" id="202"/>
            <p:cNvSpPr/>
            <p:nvPr/>
          </p:nvSpPr>
          <p:spPr>
            <a:xfrm>
              <a:off x="6398437" y="5592080"/>
              <a:ext cx="202146" cy="728454"/>
            </a:xfrm>
            <a:custGeom>
              <a:avLst/>
              <a:gdLst/>
              <a:ahLst/>
              <a:cxnLst/>
              <a:rect r="r" b="b" t="t" l="l"/>
              <a:pathLst>
                <a:path w="202146" h="728454" stroke="true" fill="norm" extrusionOk="true">
                  <a:moveTo>
                    <a:pt x="77369" y="67627"/>
                  </a:moveTo>
                  <a:cubicBezTo>
                    <a:pt x="77369" y="67627"/>
                    <a:pt x="-15023" y="681038"/>
                    <a:pt x="2122" y="698183"/>
                  </a:cubicBezTo>
                  <a:cubicBezTo>
                    <a:pt x="19267" y="716280"/>
                    <a:pt x="114517" y="740093"/>
                    <a:pt x="140234" y="721995"/>
                  </a:cubicBezTo>
                  <a:cubicBezTo>
                    <a:pt x="165952" y="703897"/>
                    <a:pt x="202147" y="0"/>
                    <a:pt x="202147" y="0"/>
                  </a:cubicBezTo>
                  <a:cubicBezTo>
                    <a:pt x="155474" y="11430"/>
                    <a:pt x="112612" y="34290"/>
                    <a:pt x="77369" y="67627"/>
                  </a:cubicBezTo>
                  <a:close/>
                </a:path>
              </a:pathLst>
            </a:custGeom>
            <a:solidFill>
              <a:schemeClr val="accent1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203" id="203"/>
            <p:cNvSpPr/>
            <p:nvPr/>
          </p:nvSpPr>
          <p:spPr>
            <a:xfrm>
              <a:off x="6552006" y="5354907"/>
              <a:ext cx="170497" cy="328268"/>
            </a:xfrm>
            <a:custGeom>
              <a:avLst/>
              <a:gdLst/>
              <a:ahLst/>
              <a:cxnLst/>
              <a:rect r="r" b="b" t="t" l="l"/>
              <a:pathLst>
                <a:path w="170497" h="328268" stroke="true" fill="norm" extrusionOk="true">
                  <a:moveTo>
                    <a:pt x="54292" y="225743"/>
                  </a:moveTo>
                  <a:lnTo>
                    <a:pt x="46672" y="291465"/>
                  </a:lnTo>
                  <a:cubicBezTo>
                    <a:pt x="55245" y="318135"/>
                    <a:pt x="83820" y="333375"/>
                    <a:pt x="111442" y="326708"/>
                  </a:cubicBezTo>
                  <a:cubicBezTo>
                    <a:pt x="160972" y="316230"/>
                    <a:pt x="161925" y="287655"/>
                    <a:pt x="161925" y="287655"/>
                  </a:cubicBezTo>
                  <a:cubicBezTo>
                    <a:pt x="161925" y="287655"/>
                    <a:pt x="168592" y="140018"/>
                    <a:pt x="168592" y="140018"/>
                  </a:cubicBezTo>
                  <a:cubicBezTo>
                    <a:pt x="167640" y="136208"/>
                    <a:pt x="165735" y="133350"/>
                    <a:pt x="163830" y="130493"/>
                  </a:cubicBezTo>
                  <a:cubicBezTo>
                    <a:pt x="156210" y="113348"/>
                    <a:pt x="145732" y="90488"/>
                    <a:pt x="148590" y="71438"/>
                  </a:cubicBezTo>
                  <a:cubicBezTo>
                    <a:pt x="151447" y="56198"/>
                    <a:pt x="159067" y="41910"/>
                    <a:pt x="170497" y="31433"/>
                  </a:cubicBezTo>
                  <a:cubicBezTo>
                    <a:pt x="149542" y="40958"/>
                    <a:pt x="124777" y="31433"/>
                    <a:pt x="115252" y="10478"/>
                  </a:cubicBezTo>
                  <a:cubicBezTo>
                    <a:pt x="113347" y="6668"/>
                    <a:pt x="112395" y="3810"/>
                    <a:pt x="112395" y="0"/>
                  </a:cubicBezTo>
                  <a:cubicBezTo>
                    <a:pt x="112395" y="6668"/>
                    <a:pt x="106680" y="11430"/>
                    <a:pt x="100965" y="15240"/>
                  </a:cubicBezTo>
                  <a:cubicBezTo>
                    <a:pt x="92392" y="21908"/>
                    <a:pt x="82867" y="24765"/>
                    <a:pt x="72390" y="24765"/>
                  </a:cubicBezTo>
                  <a:cubicBezTo>
                    <a:pt x="59055" y="22860"/>
                    <a:pt x="48577" y="11430"/>
                    <a:pt x="35242" y="6668"/>
                  </a:cubicBezTo>
                  <a:cubicBezTo>
                    <a:pt x="39052" y="16193"/>
                    <a:pt x="36195" y="26670"/>
                    <a:pt x="27622" y="31433"/>
                  </a:cubicBezTo>
                  <a:cubicBezTo>
                    <a:pt x="19050" y="36195"/>
                    <a:pt x="9525" y="38100"/>
                    <a:pt x="0" y="35243"/>
                  </a:cubicBezTo>
                  <a:cubicBezTo>
                    <a:pt x="6667" y="36195"/>
                    <a:pt x="952" y="106680"/>
                    <a:pt x="952" y="112395"/>
                  </a:cubicBezTo>
                  <a:cubicBezTo>
                    <a:pt x="0" y="134303"/>
                    <a:pt x="952" y="156210"/>
                    <a:pt x="2857" y="177165"/>
                  </a:cubicBezTo>
                  <a:cubicBezTo>
                    <a:pt x="5715" y="215265"/>
                    <a:pt x="54292" y="225743"/>
                    <a:pt x="54292" y="225743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204" id="204"/>
            <p:cNvSpPr/>
            <p:nvPr/>
          </p:nvSpPr>
          <p:spPr>
            <a:xfrm>
              <a:off x="6546291" y="5349192"/>
              <a:ext cx="178743" cy="338560"/>
            </a:xfrm>
            <a:custGeom>
              <a:avLst/>
              <a:gdLst/>
              <a:ahLst/>
              <a:cxnLst/>
              <a:rect r="r" b="b" t="t" l="l"/>
              <a:pathLst>
                <a:path w="178743" h="338560" stroke="true" fill="norm" extrusionOk="true">
                  <a:moveTo>
                    <a:pt x="101917" y="338138"/>
                  </a:moveTo>
                  <a:cubicBezTo>
                    <a:pt x="60008" y="338138"/>
                    <a:pt x="47625" y="298133"/>
                    <a:pt x="47625" y="298133"/>
                  </a:cubicBezTo>
                  <a:cubicBezTo>
                    <a:pt x="47625" y="297180"/>
                    <a:pt x="47625" y="297180"/>
                    <a:pt x="47625" y="296228"/>
                  </a:cubicBezTo>
                  <a:lnTo>
                    <a:pt x="55245" y="235268"/>
                  </a:lnTo>
                  <a:cubicBezTo>
                    <a:pt x="42863" y="231458"/>
                    <a:pt x="6667" y="218123"/>
                    <a:pt x="2858" y="182880"/>
                  </a:cubicBezTo>
                  <a:cubicBezTo>
                    <a:pt x="953" y="162877"/>
                    <a:pt x="0" y="142875"/>
                    <a:pt x="953" y="121920"/>
                  </a:cubicBezTo>
                  <a:lnTo>
                    <a:pt x="953" y="117157"/>
                  </a:lnTo>
                  <a:cubicBezTo>
                    <a:pt x="953" y="116205"/>
                    <a:pt x="953" y="113348"/>
                    <a:pt x="953" y="109538"/>
                  </a:cubicBezTo>
                  <a:cubicBezTo>
                    <a:pt x="3810" y="62865"/>
                    <a:pt x="2858" y="47625"/>
                    <a:pt x="1905" y="43815"/>
                  </a:cubicBezTo>
                  <a:cubicBezTo>
                    <a:pt x="0" y="42863"/>
                    <a:pt x="0" y="40957"/>
                    <a:pt x="0" y="39052"/>
                  </a:cubicBezTo>
                  <a:cubicBezTo>
                    <a:pt x="0" y="36195"/>
                    <a:pt x="2858" y="35243"/>
                    <a:pt x="5715" y="35243"/>
                  </a:cubicBezTo>
                  <a:cubicBezTo>
                    <a:pt x="5715" y="35243"/>
                    <a:pt x="5715" y="35243"/>
                    <a:pt x="5715" y="35243"/>
                  </a:cubicBezTo>
                  <a:lnTo>
                    <a:pt x="5715" y="35243"/>
                  </a:lnTo>
                  <a:cubicBezTo>
                    <a:pt x="14288" y="37148"/>
                    <a:pt x="22860" y="36195"/>
                    <a:pt x="29528" y="32385"/>
                  </a:cubicBezTo>
                  <a:cubicBezTo>
                    <a:pt x="36195" y="28575"/>
                    <a:pt x="38100" y="20002"/>
                    <a:pt x="35242" y="13335"/>
                  </a:cubicBezTo>
                  <a:cubicBezTo>
                    <a:pt x="34290" y="11430"/>
                    <a:pt x="34290" y="7620"/>
                    <a:pt x="37147" y="6668"/>
                  </a:cubicBezTo>
                  <a:cubicBezTo>
                    <a:pt x="38100" y="5715"/>
                    <a:pt x="40005" y="5715"/>
                    <a:pt x="40958" y="6668"/>
                  </a:cubicBezTo>
                  <a:cubicBezTo>
                    <a:pt x="46672" y="8573"/>
                    <a:pt x="51435" y="12382"/>
                    <a:pt x="56197" y="15240"/>
                  </a:cubicBezTo>
                  <a:cubicBezTo>
                    <a:pt x="61913" y="20002"/>
                    <a:pt x="68580" y="22860"/>
                    <a:pt x="76200" y="24765"/>
                  </a:cubicBezTo>
                  <a:cubicBezTo>
                    <a:pt x="85725" y="24765"/>
                    <a:pt x="94297" y="21907"/>
                    <a:pt x="101917" y="16193"/>
                  </a:cubicBezTo>
                  <a:cubicBezTo>
                    <a:pt x="108585" y="12382"/>
                    <a:pt x="111442" y="8573"/>
                    <a:pt x="111442" y="4763"/>
                  </a:cubicBezTo>
                  <a:cubicBezTo>
                    <a:pt x="111442" y="1905"/>
                    <a:pt x="113347" y="0"/>
                    <a:pt x="116205" y="0"/>
                  </a:cubicBezTo>
                  <a:cubicBezTo>
                    <a:pt x="119063" y="0"/>
                    <a:pt x="120967" y="1905"/>
                    <a:pt x="120967" y="3810"/>
                  </a:cubicBezTo>
                  <a:cubicBezTo>
                    <a:pt x="123825" y="23813"/>
                    <a:pt x="142875" y="38100"/>
                    <a:pt x="162878" y="35243"/>
                  </a:cubicBezTo>
                  <a:cubicBezTo>
                    <a:pt x="166688" y="35243"/>
                    <a:pt x="169545" y="34290"/>
                    <a:pt x="172403" y="32385"/>
                  </a:cubicBezTo>
                  <a:cubicBezTo>
                    <a:pt x="174308" y="31432"/>
                    <a:pt x="177165" y="32385"/>
                    <a:pt x="178117" y="34290"/>
                  </a:cubicBezTo>
                  <a:cubicBezTo>
                    <a:pt x="179070" y="36195"/>
                    <a:pt x="179070" y="39052"/>
                    <a:pt x="177165" y="40005"/>
                  </a:cubicBezTo>
                  <a:cubicBezTo>
                    <a:pt x="166688" y="49530"/>
                    <a:pt x="159067" y="62865"/>
                    <a:pt x="157163" y="77152"/>
                  </a:cubicBezTo>
                  <a:cubicBezTo>
                    <a:pt x="154305" y="93345"/>
                    <a:pt x="163830" y="116205"/>
                    <a:pt x="170497" y="131445"/>
                  </a:cubicBezTo>
                  <a:lnTo>
                    <a:pt x="171450" y="133350"/>
                  </a:lnTo>
                  <a:cubicBezTo>
                    <a:pt x="171450" y="134302"/>
                    <a:pt x="172403" y="135255"/>
                    <a:pt x="172403" y="136208"/>
                  </a:cubicBezTo>
                  <a:cubicBezTo>
                    <a:pt x="174308" y="139065"/>
                    <a:pt x="176213" y="141923"/>
                    <a:pt x="176213" y="145733"/>
                  </a:cubicBezTo>
                  <a:cubicBezTo>
                    <a:pt x="176213" y="145733"/>
                    <a:pt x="176213" y="145733"/>
                    <a:pt x="169545" y="294323"/>
                  </a:cubicBezTo>
                  <a:cubicBezTo>
                    <a:pt x="169545" y="295275"/>
                    <a:pt x="168592" y="327660"/>
                    <a:pt x="115253" y="338138"/>
                  </a:cubicBezTo>
                  <a:cubicBezTo>
                    <a:pt x="112395" y="338138"/>
                    <a:pt x="106680" y="339090"/>
                    <a:pt x="101917" y="338138"/>
                  </a:cubicBezTo>
                  <a:close/>
                  <a:moveTo>
                    <a:pt x="56197" y="296228"/>
                  </a:moveTo>
                  <a:cubicBezTo>
                    <a:pt x="64770" y="320040"/>
                    <a:pt x="89535" y="334328"/>
                    <a:pt x="114300" y="327660"/>
                  </a:cubicBezTo>
                  <a:cubicBezTo>
                    <a:pt x="159067" y="318135"/>
                    <a:pt x="160972" y="293370"/>
                    <a:pt x="160972" y="292417"/>
                  </a:cubicBezTo>
                  <a:cubicBezTo>
                    <a:pt x="160972" y="291465"/>
                    <a:pt x="167640" y="146685"/>
                    <a:pt x="167640" y="144780"/>
                  </a:cubicBezTo>
                  <a:cubicBezTo>
                    <a:pt x="167640" y="144780"/>
                    <a:pt x="165735" y="141923"/>
                    <a:pt x="164783" y="140970"/>
                  </a:cubicBezTo>
                  <a:cubicBezTo>
                    <a:pt x="163830" y="140018"/>
                    <a:pt x="162878" y="139065"/>
                    <a:pt x="162878" y="137160"/>
                  </a:cubicBezTo>
                  <a:lnTo>
                    <a:pt x="161925" y="135255"/>
                  </a:lnTo>
                  <a:cubicBezTo>
                    <a:pt x="154305" y="118110"/>
                    <a:pt x="143828" y="95250"/>
                    <a:pt x="147638" y="75248"/>
                  </a:cubicBezTo>
                  <a:cubicBezTo>
                    <a:pt x="149542" y="63818"/>
                    <a:pt x="154305" y="53340"/>
                    <a:pt x="160020" y="44768"/>
                  </a:cubicBezTo>
                  <a:cubicBezTo>
                    <a:pt x="151447" y="45720"/>
                    <a:pt x="141922" y="43815"/>
                    <a:pt x="134303" y="39052"/>
                  </a:cubicBezTo>
                  <a:cubicBezTo>
                    <a:pt x="125730" y="34290"/>
                    <a:pt x="118110" y="26670"/>
                    <a:pt x="114300" y="17145"/>
                  </a:cubicBezTo>
                  <a:cubicBezTo>
                    <a:pt x="111442" y="20002"/>
                    <a:pt x="109538" y="21907"/>
                    <a:pt x="106680" y="23813"/>
                  </a:cubicBezTo>
                  <a:cubicBezTo>
                    <a:pt x="97155" y="30480"/>
                    <a:pt x="85725" y="34290"/>
                    <a:pt x="74295" y="33338"/>
                  </a:cubicBezTo>
                  <a:cubicBezTo>
                    <a:pt x="65722" y="31432"/>
                    <a:pt x="57150" y="27623"/>
                    <a:pt x="49530" y="22860"/>
                  </a:cubicBezTo>
                  <a:lnTo>
                    <a:pt x="44767" y="19050"/>
                  </a:lnTo>
                  <a:cubicBezTo>
                    <a:pt x="43815" y="27623"/>
                    <a:pt x="40005" y="34290"/>
                    <a:pt x="33338" y="39052"/>
                  </a:cubicBezTo>
                  <a:cubicBezTo>
                    <a:pt x="26670" y="43815"/>
                    <a:pt x="18097" y="45720"/>
                    <a:pt x="9525" y="44768"/>
                  </a:cubicBezTo>
                  <a:cubicBezTo>
                    <a:pt x="10478" y="65723"/>
                    <a:pt x="10478" y="87630"/>
                    <a:pt x="8572" y="108585"/>
                  </a:cubicBezTo>
                  <a:cubicBezTo>
                    <a:pt x="8572" y="112395"/>
                    <a:pt x="8572" y="114300"/>
                    <a:pt x="8572" y="116205"/>
                  </a:cubicBezTo>
                  <a:lnTo>
                    <a:pt x="8572" y="120968"/>
                  </a:lnTo>
                  <a:cubicBezTo>
                    <a:pt x="7620" y="140970"/>
                    <a:pt x="8572" y="160973"/>
                    <a:pt x="10478" y="180023"/>
                  </a:cubicBezTo>
                  <a:cubicBezTo>
                    <a:pt x="14288" y="215265"/>
                    <a:pt x="59055" y="225743"/>
                    <a:pt x="60008" y="225743"/>
                  </a:cubicBezTo>
                  <a:cubicBezTo>
                    <a:pt x="62865" y="226695"/>
                    <a:pt x="63817" y="228600"/>
                    <a:pt x="63817" y="231458"/>
                  </a:cubicBezTo>
                  <a:lnTo>
                    <a:pt x="56197" y="296228"/>
                  </a:lnTo>
                  <a:close/>
                  <a:moveTo>
                    <a:pt x="2858" y="44768"/>
                  </a:moveTo>
                  <a:lnTo>
                    <a:pt x="2858" y="44768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205" id="205"/>
            <p:cNvSpPr/>
            <p:nvPr/>
          </p:nvSpPr>
          <p:spPr>
            <a:xfrm>
              <a:off x="6573158" y="5460635"/>
              <a:ext cx="23615" cy="49529"/>
            </a:xfrm>
            <a:custGeom>
              <a:avLst/>
              <a:gdLst/>
              <a:ahLst/>
              <a:cxnLst/>
              <a:rect r="r" b="b" t="t" l="l"/>
              <a:pathLst>
                <a:path w="23615" h="49529" stroke="true" fill="norm" extrusionOk="true">
                  <a:moveTo>
                    <a:pt x="23616" y="0"/>
                  </a:moveTo>
                  <a:cubicBezTo>
                    <a:pt x="23616" y="0"/>
                    <a:pt x="-4959" y="38100"/>
                    <a:pt x="756" y="44768"/>
                  </a:cubicBezTo>
                  <a:cubicBezTo>
                    <a:pt x="6471" y="52388"/>
                    <a:pt x="23616" y="48577"/>
                    <a:pt x="23616" y="48577"/>
                  </a:cubicBezTo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206" id="206"/>
            <p:cNvSpPr/>
            <p:nvPr/>
          </p:nvSpPr>
          <p:spPr>
            <a:xfrm>
              <a:off x="6569442" y="5455786"/>
              <a:ext cx="33294" cy="59323"/>
            </a:xfrm>
            <a:custGeom>
              <a:avLst/>
              <a:gdLst/>
              <a:ahLst/>
              <a:cxnLst/>
              <a:rect r="r" b="b" t="t" l="l"/>
              <a:pathLst>
                <a:path w="33294" h="59323" stroke="true" fill="norm" extrusionOk="true">
                  <a:moveTo>
                    <a:pt x="19711" y="59141"/>
                  </a:moveTo>
                  <a:cubicBezTo>
                    <a:pt x="13044" y="60093"/>
                    <a:pt x="6377" y="57236"/>
                    <a:pt x="1614" y="52473"/>
                  </a:cubicBezTo>
                  <a:cubicBezTo>
                    <a:pt x="-5054" y="43901"/>
                    <a:pt x="10186" y="20088"/>
                    <a:pt x="24474" y="1991"/>
                  </a:cubicBezTo>
                  <a:cubicBezTo>
                    <a:pt x="26379" y="86"/>
                    <a:pt x="29236" y="-867"/>
                    <a:pt x="31141" y="1038"/>
                  </a:cubicBezTo>
                  <a:lnTo>
                    <a:pt x="31141" y="1038"/>
                  </a:lnTo>
                  <a:cubicBezTo>
                    <a:pt x="33046" y="2943"/>
                    <a:pt x="33999" y="5801"/>
                    <a:pt x="32094" y="7706"/>
                  </a:cubicBezTo>
                  <a:cubicBezTo>
                    <a:pt x="32094" y="7706"/>
                    <a:pt x="32094" y="7706"/>
                    <a:pt x="32094" y="7706"/>
                  </a:cubicBezTo>
                  <a:cubicBezTo>
                    <a:pt x="19711" y="24851"/>
                    <a:pt x="8281" y="42948"/>
                    <a:pt x="9234" y="47711"/>
                  </a:cubicBezTo>
                  <a:cubicBezTo>
                    <a:pt x="11139" y="50568"/>
                    <a:pt x="21616" y="50568"/>
                    <a:pt x="27331" y="49616"/>
                  </a:cubicBezTo>
                  <a:cubicBezTo>
                    <a:pt x="30189" y="48663"/>
                    <a:pt x="32094" y="50568"/>
                    <a:pt x="33046" y="53426"/>
                  </a:cubicBezTo>
                  <a:cubicBezTo>
                    <a:pt x="33046" y="53426"/>
                    <a:pt x="33046" y="53426"/>
                    <a:pt x="33046" y="53426"/>
                  </a:cubicBezTo>
                  <a:cubicBezTo>
                    <a:pt x="33999" y="56283"/>
                    <a:pt x="32094" y="58188"/>
                    <a:pt x="29236" y="59141"/>
                  </a:cubicBezTo>
                  <a:cubicBezTo>
                    <a:pt x="29236" y="59141"/>
                    <a:pt x="29236" y="59141"/>
                    <a:pt x="29236" y="59141"/>
                  </a:cubicBezTo>
                  <a:cubicBezTo>
                    <a:pt x="26379" y="59141"/>
                    <a:pt x="22569" y="59141"/>
                    <a:pt x="19711" y="59141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207" id="207"/>
            <p:cNvSpPr/>
            <p:nvPr/>
          </p:nvSpPr>
          <p:spPr>
            <a:xfrm>
              <a:off x="6605346" y="5570172"/>
              <a:ext cx="57150" cy="56197"/>
            </a:xfrm>
            <a:custGeom>
              <a:avLst/>
              <a:gdLst/>
              <a:ahLst/>
              <a:cxnLst/>
              <a:rect r="r" b="b" t="t" l="l"/>
              <a:pathLst>
                <a:path w="57150" h="56197" stroke="true" fill="norm" extrusionOk="true">
                  <a:moveTo>
                    <a:pt x="953" y="10477"/>
                  </a:moveTo>
                  <a:cubicBezTo>
                    <a:pt x="953" y="10477"/>
                    <a:pt x="40005" y="10477"/>
                    <a:pt x="57150" y="0"/>
                  </a:cubicBezTo>
                  <a:cubicBezTo>
                    <a:pt x="57150" y="0"/>
                    <a:pt x="41910" y="44768"/>
                    <a:pt x="0" y="56197"/>
                  </a:cubicBezTo>
                  <a:lnTo>
                    <a:pt x="953" y="10477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208" id="208"/>
            <p:cNvSpPr/>
            <p:nvPr/>
          </p:nvSpPr>
          <p:spPr>
            <a:xfrm>
              <a:off x="6600583" y="5565648"/>
              <a:ext cx="67627" cy="65484"/>
            </a:xfrm>
            <a:custGeom>
              <a:avLst/>
              <a:gdLst/>
              <a:ahLst/>
              <a:cxnLst/>
              <a:rect r="r" b="b" t="t" l="l"/>
              <a:pathLst>
                <a:path w="67627" h="65484" stroke="true" fill="norm" extrusionOk="true">
                  <a:moveTo>
                    <a:pt x="4763" y="65484"/>
                  </a:moveTo>
                  <a:cubicBezTo>
                    <a:pt x="3810" y="65484"/>
                    <a:pt x="2858" y="65484"/>
                    <a:pt x="1905" y="64532"/>
                  </a:cubicBezTo>
                  <a:cubicBezTo>
                    <a:pt x="953" y="63579"/>
                    <a:pt x="0" y="62627"/>
                    <a:pt x="0" y="60722"/>
                  </a:cubicBezTo>
                  <a:lnTo>
                    <a:pt x="953" y="15002"/>
                  </a:lnTo>
                  <a:cubicBezTo>
                    <a:pt x="953" y="12144"/>
                    <a:pt x="2858" y="10239"/>
                    <a:pt x="5715" y="10239"/>
                  </a:cubicBezTo>
                  <a:lnTo>
                    <a:pt x="5715" y="10239"/>
                  </a:lnTo>
                  <a:cubicBezTo>
                    <a:pt x="7620" y="10239"/>
                    <a:pt x="42863" y="10239"/>
                    <a:pt x="60008" y="714"/>
                  </a:cubicBezTo>
                  <a:cubicBezTo>
                    <a:pt x="61913" y="-238"/>
                    <a:pt x="63817" y="-238"/>
                    <a:pt x="65723" y="714"/>
                  </a:cubicBezTo>
                  <a:cubicBezTo>
                    <a:pt x="67628" y="1667"/>
                    <a:pt x="67628" y="4524"/>
                    <a:pt x="67628" y="6429"/>
                  </a:cubicBezTo>
                  <a:cubicBezTo>
                    <a:pt x="66675" y="8334"/>
                    <a:pt x="51435" y="54054"/>
                    <a:pt x="7620" y="65484"/>
                  </a:cubicBezTo>
                  <a:lnTo>
                    <a:pt x="4763" y="65484"/>
                  </a:lnTo>
                  <a:close/>
                  <a:moveTo>
                    <a:pt x="10478" y="19764"/>
                  </a:moveTo>
                  <a:lnTo>
                    <a:pt x="10478" y="54054"/>
                  </a:lnTo>
                  <a:cubicBezTo>
                    <a:pt x="28575" y="46434"/>
                    <a:pt x="43815" y="32147"/>
                    <a:pt x="53340" y="14049"/>
                  </a:cubicBezTo>
                  <a:cubicBezTo>
                    <a:pt x="39053" y="17859"/>
                    <a:pt x="24765" y="19764"/>
                    <a:pt x="10478" y="19764"/>
                  </a:cubicBezTo>
                  <a:lnTo>
                    <a:pt x="10478" y="19764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209" id="209"/>
            <p:cNvSpPr/>
            <p:nvPr/>
          </p:nvSpPr>
          <p:spPr>
            <a:xfrm>
              <a:off x="6726892" y="6082243"/>
              <a:ext cx="208018" cy="52761"/>
            </a:xfrm>
            <a:custGeom>
              <a:avLst/>
              <a:gdLst/>
              <a:ahLst/>
              <a:cxnLst/>
              <a:rect r="r" b="b" t="t" l="l"/>
              <a:pathLst>
                <a:path w="208018" h="52761" stroke="true" fill="norm" extrusionOk="true">
                  <a:moveTo>
                    <a:pt x="202304" y="52761"/>
                  </a:moveTo>
                  <a:lnTo>
                    <a:pt x="202304" y="52761"/>
                  </a:lnTo>
                  <a:cubicBezTo>
                    <a:pt x="195636" y="51809"/>
                    <a:pt x="48951" y="34664"/>
                    <a:pt x="2279" y="8946"/>
                  </a:cubicBezTo>
                  <a:cubicBezTo>
                    <a:pt x="374" y="7994"/>
                    <a:pt x="-579" y="5136"/>
                    <a:pt x="374" y="2279"/>
                  </a:cubicBezTo>
                  <a:cubicBezTo>
                    <a:pt x="374" y="2279"/>
                    <a:pt x="374" y="2279"/>
                    <a:pt x="374" y="2279"/>
                  </a:cubicBezTo>
                  <a:cubicBezTo>
                    <a:pt x="1326" y="374"/>
                    <a:pt x="4184" y="-579"/>
                    <a:pt x="7041" y="374"/>
                  </a:cubicBezTo>
                  <a:cubicBezTo>
                    <a:pt x="51809" y="25139"/>
                    <a:pt x="202304" y="43236"/>
                    <a:pt x="203256" y="43236"/>
                  </a:cubicBezTo>
                  <a:cubicBezTo>
                    <a:pt x="206114" y="43236"/>
                    <a:pt x="208019" y="46094"/>
                    <a:pt x="208019" y="47999"/>
                  </a:cubicBezTo>
                  <a:cubicBezTo>
                    <a:pt x="208019" y="49904"/>
                    <a:pt x="205161" y="52761"/>
                    <a:pt x="202304" y="52761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210" id="210"/>
            <p:cNvSpPr/>
            <p:nvPr/>
          </p:nvSpPr>
          <p:spPr>
            <a:xfrm>
              <a:off x="6689166" y="5689234"/>
              <a:ext cx="398725" cy="554356"/>
            </a:xfrm>
            <a:custGeom>
              <a:avLst/>
              <a:gdLst/>
              <a:ahLst/>
              <a:cxnLst/>
              <a:rect r="r" b="b" t="t" l="l"/>
              <a:pathLst>
                <a:path w="398725" h="554356" stroke="true" fill="norm" extrusionOk="true">
                  <a:moveTo>
                    <a:pt x="200978" y="0"/>
                  </a:moveTo>
                  <a:cubicBezTo>
                    <a:pt x="200978" y="0"/>
                    <a:pt x="492443" y="415290"/>
                    <a:pt x="367665" y="522923"/>
                  </a:cubicBezTo>
                  <a:cubicBezTo>
                    <a:pt x="253365" y="621030"/>
                    <a:pt x="0" y="458153"/>
                    <a:pt x="0" y="458153"/>
                  </a:cubicBezTo>
                  <a:lnTo>
                    <a:pt x="15240" y="320040"/>
                  </a:lnTo>
                  <a:cubicBezTo>
                    <a:pt x="15240" y="320040"/>
                    <a:pt x="215265" y="431483"/>
                    <a:pt x="219075" y="380048"/>
                  </a:cubicBezTo>
                  <a:cubicBezTo>
                    <a:pt x="223838" y="303848"/>
                    <a:pt x="125730" y="199073"/>
                    <a:pt x="125730" y="199073"/>
                  </a:cubicBezTo>
                  <a:cubicBezTo>
                    <a:pt x="107632" y="164783"/>
                    <a:pt x="104775" y="124778"/>
                    <a:pt x="117157" y="88583"/>
                  </a:cubicBezTo>
                  <a:cubicBezTo>
                    <a:pt x="128588" y="46673"/>
                    <a:pt x="160020" y="13335"/>
                    <a:pt x="200978" y="0"/>
                  </a:cubicBezTo>
                  <a:close/>
                </a:path>
              </a:pathLst>
            </a:custGeom>
            <a:solidFill>
              <a:schemeClr val="accent1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211" id="211"/>
            <p:cNvSpPr/>
            <p:nvPr/>
          </p:nvSpPr>
          <p:spPr>
            <a:xfrm>
              <a:off x="6431743" y="5721619"/>
              <a:ext cx="62408" cy="302895"/>
            </a:xfrm>
            <a:custGeom>
              <a:avLst/>
              <a:gdLst/>
              <a:ahLst/>
              <a:cxnLst/>
              <a:rect r="r" b="b" t="t" l="l"/>
              <a:pathLst>
                <a:path w="62408" h="302895" stroke="true" fill="norm" extrusionOk="true">
                  <a:moveTo>
                    <a:pt x="4058" y="302895"/>
                  </a:moveTo>
                  <a:lnTo>
                    <a:pt x="4058" y="302895"/>
                  </a:lnTo>
                  <a:cubicBezTo>
                    <a:pt x="1200" y="302895"/>
                    <a:pt x="-705" y="300038"/>
                    <a:pt x="248" y="297180"/>
                  </a:cubicBezTo>
                  <a:cubicBezTo>
                    <a:pt x="248" y="297180"/>
                    <a:pt x="248" y="297180"/>
                    <a:pt x="248" y="297180"/>
                  </a:cubicBezTo>
                  <a:cubicBezTo>
                    <a:pt x="8820" y="237173"/>
                    <a:pt x="52635" y="6668"/>
                    <a:pt x="52635" y="3810"/>
                  </a:cubicBezTo>
                  <a:cubicBezTo>
                    <a:pt x="53588" y="952"/>
                    <a:pt x="55493" y="0"/>
                    <a:pt x="58350" y="0"/>
                  </a:cubicBezTo>
                  <a:cubicBezTo>
                    <a:pt x="61208" y="952"/>
                    <a:pt x="63113" y="2858"/>
                    <a:pt x="62160" y="5715"/>
                  </a:cubicBezTo>
                  <a:cubicBezTo>
                    <a:pt x="61208" y="7620"/>
                    <a:pt x="18345" y="238125"/>
                    <a:pt x="9773" y="298133"/>
                  </a:cubicBezTo>
                  <a:cubicBezTo>
                    <a:pt x="8820" y="300990"/>
                    <a:pt x="5963" y="302895"/>
                    <a:pt x="4058" y="302895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212" id="212"/>
            <p:cNvSpPr/>
            <p:nvPr/>
          </p:nvSpPr>
          <p:spPr>
            <a:xfrm>
              <a:off x="6296736" y="5832109"/>
              <a:ext cx="424814" cy="374332"/>
            </a:xfrm>
            <a:custGeom>
              <a:avLst/>
              <a:gdLst/>
              <a:ahLst/>
              <a:cxnLst/>
              <a:rect r="r" b="b" t="t" l="l"/>
              <a:pathLst>
                <a:path w="424814" h="374332" stroke="true" fill="norm" extrusionOk="true">
                  <a:moveTo>
                    <a:pt x="98108" y="374333"/>
                  </a:moveTo>
                  <a:lnTo>
                    <a:pt x="388620" y="374333"/>
                  </a:lnTo>
                  <a:cubicBezTo>
                    <a:pt x="408622" y="374333"/>
                    <a:pt x="424815" y="357188"/>
                    <a:pt x="424815" y="337185"/>
                  </a:cubicBezTo>
                  <a:cubicBezTo>
                    <a:pt x="424815" y="334328"/>
                    <a:pt x="424815" y="332423"/>
                    <a:pt x="423863" y="329565"/>
                  </a:cubicBezTo>
                  <a:lnTo>
                    <a:pt x="361950" y="30480"/>
                  </a:lnTo>
                  <a:cubicBezTo>
                    <a:pt x="358140" y="12383"/>
                    <a:pt x="342900" y="0"/>
                    <a:pt x="324802" y="0"/>
                  </a:cubicBezTo>
                  <a:lnTo>
                    <a:pt x="38100" y="0"/>
                  </a:lnTo>
                  <a:cubicBezTo>
                    <a:pt x="17145" y="0"/>
                    <a:pt x="0" y="18098"/>
                    <a:pt x="0" y="39053"/>
                  </a:cubicBezTo>
                  <a:cubicBezTo>
                    <a:pt x="0" y="41910"/>
                    <a:pt x="0" y="43815"/>
                    <a:pt x="952" y="46673"/>
                  </a:cubicBezTo>
                  <a:lnTo>
                    <a:pt x="62865" y="344805"/>
                  </a:lnTo>
                  <a:cubicBezTo>
                    <a:pt x="65722" y="361950"/>
                    <a:pt x="80963" y="374333"/>
                    <a:pt x="98108" y="374333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213" id="213"/>
            <p:cNvSpPr/>
            <p:nvPr/>
          </p:nvSpPr>
          <p:spPr>
            <a:xfrm>
              <a:off x="6292930" y="5828300"/>
              <a:ext cx="432550" cy="382904"/>
            </a:xfrm>
            <a:custGeom>
              <a:avLst/>
              <a:gdLst/>
              <a:ahLst/>
              <a:cxnLst/>
              <a:rect r="r" b="b" t="t" l="l"/>
              <a:pathLst>
                <a:path w="432550" h="382904" stroke="true" fill="norm" extrusionOk="true">
                  <a:moveTo>
                    <a:pt x="392426" y="382905"/>
                  </a:moveTo>
                  <a:lnTo>
                    <a:pt x="101914" y="382905"/>
                  </a:lnTo>
                  <a:cubicBezTo>
                    <a:pt x="82864" y="382905"/>
                    <a:pt x="66671" y="368617"/>
                    <a:pt x="62861" y="350520"/>
                  </a:cubicBezTo>
                  <a:lnTo>
                    <a:pt x="949" y="52388"/>
                  </a:lnTo>
                  <a:cubicBezTo>
                    <a:pt x="-1909" y="39052"/>
                    <a:pt x="1901" y="25717"/>
                    <a:pt x="9521" y="15240"/>
                  </a:cubicBezTo>
                  <a:cubicBezTo>
                    <a:pt x="17141" y="5715"/>
                    <a:pt x="29524" y="0"/>
                    <a:pt x="41906" y="0"/>
                  </a:cubicBezTo>
                  <a:lnTo>
                    <a:pt x="328609" y="0"/>
                  </a:lnTo>
                  <a:cubicBezTo>
                    <a:pt x="348611" y="0"/>
                    <a:pt x="365756" y="14288"/>
                    <a:pt x="369566" y="34290"/>
                  </a:cubicBezTo>
                  <a:lnTo>
                    <a:pt x="431479" y="333375"/>
                  </a:lnTo>
                  <a:cubicBezTo>
                    <a:pt x="434336" y="345757"/>
                    <a:pt x="431479" y="358140"/>
                    <a:pt x="422906" y="368617"/>
                  </a:cubicBezTo>
                  <a:cubicBezTo>
                    <a:pt x="416239" y="377190"/>
                    <a:pt x="404809" y="382905"/>
                    <a:pt x="392426" y="382905"/>
                  </a:cubicBezTo>
                  <a:close/>
                  <a:moveTo>
                    <a:pt x="41906" y="8572"/>
                  </a:moveTo>
                  <a:cubicBezTo>
                    <a:pt x="32381" y="8572"/>
                    <a:pt x="22856" y="13335"/>
                    <a:pt x="16189" y="20955"/>
                  </a:cubicBezTo>
                  <a:cubicBezTo>
                    <a:pt x="9521" y="29527"/>
                    <a:pt x="6664" y="40005"/>
                    <a:pt x="8569" y="49530"/>
                  </a:cubicBezTo>
                  <a:lnTo>
                    <a:pt x="70481" y="347663"/>
                  </a:lnTo>
                  <a:cubicBezTo>
                    <a:pt x="73339" y="361950"/>
                    <a:pt x="85721" y="373380"/>
                    <a:pt x="100961" y="373380"/>
                  </a:cubicBezTo>
                  <a:lnTo>
                    <a:pt x="391474" y="373380"/>
                  </a:lnTo>
                  <a:cubicBezTo>
                    <a:pt x="400999" y="373380"/>
                    <a:pt x="409571" y="368617"/>
                    <a:pt x="415286" y="361950"/>
                  </a:cubicBezTo>
                  <a:cubicBezTo>
                    <a:pt x="421954" y="354330"/>
                    <a:pt x="423859" y="343853"/>
                    <a:pt x="421954" y="334328"/>
                  </a:cubicBezTo>
                  <a:lnTo>
                    <a:pt x="360041" y="35242"/>
                  </a:lnTo>
                  <a:cubicBezTo>
                    <a:pt x="357184" y="20002"/>
                    <a:pt x="342896" y="8572"/>
                    <a:pt x="327656" y="7620"/>
                  </a:cubicBezTo>
                  <a:lnTo>
                    <a:pt x="41906" y="8572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214" id="214"/>
            <p:cNvSpPr/>
            <p:nvPr/>
          </p:nvSpPr>
          <p:spPr>
            <a:xfrm>
              <a:off x="6651066" y="5966750"/>
              <a:ext cx="95288" cy="164808"/>
            </a:xfrm>
            <a:custGeom>
              <a:avLst/>
              <a:gdLst/>
              <a:ahLst/>
              <a:cxnLst/>
              <a:rect r="r" b="b" t="t" l="l"/>
              <a:pathLst>
                <a:path w="95288" h="164808" stroke="true" fill="norm" extrusionOk="true">
                  <a:moveTo>
                    <a:pt x="94297" y="90149"/>
                  </a:moveTo>
                  <a:cubicBezTo>
                    <a:pt x="96203" y="79672"/>
                    <a:pt x="95250" y="69194"/>
                    <a:pt x="92392" y="58717"/>
                  </a:cubicBezTo>
                  <a:cubicBezTo>
                    <a:pt x="89535" y="52049"/>
                    <a:pt x="84772" y="45382"/>
                    <a:pt x="80010" y="40619"/>
                  </a:cubicBezTo>
                  <a:cubicBezTo>
                    <a:pt x="70485" y="31094"/>
                    <a:pt x="60960" y="21569"/>
                    <a:pt x="51435" y="12997"/>
                  </a:cubicBezTo>
                  <a:cubicBezTo>
                    <a:pt x="41910" y="5377"/>
                    <a:pt x="30480" y="-2243"/>
                    <a:pt x="19050" y="614"/>
                  </a:cubicBezTo>
                  <a:cubicBezTo>
                    <a:pt x="22860" y="17759"/>
                    <a:pt x="32385" y="32999"/>
                    <a:pt x="46672" y="43477"/>
                  </a:cubicBezTo>
                  <a:cubicBezTo>
                    <a:pt x="41910" y="37762"/>
                    <a:pt x="36195" y="33952"/>
                    <a:pt x="28575" y="32047"/>
                  </a:cubicBezTo>
                  <a:cubicBezTo>
                    <a:pt x="23813" y="30142"/>
                    <a:pt x="18097" y="31094"/>
                    <a:pt x="16192" y="35857"/>
                  </a:cubicBezTo>
                  <a:cubicBezTo>
                    <a:pt x="15240" y="38714"/>
                    <a:pt x="15240" y="42524"/>
                    <a:pt x="17145" y="44429"/>
                  </a:cubicBezTo>
                  <a:cubicBezTo>
                    <a:pt x="22860" y="56812"/>
                    <a:pt x="30480" y="67289"/>
                    <a:pt x="40958" y="74909"/>
                  </a:cubicBezTo>
                  <a:lnTo>
                    <a:pt x="29528" y="67289"/>
                  </a:lnTo>
                  <a:cubicBezTo>
                    <a:pt x="26670" y="65384"/>
                    <a:pt x="23813" y="63479"/>
                    <a:pt x="20003" y="63479"/>
                  </a:cubicBezTo>
                  <a:cubicBezTo>
                    <a:pt x="16192" y="62527"/>
                    <a:pt x="13335" y="64432"/>
                    <a:pt x="11430" y="68242"/>
                  </a:cubicBezTo>
                  <a:cubicBezTo>
                    <a:pt x="10478" y="71099"/>
                    <a:pt x="11430" y="73957"/>
                    <a:pt x="12383" y="75862"/>
                  </a:cubicBezTo>
                  <a:cubicBezTo>
                    <a:pt x="15240" y="82529"/>
                    <a:pt x="20003" y="89197"/>
                    <a:pt x="26670" y="93007"/>
                  </a:cubicBezTo>
                  <a:cubicBezTo>
                    <a:pt x="22860" y="89197"/>
                    <a:pt x="18097" y="87292"/>
                    <a:pt x="12383" y="86339"/>
                  </a:cubicBezTo>
                  <a:cubicBezTo>
                    <a:pt x="6667" y="85387"/>
                    <a:pt x="1905" y="89197"/>
                    <a:pt x="0" y="93959"/>
                  </a:cubicBezTo>
                  <a:cubicBezTo>
                    <a:pt x="0" y="96817"/>
                    <a:pt x="0" y="99674"/>
                    <a:pt x="1905" y="102532"/>
                  </a:cubicBezTo>
                  <a:cubicBezTo>
                    <a:pt x="10478" y="118724"/>
                    <a:pt x="30480" y="120629"/>
                    <a:pt x="40005" y="134917"/>
                  </a:cubicBezTo>
                  <a:cubicBezTo>
                    <a:pt x="47625" y="145394"/>
                    <a:pt x="43815" y="156824"/>
                    <a:pt x="58103" y="162539"/>
                  </a:cubicBezTo>
                  <a:cubicBezTo>
                    <a:pt x="93345" y="177779"/>
                    <a:pt x="92392" y="112057"/>
                    <a:pt x="94297" y="90149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215" id="215"/>
            <p:cNvSpPr/>
            <p:nvPr/>
          </p:nvSpPr>
          <p:spPr>
            <a:xfrm>
              <a:off x="6644977" y="5963944"/>
              <a:ext cx="105148" cy="172965"/>
            </a:xfrm>
            <a:custGeom>
              <a:avLst/>
              <a:gdLst/>
              <a:ahLst/>
              <a:cxnLst/>
              <a:rect r="r" b="b" t="t" l="l"/>
              <a:pathLst>
                <a:path w="105148" h="172965" stroke="true" fill="norm" extrusionOk="true">
                  <a:moveTo>
                    <a:pt x="73716" y="172965"/>
                  </a:moveTo>
                  <a:cubicBezTo>
                    <a:pt x="69906" y="172965"/>
                    <a:pt x="65144" y="172013"/>
                    <a:pt x="61334" y="170108"/>
                  </a:cubicBezTo>
                  <a:cubicBezTo>
                    <a:pt x="52761" y="166298"/>
                    <a:pt x="47046" y="159630"/>
                    <a:pt x="45141" y="151058"/>
                  </a:cubicBezTo>
                  <a:cubicBezTo>
                    <a:pt x="44189" y="147248"/>
                    <a:pt x="42284" y="144390"/>
                    <a:pt x="40379" y="141533"/>
                  </a:cubicBezTo>
                  <a:cubicBezTo>
                    <a:pt x="35616" y="135818"/>
                    <a:pt x="30854" y="132008"/>
                    <a:pt x="24186" y="129150"/>
                  </a:cubicBezTo>
                  <a:cubicBezTo>
                    <a:pt x="14661" y="124388"/>
                    <a:pt x="7041" y="117720"/>
                    <a:pt x="2279" y="109148"/>
                  </a:cubicBezTo>
                  <a:cubicBezTo>
                    <a:pt x="374" y="105338"/>
                    <a:pt x="-579" y="101528"/>
                    <a:pt x="374" y="97718"/>
                  </a:cubicBezTo>
                  <a:cubicBezTo>
                    <a:pt x="2279" y="91050"/>
                    <a:pt x="7994" y="86288"/>
                    <a:pt x="14661" y="86288"/>
                  </a:cubicBezTo>
                  <a:cubicBezTo>
                    <a:pt x="13709" y="85335"/>
                    <a:pt x="13709" y="83430"/>
                    <a:pt x="12756" y="82478"/>
                  </a:cubicBezTo>
                  <a:cubicBezTo>
                    <a:pt x="10851" y="78668"/>
                    <a:pt x="10851" y="74858"/>
                    <a:pt x="11804" y="71048"/>
                  </a:cubicBezTo>
                  <a:cubicBezTo>
                    <a:pt x="13709" y="66285"/>
                    <a:pt x="18471" y="63428"/>
                    <a:pt x="23234" y="63428"/>
                  </a:cubicBezTo>
                  <a:cubicBezTo>
                    <a:pt x="20376" y="59618"/>
                    <a:pt x="18471" y="55808"/>
                    <a:pt x="16566" y="51045"/>
                  </a:cubicBezTo>
                  <a:cubicBezTo>
                    <a:pt x="14661" y="47235"/>
                    <a:pt x="13709" y="42473"/>
                    <a:pt x="15614" y="38663"/>
                  </a:cubicBezTo>
                  <a:cubicBezTo>
                    <a:pt x="17519" y="33900"/>
                    <a:pt x="23234" y="31043"/>
                    <a:pt x="27996" y="31995"/>
                  </a:cubicBezTo>
                  <a:cubicBezTo>
                    <a:pt x="23234" y="24375"/>
                    <a:pt x="20376" y="15803"/>
                    <a:pt x="18471" y="7230"/>
                  </a:cubicBezTo>
                  <a:cubicBezTo>
                    <a:pt x="17519" y="4373"/>
                    <a:pt x="18471" y="1515"/>
                    <a:pt x="21329" y="563"/>
                  </a:cubicBezTo>
                  <a:cubicBezTo>
                    <a:pt x="21329" y="563"/>
                    <a:pt x="21329" y="563"/>
                    <a:pt x="21329" y="563"/>
                  </a:cubicBezTo>
                  <a:cubicBezTo>
                    <a:pt x="35616" y="-2295"/>
                    <a:pt x="47999" y="6278"/>
                    <a:pt x="57524" y="13898"/>
                  </a:cubicBezTo>
                  <a:cubicBezTo>
                    <a:pt x="68001" y="22470"/>
                    <a:pt x="77526" y="31995"/>
                    <a:pt x="87051" y="41520"/>
                  </a:cubicBezTo>
                  <a:cubicBezTo>
                    <a:pt x="92766" y="47235"/>
                    <a:pt x="97529" y="53903"/>
                    <a:pt x="101339" y="60570"/>
                  </a:cubicBezTo>
                  <a:cubicBezTo>
                    <a:pt x="105149" y="71048"/>
                    <a:pt x="106101" y="82478"/>
                    <a:pt x="104196" y="93908"/>
                  </a:cubicBezTo>
                  <a:lnTo>
                    <a:pt x="104196" y="93908"/>
                  </a:lnTo>
                  <a:cubicBezTo>
                    <a:pt x="104196" y="96765"/>
                    <a:pt x="104196" y="100575"/>
                    <a:pt x="103244" y="104385"/>
                  </a:cubicBezTo>
                  <a:cubicBezTo>
                    <a:pt x="102291" y="126293"/>
                    <a:pt x="100386" y="160583"/>
                    <a:pt x="84194" y="170108"/>
                  </a:cubicBezTo>
                  <a:cubicBezTo>
                    <a:pt x="81336" y="171060"/>
                    <a:pt x="77526" y="172965"/>
                    <a:pt x="73716" y="172965"/>
                  </a:cubicBezTo>
                  <a:close/>
                  <a:moveTo>
                    <a:pt x="16566" y="93908"/>
                  </a:moveTo>
                  <a:cubicBezTo>
                    <a:pt x="13709" y="93908"/>
                    <a:pt x="11804" y="94860"/>
                    <a:pt x="9899" y="97718"/>
                  </a:cubicBezTo>
                  <a:cubicBezTo>
                    <a:pt x="9899" y="99623"/>
                    <a:pt x="9899" y="101528"/>
                    <a:pt x="10851" y="103433"/>
                  </a:cubicBezTo>
                  <a:cubicBezTo>
                    <a:pt x="15614" y="110100"/>
                    <a:pt x="21329" y="115815"/>
                    <a:pt x="28949" y="119625"/>
                  </a:cubicBezTo>
                  <a:cubicBezTo>
                    <a:pt x="36569" y="123435"/>
                    <a:pt x="43236" y="128198"/>
                    <a:pt x="47999" y="134865"/>
                  </a:cubicBezTo>
                  <a:cubicBezTo>
                    <a:pt x="50856" y="138675"/>
                    <a:pt x="52761" y="142485"/>
                    <a:pt x="53714" y="147248"/>
                  </a:cubicBezTo>
                  <a:cubicBezTo>
                    <a:pt x="54666" y="153915"/>
                    <a:pt x="58476" y="158678"/>
                    <a:pt x="64191" y="160583"/>
                  </a:cubicBezTo>
                  <a:cubicBezTo>
                    <a:pt x="68954" y="163440"/>
                    <a:pt x="73716" y="163440"/>
                    <a:pt x="78479" y="160583"/>
                  </a:cubicBezTo>
                  <a:cubicBezTo>
                    <a:pt x="90861" y="152963"/>
                    <a:pt x="92766" y="119625"/>
                    <a:pt x="93719" y="102480"/>
                  </a:cubicBezTo>
                  <a:cubicBezTo>
                    <a:pt x="93719" y="98670"/>
                    <a:pt x="93719" y="94860"/>
                    <a:pt x="94671" y="92003"/>
                  </a:cubicBezTo>
                  <a:cubicBezTo>
                    <a:pt x="96576" y="82478"/>
                    <a:pt x="95624" y="72000"/>
                    <a:pt x="92766" y="63428"/>
                  </a:cubicBezTo>
                  <a:cubicBezTo>
                    <a:pt x="89909" y="56760"/>
                    <a:pt x="86099" y="51045"/>
                    <a:pt x="81336" y="46283"/>
                  </a:cubicBezTo>
                  <a:cubicBezTo>
                    <a:pt x="71811" y="36758"/>
                    <a:pt x="62286" y="28185"/>
                    <a:pt x="52761" y="19613"/>
                  </a:cubicBezTo>
                  <a:cubicBezTo>
                    <a:pt x="46094" y="13898"/>
                    <a:pt x="38474" y="9135"/>
                    <a:pt x="29901" y="8183"/>
                  </a:cubicBezTo>
                  <a:cubicBezTo>
                    <a:pt x="32759" y="18660"/>
                    <a:pt x="38474" y="28185"/>
                    <a:pt x="46094" y="35805"/>
                  </a:cubicBezTo>
                  <a:cubicBezTo>
                    <a:pt x="49904" y="37710"/>
                    <a:pt x="52761" y="40568"/>
                    <a:pt x="55619" y="44378"/>
                  </a:cubicBezTo>
                  <a:cubicBezTo>
                    <a:pt x="57524" y="46283"/>
                    <a:pt x="57524" y="49140"/>
                    <a:pt x="55619" y="51045"/>
                  </a:cubicBezTo>
                  <a:cubicBezTo>
                    <a:pt x="53714" y="52950"/>
                    <a:pt x="50856" y="52950"/>
                    <a:pt x="48951" y="51998"/>
                  </a:cubicBezTo>
                  <a:cubicBezTo>
                    <a:pt x="46094" y="50093"/>
                    <a:pt x="42284" y="47235"/>
                    <a:pt x="39426" y="44378"/>
                  </a:cubicBezTo>
                  <a:cubicBezTo>
                    <a:pt x="37521" y="43425"/>
                    <a:pt x="34664" y="41520"/>
                    <a:pt x="31806" y="41520"/>
                  </a:cubicBezTo>
                  <a:cubicBezTo>
                    <a:pt x="28949" y="40568"/>
                    <a:pt x="25139" y="40568"/>
                    <a:pt x="25139" y="42473"/>
                  </a:cubicBezTo>
                  <a:cubicBezTo>
                    <a:pt x="25139" y="44378"/>
                    <a:pt x="25139" y="46283"/>
                    <a:pt x="26091" y="47235"/>
                  </a:cubicBezTo>
                  <a:cubicBezTo>
                    <a:pt x="30854" y="58665"/>
                    <a:pt x="38474" y="68190"/>
                    <a:pt x="48951" y="75810"/>
                  </a:cubicBezTo>
                  <a:cubicBezTo>
                    <a:pt x="50856" y="77715"/>
                    <a:pt x="51809" y="80573"/>
                    <a:pt x="49904" y="82478"/>
                  </a:cubicBezTo>
                  <a:cubicBezTo>
                    <a:pt x="49904" y="82478"/>
                    <a:pt x="49904" y="82478"/>
                    <a:pt x="49904" y="82478"/>
                  </a:cubicBezTo>
                  <a:cubicBezTo>
                    <a:pt x="47999" y="84383"/>
                    <a:pt x="45141" y="85335"/>
                    <a:pt x="43236" y="83430"/>
                  </a:cubicBezTo>
                  <a:lnTo>
                    <a:pt x="31806" y="76763"/>
                  </a:lnTo>
                  <a:cubicBezTo>
                    <a:pt x="29901" y="74858"/>
                    <a:pt x="27044" y="73905"/>
                    <a:pt x="24186" y="72953"/>
                  </a:cubicBezTo>
                  <a:cubicBezTo>
                    <a:pt x="23234" y="72953"/>
                    <a:pt x="21329" y="72953"/>
                    <a:pt x="20376" y="73905"/>
                  </a:cubicBezTo>
                  <a:cubicBezTo>
                    <a:pt x="20376" y="75810"/>
                    <a:pt x="20376" y="76763"/>
                    <a:pt x="21329" y="77715"/>
                  </a:cubicBezTo>
                  <a:cubicBezTo>
                    <a:pt x="23234" y="83430"/>
                    <a:pt x="27044" y="88193"/>
                    <a:pt x="32759" y="92003"/>
                  </a:cubicBezTo>
                  <a:lnTo>
                    <a:pt x="33711" y="92955"/>
                  </a:lnTo>
                  <a:cubicBezTo>
                    <a:pt x="35616" y="94860"/>
                    <a:pt x="36569" y="97718"/>
                    <a:pt x="34664" y="99623"/>
                  </a:cubicBezTo>
                  <a:cubicBezTo>
                    <a:pt x="34664" y="99623"/>
                    <a:pt x="34664" y="99623"/>
                    <a:pt x="34664" y="99623"/>
                  </a:cubicBezTo>
                  <a:cubicBezTo>
                    <a:pt x="32759" y="101528"/>
                    <a:pt x="29901" y="102480"/>
                    <a:pt x="27996" y="100575"/>
                  </a:cubicBezTo>
                  <a:lnTo>
                    <a:pt x="27044" y="99623"/>
                  </a:lnTo>
                  <a:cubicBezTo>
                    <a:pt x="24186" y="96765"/>
                    <a:pt x="20376" y="94860"/>
                    <a:pt x="16566" y="94860"/>
                  </a:cubicBezTo>
                  <a:lnTo>
                    <a:pt x="16566" y="93908"/>
                  </a:lnTo>
                  <a:close/>
                  <a:moveTo>
                    <a:pt x="100386" y="92955"/>
                  </a:moveTo>
                  <a:lnTo>
                    <a:pt x="100386" y="92955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216" id="216"/>
            <p:cNvSpPr/>
            <p:nvPr/>
          </p:nvSpPr>
          <p:spPr>
            <a:xfrm>
              <a:off x="6302208" y="5978765"/>
              <a:ext cx="65012" cy="120327"/>
            </a:xfrm>
            <a:custGeom>
              <a:avLst/>
              <a:gdLst/>
              <a:ahLst/>
              <a:cxnLst/>
              <a:rect r="r" b="b" t="t" l="l"/>
              <a:pathLst>
                <a:path w="65012" h="120327" stroke="true" fill="norm" extrusionOk="true">
                  <a:moveTo>
                    <a:pt x="243" y="57180"/>
                  </a:moveTo>
                  <a:cubicBezTo>
                    <a:pt x="2148" y="37177"/>
                    <a:pt x="7863" y="15270"/>
                    <a:pt x="25008" y="4792"/>
                  </a:cubicBezTo>
                  <a:cubicBezTo>
                    <a:pt x="35485" y="-923"/>
                    <a:pt x="48820" y="-1875"/>
                    <a:pt x="59298" y="3840"/>
                  </a:cubicBezTo>
                  <a:cubicBezTo>
                    <a:pt x="61203" y="4792"/>
                    <a:pt x="63108" y="6697"/>
                    <a:pt x="63108" y="8602"/>
                  </a:cubicBezTo>
                  <a:cubicBezTo>
                    <a:pt x="64060" y="11460"/>
                    <a:pt x="61203" y="14317"/>
                    <a:pt x="58345" y="16222"/>
                  </a:cubicBezTo>
                  <a:cubicBezTo>
                    <a:pt x="52630" y="20032"/>
                    <a:pt x="46915" y="21937"/>
                    <a:pt x="40248" y="23842"/>
                  </a:cubicBezTo>
                  <a:cubicBezTo>
                    <a:pt x="50725" y="22890"/>
                    <a:pt x="61203" y="28605"/>
                    <a:pt x="65013" y="39082"/>
                  </a:cubicBezTo>
                  <a:cubicBezTo>
                    <a:pt x="58345" y="46702"/>
                    <a:pt x="49773" y="51465"/>
                    <a:pt x="40248" y="52417"/>
                  </a:cubicBezTo>
                  <a:cubicBezTo>
                    <a:pt x="46915" y="50512"/>
                    <a:pt x="53583" y="53370"/>
                    <a:pt x="57393" y="58132"/>
                  </a:cubicBezTo>
                  <a:cubicBezTo>
                    <a:pt x="64060" y="67657"/>
                    <a:pt x="58345" y="69562"/>
                    <a:pt x="51678" y="75277"/>
                  </a:cubicBezTo>
                  <a:cubicBezTo>
                    <a:pt x="54535" y="74325"/>
                    <a:pt x="57393" y="75277"/>
                    <a:pt x="60250" y="76230"/>
                  </a:cubicBezTo>
                  <a:cubicBezTo>
                    <a:pt x="63108" y="77182"/>
                    <a:pt x="65013" y="80992"/>
                    <a:pt x="65013" y="83850"/>
                  </a:cubicBezTo>
                  <a:cubicBezTo>
                    <a:pt x="64060" y="89565"/>
                    <a:pt x="57393" y="91470"/>
                    <a:pt x="52630" y="94327"/>
                  </a:cubicBezTo>
                  <a:cubicBezTo>
                    <a:pt x="48820" y="97185"/>
                    <a:pt x="45963" y="100042"/>
                    <a:pt x="44058" y="104805"/>
                  </a:cubicBezTo>
                  <a:cubicBezTo>
                    <a:pt x="43105" y="107662"/>
                    <a:pt x="43105" y="109567"/>
                    <a:pt x="41200" y="112425"/>
                  </a:cubicBezTo>
                  <a:cubicBezTo>
                    <a:pt x="31675" y="129570"/>
                    <a:pt x="9768" y="115282"/>
                    <a:pt x="5005" y="102900"/>
                  </a:cubicBezTo>
                  <a:cubicBezTo>
                    <a:pt x="1195" y="88612"/>
                    <a:pt x="-710" y="72420"/>
                    <a:pt x="243" y="57180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217" id="217"/>
            <p:cNvSpPr/>
            <p:nvPr/>
          </p:nvSpPr>
          <p:spPr>
            <a:xfrm>
              <a:off x="6298407" y="5973292"/>
              <a:ext cx="76433" cy="130279"/>
            </a:xfrm>
            <a:custGeom>
              <a:avLst/>
              <a:gdLst/>
              <a:ahLst/>
              <a:cxnLst/>
              <a:rect r="r" b="b" t="t" l="l"/>
              <a:pathLst>
                <a:path w="76433" h="130279" stroke="true" fill="norm" extrusionOk="true">
                  <a:moveTo>
                    <a:pt x="34524" y="130280"/>
                  </a:moveTo>
                  <a:lnTo>
                    <a:pt x="33571" y="130280"/>
                  </a:lnTo>
                  <a:cubicBezTo>
                    <a:pt x="22141" y="128375"/>
                    <a:pt x="11664" y="120755"/>
                    <a:pt x="6901" y="110277"/>
                  </a:cubicBezTo>
                  <a:cubicBezTo>
                    <a:pt x="1186" y="95037"/>
                    <a:pt x="-719" y="77892"/>
                    <a:pt x="234" y="61700"/>
                  </a:cubicBezTo>
                  <a:lnTo>
                    <a:pt x="234" y="61700"/>
                  </a:lnTo>
                  <a:cubicBezTo>
                    <a:pt x="1186" y="42650"/>
                    <a:pt x="6901" y="16932"/>
                    <a:pt x="26904" y="5502"/>
                  </a:cubicBezTo>
                  <a:cubicBezTo>
                    <a:pt x="39286" y="-1165"/>
                    <a:pt x="53574" y="-2118"/>
                    <a:pt x="65956" y="4550"/>
                  </a:cubicBezTo>
                  <a:cubicBezTo>
                    <a:pt x="68814" y="5502"/>
                    <a:pt x="71671" y="8360"/>
                    <a:pt x="72624" y="12170"/>
                  </a:cubicBezTo>
                  <a:cubicBezTo>
                    <a:pt x="73576" y="15027"/>
                    <a:pt x="72624" y="19790"/>
                    <a:pt x="65956" y="24552"/>
                  </a:cubicBezTo>
                  <a:lnTo>
                    <a:pt x="62146" y="27410"/>
                  </a:lnTo>
                  <a:cubicBezTo>
                    <a:pt x="67861" y="30267"/>
                    <a:pt x="72624" y="35982"/>
                    <a:pt x="75481" y="41697"/>
                  </a:cubicBezTo>
                  <a:cubicBezTo>
                    <a:pt x="76434" y="43602"/>
                    <a:pt x="75481" y="45507"/>
                    <a:pt x="74529" y="46460"/>
                  </a:cubicBezTo>
                  <a:cubicBezTo>
                    <a:pt x="71671" y="50270"/>
                    <a:pt x="67861" y="53127"/>
                    <a:pt x="63099" y="55985"/>
                  </a:cubicBezTo>
                  <a:cubicBezTo>
                    <a:pt x="65004" y="56937"/>
                    <a:pt x="65956" y="58842"/>
                    <a:pt x="66909" y="60747"/>
                  </a:cubicBezTo>
                  <a:cubicBezTo>
                    <a:pt x="71671" y="68367"/>
                    <a:pt x="71671" y="73130"/>
                    <a:pt x="68814" y="76940"/>
                  </a:cubicBezTo>
                  <a:lnTo>
                    <a:pt x="68814" y="76940"/>
                  </a:lnTo>
                  <a:cubicBezTo>
                    <a:pt x="73576" y="78845"/>
                    <a:pt x="76434" y="83607"/>
                    <a:pt x="76434" y="89322"/>
                  </a:cubicBezTo>
                  <a:cubicBezTo>
                    <a:pt x="75481" y="96942"/>
                    <a:pt x="69766" y="99800"/>
                    <a:pt x="65004" y="101705"/>
                  </a:cubicBezTo>
                  <a:lnTo>
                    <a:pt x="62146" y="103610"/>
                  </a:lnTo>
                  <a:cubicBezTo>
                    <a:pt x="59289" y="105515"/>
                    <a:pt x="56431" y="108372"/>
                    <a:pt x="55479" y="111230"/>
                  </a:cubicBezTo>
                  <a:cubicBezTo>
                    <a:pt x="55479" y="112182"/>
                    <a:pt x="54526" y="113135"/>
                    <a:pt x="54526" y="113135"/>
                  </a:cubicBezTo>
                  <a:cubicBezTo>
                    <a:pt x="54526" y="115040"/>
                    <a:pt x="53574" y="116945"/>
                    <a:pt x="52621" y="118850"/>
                  </a:cubicBezTo>
                  <a:cubicBezTo>
                    <a:pt x="47859" y="126470"/>
                    <a:pt x="41191" y="130280"/>
                    <a:pt x="34524" y="130280"/>
                  </a:cubicBezTo>
                  <a:close/>
                  <a:moveTo>
                    <a:pt x="8806" y="62652"/>
                  </a:moveTo>
                  <a:cubicBezTo>
                    <a:pt x="7854" y="77892"/>
                    <a:pt x="9759" y="92180"/>
                    <a:pt x="14521" y="106467"/>
                  </a:cubicBezTo>
                  <a:cubicBezTo>
                    <a:pt x="18331" y="114087"/>
                    <a:pt x="24999" y="118850"/>
                    <a:pt x="33571" y="120755"/>
                  </a:cubicBezTo>
                  <a:cubicBezTo>
                    <a:pt x="37381" y="120755"/>
                    <a:pt x="41191" y="118850"/>
                    <a:pt x="42144" y="115040"/>
                  </a:cubicBezTo>
                  <a:cubicBezTo>
                    <a:pt x="43096" y="114087"/>
                    <a:pt x="43096" y="112182"/>
                    <a:pt x="43096" y="111230"/>
                  </a:cubicBezTo>
                  <a:cubicBezTo>
                    <a:pt x="43096" y="110277"/>
                    <a:pt x="44049" y="109325"/>
                    <a:pt x="44049" y="108372"/>
                  </a:cubicBezTo>
                  <a:cubicBezTo>
                    <a:pt x="45954" y="102657"/>
                    <a:pt x="49764" y="97895"/>
                    <a:pt x="54526" y="95037"/>
                  </a:cubicBezTo>
                  <a:lnTo>
                    <a:pt x="58336" y="93132"/>
                  </a:lnTo>
                  <a:cubicBezTo>
                    <a:pt x="62146" y="91227"/>
                    <a:pt x="64051" y="90275"/>
                    <a:pt x="65004" y="88370"/>
                  </a:cubicBezTo>
                  <a:cubicBezTo>
                    <a:pt x="65004" y="86465"/>
                    <a:pt x="64051" y="86465"/>
                    <a:pt x="63099" y="85512"/>
                  </a:cubicBezTo>
                  <a:cubicBezTo>
                    <a:pt x="61194" y="84560"/>
                    <a:pt x="59289" y="84560"/>
                    <a:pt x="57384" y="84560"/>
                  </a:cubicBezTo>
                  <a:cubicBezTo>
                    <a:pt x="54526" y="84560"/>
                    <a:pt x="52621" y="82655"/>
                    <a:pt x="51669" y="80750"/>
                  </a:cubicBezTo>
                  <a:cubicBezTo>
                    <a:pt x="51669" y="78845"/>
                    <a:pt x="51669" y="76940"/>
                    <a:pt x="53574" y="75987"/>
                  </a:cubicBezTo>
                  <a:lnTo>
                    <a:pt x="55479" y="74082"/>
                  </a:lnTo>
                  <a:cubicBezTo>
                    <a:pt x="61194" y="69320"/>
                    <a:pt x="61194" y="69320"/>
                    <a:pt x="58336" y="65510"/>
                  </a:cubicBezTo>
                  <a:cubicBezTo>
                    <a:pt x="55479" y="60747"/>
                    <a:pt x="51669" y="60747"/>
                    <a:pt x="45954" y="61700"/>
                  </a:cubicBezTo>
                  <a:cubicBezTo>
                    <a:pt x="43096" y="61700"/>
                    <a:pt x="41191" y="60747"/>
                    <a:pt x="40239" y="57890"/>
                  </a:cubicBezTo>
                  <a:cubicBezTo>
                    <a:pt x="40239" y="57890"/>
                    <a:pt x="40239" y="57890"/>
                    <a:pt x="40239" y="57890"/>
                  </a:cubicBezTo>
                  <a:cubicBezTo>
                    <a:pt x="40239" y="55032"/>
                    <a:pt x="42144" y="53127"/>
                    <a:pt x="44049" y="52175"/>
                  </a:cubicBezTo>
                  <a:cubicBezTo>
                    <a:pt x="51669" y="51222"/>
                    <a:pt x="58336" y="47412"/>
                    <a:pt x="63099" y="42650"/>
                  </a:cubicBezTo>
                  <a:cubicBezTo>
                    <a:pt x="59289" y="35982"/>
                    <a:pt x="51669" y="32172"/>
                    <a:pt x="45001" y="33125"/>
                  </a:cubicBezTo>
                  <a:cubicBezTo>
                    <a:pt x="42144" y="33125"/>
                    <a:pt x="40239" y="32172"/>
                    <a:pt x="39286" y="29315"/>
                  </a:cubicBezTo>
                  <a:cubicBezTo>
                    <a:pt x="38334" y="26457"/>
                    <a:pt x="40239" y="24552"/>
                    <a:pt x="43096" y="23600"/>
                  </a:cubicBezTo>
                  <a:cubicBezTo>
                    <a:pt x="48811" y="21695"/>
                    <a:pt x="54526" y="19790"/>
                    <a:pt x="60241" y="15980"/>
                  </a:cubicBezTo>
                  <a:cubicBezTo>
                    <a:pt x="62146" y="15027"/>
                    <a:pt x="63099" y="14075"/>
                    <a:pt x="63099" y="13122"/>
                  </a:cubicBezTo>
                  <a:lnTo>
                    <a:pt x="61194" y="12170"/>
                  </a:lnTo>
                  <a:cubicBezTo>
                    <a:pt x="51669" y="7407"/>
                    <a:pt x="40239" y="7407"/>
                    <a:pt x="31666" y="13122"/>
                  </a:cubicBezTo>
                  <a:cubicBezTo>
                    <a:pt x="14521" y="23600"/>
                    <a:pt x="9759" y="45507"/>
                    <a:pt x="8806" y="62652"/>
                  </a:cubicBezTo>
                  <a:lnTo>
                    <a:pt x="8806" y="62652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218" id="218"/>
            <p:cNvSpPr/>
            <p:nvPr/>
          </p:nvSpPr>
          <p:spPr>
            <a:xfrm>
              <a:off x="6517716" y="5405390"/>
              <a:ext cx="72390" cy="72389"/>
            </a:xfrm>
            <a:custGeom>
              <a:avLst/>
              <a:gdLst/>
              <a:ahLst/>
              <a:cxnLst/>
              <a:rect r="r" b="b" t="t" l="l"/>
              <a:pathLst>
                <a:path w="72390" h="72389" stroke="true" fill="norm" extrusionOk="true">
                  <a:moveTo>
                    <a:pt x="36195" y="72390"/>
                  </a:moveTo>
                  <a:cubicBezTo>
                    <a:pt x="16192" y="72390"/>
                    <a:pt x="0" y="56197"/>
                    <a:pt x="0" y="36195"/>
                  </a:cubicBezTo>
                  <a:cubicBezTo>
                    <a:pt x="0" y="16192"/>
                    <a:pt x="16192" y="0"/>
                    <a:pt x="36195" y="0"/>
                  </a:cubicBezTo>
                  <a:cubicBezTo>
                    <a:pt x="56197" y="0"/>
                    <a:pt x="72390" y="16192"/>
                    <a:pt x="72390" y="36195"/>
                  </a:cubicBezTo>
                  <a:cubicBezTo>
                    <a:pt x="72390" y="57150"/>
                    <a:pt x="56197" y="72390"/>
                    <a:pt x="36195" y="72390"/>
                  </a:cubicBezTo>
                  <a:close/>
                  <a:moveTo>
                    <a:pt x="36195" y="10477"/>
                  </a:moveTo>
                  <a:cubicBezTo>
                    <a:pt x="21908" y="10477"/>
                    <a:pt x="10478" y="21907"/>
                    <a:pt x="10478" y="36195"/>
                  </a:cubicBezTo>
                  <a:cubicBezTo>
                    <a:pt x="10478" y="50482"/>
                    <a:pt x="21908" y="61913"/>
                    <a:pt x="36195" y="61913"/>
                  </a:cubicBezTo>
                  <a:cubicBezTo>
                    <a:pt x="50483" y="61913"/>
                    <a:pt x="61913" y="50482"/>
                    <a:pt x="61913" y="36195"/>
                  </a:cubicBezTo>
                  <a:cubicBezTo>
                    <a:pt x="62865" y="22860"/>
                    <a:pt x="51435" y="11430"/>
                    <a:pt x="36195" y="10477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219" id="219"/>
            <p:cNvSpPr/>
            <p:nvPr/>
          </p:nvSpPr>
          <p:spPr>
            <a:xfrm>
              <a:off x="6597726" y="5405390"/>
              <a:ext cx="72390" cy="72389"/>
            </a:xfrm>
            <a:custGeom>
              <a:avLst/>
              <a:gdLst/>
              <a:ahLst/>
              <a:cxnLst/>
              <a:rect r="r" b="b" t="t" l="l"/>
              <a:pathLst>
                <a:path w="72390" h="72389" stroke="true" fill="norm" extrusionOk="true">
                  <a:moveTo>
                    <a:pt x="36195" y="72390"/>
                  </a:moveTo>
                  <a:cubicBezTo>
                    <a:pt x="16193" y="72390"/>
                    <a:pt x="0" y="56197"/>
                    <a:pt x="0" y="36195"/>
                  </a:cubicBezTo>
                  <a:cubicBezTo>
                    <a:pt x="0" y="16192"/>
                    <a:pt x="16193" y="0"/>
                    <a:pt x="36195" y="0"/>
                  </a:cubicBezTo>
                  <a:cubicBezTo>
                    <a:pt x="56198" y="0"/>
                    <a:pt x="72390" y="16192"/>
                    <a:pt x="72390" y="36195"/>
                  </a:cubicBezTo>
                  <a:cubicBezTo>
                    <a:pt x="72390" y="57150"/>
                    <a:pt x="56198" y="72390"/>
                    <a:pt x="36195" y="72390"/>
                  </a:cubicBezTo>
                  <a:lnTo>
                    <a:pt x="36195" y="72390"/>
                  </a:lnTo>
                  <a:close/>
                  <a:moveTo>
                    <a:pt x="36195" y="10477"/>
                  </a:moveTo>
                  <a:cubicBezTo>
                    <a:pt x="21908" y="10477"/>
                    <a:pt x="10478" y="21907"/>
                    <a:pt x="10478" y="36195"/>
                  </a:cubicBezTo>
                  <a:cubicBezTo>
                    <a:pt x="10478" y="50482"/>
                    <a:pt x="21908" y="61913"/>
                    <a:pt x="36195" y="61913"/>
                  </a:cubicBezTo>
                  <a:cubicBezTo>
                    <a:pt x="50483" y="61913"/>
                    <a:pt x="61913" y="50482"/>
                    <a:pt x="61913" y="36195"/>
                  </a:cubicBezTo>
                  <a:cubicBezTo>
                    <a:pt x="62865" y="22860"/>
                    <a:pt x="50483" y="10477"/>
                    <a:pt x="36195" y="10477"/>
                  </a:cubicBezTo>
                  <a:lnTo>
                    <a:pt x="36195" y="10477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220" id="220"/>
            <p:cNvSpPr/>
            <p:nvPr/>
          </p:nvSpPr>
          <p:spPr>
            <a:xfrm>
              <a:off x="6564967" y="5502459"/>
              <a:ext cx="87137" cy="34435"/>
            </a:xfrm>
            <a:custGeom>
              <a:avLst/>
              <a:gdLst/>
              <a:ahLst/>
              <a:cxnLst/>
              <a:rect r="r" b="b" t="t" l="l"/>
              <a:pathLst>
                <a:path w="87137" h="34435" stroke="true" fill="norm" extrusionOk="true">
                  <a:moveTo>
                    <a:pt x="37521" y="34376"/>
                  </a:moveTo>
                  <a:cubicBezTo>
                    <a:pt x="25139" y="34376"/>
                    <a:pt x="12756" y="31518"/>
                    <a:pt x="2279" y="25803"/>
                  </a:cubicBezTo>
                  <a:cubicBezTo>
                    <a:pt x="374" y="24851"/>
                    <a:pt x="-579" y="21993"/>
                    <a:pt x="374" y="19136"/>
                  </a:cubicBezTo>
                  <a:cubicBezTo>
                    <a:pt x="1326" y="17231"/>
                    <a:pt x="4184" y="16278"/>
                    <a:pt x="7041" y="17231"/>
                  </a:cubicBezTo>
                  <a:cubicBezTo>
                    <a:pt x="8946" y="18183"/>
                    <a:pt x="51809" y="41996"/>
                    <a:pt x="78479" y="1991"/>
                  </a:cubicBezTo>
                  <a:cubicBezTo>
                    <a:pt x="80384" y="86"/>
                    <a:pt x="83241" y="-867"/>
                    <a:pt x="85146" y="1038"/>
                  </a:cubicBezTo>
                  <a:cubicBezTo>
                    <a:pt x="87051" y="2943"/>
                    <a:pt x="88004" y="5801"/>
                    <a:pt x="86099" y="7706"/>
                  </a:cubicBezTo>
                  <a:cubicBezTo>
                    <a:pt x="75621" y="24851"/>
                    <a:pt x="56571" y="35328"/>
                    <a:pt x="37521" y="34376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221" id="221"/>
            <p:cNvSpPr/>
            <p:nvPr/>
          </p:nvSpPr>
          <p:spPr>
            <a:xfrm>
              <a:off x="6580581" y="5437774"/>
              <a:ext cx="27622" cy="9525"/>
            </a:xfrm>
            <a:custGeom>
              <a:avLst/>
              <a:gdLst/>
              <a:ahLst/>
              <a:cxnLst/>
              <a:rect r="r" b="b" t="t" l="l"/>
              <a:pathLst>
                <a:path w="27622" h="9525" stroke="true" fill="norm" extrusionOk="true">
                  <a:moveTo>
                    <a:pt x="22860" y="9525"/>
                  </a:moveTo>
                  <a:lnTo>
                    <a:pt x="4763" y="9525"/>
                  </a:lnTo>
                  <a:cubicBezTo>
                    <a:pt x="1905" y="9525"/>
                    <a:pt x="0" y="7620"/>
                    <a:pt x="0" y="4763"/>
                  </a:cubicBezTo>
                  <a:cubicBezTo>
                    <a:pt x="0" y="1905"/>
                    <a:pt x="1905" y="0"/>
                    <a:pt x="4763" y="0"/>
                  </a:cubicBezTo>
                  <a:lnTo>
                    <a:pt x="22860" y="0"/>
                  </a:lnTo>
                  <a:cubicBezTo>
                    <a:pt x="25717" y="0"/>
                    <a:pt x="27622" y="1905"/>
                    <a:pt x="27622" y="4763"/>
                  </a:cubicBezTo>
                  <a:cubicBezTo>
                    <a:pt x="27622" y="7620"/>
                    <a:pt x="24765" y="9525"/>
                    <a:pt x="22860" y="9525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222" id="222"/>
            <p:cNvSpPr/>
            <p:nvPr/>
          </p:nvSpPr>
          <p:spPr>
            <a:xfrm>
              <a:off x="6659638" y="5437774"/>
              <a:ext cx="80962" cy="28575"/>
            </a:xfrm>
            <a:custGeom>
              <a:avLst/>
              <a:gdLst/>
              <a:ahLst/>
              <a:cxnLst/>
              <a:rect r="r" b="b" t="t" l="l"/>
              <a:pathLst>
                <a:path w="80962" h="28575" stroke="true" fill="norm" extrusionOk="true">
                  <a:moveTo>
                    <a:pt x="76200" y="28575"/>
                  </a:moveTo>
                  <a:cubicBezTo>
                    <a:pt x="76200" y="28575"/>
                    <a:pt x="75248" y="28575"/>
                    <a:pt x="75248" y="28575"/>
                  </a:cubicBezTo>
                  <a:lnTo>
                    <a:pt x="3810" y="9525"/>
                  </a:lnTo>
                  <a:cubicBezTo>
                    <a:pt x="953" y="8573"/>
                    <a:pt x="0" y="5715"/>
                    <a:pt x="0" y="3810"/>
                  </a:cubicBezTo>
                  <a:cubicBezTo>
                    <a:pt x="953" y="953"/>
                    <a:pt x="3810" y="0"/>
                    <a:pt x="5715" y="0"/>
                  </a:cubicBezTo>
                  <a:lnTo>
                    <a:pt x="77153" y="19050"/>
                  </a:lnTo>
                  <a:cubicBezTo>
                    <a:pt x="80010" y="20003"/>
                    <a:pt x="80963" y="22860"/>
                    <a:pt x="80963" y="24765"/>
                  </a:cubicBezTo>
                  <a:cubicBezTo>
                    <a:pt x="80963" y="27623"/>
                    <a:pt x="79058" y="28575"/>
                    <a:pt x="76200" y="28575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223" id="223"/>
            <p:cNvSpPr/>
            <p:nvPr/>
          </p:nvSpPr>
          <p:spPr>
            <a:xfrm>
              <a:off x="6696786" y="5446728"/>
              <a:ext cx="59377" cy="68644"/>
            </a:xfrm>
            <a:custGeom>
              <a:avLst/>
              <a:gdLst/>
              <a:ahLst/>
              <a:cxnLst/>
              <a:rect r="r" b="b" t="t" l="l"/>
              <a:pathLst>
                <a:path w="59377" h="68644" stroke="true" fill="norm" extrusionOk="true">
                  <a:moveTo>
                    <a:pt x="0" y="26289"/>
                  </a:moveTo>
                  <a:cubicBezTo>
                    <a:pt x="1905" y="19622"/>
                    <a:pt x="5715" y="12954"/>
                    <a:pt x="11430" y="9144"/>
                  </a:cubicBezTo>
                  <a:cubicBezTo>
                    <a:pt x="20002" y="1524"/>
                    <a:pt x="31433" y="-1334"/>
                    <a:pt x="42863" y="572"/>
                  </a:cubicBezTo>
                  <a:cubicBezTo>
                    <a:pt x="54292" y="5334"/>
                    <a:pt x="60960" y="17716"/>
                    <a:pt x="59055" y="29147"/>
                  </a:cubicBezTo>
                  <a:cubicBezTo>
                    <a:pt x="57150" y="45339"/>
                    <a:pt x="46672" y="59627"/>
                    <a:pt x="31433" y="66294"/>
                  </a:cubicBezTo>
                  <a:cubicBezTo>
                    <a:pt x="21908" y="70104"/>
                    <a:pt x="10477" y="69152"/>
                    <a:pt x="952" y="64389"/>
                  </a:cubicBezTo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224" id="224"/>
            <p:cNvSpPr/>
            <p:nvPr/>
          </p:nvSpPr>
          <p:spPr>
            <a:xfrm>
              <a:off x="6692976" y="5443878"/>
              <a:ext cx="68177" cy="76764"/>
            </a:xfrm>
            <a:custGeom>
              <a:avLst/>
              <a:gdLst/>
              <a:ahLst/>
              <a:cxnLst/>
              <a:rect r="r" b="b" t="t" l="l"/>
              <a:pathLst>
                <a:path w="68177" h="76764" stroke="true" fill="norm" extrusionOk="true">
                  <a:moveTo>
                    <a:pt x="21908" y="76764"/>
                  </a:moveTo>
                  <a:cubicBezTo>
                    <a:pt x="15240" y="76764"/>
                    <a:pt x="8573" y="74859"/>
                    <a:pt x="2858" y="72002"/>
                  </a:cubicBezTo>
                  <a:cubicBezTo>
                    <a:pt x="953" y="71049"/>
                    <a:pt x="-952" y="68192"/>
                    <a:pt x="953" y="65334"/>
                  </a:cubicBezTo>
                  <a:cubicBezTo>
                    <a:pt x="953" y="65334"/>
                    <a:pt x="953" y="65334"/>
                    <a:pt x="953" y="65334"/>
                  </a:cubicBezTo>
                  <a:cubicBezTo>
                    <a:pt x="1905" y="62477"/>
                    <a:pt x="4763" y="61524"/>
                    <a:pt x="7620" y="63429"/>
                  </a:cubicBezTo>
                  <a:cubicBezTo>
                    <a:pt x="7620" y="63429"/>
                    <a:pt x="7620" y="63429"/>
                    <a:pt x="7620" y="63429"/>
                  </a:cubicBezTo>
                  <a:cubicBezTo>
                    <a:pt x="16193" y="67239"/>
                    <a:pt x="25718" y="68192"/>
                    <a:pt x="34290" y="65334"/>
                  </a:cubicBezTo>
                  <a:cubicBezTo>
                    <a:pt x="47625" y="59619"/>
                    <a:pt x="57150" y="47237"/>
                    <a:pt x="58103" y="31997"/>
                  </a:cubicBezTo>
                  <a:cubicBezTo>
                    <a:pt x="60008" y="22472"/>
                    <a:pt x="54293" y="11994"/>
                    <a:pt x="45720" y="8184"/>
                  </a:cubicBezTo>
                  <a:cubicBezTo>
                    <a:pt x="36195" y="7232"/>
                    <a:pt x="25718" y="10089"/>
                    <a:pt x="19050" y="15804"/>
                  </a:cubicBezTo>
                  <a:cubicBezTo>
                    <a:pt x="14288" y="19614"/>
                    <a:pt x="10478" y="24377"/>
                    <a:pt x="9525" y="31044"/>
                  </a:cubicBezTo>
                  <a:cubicBezTo>
                    <a:pt x="8573" y="33902"/>
                    <a:pt x="5715" y="34854"/>
                    <a:pt x="3810" y="34854"/>
                  </a:cubicBezTo>
                  <a:cubicBezTo>
                    <a:pt x="953" y="33902"/>
                    <a:pt x="0" y="31044"/>
                    <a:pt x="0" y="29139"/>
                  </a:cubicBezTo>
                  <a:cubicBezTo>
                    <a:pt x="1905" y="21519"/>
                    <a:pt x="6668" y="14852"/>
                    <a:pt x="13335" y="10089"/>
                  </a:cubicBezTo>
                  <a:cubicBezTo>
                    <a:pt x="22860" y="1517"/>
                    <a:pt x="36195" y="-1341"/>
                    <a:pt x="48578" y="564"/>
                  </a:cubicBezTo>
                  <a:cubicBezTo>
                    <a:pt x="61913" y="6279"/>
                    <a:pt x="70485" y="20567"/>
                    <a:pt x="67628" y="34854"/>
                  </a:cubicBezTo>
                  <a:cubicBezTo>
                    <a:pt x="65723" y="52952"/>
                    <a:pt x="54293" y="69144"/>
                    <a:pt x="37148" y="75812"/>
                  </a:cubicBezTo>
                  <a:cubicBezTo>
                    <a:pt x="32385" y="75812"/>
                    <a:pt x="26670" y="76764"/>
                    <a:pt x="21908" y="76764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225" id="225"/>
            <p:cNvSpPr/>
            <p:nvPr/>
          </p:nvSpPr>
          <p:spPr>
            <a:xfrm>
              <a:off x="6757372" y="5851738"/>
              <a:ext cx="161417" cy="232904"/>
            </a:xfrm>
            <a:custGeom>
              <a:avLst/>
              <a:gdLst/>
              <a:ahLst/>
              <a:cxnLst/>
              <a:rect r="r" b="b" t="t" l="l"/>
              <a:pathLst>
                <a:path w="161417" h="232904" stroke="true" fill="norm" extrusionOk="true">
                  <a:moveTo>
                    <a:pt x="121341" y="232784"/>
                  </a:moveTo>
                  <a:cubicBezTo>
                    <a:pt x="76574" y="232784"/>
                    <a:pt x="11804" y="196589"/>
                    <a:pt x="2279" y="191826"/>
                  </a:cubicBezTo>
                  <a:cubicBezTo>
                    <a:pt x="374" y="190874"/>
                    <a:pt x="-579" y="187064"/>
                    <a:pt x="374" y="185159"/>
                  </a:cubicBezTo>
                  <a:cubicBezTo>
                    <a:pt x="1326" y="183254"/>
                    <a:pt x="5136" y="182301"/>
                    <a:pt x="7041" y="183254"/>
                  </a:cubicBezTo>
                  <a:cubicBezTo>
                    <a:pt x="38474" y="201351"/>
                    <a:pt x="124199" y="241356"/>
                    <a:pt x="147059" y="214686"/>
                  </a:cubicBezTo>
                  <a:cubicBezTo>
                    <a:pt x="169919" y="188016"/>
                    <a:pt x="101339" y="55619"/>
                    <a:pt x="73716" y="7041"/>
                  </a:cubicBezTo>
                  <a:cubicBezTo>
                    <a:pt x="72764" y="4184"/>
                    <a:pt x="73716" y="1326"/>
                    <a:pt x="76574" y="374"/>
                  </a:cubicBezTo>
                  <a:cubicBezTo>
                    <a:pt x="78479" y="-579"/>
                    <a:pt x="81336" y="374"/>
                    <a:pt x="82289" y="2279"/>
                  </a:cubicBezTo>
                  <a:cubicBezTo>
                    <a:pt x="92766" y="20376"/>
                    <a:pt x="187064" y="184206"/>
                    <a:pt x="154679" y="221354"/>
                  </a:cubicBezTo>
                  <a:cubicBezTo>
                    <a:pt x="145154" y="228974"/>
                    <a:pt x="133724" y="233736"/>
                    <a:pt x="121341" y="232784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226" id="226"/>
            <p:cNvSpPr/>
            <p:nvPr/>
          </p:nvSpPr>
          <p:spPr>
            <a:xfrm>
              <a:off x="6740227" y="6170826"/>
              <a:ext cx="175881" cy="78478"/>
            </a:xfrm>
            <a:custGeom>
              <a:avLst/>
              <a:gdLst/>
              <a:ahLst/>
              <a:cxnLst/>
              <a:rect r="r" b="b" t="t" l="l"/>
              <a:pathLst>
                <a:path w="175881" h="78478" stroke="true" fill="norm" extrusionOk="true">
                  <a:moveTo>
                    <a:pt x="171824" y="78479"/>
                  </a:moveTo>
                  <a:lnTo>
                    <a:pt x="171824" y="78479"/>
                  </a:lnTo>
                  <a:cubicBezTo>
                    <a:pt x="99434" y="68001"/>
                    <a:pt x="7041" y="10851"/>
                    <a:pt x="2279" y="8946"/>
                  </a:cubicBezTo>
                  <a:cubicBezTo>
                    <a:pt x="374" y="7994"/>
                    <a:pt x="-579" y="4184"/>
                    <a:pt x="374" y="2279"/>
                  </a:cubicBezTo>
                  <a:cubicBezTo>
                    <a:pt x="374" y="2279"/>
                    <a:pt x="374" y="2279"/>
                    <a:pt x="374" y="2279"/>
                  </a:cubicBezTo>
                  <a:cubicBezTo>
                    <a:pt x="1326" y="374"/>
                    <a:pt x="4184" y="-579"/>
                    <a:pt x="7041" y="374"/>
                  </a:cubicBezTo>
                  <a:cubicBezTo>
                    <a:pt x="7041" y="374"/>
                    <a:pt x="7041" y="374"/>
                    <a:pt x="7041" y="374"/>
                  </a:cubicBezTo>
                  <a:cubicBezTo>
                    <a:pt x="7994" y="1326"/>
                    <a:pt x="102291" y="58476"/>
                    <a:pt x="171824" y="68954"/>
                  </a:cubicBezTo>
                  <a:cubicBezTo>
                    <a:pt x="174681" y="68954"/>
                    <a:pt x="176586" y="71811"/>
                    <a:pt x="175634" y="73716"/>
                  </a:cubicBezTo>
                  <a:cubicBezTo>
                    <a:pt x="175634" y="73716"/>
                    <a:pt x="175634" y="73716"/>
                    <a:pt x="175634" y="73716"/>
                  </a:cubicBezTo>
                  <a:cubicBezTo>
                    <a:pt x="176586" y="76574"/>
                    <a:pt x="174681" y="77526"/>
                    <a:pt x="171824" y="78479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227" id="227"/>
            <p:cNvSpPr/>
            <p:nvPr/>
          </p:nvSpPr>
          <p:spPr>
            <a:xfrm rot="16994313">
              <a:off x="4385153" y="6381572"/>
              <a:ext cx="283837" cy="344796"/>
            </a:xfrm>
            <a:custGeom>
              <a:avLst/>
              <a:gdLst/>
              <a:ahLst/>
              <a:cxnLst/>
              <a:rect r="r" b="b" t="t" l="l"/>
              <a:pathLst>
                <a:path w="283837" h="344796" stroke="true" fill="norm" extrusionOk="true">
                  <a:moveTo>
                    <a:pt x="0" y="0"/>
                  </a:moveTo>
                  <a:lnTo>
                    <a:pt x="283838" y="0"/>
                  </a:lnTo>
                  <a:lnTo>
                    <a:pt x="283838" y="344796"/>
                  </a:lnTo>
                  <a:lnTo>
                    <a:pt x="0" y="344796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228" id="228"/>
            <p:cNvSpPr/>
            <p:nvPr/>
          </p:nvSpPr>
          <p:spPr>
            <a:xfrm>
              <a:off x="4321950" y="6372876"/>
              <a:ext cx="410780" cy="364108"/>
            </a:xfrm>
            <a:custGeom>
              <a:avLst/>
              <a:gdLst/>
              <a:ahLst/>
              <a:cxnLst/>
              <a:rect r="r" b="b" t="t" l="l"/>
              <a:pathLst>
                <a:path w="410780" h="364108" stroke="true" fill="norm" extrusionOk="true">
                  <a:moveTo>
                    <a:pt x="340296" y="363156"/>
                  </a:moveTo>
                  <a:lnTo>
                    <a:pt x="339343" y="363156"/>
                  </a:lnTo>
                  <a:lnTo>
                    <a:pt x="3111" y="284098"/>
                  </a:lnTo>
                  <a:cubicBezTo>
                    <a:pt x="1206" y="283146"/>
                    <a:pt x="-699" y="281241"/>
                    <a:pt x="253" y="279336"/>
                  </a:cubicBezTo>
                  <a:cubicBezTo>
                    <a:pt x="253" y="279336"/>
                    <a:pt x="253" y="279336"/>
                    <a:pt x="253" y="279336"/>
                  </a:cubicBezTo>
                  <a:lnTo>
                    <a:pt x="65023" y="3111"/>
                  </a:lnTo>
                  <a:cubicBezTo>
                    <a:pt x="65976" y="1206"/>
                    <a:pt x="67881" y="-699"/>
                    <a:pt x="70738" y="253"/>
                  </a:cubicBezTo>
                  <a:lnTo>
                    <a:pt x="406971" y="79311"/>
                  </a:lnTo>
                  <a:cubicBezTo>
                    <a:pt x="407923" y="79311"/>
                    <a:pt x="408876" y="80263"/>
                    <a:pt x="409828" y="81216"/>
                  </a:cubicBezTo>
                  <a:cubicBezTo>
                    <a:pt x="410781" y="82168"/>
                    <a:pt x="410781" y="83121"/>
                    <a:pt x="410781" y="85026"/>
                  </a:cubicBezTo>
                  <a:lnTo>
                    <a:pt x="346011" y="361251"/>
                  </a:lnTo>
                  <a:cubicBezTo>
                    <a:pt x="346011" y="362203"/>
                    <a:pt x="345058" y="363156"/>
                    <a:pt x="344106" y="364108"/>
                  </a:cubicBezTo>
                  <a:cubicBezTo>
                    <a:pt x="342201" y="363156"/>
                    <a:pt x="341248" y="363156"/>
                    <a:pt x="340296" y="363156"/>
                  </a:cubicBezTo>
                  <a:close/>
                  <a:moveTo>
                    <a:pt x="9778" y="276478"/>
                  </a:moveTo>
                  <a:lnTo>
                    <a:pt x="337438" y="353631"/>
                  </a:lnTo>
                  <a:lnTo>
                    <a:pt x="400303" y="85978"/>
                  </a:lnTo>
                  <a:lnTo>
                    <a:pt x="72643" y="8826"/>
                  </a:lnTo>
                  <a:lnTo>
                    <a:pt x="9778" y="276478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229" id="229"/>
            <p:cNvSpPr/>
            <p:nvPr/>
          </p:nvSpPr>
          <p:spPr>
            <a:xfrm>
              <a:off x="4498416" y="6300510"/>
              <a:ext cx="97155" cy="156810"/>
            </a:xfrm>
            <a:custGeom>
              <a:avLst/>
              <a:gdLst/>
              <a:ahLst/>
              <a:cxnLst/>
              <a:rect r="r" b="b" t="t" l="l"/>
              <a:pathLst>
                <a:path w="97155" h="156810" stroke="true" fill="norm" extrusionOk="true">
                  <a:moveTo>
                    <a:pt x="97155" y="22137"/>
                  </a:moveTo>
                  <a:cubicBezTo>
                    <a:pt x="97155" y="22137"/>
                    <a:pt x="91440" y="165012"/>
                    <a:pt x="77153" y="156440"/>
                  </a:cubicBezTo>
                  <a:cubicBezTo>
                    <a:pt x="58103" y="145010"/>
                    <a:pt x="65723" y="112625"/>
                    <a:pt x="65723" y="112625"/>
                  </a:cubicBezTo>
                  <a:lnTo>
                    <a:pt x="0" y="98337"/>
                  </a:lnTo>
                  <a:cubicBezTo>
                    <a:pt x="0" y="98337"/>
                    <a:pt x="27622" y="4040"/>
                    <a:pt x="29528" y="230"/>
                  </a:cubicBezTo>
                  <a:cubicBezTo>
                    <a:pt x="31432" y="-2628"/>
                    <a:pt x="97155" y="22137"/>
                    <a:pt x="97155" y="22137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230" id="230"/>
            <p:cNvSpPr/>
            <p:nvPr/>
          </p:nvSpPr>
          <p:spPr>
            <a:xfrm>
              <a:off x="4494606" y="6295871"/>
              <a:ext cx="106679" cy="165840"/>
            </a:xfrm>
            <a:custGeom>
              <a:avLst/>
              <a:gdLst/>
              <a:ahLst/>
              <a:cxnLst/>
              <a:rect r="r" b="b" t="t" l="l"/>
              <a:pathLst>
                <a:path w="106679" h="165840" stroke="true" fill="norm" extrusionOk="true">
                  <a:moveTo>
                    <a:pt x="81915" y="165841"/>
                  </a:moveTo>
                  <a:cubicBezTo>
                    <a:pt x="80963" y="165841"/>
                    <a:pt x="79057" y="165841"/>
                    <a:pt x="78105" y="164888"/>
                  </a:cubicBezTo>
                  <a:cubicBezTo>
                    <a:pt x="60007" y="154411"/>
                    <a:pt x="61913" y="130598"/>
                    <a:pt x="63817" y="120121"/>
                  </a:cubicBezTo>
                  <a:lnTo>
                    <a:pt x="2857" y="106786"/>
                  </a:lnTo>
                  <a:cubicBezTo>
                    <a:pt x="1905" y="106786"/>
                    <a:pt x="953" y="105833"/>
                    <a:pt x="0" y="104881"/>
                  </a:cubicBezTo>
                  <a:cubicBezTo>
                    <a:pt x="0" y="103928"/>
                    <a:pt x="0" y="102976"/>
                    <a:pt x="0" y="101071"/>
                  </a:cubicBezTo>
                  <a:cubicBezTo>
                    <a:pt x="10478" y="65828"/>
                    <a:pt x="28575" y="5821"/>
                    <a:pt x="30480" y="2011"/>
                  </a:cubicBezTo>
                  <a:cubicBezTo>
                    <a:pt x="32385" y="-847"/>
                    <a:pt x="34290" y="-4657"/>
                    <a:pt x="103823" y="22013"/>
                  </a:cubicBezTo>
                  <a:cubicBezTo>
                    <a:pt x="105728" y="22966"/>
                    <a:pt x="106680" y="23918"/>
                    <a:pt x="106680" y="25823"/>
                  </a:cubicBezTo>
                  <a:cubicBezTo>
                    <a:pt x="104775" y="64876"/>
                    <a:pt x="100013" y="156316"/>
                    <a:pt x="86678" y="163936"/>
                  </a:cubicBezTo>
                  <a:cubicBezTo>
                    <a:pt x="84773" y="165841"/>
                    <a:pt x="82867" y="165841"/>
                    <a:pt x="81915" y="165841"/>
                  </a:cubicBezTo>
                  <a:close/>
                  <a:moveTo>
                    <a:pt x="9525" y="100118"/>
                  </a:moveTo>
                  <a:lnTo>
                    <a:pt x="70485" y="112501"/>
                  </a:lnTo>
                  <a:cubicBezTo>
                    <a:pt x="71438" y="112501"/>
                    <a:pt x="72390" y="113453"/>
                    <a:pt x="73342" y="114406"/>
                  </a:cubicBezTo>
                  <a:cubicBezTo>
                    <a:pt x="73342" y="115358"/>
                    <a:pt x="73342" y="116311"/>
                    <a:pt x="73342" y="118216"/>
                  </a:cubicBezTo>
                  <a:cubicBezTo>
                    <a:pt x="73342" y="118216"/>
                    <a:pt x="66675" y="146791"/>
                    <a:pt x="80963" y="157268"/>
                  </a:cubicBezTo>
                  <a:cubicBezTo>
                    <a:pt x="87630" y="147743"/>
                    <a:pt x="93345" y="85831"/>
                    <a:pt x="96203" y="30586"/>
                  </a:cubicBezTo>
                  <a:cubicBezTo>
                    <a:pt x="71438" y="21061"/>
                    <a:pt x="44767" y="11536"/>
                    <a:pt x="36195" y="10583"/>
                  </a:cubicBezTo>
                  <a:cubicBezTo>
                    <a:pt x="33338" y="21061"/>
                    <a:pt x="19050" y="66781"/>
                    <a:pt x="9525" y="100118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231" id="231"/>
            <p:cNvSpPr/>
            <p:nvPr/>
          </p:nvSpPr>
          <p:spPr>
            <a:xfrm>
              <a:off x="4691666" y="7119889"/>
              <a:ext cx="170423" cy="186888"/>
            </a:xfrm>
            <a:custGeom>
              <a:avLst/>
              <a:gdLst/>
              <a:ahLst/>
              <a:cxnLst/>
              <a:rect r="r" b="b" t="t" l="l"/>
              <a:pathLst>
                <a:path w="170423" h="186888" stroke="true" fill="norm" extrusionOk="true">
                  <a:moveTo>
                    <a:pt x="4870" y="4763"/>
                  </a:moveTo>
                  <a:cubicBezTo>
                    <a:pt x="4870" y="4763"/>
                    <a:pt x="-845" y="94298"/>
                    <a:pt x="107" y="127635"/>
                  </a:cubicBezTo>
                  <a:cubicBezTo>
                    <a:pt x="107" y="161925"/>
                    <a:pt x="107" y="193358"/>
                    <a:pt x="40112" y="185738"/>
                  </a:cubicBezTo>
                  <a:cubicBezTo>
                    <a:pt x="62020" y="181928"/>
                    <a:pt x="181082" y="151448"/>
                    <a:pt x="169652" y="129540"/>
                  </a:cubicBezTo>
                  <a:cubicBezTo>
                    <a:pt x="159175" y="107633"/>
                    <a:pt x="81070" y="101918"/>
                    <a:pt x="81070" y="101918"/>
                  </a:cubicBezTo>
                  <a:lnTo>
                    <a:pt x="87737" y="0"/>
                  </a:lnTo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232" id="232"/>
            <p:cNvSpPr/>
            <p:nvPr/>
          </p:nvSpPr>
          <p:spPr>
            <a:xfrm>
              <a:off x="4687964" y="7115127"/>
              <a:ext cx="177641" cy="196215"/>
            </a:xfrm>
            <a:custGeom>
              <a:avLst/>
              <a:gdLst/>
              <a:ahLst/>
              <a:cxnLst/>
              <a:rect r="r" b="b" t="t" l="l"/>
              <a:pathLst>
                <a:path w="177641" h="196215" stroke="true" fill="norm" extrusionOk="true">
                  <a:moveTo>
                    <a:pt x="33338" y="196215"/>
                  </a:moveTo>
                  <a:cubicBezTo>
                    <a:pt x="25717" y="196215"/>
                    <a:pt x="19050" y="194310"/>
                    <a:pt x="13335" y="189548"/>
                  </a:cubicBezTo>
                  <a:cubicBezTo>
                    <a:pt x="0" y="179070"/>
                    <a:pt x="0" y="157163"/>
                    <a:pt x="0" y="133350"/>
                  </a:cubicBezTo>
                  <a:lnTo>
                    <a:pt x="0" y="132398"/>
                  </a:lnTo>
                  <a:cubicBezTo>
                    <a:pt x="0" y="99060"/>
                    <a:pt x="4763" y="9525"/>
                    <a:pt x="4763" y="8573"/>
                  </a:cubicBezTo>
                  <a:cubicBezTo>
                    <a:pt x="4763" y="5715"/>
                    <a:pt x="6667" y="4763"/>
                    <a:pt x="9525" y="4763"/>
                  </a:cubicBezTo>
                  <a:cubicBezTo>
                    <a:pt x="9525" y="4763"/>
                    <a:pt x="9525" y="4763"/>
                    <a:pt x="9525" y="4763"/>
                  </a:cubicBezTo>
                  <a:cubicBezTo>
                    <a:pt x="11430" y="4763"/>
                    <a:pt x="13335" y="6668"/>
                    <a:pt x="13335" y="9525"/>
                  </a:cubicBezTo>
                  <a:cubicBezTo>
                    <a:pt x="13335" y="9525"/>
                    <a:pt x="13335" y="9525"/>
                    <a:pt x="13335" y="9525"/>
                  </a:cubicBezTo>
                  <a:cubicBezTo>
                    <a:pt x="13335" y="10478"/>
                    <a:pt x="7620" y="99060"/>
                    <a:pt x="8572" y="132398"/>
                  </a:cubicBezTo>
                  <a:lnTo>
                    <a:pt x="8572" y="133350"/>
                  </a:lnTo>
                  <a:cubicBezTo>
                    <a:pt x="8572" y="154305"/>
                    <a:pt x="8572" y="174308"/>
                    <a:pt x="19050" y="182880"/>
                  </a:cubicBezTo>
                  <a:cubicBezTo>
                    <a:pt x="26670" y="187643"/>
                    <a:pt x="35242" y="188595"/>
                    <a:pt x="42863" y="186690"/>
                  </a:cubicBezTo>
                  <a:cubicBezTo>
                    <a:pt x="70485" y="181928"/>
                    <a:pt x="160972" y="156210"/>
                    <a:pt x="169545" y="139065"/>
                  </a:cubicBezTo>
                  <a:cubicBezTo>
                    <a:pt x="170497" y="138113"/>
                    <a:pt x="170497" y="137160"/>
                    <a:pt x="169545" y="136208"/>
                  </a:cubicBezTo>
                  <a:cubicBezTo>
                    <a:pt x="161925" y="121920"/>
                    <a:pt x="114300" y="113348"/>
                    <a:pt x="84772" y="110490"/>
                  </a:cubicBezTo>
                  <a:cubicBezTo>
                    <a:pt x="81915" y="110490"/>
                    <a:pt x="80963" y="108585"/>
                    <a:pt x="80963" y="105728"/>
                  </a:cubicBezTo>
                  <a:lnTo>
                    <a:pt x="87630" y="3810"/>
                  </a:lnTo>
                  <a:cubicBezTo>
                    <a:pt x="87630" y="953"/>
                    <a:pt x="89535" y="0"/>
                    <a:pt x="92392" y="0"/>
                  </a:cubicBezTo>
                  <a:cubicBezTo>
                    <a:pt x="95250" y="0"/>
                    <a:pt x="96202" y="1905"/>
                    <a:pt x="96202" y="4763"/>
                  </a:cubicBezTo>
                  <a:lnTo>
                    <a:pt x="89535" y="102870"/>
                  </a:lnTo>
                  <a:cubicBezTo>
                    <a:pt x="107632" y="104775"/>
                    <a:pt x="166688" y="111443"/>
                    <a:pt x="176213" y="132398"/>
                  </a:cubicBezTo>
                  <a:cubicBezTo>
                    <a:pt x="178117" y="135255"/>
                    <a:pt x="178117" y="140018"/>
                    <a:pt x="176213" y="142875"/>
                  </a:cubicBezTo>
                  <a:cubicBezTo>
                    <a:pt x="162877" y="169545"/>
                    <a:pt x="44767" y="194310"/>
                    <a:pt x="43815" y="195263"/>
                  </a:cubicBezTo>
                  <a:cubicBezTo>
                    <a:pt x="40005" y="196215"/>
                    <a:pt x="37147" y="196215"/>
                    <a:pt x="33338" y="196215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233" id="233"/>
            <p:cNvSpPr/>
            <p:nvPr/>
          </p:nvSpPr>
          <p:spPr>
            <a:xfrm>
              <a:off x="4969796" y="7130367"/>
              <a:ext cx="179787" cy="186888"/>
            </a:xfrm>
            <a:custGeom>
              <a:avLst/>
              <a:gdLst/>
              <a:ahLst/>
              <a:cxnLst/>
              <a:rect r="r" b="b" t="t" l="l"/>
              <a:pathLst>
                <a:path w="179787" h="186888" stroke="true" fill="norm" extrusionOk="true">
                  <a:moveTo>
                    <a:pt x="4870" y="4763"/>
                  </a:moveTo>
                  <a:cubicBezTo>
                    <a:pt x="4870" y="4763"/>
                    <a:pt x="-845" y="94297"/>
                    <a:pt x="107" y="127635"/>
                  </a:cubicBezTo>
                  <a:cubicBezTo>
                    <a:pt x="107" y="161925"/>
                    <a:pt x="107" y="193358"/>
                    <a:pt x="40112" y="185738"/>
                  </a:cubicBezTo>
                  <a:cubicBezTo>
                    <a:pt x="62020" y="181928"/>
                    <a:pt x="189655" y="160972"/>
                    <a:pt x="179177" y="139065"/>
                  </a:cubicBezTo>
                  <a:cubicBezTo>
                    <a:pt x="168700" y="117158"/>
                    <a:pt x="82022" y="101917"/>
                    <a:pt x="82022" y="101917"/>
                  </a:cubicBezTo>
                  <a:lnTo>
                    <a:pt x="88690" y="0"/>
                  </a:lnTo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234" id="234"/>
            <p:cNvSpPr/>
            <p:nvPr/>
          </p:nvSpPr>
          <p:spPr>
            <a:xfrm>
              <a:off x="4965141" y="7125605"/>
              <a:ext cx="189071" cy="196215"/>
            </a:xfrm>
            <a:custGeom>
              <a:avLst/>
              <a:gdLst/>
              <a:ahLst/>
              <a:cxnLst/>
              <a:rect r="r" b="b" t="t" l="l"/>
              <a:pathLst>
                <a:path w="189071" h="196215" stroke="true" fill="norm" extrusionOk="true">
                  <a:moveTo>
                    <a:pt x="33338" y="196215"/>
                  </a:moveTo>
                  <a:cubicBezTo>
                    <a:pt x="25717" y="196215"/>
                    <a:pt x="19050" y="194310"/>
                    <a:pt x="13335" y="189547"/>
                  </a:cubicBezTo>
                  <a:cubicBezTo>
                    <a:pt x="0" y="179070"/>
                    <a:pt x="0" y="157163"/>
                    <a:pt x="0" y="133350"/>
                  </a:cubicBezTo>
                  <a:lnTo>
                    <a:pt x="0" y="131445"/>
                  </a:lnTo>
                  <a:cubicBezTo>
                    <a:pt x="0" y="98108"/>
                    <a:pt x="4763" y="8572"/>
                    <a:pt x="4763" y="7620"/>
                  </a:cubicBezTo>
                  <a:cubicBezTo>
                    <a:pt x="4763" y="4763"/>
                    <a:pt x="6667" y="3810"/>
                    <a:pt x="9525" y="3810"/>
                  </a:cubicBezTo>
                  <a:cubicBezTo>
                    <a:pt x="11430" y="3810"/>
                    <a:pt x="13335" y="5715"/>
                    <a:pt x="13335" y="8572"/>
                  </a:cubicBezTo>
                  <a:cubicBezTo>
                    <a:pt x="13335" y="8572"/>
                    <a:pt x="13335" y="8572"/>
                    <a:pt x="13335" y="8572"/>
                  </a:cubicBezTo>
                  <a:cubicBezTo>
                    <a:pt x="13335" y="9525"/>
                    <a:pt x="7620" y="98108"/>
                    <a:pt x="8573" y="131445"/>
                  </a:cubicBezTo>
                  <a:lnTo>
                    <a:pt x="8573" y="132397"/>
                  </a:lnTo>
                  <a:cubicBezTo>
                    <a:pt x="8573" y="153353"/>
                    <a:pt x="8573" y="173355"/>
                    <a:pt x="19050" y="181928"/>
                  </a:cubicBezTo>
                  <a:cubicBezTo>
                    <a:pt x="26670" y="186690"/>
                    <a:pt x="35242" y="187642"/>
                    <a:pt x="42863" y="185738"/>
                  </a:cubicBezTo>
                  <a:lnTo>
                    <a:pt x="49530" y="184785"/>
                  </a:lnTo>
                  <a:cubicBezTo>
                    <a:pt x="149542" y="167640"/>
                    <a:pt x="175260" y="155258"/>
                    <a:pt x="178117" y="147638"/>
                  </a:cubicBezTo>
                  <a:cubicBezTo>
                    <a:pt x="178117" y="146685"/>
                    <a:pt x="178117" y="146685"/>
                    <a:pt x="178117" y="145733"/>
                  </a:cubicBezTo>
                  <a:cubicBezTo>
                    <a:pt x="170498" y="131445"/>
                    <a:pt x="116205" y="117158"/>
                    <a:pt x="83820" y="110490"/>
                  </a:cubicBezTo>
                  <a:cubicBezTo>
                    <a:pt x="81915" y="110490"/>
                    <a:pt x="80010" y="107633"/>
                    <a:pt x="80010" y="105728"/>
                  </a:cubicBezTo>
                  <a:lnTo>
                    <a:pt x="86677" y="3810"/>
                  </a:lnTo>
                  <a:cubicBezTo>
                    <a:pt x="86677" y="953"/>
                    <a:pt x="88583" y="0"/>
                    <a:pt x="91440" y="0"/>
                  </a:cubicBezTo>
                  <a:cubicBezTo>
                    <a:pt x="94298" y="0"/>
                    <a:pt x="95250" y="1905"/>
                    <a:pt x="95250" y="4763"/>
                  </a:cubicBezTo>
                  <a:lnTo>
                    <a:pt x="90488" y="103822"/>
                  </a:lnTo>
                  <a:cubicBezTo>
                    <a:pt x="108585" y="107633"/>
                    <a:pt x="177165" y="120967"/>
                    <a:pt x="187642" y="142875"/>
                  </a:cubicBezTo>
                  <a:cubicBezTo>
                    <a:pt x="189548" y="145733"/>
                    <a:pt x="189548" y="149542"/>
                    <a:pt x="187642" y="152400"/>
                  </a:cubicBezTo>
                  <a:cubicBezTo>
                    <a:pt x="180975" y="166688"/>
                    <a:pt x="139065" y="179070"/>
                    <a:pt x="52388" y="194310"/>
                  </a:cubicBezTo>
                  <a:lnTo>
                    <a:pt x="45720" y="195263"/>
                  </a:lnTo>
                  <a:cubicBezTo>
                    <a:pt x="40958" y="196215"/>
                    <a:pt x="37148" y="196215"/>
                    <a:pt x="33338" y="196215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235" id="235"/>
            <p:cNvSpPr/>
            <p:nvPr/>
          </p:nvSpPr>
          <p:spPr>
            <a:xfrm>
              <a:off x="4667669" y="6083569"/>
              <a:ext cx="415582" cy="1110882"/>
            </a:xfrm>
            <a:custGeom>
              <a:avLst/>
              <a:gdLst/>
              <a:ahLst/>
              <a:cxnLst/>
              <a:rect r="r" b="b" t="t" l="l"/>
              <a:pathLst>
                <a:path w="415582" h="1110882" stroke="true" fill="norm" extrusionOk="true">
                  <a:moveTo>
                    <a:pt x="17437" y="32385"/>
                  </a:moveTo>
                  <a:cubicBezTo>
                    <a:pt x="17437" y="32385"/>
                    <a:pt x="-10185" y="983932"/>
                    <a:pt x="4102" y="1065848"/>
                  </a:cubicBezTo>
                  <a:cubicBezTo>
                    <a:pt x="4102" y="1065848"/>
                    <a:pt x="60300" y="1128713"/>
                    <a:pt x="131737" y="1097280"/>
                  </a:cubicBezTo>
                  <a:lnTo>
                    <a:pt x="223177" y="325755"/>
                  </a:lnTo>
                  <a:lnTo>
                    <a:pt x="271755" y="1097280"/>
                  </a:lnTo>
                  <a:cubicBezTo>
                    <a:pt x="271755" y="1097280"/>
                    <a:pt x="318427" y="1143000"/>
                    <a:pt x="415582" y="1066800"/>
                  </a:cubicBezTo>
                  <a:lnTo>
                    <a:pt x="415582" y="0"/>
                  </a:lnTo>
                  <a:lnTo>
                    <a:pt x="17437" y="32385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236" id="236"/>
            <p:cNvSpPr/>
            <p:nvPr/>
          </p:nvSpPr>
          <p:spPr>
            <a:xfrm>
              <a:off x="4663659" y="6077855"/>
              <a:ext cx="425307" cy="1121195"/>
            </a:xfrm>
            <a:custGeom>
              <a:avLst/>
              <a:gdLst/>
              <a:ahLst/>
              <a:cxnLst/>
              <a:rect r="r" b="b" t="t" l="l"/>
              <a:pathLst>
                <a:path w="425307" h="1121195" stroke="true" fill="norm" extrusionOk="true">
                  <a:moveTo>
                    <a:pt x="318627" y="1121093"/>
                  </a:moveTo>
                  <a:cubicBezTo>
                    <a:pt x="302435" y="1122045"/>
                    <a:pt x="285290" y="1116330"/>
                    <a:pt x="272907" y="1105853"/>
                  </a:cubicBezTo>
                  <a:cubicBezTo>
                    <a:pt x="271955" y="1104900"/>
                    <a:pt x="271955" y="1103948"/>
                    <a:pt x="271002" y="1102995"/>
                  </a:cubicBezTo>
                  <a:lnTo>
                    <a:pt x="226235" y="384810"/>
                  </a:lnTo>
                  <a:lnTo>
                    <a:pt x="141462" y="1103948"/>
                  </a:lnTo>
                  <a:cubicBezTo>
                    <a:pt x="141462" y="1105853"/>
                    <a:pt x="140510" y="1106805"/>
                    <a:pt x="138605" y="1107758"/>
                  </a:cubicBezTo>
                  <a:cubicBezTo>
                    <a:pt x="64310" y="1140143"/>
                    <a:pt x="5255" y="1075373"/>
                    <a:pt x="5255" y="1075373"/>
                  </a:cubicBezTo>
                  <a:cubicBezTo>
                    <a:pt x="4302" y="1074420"/>
                    <a:pt x="4302" y="1073468"/>
                    <a:pt x="4302" y="1072515"/>
                  </a:cubicBezTo>
                  <a:cubicBezTo>
                    <a:pt x="-9985" y="991553"/>
                    <a:pt x="15732" y="77152"/>
                    <a:pt x="17637" y="38100"/>
                  </a:cubicBezTo>
                  <a:cubicBezTo>
                    <a:pt x="17637" y="35242"/>
                    <a:pt x="19542" y="33338"/>
                    <a:pt x="22400" y="33338"/>
                  </a:cubicBezTo>
                  <a:lnTo>
                    <a:pt x="420545" y="0"/>
                  </a:lnTo>
                  <a:cubicBezTo>
                    <a:pt x="423402" y="0"/>
                    <a:pt x="425307" y="1905"/>
                    <a:pt x="425307" y="4763"/>
                  </a:cubicBezTo>
                  <a:cubicBezTo>
                    <a:pt x="425307" y="4763"/>
                    <a:pt x="425307" y="4763"/>
                    <a:pt x="425307" y="4763"/>
                  </a:cubicBezTo>
                  <a:lnTo>
                    <a:pt x="425307" y="1072515"/>
                  </a:lnTo>
                  <a:cubicBezTo>
                    <a:pt x="425307" y="1074420"/>
                    <a:pt x="424355" y="1075373"/>
                    <a:pt x="423402" y="1076325"/>
                  </a:cubicBezTo>
                  <a:cubicBezTo>
                    <a:pt x="377682" y="1110615"/>
                    <a:pt x="343392" y="1121093"/>
                    <a:pt x="318627" y="1121093"/>
                  </a:cubicBezTo>
                  <a:close/>
                  <a:moveTo>
                    <a:pt x="281480" y="1100138"/>
                  </a:moveTo>
                  <a:cubicBezTo>
                    <a:pt x="289100" y="1106805"/>
                    <a:pt x="331962" y="1134428"/>
                    <a:pt x="414830" y="1069658"/>
                  </a:cubicBezTo>
                  <a:lnTo>
                    <a:pt x="414830" y="9525"/>
                  </a:lnTo>
                  <a:lnTo>
                    <a:pt x="26210" y="42863"/>
                  </a:lnTo>
                  <a:cubicBezTo>
                    <a:pt x="24305" y="112395"/>
                    <a:pt x="-460" y="983933"/>
                    <a:pt x="12875" y="1069658"/>
                  </a:cubicBezTo>
                  <a:cubicBezTo>
                    <a:pt x="20495" y="1077278"/>
                    <a:pt x="69072" y="1125855"/>
                    <a:pt x="131937" y="1100138"/>
                  </a:cubicBezTo>
                  <a:lnTo>
                    <a:pt x="223377" y="331470"/>
                  </a:lnTo>
                  <a:cubicBezTo>
                    <a:pt x="223377" y="328613"/>
                    <a:pt x="225282" y="326708"/>
                    <a:pt x="228140" y="327660"/>
                  </a:cubicBezTo>
                  <a:cubicBezTo>
                    <a:pt x="228140" y="327660"/>
                    <a:pt x="228140" y="327660"/>
                    <a:pt x="228140" y="327660"/>
                  </a:cubicBezTo>
                  <a:cubicBezTo>
                    <a:pt x="230997" y="327660"/>
                    <a:pt x="232902" y="329565"/>
                    <a:pt x="232902" y="332422"/>
                  </a:cubicBezTo>
                  <a:lnTo>
                    <a:pt x="281480" y="1100138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237" id="237"/>
            <p:cNvSpPr/>
            <p:nvPr/>
          </p:nvSpPr>
          <p:spPr>
            <a:xfrm>
              <a:off x="5496636" y="5611077"/>
              <a:ext cx="167288" cy="152452"/>
            </a:xfrm>
            <a:custGeom>
              <a:avLst/>
              <a:gdLst/>
              <a:ahLst/>
              <a:cxnLst/>
              <a:rect r="r" b="b" t="t" l="l"/>
              <a:pathLst>
                <a:path w="167288" h="152452" stroke="true" fill="norm" extrusionOk="true">
                  <a:moveTo>
                    <a:pt x="0" y="94350"/>
                  </a:moveTo>
                  <a:cubicBezTo>
                    <a:pt x="0" y="94350"/>
                    <a:pt x="53340" y="64823"/>
                    <a:pt x="57150" y="61013"/>
                  </a:cubicBezTo>
                  <a:cubicBezTo>
                    <a:pt x="60960" y="58155"/>
                    <a:pt x="79058" y="8625"/>
                    <a:pt x="82867" y="5768"/>
                  </a:cubicBezTo>
                  <a:cubicBezTo>
                    <a:pt x="86677" y="2910"/>
                    <a:pt x="93345" y="-2805"/>
                    <a:pt x="96202" y="3863"/>
                  </a:cubicBezTo>
                  <a:cubicBezTo>
                    <a:pt x="99060" y="10530"/>
                    <a:pt x="93345" y="48630"/>
                    <a:pt x="93345" y="48630"/>
                  </a:cubicBezTo>
                  <a:cubicBezTo>
                    <a:pt x="93345" y="48630"/>
                    <a:pt x="158115" y="-1852"/>
                    <a:pt x="162877" y="53"/>
                  </a:cubicBezTo>
                  <a:cubicBezTo>
                    <a:pt x="167640" y="2910"/>
                    <a:pt x="170497" y="8625"/>
                    <a:pt x="160972" y="22913"/>
                  </a:cubicBezTo>
                  <a:cubicBezTo>
                    <a:pt x="151447" y="34343"/>
                    <a:pt x="140970" y="43868"/>
                    <a:pt x="128588" y="51488"/>
                  </a:cubicBezTo>
                  <a:cubicBezTo>
                    <a:pt x="128588" y="51488"/>
                    <a:pt x="151447" y="77205"/>
                    <a:pt x="147638" y="85778"/>
                  </a:cubicBezTo>
                  <a:cubicBezTo>
                    <a:pt x="143827" y="94350"/>
                    <a:pt x="57150" y="152453"/>
                    <a:pt x="57150" y="152453"/>
                  </a:cubicBezTo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238" id="238"/>
            <p:cNvSpPr/>
            <p:nvPr/>
          </p:nvSpPr>
          <p:spPr>
            <a:xfrm>
              <a:off x="5491500" y="5605605"/>
              <a:ext cx="175814" cy="162687"/>
            </a:xfrm>
            <a:custGeom>
              <a:avLst/>
              <a:gdLst/>
              <a:ahLst/>
              <a:cxnLst/>
              <a:rect r="r" b="b" t="t" l="l"/>
              <a:pathLst>
                <a:path w="175814" h="162687" stroke="true" fill="norm" extrusionOk="true">
                  <a:moveTo>
                    <a:pt x="61334" y="162687"/>
                  </a:moveTo>
                  <a:cubicBezTo>
                    <a:pt x="59429" y="162687"/>
                    <a:pt x="58476" y="161735"/>
                    <a:pt x="57524" y="160782"/>
                  </a:cubicBezTo>
                  <a:cubicBezTo>
                    <a:pt x="56571" y="158877"/>
                    <a:pt x="56571" y="156020"/>
                    <a:pt x="58476" y="155067"/>
                  </a:cubicBezTo>
                  <a:cubicBezTo>
                    <a:pt x="58476" y="155067"/>
                    <a:pt x="58476" y="155067"/>
                    <a:pt x="58476" y="155067"/>
                  </a:cubicBezTo>
                  <a:cubicBezTo>
                    <a:pt x="99434" y="127445"/>
                    <a:pt x="144201" y="96012"/>
                    <a:pt x="147059" y="90297"/>
                  </a:cubicBezTo>
                  <a:cubicBezTo>
                    <a:pt x="148011" y="87439"/>
                    <a:pt x="139439" y="73152"/>
                    <a:pt x="128009" y="60770"/>
                  </a:cubicBezTo>
                  <a:cubicBezTo>
                    <a:pt x="127056" y="59817"/>
                    <a:pt x="127056" y="58864"/>
                    <a:pt x="127056" y="56960"/>
                  </a:cubicBezTo>
                  <a:cubicBezTo>
                    <a:pt x="127056" y="56007"/>
                    <a:pt x="128009" y="54102"/>
                    <a:pt x="128961" y="54102"/>
                  </a:cubicBezTo>
                  <a:cubicBezTo>
                    <a:pt x="140391" y="46482"/>
                    <a:pt x="150869" y="37910"/>
                    <a:pt x="160394" y="27432"/>
                  </a:cubicBezTo>
                  <a:cubicBezTo>
                    <a:pt x="166109" y="18860"/>
                    <a:pt x="166109" y="15050"/>
                    <a:pt x="166109" y="13144"/>
                  </a:cubicBezTo>
                  <a:cubicBezTo>
                    <a:pt x="166109" y="12192"/>
                    <a:pt x="165156" y="12192"/>
                    <a:pt x="165156" y="11239"/>
                  </a:cubicBezTo>
                  <a:cubicBezTo>
                    <a:pt x="142296" y="25527"/>
                    <a:pt x="120389" y="40767"/>
                    <a:pt x="99434" y="57912"/>
                  </a:cubicBezTo>
                  <a:cubicBezTo>
                    <a:pt x="97529" y="58864"/>
                    <a:pt x="95624" y="58864"/>
                    <a:pt x="94671" y="57912"/>
                  </a:cubicBezTo>
                  <a:cubicBezTo>
                    <a:pt x="92766" y="56960"/>
                    <a:pt x="91814" y="55054"/>
                    <a:pt x="92766" y="53150"/>
                  </a:cubicBezTo>
                  <a:cubicBezTo>
                    <a:pt x="95624" y="38862"/>
                    <a:pt x="96576" y="25527"/>
                    <a:pt x="95624" y="11239"/>
                  </a:cubicBezTo>
                  <a:cubicBezTo>
                    <a:pt x="94671" y="11239"/>
                    <a:pt x="92766" y="12192"/>
                    <a:pt x="89909" y="15050"/>
                  </a:cubicBezTo>
                  <a:cubicBezTo>
                    <a:pt x="87051" y="17907"/>
                    <a:pt x="84194" y="28385"/>
                    <a:pt x="80384" y="36957"/>
                  </a:cubicBezTo>
                  <a:cubicBezTo>
                    <a:pt x="70859" y="60770"/>
                    <a:pt x="67049" y="68389"/>
                    <a:pt x="64191" y="70295"/>
                  </a:cubicBezTo>
                  <a:cubicBezTo>
                    <a:pt x="61334" y="72200"/>
                    <a:pt x="15614" y="98870"/>
                    <a:pt x="6089" y="103632"/>
                  </a:cubicBezTo>
                  <a:cubicBezTo>
                    <a:pt x="4184" y="104585"/>
                    <a:pt x="1326" y="103632"/>
                    <a:pt x="374" y="101727"/>
                  </a:cubicBezTo>
                  <a:cubicBezTo>
                    <a:pt x="-579" y="99822"/>
                    <a:pt x="374" y="96964"/>
                    <a:pt x="2279" y="96012"/>
                  </a:cubicBezTo>
                  <a:cubicBezTo>
                    <a:pt x="22281" y="84582"/>
                    <a:pt x="55619" y="65532"/>
                    <a:pt x="58476" y="62675"/>
                  </a:cubicBezTo>
                  <a:cubicBezTo>
                    <a:pt x="63239" y="53150"/>
                    <a:pt x="68001" y="42672"/>
                    <a:pt x="71811" y="32194"/>
                  </a:cubicBezTo>
                  <a:cubicBezTo>
                    <a:pt x="74669" y="23622"/>
                    <a:pt x="78479" y="15050"/>
                    <a:pt x="83241" y="7430"/>
                  </a:cubicBezTo>
                  <a:cubicBezTo>
                    <a:pt x="85146" y="5525"/>
                    <a:pt x="90861" y="-190"/>
                    <a:pt x="97529" y="762"/>
                  </a:cubicBezTo>
                  <a:cubicBezTo>
                    <a:pt x="100386" y="1714"/>
                    <a:pt x="103244" y="3619"/>
                    <a:pt x="104196" y="6477"/>
                  </a:cubicBezTo>
                  <a:cubicBezTo>
                    <a:pt x="105149" y="18860"/>
                    <a:pt x="105149" y="30289"/>
                    <a:pt x="103244" y="42672"/>
                  </a:cubicBezTo>
                  <a:cubicBezTo>
                    <a:pt x="162299" y="-3048"/>
                    <a:pt x="167061" y="-1143"/>
                    <a:pt x="169919" y="762"/>
                  </a:cubicBezTo>
                  <a:cubicBezTo>
                    <a:pt x="172776" y="2667"/>
                    <a:pt x="175634" y="5525"/>
                    <a:pt x="175634" y="9335"/>
                  </a:cubicBezTo>
                  <a:cubicBezTo>
                    <a:pt x="176586" y="16955"/>
                    <a:pt x="173729" y="24575"/>
                    <a:pt x="168014" y="30289"/>
                  </a:cubicBezTo>
                  <a:cubicBezTo>
                    <a:pt x="159441" y="40767"/>
                    <a:pt x="149916" y="49339"/>
                    <a:pt x="139439" y="56960"/>
                  </a:cubicBezTo>
                  <a:cubicBezTo>
                    <a:pt x="148011" y="66485"/>
                    <a:pt x="159441" y="83629"/>
                    <a:pt x="156584" y="92202"/>
                  </a:cubicBezTo>
                  <a:cubicBezTo>
                    <a:pt x="153726" y="100775"/>
                    <a:pt x="90861" y="143637"/>
                    <a:pt x="64191" y="161735"/>
                  </a:cubicBezTo>
                  <a:cubicBezTo>
                    <a:pt x="63239" y="161735"/>
                    <a:pt x="62286" y="161735"/>
                    <a:pt x="61334" y="162687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239" id="239"/>
            <p:cNvSpPr/>
            <p:nvPr/>
          </p:nvSpPr>
          <p:spPr>
            <a:xfrm>
              <a:off x="4650983" y="5642481"/>
              <a:ext cx="467812" cy="676356"/>
            </a:xfrm>
            <a:custGeom>
              <a:avLst/>
              <a:gdLst/>
              <a:ahLst/>
              <a:cxnLst/>
              <a:rect r="r" b="b" t="t" l="l"/>
              <a:pathLst>
                <a:path w="467812" h="676356" stroke="true" fill="norm" extrusionOk="true">
                  <a:moveTo>
                    <a:pt x="387501" y="9607"/>
                  </a:moveTo>
                  <a:cubicBezTo>
                    <a:pt x="387501" y="9607"/>
                    <a:pt x="293203" y="-20874"/>
                    <a:pt x="46506" y="26751"/>
                  </a:cubicBezTo>
                  <a:cubicBezTo>
                    <a:pt x="3643" y="35324"/>
                    <a:pt x="-16359" y="435374"/>
                    <a:pt x="16026" y="676357"/>
                  </a:cubicBezTo>
                  <a:lnTo>
                    <a:pt x="449413" y="672546"/>
                  </a:lnTo>
                  <a:cubicBezTo>
                    <a:pt x="448461" y="671594"/>
                    <a:pt x="519898" y="42944"/>
                    <a:pt x="387501" y="9607"/>
                  </a:cubicBezTo>
                  <a:close/>
                </a:path>
              </a:pathLst>
            </a:custGeom>
            <a:solidFill>
              <a:schemeClr val="accent1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240" id="240"/>
            <p:cNvSpPr/>
            <p:nvPr/>
          </p:nvSpPr>
          <p:spPr>
            <a:xfrm>
              <a:off x="4511751" y="5610177"/>
              <a:ext cx="231913" cy="739139"/>
            </a:xfrm>
            <a:custGeom>
              <a:avLst/>
              <a:gdLst/>
              <a:ahLst/>
              <a:cxnLst/>
              <a:rect r="r" b="b" t="t" l="l"/>
              <a:pathLst>
                <a:path w="231913" h="739139" stroke="true" fill="norm" extrusionOk="true">
                  <a:moveTo>
                    <a:pt x="168592" y="0"/>
                  </a:moveTo>
                  <a:cubicBezTo>
                    <a:pt x="168592" y="0"/>
                    <a:pt x="75248" y="300038"/>
                    <a:pt x="68580" y="326707"/>
                  </a:cubicBezTo>
                  <a:cubicBezTo>
                    <a:pt x="62865" y="353378"/>
                    <a:pt x="0" y="705803"/>
                    <a:pt x="0" y="705803"/>
                  </a:cubicBezTo>
                  <a:lnTo>
                    <a:pt x="98108" y="739140"/>
                  </a:lnTo>
                  <a:cubicBezTo>
                    <a:pt x="98108" y="739140"/>
                    <a:pt x="240983" y="409575"/>
                    <a:pt x="231458" y="316230"/>
                  </a:cubicBezTo>
                  <a:cubicBezTo>
                    <a:pt x="222885" y="223838"/>
                    <a:pt x="168592" y="0"/>
                    <a:pt x="168592" y="0"/>
                  </a:cubicBezTo>
                  <a:close/>
                </a:path>
              </a:pathLst>
            </a:custGeom>
            <a:solidFill>
              <a:schemeClr val="accent1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241" id="241"/>
            <p:cNvSpPr/>
            <p:nvPr/>
          </p:nvSpPr>
          <p:spPr>
            <a:xfrm>
              <a:off x="4952758" y="5651913"/>
              <a:ext cx="640079" cy="393839"/>
            </a:xfrm>
            <a:custGeom>
              <a:avLst/>
              <a:gdLst/>
              <a:ahLst/>
              <a:cxnLst/>
              <a:rect r="r" b="b" t="t" l="l"/>
              <a:pathLst>
                <a:path w="640079" h="393839" stroke="true" fill="norm" extrusionOk="true">
                  <a:moveTo>
                    <a:pt x="77153" y="174"/>
                  </a:moveTo>
                  <a:cubicBezTo>
                    <a:pt x="152400" y="6841"/>
                    <a:pt x="309563" y="188769"/>
                    <a:pt x="321945" y="184006"/>
                  </a:cubicBezTo>
                  <a:cubicBezTo>
                    <a:pt x="334328" y="178291"/>
                    <a:pt x="566738" y="19224"/>
                    <a:pt x="566738" y="19224"/>
                  </a:cubicBezTo>
                  <a:lnTo>
                    <a:pt x="640080" y="99234"/>
                  </a:lnTo>
                  <a:cubicBezTo>
                    <a:pt x="640080" y="99234"/>
                    <a:pt x="415290" y="360219"/>
                    <a:pt x="369570" y="387841"/>
                  </a:cubicBezTo>
                  <a:cubicBezTo>
                    <a:pt x="299085" y="429751"/>
                    <a:pt x="0" y="238299"/>
                    <a:pt x="0" y="238299"/>
                  </a:cubicBezTo>
                  <a:cubicBezTo>
                    <a:pt x="0" y="238299"/>
                    <a:pt x="1905" y="-7446"/>
                    <a:pt x="77153" y="174"/>
                  </a:cubicBezTo>
                  <a:close/>
                </a:path>
              </a:pathLst>
            </a:custGeom>
            <a:solidFill>
              <a:schemeClr val="accent1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242" id="242"/>
            <p:cNvSpPr/>
            <p:nvPr/>
          </p:nvSpPr>
          <p:spPr>
            <a:xfrm>
              <a:off x="4543618" y="6369320"/>
              <a:ext cx="20520" cy="44767"/>
            </a:xfrm>
            <a:custGeom>
              <a:avLst/>
              <a:gdLst/>
              <a:ahLst/>
              <a:cxnLst/>
              <a:rect r="r" b="b" t="t" l="l"/>
              <a:pathLst>
                <a:path w="20520" h="44767" stroke="true" fill="norm" extrusionOk="true">
                  <a:moveTo>
                    <a:pt x="20520" y="44767"/>
                  </a:moveTo>
                  <a:cubicBezTo>
                    <a:pt x="20520" y="44767"/>
                    <a:pt x="-9960" y="28575"/>
                    <a:pt x="3375" y="0"/>
                  </a:cubicBezTo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243" id="243"/>
            <p:cNvSpPr/>
            <p:nvPr/>
          </p:nvSpPr>
          <p:spPr>
            <a:xfrm>
              <a:off x="4539659" y="6365136"/>
              <a:ext cx="28663" cy="53713"/>
            </a:xfrm>
            <a:custGeom>
              <a:avLst/>
              <a:gdLst/>
              <a:ahLst/>
              <a:cxnLst/>
              <a:rect r="r" b="b" t="t" l="l"/>
              <a:pathLst>
                <a:path w="28663" h="53713" stroke="true" fill="norm" extrusionOk="true">
                  <a:moveTo>
                    <a:pt x="24479" y="53714"/>
                  </a:moveTo>
                  <a:cubicBezTo>
                    <a:pt x="23527" y="53714"/>
                    <a:pt x="22574" y="53714"/>
                    <a:pt x="22574" y="52761"/>
                  </a:cubicBezTo>
                  <a:cubicBezTo>
                    <a:pt x="11144" y="46094"/>
                    <a:pt x="-7906" y="27996"/>
                    <a:pt x="3524" y="2279"/>
                  </a:cubicBezTo>
                  <a:cubicBezTo>
                    <a:pt x="4477" y="374"/>
                    <a:pt x="7334" y="-579"/>
                    <a:pt x="9239" y="374"/>
                  </a:cubicBezTo>
                  <a:cubicBezTo>
                    <a:pt x="11144" y="1326"/>
                    <a:pt x="12097" y="4184"/>
                    <a:pt x="11144" y="6089"/>
                  </a:cubicBezTo>
                  <a:cubicBezTo>
                    <a:pt x="-286" y="29901"/>
                    <a:pt x="25432" y="45141"/>
                    <a:pt x="26384" y="45141"/>
                  </a:cubicBezTo>
                  <a:cubicBezTo>
                    <a:pt x="28289" y="46094"/>
                    <a:pt x="29242" y="48951"/>
                    <a:pt x="28289" y="50856"/>
                  </a:cubicBezTo>
                  <a:cubicBezTo>
                    <a:pt x="27337" y="52761"/>
                    <a:pt x="25432" y="53714"/>
                    <a:pt x="24479" y="53714"/>
                  </a:cubicBezTo>
                  <a:lnTo>
                    <a:pt x="24479" y="53714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244" id="244"/>
            <p:cNvSpPr/>
            <p:nvPr/>
          </p:nvSpPr>
          <p:spPr>
            <a:xfrm>
              <a:off x="4988868" y="5879649"/>
              <a:ext cx="273453" cy="166773"/>
            </a:xfrm>
            <a:custGeom>
              <a:avLst/>
              <a:gdLst/>
              <a:ahLst/>
              <a:cxnLst/>
              <a:rect r="r" b="b" t="t" l="l"/>
              <a:pathLst>
                <a:path w="273453" h="166773" stroke="true" fill="norm" extrusionOk="true">
                  <a:moveTo>
                    <a:pt x="269643" y="166773"/>
                  </a:moveTo>
                  <a:lnTo>
                    <a:pt x="269643" y="166773"/>
                  </a:lnTo>
                  <a:cubicBezTo>
                    <a:pt x="221066" y="157248"/>
                    <a:pt x="128673" y="102003"/>
                    <a:pt x="7706" y="12468"/>
                  </a:cubicBezTo>
                  <a:lnTo>
                    <a:pt x="1991" y="7706"/>
                  </a:lnTo>
                  <a:cubicBezTo>
                    <a:pt x="86" y="6753"/>
                    <a:pt x="-867" y="3896"/>
                    <a:pt x="1038" y="1991"/>
                  </a:cubicBezTo>
                  <a:cubicBezTo>
                    <a:pt x="1991" y="86"/>
                    <a:pt x="4848" y="-867"/>
                    <a:pt x="6753" y="1038"/>
                  </a:cubicBezTo>
                  <a:cubicBezTo>
                    <a:pt x="8658" y="1991"/>
                    <a:pt x="10563" y="3896"/>
                    <a:pt x="12468" y="5801"/>
                  </a:cubicBezTo>
                  <a:cubicBezTo>
                    <a:pt x="132483" y="95336"/>
                    <a:pt x="223923" y="149628"/>
                    <a:pt x="269643" y="159153"/>
                  </a:cubicBezTo>
                  <a:cubicBezTo>
                    <a:pt x="272501" y="160106"/>
                    <a:pt x="273453" y="162011"/>
                    <a:pt x="273453" y="163916"/>
                  </a:cubicBezTo>
                  <a:cubicBezTo>
                    <a:pt x="273453" y="164868"/>
                    <a:pt x="271548" y="166773"/>
                    <a:pt x="269643" y="166773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245" id="245"/>
            <p:cNvSpPr/>
            <p:nvPr/>
          </p:nvSpPr>
          <p:spPr>
            <a:xfrm>
              <a:off x="4974666" y="5403485"/>
              <a:ext cx="62864" cy="62864"/>
            </a:xfrm>
            <a:custGeom>
              <a:avLst/>
              <a:gdLst/>
              <a:ahLst/>
              <a:cxnLst/>
              <a:rect r="r" b="b" t="t" l="l"/>
              <a:pathLst>
                <a:path w="62864" h="62864" stroke="true" fill="norm" extrusionOk="true">
                  <a:moveTo>
                    <a:pt x="31433" y="62865"/>
                  </a:moveTo>
                  <a:cubicBezTo>
                    <a:pt x="14288" y="62865"/>
                    <a:pt x="0" y="48577"/>
                    <a:pt x="0" y="31432"/>
                  </a:cubicBezTo>
                  <a:cubicBezTo>
                    <a:pt x="0" y="14288"/>
                    <a:pt x="14288" y="0"/>
                    <a:pt x="31433" y="0"/>
                  </a:cubicBezTo>
                  <a:cubicBezTo>
                    <a:pt x="48577" y="0"/>
                    <a:pt x="62865" y="14288"/>
                    <a:pt x="62865" y="31432"/>
                  </a:cubicBezTo>
                  <a:cubicBezTo>
                    <a:pt x="62865" y="48577"/>
                    <a:pt x="49530" y="62865"/>
                    <a:pt x="31433" y="62865"/>
                  </a:cubicBezTo>
                  <a:lnTo>
                    <a:pt x="31433" y="62865"/>
                  </a:lnTo>
                  <a:close/>
                  <a:moveTo>
                    <a:pt x="31433" y="9525"/>
                  </a:moveTo>
                  <a:cubicBezTo>
                    <a:pt x="19050" y="9525"/>
                    <a:pt x="9525" y="19050"/>
                    <a:pt x="9525" y="31432"/>
                  </a:cubicBezTo>
                  <a:cubicBezTo>
                    <a:pt x="9525" y="43815"/>
                    <a:pt x="19050" y="53340"/>
                    <a:pt x="31433" y="53340"/>
                  </a:cubicBezTo>
                  <a:cubicBezTo>
                    <a:pt x="43815" y="53340"/>
                    <a:pt x="53340" y="43815"/>
                    <a:pt x="53340" y="31432"/>
                  </a:cubicBezTo>
                  <a:cubicBezTo>
                    <a:pt x="53340" y="19050"/>
                    <a:pt x="43815" y="9525"/>
                    <a:pt x="31433" y="9525"/>
                  </a:cubicBezTo>
                  <a:lnTo>
                    <a:pt x="31433" y="9525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246" id="246"/>
            <p:cNvSpPr/>
            <p:nvPr/>
          </p:nvSpPr>
          <p:spPr>
            <a:xfrm>
              <a:off x="4988001" y="5455872"/>
              <a:ext cx="30718" cy="67445"/>
            </a:xfrm>
            <a:custGeom>
              <a:avLst/>
              <a:gdLst/>
              <a:ahLst/>
              <a:cxnLst/>
              <a:rect r="r" b="b" t="t" l="l"/>
              <a:pathLst>
                <a:path w="30718" h="67445" stroke="true" fill="norm" extrusionOk="true">
                  <a:moveTo>
                    <a:pt x="5715" y="0"/>
                  </a:moveTo>
                  <a:cubicBezTo>
                    <a:pt x="5715" y="0"/>
                    <a:pt x="37148" y="51435"/>
                    <a:pt x="29527" y="61913"/>
                  </a:cubicBezTo>
                  <a:cubicBezTo>
                    <a:pt x="21907" y="72390"/>
                    <a:pt x="0" y="64770"/>
                    <a:pt x="0" y="64770"/>
                  </a:cubicBezTo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247" id="247"/>
            <p:cNvSpPr/>
            <p:nvPr/>
          </p:nvSpPr>
          <p:spPr>
            <a:xfrm>
              <a:off x="4982881" y="5450540"/>
              <a:ext cx="42249" cy="76952"/>
            </a:xfrm>
            <a:custGeom>
              <a:avLst/>
              <a:gdLst/>
              <a:ahLst/>
              <a:cxnLst/>
              <a:rect r="r" b="b" t="t" l="l"/>
              <a:pathLst>
                <a:path w="42249" h="76952" stroke="true" fill="norm" extrusionOk="true">
                  <a:moveTo>
                    <a:pt x="21312" y="76770"/>
                  </a:moveTo>
                  <a:cubicBezTo>
                    <a:pt x="15597" y="76770"/>
                    <a:pt x="8930" y="75817"/>
                    <a:pt x="3215" y="73912"/>
                  </a:cubicBezTo>
                  <a:cubicBezTo>
                    <a:pt x="357" y="72960"/>
                    <a:pt x="-595" y="70102"/>
                    <a:pt x="357" y="67245"/>
                  </a:cubicBezTo>
                  <a:cubicBezTo>
                    <a:pt x="1310" y="64387"/>
                    <a:pt x="4167" y="63435"/>
                    <a:pt x="7025" y="64387"/>
                  </a:cubicBezTo>
                  <a:cubicBezTo>
                    <a:pt x="13692" y="66292"/>
                    <a:pt x="27980" y="69150"/>
                    <a:pt x="31790" y="63435"/>
                  </a:cubicBezTo>
                  <a:cubicBezTo>
                    <a:pt x="34647" y="58672"/>
                    <a:pt x="23217" y="32002"/>
                    <a:pt x="7977" y="7237"/>
                  </a:cubicBezTo>
                  <a:cubicBezTo>
                    <a:pt x="7025" y="5332"/>
                    <a:pt x="7025" y="2475"/>
                    <a:pt x="9882" y="570"/>
                  </a:cubicBezTo>
                  <a:cubicBezTo>
                    <a:pt x="9882" y="570"/>
                    <a:pt x="9882" y="570"/>
                    <a:pt x="9882" y="570"/>
                  </a:cubicBezTo>
                  <a:cubicBezTo>
                    <a:pt x="11787" y="-383"/>
                    <a:pt x="15597" y="-383"/>
                    <a:pt x="16550" y="2475"/>
                  </a:cubicBezTo>
                  <a:cubicBezTo>
                    <a:pt x="16550" y="2475"/>
                    <a:pt x="16550" y="2475"/>
                    <a:pt x="16550" y="2475"/>
                  </a:cubicBezTo>
                  <a:cubicBezTo>
                    <a:pt x="26075" y="18667"/>
                    <a:pt x="48935" y="58672"/>
                    <a:pt x="40362" y="70102"/>
                  </a:cubicBezTo>
                  <a:cubicBezTo>
                    <a:pt x="34647" y="74865"/>
                    <a:pt x="27980" y="77722"/>
                    <a:pt x="21312" y="76770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248" id="248"/>
            <p:cNvSpPr/>
            <p:nvPr/>
          </p:nvSpPr>
          <p:spPr>
            <a:xfrm>
              <a:off x="4818456" y="5368200"/>
              <a:ext cx="184847" cy="264837"/>
            </a:xfrm>
            <a:custGeom>
              <a:avLst/>
              <a:gdLst/>
              <a:ahLst/>
              <a:cxnLst/>
              <a:rect r="r" b="b" t="t" l="l"/>
              <a:pathLst>
                <a:path w="184847" h="264837" stroke="true" fill="norm" extrusionOk="true">
                  <a:moveTo>
                    <a:pt x="170498" y="20997"/>
                  </a:moveTo>
                  <a:cubicBezTo>
                    <a:pt x="191452" y="39095"/>
                    <a:pt x="183833" y="75290"/>
                    <a:pt x="181927" y="99102"/>
                  </a:cubicBezTo>
                  <a:cubicBezTo>
                    <a:pt x="180023" y="132440"/>
                    <a:pt x="178118" y="165777"/>
                    <a:pt x="175260" y="199115"/>
                  </a:cubicBezTo>
                  <a:cubicBezTo>
                    <a:pt x="173355" y="220070"/>
                    <a:pt x="118110" y="218165"/>
                    <a:pt x="108585" y="211497"/>
                  </a:cubicBezTo>
                  <a:lnTo>
                    <a:pt x="120015" y="264837"/>
                  </a:lnTo>
                  <a:lnTo>
                    <a:pt x="0" y="247692"/>
                  </a:lnTo>
                  <a:lnTo>
                    <a:pt x="7620" y="178160"/>
                  </a:lnTo>
                  <a:cubicBezTo>
                    <a:pt x="7620" y="178160"/>
                    <a:pt x="0" y="81005"/>
                    <a:pt x="22860" y="39095"/>
                  </a:cubicBezTo>
                  <a:cubicBezTo>
                    <a:pt x="36195" y="14330"/>
                    <a:pt x="62865" y="-910"/>
                    <a:pt x="91440" y="42"/>
                  </a:cubicBezTo>
                  <a:cubicBezTo>
                    <a:pt x="92393" y="995"/>
                    <a:pt x="150495" y="2900"/>
                    <a:pt x="170498" y="20997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249" id="249"/>
            <p:cNvSpPr/>
            <p:nvPr/>
          </p:nvSpPr>
          <p:spPr>
            <a:xfrm>
              <a:off x="4814398" y="5363328"/>
              <a:ext cx="194028" cy="275424"/>
            </a:xfrm>
            <a:custGeom>
              <a:avLst/>
              <a:gdLst/>
              <a:ahLst/>
              <a:cxnLst/>
              <a:rect r="r" b="b" t="t" l="l"/>
              <a:pathLst>
                <a:path w="194028" h="275424" stroke="true" fill="norm" extrusionOk="true">
                  <a:moveTo>
                    <a:pt x="124073" y="275424"/>
                  </a:moveTo>
                  <a:lnTo>
                    <a:pt x="124073" y="275424"/>
                  </a:lnTo>
                  <a:lnTo>
                    <a:pt x="4058" y="257327"/>
                  </a:lnTo>
                  <a:cubicBezTo>
                    <a:pt x="1200" y="257327"/>
                    <a:pt x="-705" y="254469"/>
                    <a:pt x="248" y="251612"/>
                  </a:cubicBezTo>
                  <a:lnTo>
                    <a:pt x="7868" y="182079"/>
                  </a:lnTo>
                  <a:cubicBezTo>
                    <a:pt x="7868" y="179222"/>
                    <a:pt x="248" y="84924"/>
                    <a:pt x="24060" y="41109"/>
                  </a:cubicBezTo>
                  <a:cubicBezTo>
                    <a:pt x="38348" y="14439"/>
                    <a:pt x="66923" y="-1753"/>
                    <a:pt x="97403" y="152"/>
                  </a:cubicBezTo>
                  <a:cubicBezTo>
                    <a:pt x="99308" y="152"/>
                    <a:pt x="157410" y="2057"/>
                    <a:pt x="178365" y="21107"/>
                  </a:cubicBezTo>
                  <a:cubicBezTo>
                    <a:pt x="197415" y="38252"/>
                    <a:pt x="194558" y="66827"/>
                    <a:pt x="192653" y="90639"/>
                  </a:cubicBezTo>
                  <a:cubicBezTo>
                    <a:pt x="192653" y="95402"/>
                    <a:pt x="191700" y="99212"/>
                    <a:pt x="191700" y="103022"/>
                  </a:cubicBezTo>
                  <a:cubicBezTo>
                    <a:pt x="189795" y="136359"/>
                    <a:pt x="187890" y="170649"/>
                    <a:pt x="185033" y="203987"/>
                  </a:cubicBezTo>
                  <a:cubicBezTo>
                    <a:pt x="184080" y="211607"/>
                    <a:pt x="179318" y="218274"/>
                    <a:pt x="171698" y="220179"/>
                  </a:cubicBezTo>
                  <a:cubicBezTo>
                    <a:pt x="155505" y="225894"/>
                    <a:pt x="137408" y="227799"/>
                    <a:pt x="120263" y="223989"/>
                  </a:cubicBezTo>
                  <a:lnTo>
                    <a:pt x="129788" y="268757"/>
                  </a:lnTo>
                  <a:cubicBezTo>
                    <a:pt x="129788" y="270662"/>
                    <a:pt x="129788" y="271614"/>
                    <a:pt x="128835" y="272567"/>
                  </a:cubicBezTo>
                  <a:cubicBezTo>
                    <a:pt x="126930" y="274472"/>
                    <a:pt x="125978" y="275424"/>
                    <a:pt x="124073" y="275424"/>
                  </a:cubicBezTo>
                  <a:close/>
                  <a:moveTo>
                    <a:pt x="9773" y="248754"/>
                  </a:moveTo>
                  <a:lnTo>
                    <a:pt x="118358" y="264947"/>
                  </a:lnTo>
                  <a:lnTo>
                    <a:pt x="108833" y="218274"/>
                  </a:lnTo>
                  <a:cubicBezTo>
                    <a:pt x="108833" y="216369"/>
                    <a:pt x="108833" y="214464"/>
                    <a:pt x="110738" y="213512"/>
                  </a:cubicBezTo>
                  <a:cubicBezTo>
                    <a:pt x="112643" y="212559"/>
                    <a:pt x="114548" y="212559"/>
                    <a:pt x="116453" y="213512"/>
                  </a:cubicBezTo>
                  <a:cubicBezTo>
                    <a:pt x="133598" y="218274"/>
                    <a:pt x="150743" y="218274"/>
                    <a:pt x="167888" y="212559"/>
                  </a:cubicBezTo>
                  <a:cubicBezTo>
                    <a:pt x="172650" y="210654"/>
                    <a:pt x="175508" y="207797"/>
                    <a:pt x="175508" y="203987"/>
                  </a:cubicBezTo>
                  <a:cubicBezTo>
                    <a:pt x="178365" y="170649"/>
                    <a:pt x="181223" y="137312"/>
                    <a:pt x="182175" y="103974"/>
                  </a:cubicBezTo>
                  <a:cubicBezTo>
                    <a:pt x="182175" y="100164"/>
                    <a:pt x="183128" y="95402"/>
                    <a:pt x="183128" y="90639"/>
                  </a:cubicBezTo>
                  <a:cubicBezTo>
                    <a:pt x="185033" y="69684"/>
                    <a:pt x="186938" y="42062"/>
                    <a:pt x="171698" y="29679"/>
                  </a:cubicBezTo>
                  <a:lnTo>
                    <a:pt x="171698" y="29679"/>
                  </a:lnTo>
                  <a:cubicBezTo>
                    <a:pt x="153600" y="13487"/>
                    <a:pt x="97403" y="11582"/>
                    <a:pt x="96450" y="11582"/>
                  </a:cubicBezTo>
                  <a:cubicBezTo>
                    <a:pt x="69780" y="9677"/>
                    <a:pt x="45015" y="23964"/>
                    <a:pt x="31680" y="46824"/>
                  </a:cubicBezTo>
                  <a:cubicBezTo>
                    <a:pt x="9773" y="87782"/>
                    <a:pt x="16440" y="182079"/>
                    <a:pt x="16440" y="183032"/>
                  </a:cubicBezTo>
                  <a:lnTo>
                    <a:pt x="9773" y="248754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250" id="250"/>
            <p:cNvSpPr/>
            <p:nvPr/>
          </p:nvSpPr>
          <p:spPr>
            <a:xfrm>
              <a:off x="4794643" y="5595890"/>
              <a:ext cx="167639" cy="61326"/>
            </a:xfrm>
            <a:custGeom>
              <a:avLst/>
              <a:gdLst/>
              <a:ahLst/>
              <a:cxnLst/>
              <a:rect r="r" b="b" t="t" l="l"/>
              <a:pathLst>
                <a:path w="167639" h="61326" stroke="true" fill="norm" extrusionOk="true">
                  <a:moveTo>
                    <a:pt x="0" y="36195"/>
                  </a:moveTo>
                  <a:lnTo>
                    <a:pt x="11430" y="0"/>
                  </a:lnTo>
                  <a:lnTo>
                    <a:pt x="159068" y="14288"/>
                  </a:lnTo>
                  <a:lnTo>
                    <a:pt x="167640" y="47625"/>
                  </a:lnTo>
                  <a:cubicBezTo>
                    <a:pt x="113348" y="69532"/>
                    <a:pt x="51435" y="64770"/>
                    <a:pt x="0" y="36195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251" id="251"/>
            <p:cNvSpPr/>
            <p:nvPr/>
          </p:nvSpPr>
          <p:spPr>
            <a:xfrm>
              <a:off x="4790460" y="5591127"/>
              <a:ext cx="175887" cy="71437"/>
            </a:xfrm>
            <a:custGeom>
              <a:avLst/>
              <a:gdLst/>
              <a:ahLst/>
              <a:cxnLst/>
              <a:rect r="r" b="b" t="t" l="l"/>
              <a:pathLst>
                <a:path w="175887" h="71437" stroke="true" fill="norm" extrusionOk="true">
                  <a:moveTo>
                    <a:pt x="101339" y="71438"/>
                  </a:moveTo>
                  <a:cubicBezTo>
                    <a:pt x="67049" y="71438"/>
                    <a:pt x="32759" y="62865"/>
                    <a:pt x="2279" y="45720"/>
                  </a:cubicBezTo>
                  <a:cubicBezTo>
                    <a:pt x="374" y="44767"/>
                    <a:pt x="-579" y="41910"/>
                    <a:pt x="374" y="40005"/>
                  </a:cubicBezTo>
                  <a:lnTo>
                    <a:pt x="10851" y="3810"/>
                  </a:lnTo>
                  <a:cubicBezTo>
                    <a:pt x="11804" y="1905"/>
                    <a:pt x="13709" y="0"/>
                    <a:pt x="15614" y="0"/>
                  </a:cubicBezTo>
                  <a:lnTo>
                    <a:pt x="163251" y="14288"/>
                  </a:lnTo>
                  <a:cubicBezTo>
                    <a:pt x="165156" y="14288"/>
                    <a:pt x="167061" y="16192"/>
                    <a:pt x="167061" y="18097"/>
                  </a:cubicBezTo>
                  <a:lnTo>
                    <a:pt x="175634" y="51435"/>
                  </a:lnTo>
                  <a:cubicBezTo>
                    <a:pt x="176586" y="53340"/>
                    <a:pt x="174681" y="56198"/>
                    <a:pt x="172776" y="57150"/>
                  </a:cubicBezTo>
                  <a:cubicBezTo>
                    <a:pt x="150869" y="66675"/>
                    <a:pt x="126104" y="71438"/>
                    <a:pt x="101339" y="71438"/>
                  </a:cubicBezTo>
                  <a:close/>
                  <a:moveTo>
                    <a:pt x="10851" y="39052"/>
                  </a:moveTo>
                  <a:cubicBezTo>
                    <a:pt x="59429" y="63817"/>
                    <a:pt x="115626" y="67627"/>
                    <a:pt x="166109" y="49530"/>
                  </a:cubicBezTo>
                  <a:lnTo>
                    <a:pt x="160394" y="23813"/>
                  </a:lnTo>
                  <a:lnTo>
                    <a:pt x="20376" y="10477"/>
                  </a:lnTo>
                  <a:lnTo>
                    <a:pt x="10851" y="39052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252" id="252"/>
            <p:cNvSpPr/>
            <p:nvPr/>
          </p:nvSpPr>
          <p:spPr>
            <a:xfrm>
              <a:off x="4582141" y="5276313"/>
              <a:ext cx="434752" cy="545258"/>
            </a:xfrm>
            <a:custGeom>
              <a:avLst/>
              <a:gdLst/>
              <a:ahLst/>
              <a:cxnLst/>
              <a:rect r="r" b="b" t="t" l="l"/>
              <a:pathLst>
                <a:path w="434752" h="545258" stroke="true" fill="norm" extrusionOk="true">
                  <a:moveTo>
                    <a:pt x="284893" y="279571"/>
                  </a:moveTo>
                  <a:cubicBezTo>
                    <a:pt x="284893" y="336721"/>
                    <a:pt x="342043" y="451974"/>
                    <a:pt x="293465" y="496741"/>
                  </a:cubicBezTo>
                  <a:cubicBezTo>
                    <a:pt x="247745" y="539604"/>
                    <a:pt x="167735" y="550081"/>
                    <a:pt x="108680" y="543414"/>
                  </a:cubicBezTo>
                  <a:cubicBezTo>
                    <a:pt x="22003" y="533889"/>
                    <a:pt x="-23717" y="473881"/>
                    <a:pt x="12478" y="389109"/>
                  </a:cubicBezTo>
                  <a:cubicBezTo>
                    <a:pt x="29623" y="348151"/>
                    <a:pt x="61055" y="313861"/>
                    <a:pt x="86773" y="276714"/>
                  </a:cubicBezTo>
                  <a:cubicBezTo>
                    <a:pt x="109633" y="244329"/>
                    <a:pt x="128683" y="209086"/>
                    <a:pt x="142970" y="172891"/>
                  </a:cubicBezTo>
                  <a:cubicBezTo>
                    <a:pt x="155353" y="141459"/>
                    <a:pt x="164878" y="105264"/>
                    <a:pt x="182023" y="75736"/>
                  </a:cubicBezTo>
                  <a:cubicBezTo>
                    <a:pt x="220123" y="11919"/>
                    <a:pt x="287750" y="-13799"/>
                    <a:pt x="358235" y="7156"/>
                  </a:cubicBezTo>
                  <a:cubicBezTo>
                    <a:pt x="388715" y="15729"/>
                    <a:pt x="446818" y="52876"/>
                    <a:pt x="432530" y="91929"/>
                  </a:cubicBezTo>
                  <a:cubicBezTo>
                    <a:pt x="428720" y="101454"/>
                    <a:pt x="417290" y="115741"/>
                    <a:pt x="407765" y="111931"/>
                  </a:cubicBezTo>
                  <a:cubicBezTo>
                    <a:pt x="404908" y="130981"/>
                    <a:pt x="392525" y="139554"/>
                    <a:pt x="378238" y="151936"/>
                  </a:cubicBezTo>
                  <a:cubicBezTo>
                    <a:pt x="362998" y="163366"/>
                    <a:pt x="346805" y="173844"/>
                    <a:pt x="330613" y="183369"/>
                  </a:cubicBezTo>
                  <a:cubicBezTo>
                    <a:pt x="319183" y="190036"/>
                    <a:pt x="309658" y="198609"/>
                    <a:pt x="302038" y="209086"/>
                  </a:cubicBezTo>
                  <a:cubicBezTo>
                    <a:pt x="293465" y="223374"/>
                    <a:pt x="288703" y="239566"/>
                    <a:pt x="287750" y="256711"/>
                  </a:cubicBezTo>
                  <a:cubicBezTo>
                    <a:pt x="284893" y="264331"/>
                    <a:pt x="284893" y="271951"/>
                    <a:pt x="284893" y="279571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253" id="253"/>
            <p:cNvSpPr/>
            <p:nvPr/>
          </p:nvSpPr>
          <p:spPr>
            <a:xfrm>
              <a:off x="4575685" y="5271026"/>
              <a:ext cx="444129" cy="555368"/>
            </a:xfrm>
            <a:custGeom>
              <a:avLst/>
              <a:gdLst/>
              <a:ahLst/>
              <a:cxnLst/>
              <a:rect r="r" b="b" t="t" l="l"/>
              <a:pathLst>
                <a:path w="444129" h="555368" stroke="true" fill="norm" extrusionOk="true">
                  <a:moveTo>
                    <a:pt x="146568" y="555368"/>
                  </a:moveTo>
                  <a:cubicBezTo>
                    <a:pt x="136091" y="555368"/>
                    <a:pt x="124661" y="554416"/>
                    <a:pt x="114183" y="553463"/>
                  </a:cubicBezTo>
                  <a:cubicBezTo>
                    <a:pt x="67511" y="548701"/>
                    <a:pt x="31316" y="528698"/>
                    <a:pt x="13218" y="498218"/>
                  </a:cubicBezTo>
                  <a:cubicBezTo>
                    <a:pt x="-4879" y="467738"/>
                    <a:pt x="-3927" y="432496"/>
                    <a:pt x="13218" y="391538"/>
                  </a:cubicBezTo>
                  <a:cubicBezTo>
                    <a:pt x="27506" y="362011"/>
                    <a:pt x="44651" y="333436"/>
                    <a:pt x="65606" y="307718"/>
                  </a:cubicBezTo>
                  <a:cubicBezTo>
                    <a:pt x="73226" y="298193"/>
                    <a:pt x="79893" y="288668"/>
                    <a:pt x="87513" y="278191"/>
                  </a:cubicBezTo>
                  <a:cubicBezTo>
                    <a:pt x="109421" y="245806"/>
                    <a:pt x="128471" y="211516"/>
                    <a:pt x="143711" y="175321"/>
                  </a:cubicBezTo>
                  <a:cubicBezTo>
                    <a:pt x="147521" y="164843"/>
                    <a:pt x="151331" y="154366"/>
                    <a:pt x="155141" y="142936"/>
                  </a:cubicBezTo>
                  <a:cubicBezTo>
                    <a:pt x="162761" y="120076"/>
                    <a:pt x="171333" y="99121"/>
                    <a:pt x="182763" y="78166"/>
                  </a:cubicBezTo>
                  <a:cubicBezTo>
                    <a:pt x="218958" y="14348"/>
                    <a:pt x="295158" y="-15179"/>
                    <a:pt x="364691" y="7681"/>
                  </a:cubicBezTo>
                  <a:cubicBezTo>
                    <a:pt x="387551" y="14348"/>
                    <a:pt x="425651" y="36256"/>
                    <a:pt x="438986" y="63878"/>
                  </a:cubicBezTo>
                  <a:cubicBezTo>
                    <a:pt x="444701" y="74356"/>
                    <a:pt x="445653" y="87691"/>
                    <a:pt x="441843" y="99121"/>
                  </a:cubicBezTo>
                  <a:cubicBezTo>
                    <a:pt x="438033" y="108646"/>
                    <a:pt x="431366" y="117218"/>
                    <a:pt x="422793" y="121981"/>
                  </a:cubicBezTo>
                  <a:cubicBezTo>
                    <a:pt x="420888" y="122933"/>
                    <a:pt x="418983" y="122933"/>
                    <a:pt x="417078" y="123886"/>
                  </a:cubicBezTo>
                  <a:cubicBezTo>
                    <a:pt x="413268" y="140078"/>
                    <a:pt x="401838" y="149603"/>
                    <a:pt x="388503" y="160081"/>
                  </a:cubicBezTo>
                  <a:lnTo>
                    <a:pt x="386598" y="161986"/>
                  </a:lnTo>
                  <a:cubicBezTo>
                    <a:pt x="376121" y="169606"/>
                    <a:pt x="365643" y="177226"/>
                    <a:pt x="355166" y="182941"/>
                  </a:cubicBezTo>
                  <a:cubicBezTo>
                    <a:pt x="349451" y="185798"/>
                    <a:pt x="344688" y="189608"/>
                    <a:pt x="338973" y="192466"/>
                  </a:cubicBezTo>
                  <a:cubicBezTo>
                    <a:pt x="328496" y="199133"/>
                    <a:pt x="318971" y="207706"/>
                    <a:pt x="311351" y="218183"/>
                  </a:cubicBezTo>
                  <a:cubicBezTo>
                    <a:pt x="303731" y="231518"/>
                    <a:pt x="298968" y="247711"/>
                    <a:pt x="298016" y="262951"/>
                  </a:cubicBezTo>
                  <a:cubicBezTo>
                    <a:pt x="297063" y="270571"/>
                    <a:pt x="297063" y="277238"/>
                    <a:pt x="297063" y="284858"/>
                  </a:cubicBezTo>
                  <a:lnTo>
                    <a:pt x="297063" y="284858"/>
                  </a:lnTo>
                  <a:cubicBezTo>
                    <a:pt x="298968" y="307718"/>
                    <a:pt x="302778" y="330578"/>
                    <a:pt x="309446" y="353438"/>
                  </a:cubicBezTo>
                  <a:cubicBezTo>
                    <a:pt x="323733" y="409636"/>
                    <a:pt x="338021" y="473453"/>
                    <a:pt x="303731" y="505838"/>
                  </a:cubicBezTo>
                  <a:cubicBezTo>
                    <a:pt x="262773" y="542986"/>
                    <a:pt x="198956" y="555368"/>
                    <a:pt x="146568" y="555368"/>
                  </a:cubicBezTo>
                  <a:close/>
                  <a:moveTo>
                    <a:pt x="316113" y="10538"/>
                  </a:moveTo>
                  <a:cubicBezTo>
                    <a:pt x="264678" y="10538"/>
                    <a:pt x="217053" y="38161"/>
                    <a:pt x="191336" y="83881"/>
                  </a:cubicBezTo>
                  <a:cubicBezTo>
                    <a:pt x="179906" y="103883"/>
                    <a:pt x="171333" y="124838"/>
                    <a:pt x="164666" y="146746"/>
                  </a:cubicBezTo>
                  <a:cubicBezTo>
                    <a:pt x="160856" y="157223"/>
                    <a:pt x="157046" y="169606"/>
                    <a:pt x="152283" y="179131"/>
                  </a:cubicBezTo>
                  <a:cubicBezTo>
                    <a:pt x="137043" y="216278"/>
                    <a:pt x="117993" y="251521"/>
                    <a:pt x="95133" y="283906"/>
                  </a:cubicBezTo>
                  <a:cubicBezTo>
                    <a:pt x="88466" y="293431"/>
                    <a:pt x="80846" y="303908"/>
                    <a:pt x="73226" y="313433"/>
                  </a:cubicBezTo>
                  <a:cubicBezTo>
                    <a:pt x="53223" y="338198"/>
                    <a:pt x="35126" y="365821"/>
                    <a:pt x="21791" y="395348"/>
                  </a:cubicBezTo>
                  <a:cubicBezTo>
                    <a:pt x="6551" y="432496"/>
                    <a:pt x="5598" y="466786"/>
                    <a:pt x="21791" y="492503"/>
                  </a:cubicBezTo>
                  <a:cubicBezTo>
                    <a:pt x="37983" y="520126"/>
                    <a:pt x="71321" y="538223"/>
                    <a:pt x="115136" y="542986"/>
                  </a:cubicBezTo>
                  <a:cubicBezTo>
                    <a:pt x="169428" y="548701"/>
                    <a:pt x="249438" y="540128"/>
                    <a:pt x="297063" y="497266"/>
                  </a:cubicBezTo>
                  <a:cubicBezTo>
                    <a:pt x="328496" y="468691"/>
                    <a:pt x="313256" y="407731"/>
                    <a:pt x="299921" y="354391"/>
                  </a:cubicBezTo>
                  <a:cubicBezTo>
                    <a:pt x="293253" y="331531"/>
                    <a:pt x="288491" y="307718"/>
                    <a:pt x="287538" y="283906"/>
                  </a:cubicBezTo>
                  <a:lnTo>
                    <a:pt x="287538" y="283906"/>
                  </a:lnTo>
                  <a:cubicBezTo>
                    <a:pt x="287538" y="276286"/>
                    <a:pt x="287538" y="268666"/>
                    <a:pt x="288491" y="261046"/>
                  </a:cubicBezTo>
                  <a:cubicBezTo>
                    <a:pt x="289443" y="243901"/>
                    <a:pt x="294206" y="226756"/>
                    <a:pt x="303731" y="211516"/>
                  </a:cubicBezTo>
                  <a:cubicBezTo>
                    <a:pt x="312303" y="200086"/>
                    <a:pt x="321828" y="191513"/>
                    <a:pt x="334211" y="183893"/>
                  </a:cubicBezTo>
                  <a:cubicBezTo>
                    <a:pt x="339926" y="180083"/>
                    <a:pt x="344688" y="177226"/>
                    <a:pt x="350403" y="173416"/>
                  </a:cubicBezTo>
                  <a:cubicBezTo>
                    <a:pt x="360881" y="167701"/>
                    <a:pt x="371358" y="160081"/>
                    <a:pt x="380883" y="152461"/>
                  </a:cubicBezTo>
                  <a:lnTo>
                    <a:pt x="382788" y="150556"/>
                  </a:lnTo>
                  <a:cubicBezTo>
                    <a:pt x="396123" y="139126"/>
                    <a:pt x="406601" y="131506"/>
                    <a:pt x="408506" y="115313"/>
                  </a:cubicBezTo>
                  <a:cubicBezTo>
                    <a:pt x="408506" y="112456"/>
                    <a:pt x="411363" y="110551"/>
                    <a:pt x="414221" y="111503"/>
                  </a:cubicBezTo>
                  <a:cubicBezTo>
                    <a:pt x="414221" y="111503"/>
                    <a:pt x="415173" y="111503"/>
                    <a:pt x="415173" y="111503"/>
                  </a:cubicBezTo>
                  <a:cubicBezTo>
                    <a:pt x="416126" y="112456"/>
                    <a:pt x="418031" y="112456"/>
                    <a:pt x="418983" y="111503"/>
                  </a:cubicBezTo>
                  <a:cubicBezTo>
                    <a:pt x="425651" y="107693"/>
                    <a:pt x="430413" y="101978"/>
                    <a:pt x="433271" y="94358"/>
                  </a:cubicBezTo>
                  <a:cubicBezTo>
                    <a:pt x="436128" y="84833"/>
                    <a:pt x="435176" y="75308"/>
                    <a:pt x="430413" y="66736"/>
                  </a:cubicBezTo>
                  <a:cubicBezTo>
                    <a:pt x="418031" y="41971"/>
                    <a:pt x="381836" y="21968"/>
                    <a:pt x="361833" y="16253"/>
                  </a:cubicBezTo>
                  <a:cubicBezTo>
                    <a:pt x="347546" y="13396"/>
                    <a:pt x="331353" y="10538"/>
                    <a:pt x="316113" y="10538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254" id="254"/>
            <p:cNvSpPr/>
            <p:nvPr/>
          </p:nvSpPr>
          <p:spPr>
            <a:xfrm>
              <a:off x="4954664" y="5530167"/>
              <a:ext cx="39052" cy="16576"/>
            </a:xfrm>
            <a:custGeom>
              <a:avLst/>
              <a:gdLst/>
              <a:ahLst/>
              <a:cxnLst/>
              <a:rect r="r" b="b" t="t" l="l"/>
              <a:pathLst>
                <a:path w="39052" h="16576" stroke="true" fill="norm" extrusionOk="true">
                  <a:moveTo>
                    <a:pt x="39052" y="12382"/>
                  </a:moveTo>
                  <a:cubicBezTo>
                    <a:pt x="39052" y="12382"/>
                    <a:pt x="12382" y="27623"/>
                    <a:pt x="0" y="0"/>
                  </a:cubicBezTo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255" id="255"/>
            <p:cNvSpPr/>
            <p:nvPr/>
          </p:nvSpPr>
          <p:spPr>
            <a:xfrm>
              <a:off x="4949527" y="5525983"/>
              <a:ext cx="48568" cy="26091"/>
            </a:xfrm>
            <a:custGeom>
              <a:avLst/>
              <a:gdLst/>
              <a:ahLst/>
              <a:cxnLst/>
              <a:rect r="r" b="b" t="t" l="l"/>
              <a:pathLst>
                <a:path w="48568" h="26091" stroke="true" fill="norm" extrusionOk="true">
                  <a:moveTo>
                    <a:pt x="27996" y="26091"/>
                  </a:moveTo>
                  <a:cubicBezTo>
                    <a:pt x="25139" y="26091"/>
                    <a:pt x="22281" y="26091"/>
                    <a:pt x="19424" y="25139"/>
                  </a:cubicBezTo>
                  <a:cubicBezTo>
                    <a:pt x="10851" y="22281"/>
                    <a:pt x="4184" y="15614"/>
                    <a:pt x="374" y="7041"/>
                  </a:cubicBezTo>
                  <a:cubicBezTo>
                    <a:pt x="-579" y="4184"/>
                    <a:pt x="374" y="1326"/>
                    <a:pt x="2279" y="374"/>
                  </a:cubicBezTo>
                  <a:cubicBezTo>
                    <a:pt x="5136" y="-579"/>
                    <a:pt x="7994" y="374"/>
                    <a:pt x="8946" y="2279"/>
                  </a:cubicBezTo>
                  <a:lnTo>
                    <a:pt x="8946" y="2279"/>
                  </a:lnTo>
                  <a:cubicBezTo>
                    <a:pt x="10851" y="7994"/>
                    <a:pt x="15614" y="12756"/>
                    <a:pt x="21329" y="14661"/>
                  </a:cubicBezTo>
                  <a:cubicBezTo>
                    <a:pt x="27996" y="16566"/>
                    <a:pt x="34664" y="15614"/>
                    <a:pt x="41331" y="11804"/>
                  </a:cubicBezTo>
                  <a:cubicBezTo>
                    <a:pt x="43236" y="10851"/>
                    <a:pt x="47046" y="11804"/>
                    <a:pt x="47999" y="13709"/>
                  </a:cubicBezTo>
                  <a:cubicBezTo>
                    <a:pt x="47999" y="13709"/>
                    <a:pt x="47999" y="13709"/>
                    <a:pt x="47999" y="13709"/>
                  </a:cubicBezTo>
                  <a:cubicBezTo>
                    <a:pt x="48951" y="15614"/>
                    <a:pt x="48951" y="18471"/>
                    <a:pt x="46094" y="20376"/>
                  </a:cubicBezTo>
                  <a:cubicBezTo>
                    <a:pt x="46094" y="20376"/>
                    <a:pt x="46094" y="20376"/>
                    <a:pt x="46094" y="20376"/>
                  </a:cubicBezTo>
                  <a:cubicBezTo>
                    <a:pt x="41331" y="24186"/>
                    <a:pt x="34664" y="26091"/>
                    <a:pt x="27996" y="26091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256" id="256"/>
            <p:cNvSpPr/>
            <p:nvPr/>
          </p:nvSpPr>
          <p:spPr>
            <a:xfrm>
              <a:off x="4850841" y="5431107"/>
              <a:ext cx="187642" cy="44767"/>
            </a:xfrm>
            <a:custGeom>
              <a:avLst/>
              <a:gdLst/>
              <a:ahLst/>
              <a:cxnLst/>
              <a:rect r="r" b="b" t="t" l="l"/>
              <a:pathLst>
                <a:path w="187642" h="44767" stroke="true" fill="norm" extrusionOk="true">
                  <a:moveTo>
                    <a:pt x="4763" y="44768"/>
                  </a:moveTo>
                  <a:cubicBezTo>
                    <a:pt x="4763" y="44768"/>
                    <a:pt x="3810" y="44768"/>
                    <a:pt x="3810" y="44768"/>
                  </a:cubicBezTo>
                  <a:cubicBezTo>
                    <a:pt x="952" y="43815"/>
                    <a:pt x="0" y="40958"/>
                    <a:pt x="0" y="39053"/>
                  </a:cubicBezTo>
                  <a:cubicBezTo>
                    <a:pt x="4763" y="20955"/>
                    <a:pt x="9525" y="20955"/>
                    <a:pt x="11430" y="20955"/>
                  </a:cubicBezTo>
                  <a:cubicBezTo>
                    <a:pt x="13335" y="20955"/>
                    <a:pt x="124777" y="6668"/>
                    <a:pt x="181927" y="0"/>
                  </a:cubicBezTo>
                  <a:cubicBezTo>
                    <a:pt x="184785" y="0"/>
                    <a:pt x="186690" y="1905"/>
                    <a:pt x="187642" y="3810"/>
                  </a:cubicBezTo>
                  <a:cubicBezTo>
                    <a:pt x="187642" y="6668"/>
                    <a:pt x="185738" y="8573"/>
                    <a:pt x="183833" y="9525"/>
                  </a:cubicBezTo>
                  <a:cubicBezTo>
                    <a:pt x="167640" y="11430"/>
                    <a:pt x="31432" y="28575"/>
                    <a:pt x="14288" y="30480"/>
                  </a:cubicBezTo>
                  <a:cubicBezTo>
                    <a:pt x="12382" y="34290"/>
                    <a:pt x="11430" y="38100"/>
                    <a:pt x="9525" y="41910"/>
                  </a:cubicBezTo>
                  <a:cubicBezTo>
                    <a:pt x="8573" y="43815"/>
                    <a:pt x="6668" y="44768"/>
                    <a:pt x="4763" y="44768"/>
                  </a:cubicBezTo>
                  <a:close/>
                  <a:moveTo>
                    <a:pt x="12382" y="29528"/>
                  </a:moveTo>
                  <a:lnTo>
                    <a:pt x="12382" y="29528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257" id="257"/>
            <p:cNvSpPr/>
            <p:nvPr/>
          </p:nvSpPr>
          <p:spPr>
            <a:xfrm>
              <a:off x="4871590" y="5429916"/>
              <a:ext cx="56402" cy="90725"/>
            </a:xfrm>
            <a:custGeom>
              <a:avLst/>
              <a:gdLst/>
              <a:ahLst/>
              <a:cxnLst/>
              <a:rect r="r" b="b" t="t" l="l"/>
              <a:pathLst>
                <a:path w="56402" h="90725" stroke="true" fill="norm" extrusionOk="true">
                  <a:moveTo>
                    <a:pt x="56403" y="45006"/>
                  </a:moveTo>
                  <a:cubicBezTo>
                    <a:pt x="55451" y="36433"/>
                    <a:pt x="52593" y="28813"/>
                    <a:pt x="47831" y="21193"/>
                  </a:cubicBezTo>
                  <a:cubicBezTo>
                    <a:pt x="44973" y="15478"/>
                    <a:pt x="41163" y="9763"/>
                    <a:pt x="36401" y="5953"/>
                  </a:cubicBezTo>
                  <a:cubicBezTo>
                    <a:pt x="31638" y="1191"/>
                    <a:pt x="24971" y="-714"/>
                    <a:pt x="18303" y="238"/>
                  </a:cubicBezTo>
                  <a:cubicBezTo>
                    <a:pt x="12588" y="1191"/>
                    <a:pt x="7826" y="5001"/>
                    <a:pt x="4968" y="9763"/>
                  </a:cubicBezTo>
                  <a:cubicBezTo>
                    <a:pt x="2111" y="14526"/>
                    <a:pt x="206" y="20241"/>
                    <a:pt x="206" y="25956"/>
                  </a:cubicBezTo>
                  <a:cubicBezTo>
                    <a:pt x="-1699" y="51673"/>
                    <a:pt x="9731" y="76438"/>
                    <a:pt x="30686" y="90726"/>
                  </a:cubicBezTo>
                  <a:lnTo>
                    <a:pt x="28781" y="88821"/>
                  </a:lnTo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258" id="258"/>
            <p:cNvSpPr/>
            <p:nvPr/>
          </p:nvSpPr>
          <p:spPr>
            <a:xfrm>
              <a:off x="4866628" y="5425212"/>
              <a:ext cx="67080" cy="101145"/>
            </a:xfrm>
            <a:custGeom>
              <a:avLst/>
              <a:gdLst/>
              <a:ahLst/>
              <a:cxnLst/>
              <a:rect r="r" b="b" t="t" l="l"/>
              <a:pathLst>
                <a:path w="67080" h="101145" stroke="true" fill="norm" extrusionOk="true">
                  <a:moveTo>
                    <a:pt x="35648" y="101145"/>
                  </a:moveTo>
                  <a:cubicBezTo>
                    <a:pt x="34696" y="101145"/>
                    <a:pt x="33743" y="101145"/>
                    <a:pt x="32791" y="100193"/>
                  </a:cubicBezTo>
                  <a:cubicBezTo>
                    <a:pt x="9931" y="84000"/>
                    <a:pt x="-2452" y="58283"/>
                    <a:pt x="406" y="30661"/>
                  </a:cubicBezTo>
                  <a:cubicBezTo>
                    <a:pt x="406" y="23993"/>
                    <a:pt x="2311" y="17325"/>
                    <a:pt x="6121" y="12563"/>
                  </a:cubicBezTo>
                  <a:cubicBezTo>
                    <a:pt x="9931" y="5895"/>
                    <a:pt x="15646" y="2086"/>
                    <a:pt x="23266" y="180"/>
                  </a:cubicBezTo>
                  <a:cubicBezTo>
                    <a:pt x="30886" y="-772"/>
                    <a:pt x="39458" y="2086"/>
                    <a:pt x="45173" y="7800"/>
                  </a:cubicBezTo>
                  <a:cubicBezTo>
                    <a:pt x="49936" y="12563"/>
                    <a:pt x="54698" y="18278"/>
                    <a:pt x="57556" y="24945"/>
                  </a:cubicBezTo>
                  <a:cubicBezTo>
                    <a:pt x="63271" y="32566"/>
                    <a:pt x="66128" y="41138"/>
                    <a:pt x="67081" y="50663"/>
                  </a:cubicBezTo>
                  <a:cubicBezTo>
                    <a:pt x="67081" y="53520"/>
                    <a:pt x="65176" y="55425"/>
                    <a:pt x="62318" y="55425"/>
                  </a:cubicBezTo>
                  <a:cubicBezTo>
                    <a:pt x="59461" y="55425"/>
                    <a:pt x="57556" y="53520"/>
                    <a:pt x="57556" y="50663"/>
                  </a:cubicBezTo>
                  <a:cubicBezTo>
                    <a:pt x="57556" y="50663"/>
                    <a:pt x="57556" y="50663"/>
                    <a:pt x="57556" y="50663"/>
                  </a:cubicBezTo>
                  <a:cubicBezTo>
                    <a:pt x="56603" y="43043"/>
                    <a:pt x="53746" y="36375"/>
                    <a:pt x="49936" y="29708"/>
                  </a:cubicBezTo>
                  <a:cubicBezTo>
                    <a:pt x="46126" y="23993"/>
                    <a:pt x="43268" y="18278"/>
                    <a:pt x="38506" y="14468"/>
                  </a:cubicBezTo>
                  <a:cubicBezTo>
                    <a:pt x="34696" y="10658"/>
                    <a:pt x="29933" y="8753"/>
                    <a:pt x="24218" y="9705"/>
                  </a:cubicBezTo>
                  <a:cubicBezTo>
                    <a:pt x="19456" y="10658"/>
                    <a:pt x="16598" y="13516"/>
                    <a:pt x="13741" y="17325"/>
                  </a:cubicBezTo>
                  <a:cubicBezTo>
                    <a:pt x="10883" y="22088"/>
                    <a:pt x="9931" y="26850"/>
                    <a:pt x="9931" y="31613"/>
                  </a:cubicBezTo>
                  <a:cubicBezTo>
                    <a:pt x="8026" y="53520"/>
                    <a:pt x="17551" y="75428"/>
                    <a:pt x="34696" y="89716"/>
                  </a:cubicBezTo>
                  <a:cubicBezTo>
                    <a:pt x="35648" y="89716"/>
                    <a:pt x="36601" y="90668"/>
                    <a:pt x="37553" y="91620"/>
                  </a:cubicBezTo>
                  <a:lnTo>
                    <a:pt x="39458" y="93525"/>
                  </a:lnTo>
                  <a:cubicBezTo>
                    <a:pt x="41363" y="95430"/>
                    <a:pt x="41363" y="98288"/>
                    <a:pt x="39458" y="100193"/>
                  </a:cubicBezTo>
                  <a:cubicBezTo>
                    <a:pt x="39458" y="100193"/>
                    <a:pt x="37553" y="101145"/>
                    <a:pt x="35648" y="101145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259" id="259"/>
            <p:cNvSpPr/>
            <p:nvPr/>
          </p:nvSpPr>
          <p:spPr>
            <a:xfrm rot="21546001">
              <a:off x="4979439" y="5416833"/>
              <a:ext cx="9525" cy="24765"/>
            </a:xfrm>
            <a:custGeom>
              <a:avLst/>
              <a:gdLst/>
              <a:ahLst/>
              <a:cxnLst/>
              <a:rect r="r" b="b" t="t" l="l"/>
              <a:pathLst>
                <a:path w="9525" h="24765" stroke="true" fill="norm" extrusionOk="true">
                  <a:moveTo>
                    <a:pt x="9525" y="12383"/>
                  </a:moveTo>
                  <a:cubicBezTo>
                    <a:pt x="9525" y="19222"/>
                    <a:pt x="7393" y="24766"/>
                    <a:pt x="4763" y="24766"/>
                  </a:cubicBezTo>
                  <a:cubicBezTo>
                    <a:pt x="2132" y="24766"/>
                    <a:pt x="0" y="19222"/>
                    <a:pt x="0" y="12383"/>
                  </a:cubicBezTo>
                  <a:cubicBezTo>
                    <a:pt x="0" y="5544"/>
                    <a:pt x="2132" y="0"/>
                    <a:pt x="4763" y="0"/>
                  </a:cubicBezTo>
                  <a:cubicBezTo>
                    <a:pt x="7393" y="0"/>
                    <a:pt x="9525" y="5544"/>
                    <a:pt x="9525" y="12383"/>
                  </a:cubicBez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260" id="260"/>
            <p:cNvSpPr/>
            <p:nvPr/>
          </p:nvSpPr>
          <p:spPr>
            <a:xfrm>
              <a:off x="4652226" y="5833062"/>
              <a:ext cx="19545" cy="426720"/>
            </a:xfrm>
            <a:custGeom>
              <a:avLst/>
              <a:gdLst/>
              <a:ahLst/>
              <a:cxnLst/>
              <a:rect r="r" b="b" t="t" l="l"/>
              <a:pathLst>
                <a:path w="19545" h="426720" stroke="true" fill="norm" extrusionOk="true">
                  <a:moveTo>
                    <a:pt x="7163" y="426720"/>
                  </a:moveTo>
                  <a:cubicBezTo>
                    <a:pt x="5258" y="426720"/>
                    <a:pt x="3353" y="424815"/>
                    <a:pt x="2400" y="422910"/>
                  </a:cubicBezTo>
                  <a:cubicBezTo>
                    <a:pt x="-6172" y="309563"/>
                    <a:pt x="10973" y="7620"/>
                    <a:pt x="10973" y="3810"/>
                  </a:cubicBezTo>
                  <a:cubicBezTo>
                    <a:pt x="10973" y="952"/>
                    <a:pt x="12878" y="0"/>
                    <a:pt x="15735" y="0"/>
                  </a:cubicBezTo>
                  <a:cubicBezTo>
                    <a:pt x="15735" y="0"/>
                    <a:pt x="15735" y="0"/>
                    <a:pt x="15735" y="0"/>
                  </a:cubicBezTo>
                  <a:cubicBezTo>
                    <a:pt x="18593" y="0"/>
                    <a:pt x="19545" y="1905"/>
                    <a:pt x="19545" y="4763"/>
                  </a:cubicBezTo>
                  <a:cubicBezTo>
                    <a:pt x="19545" y="7620"/>
                    <a:pt x="2400" y="309563"/>
                    <a:pt x="10973" y="421958"/>
                  </a:cubicBezTo>
                  <a:cubicBezTo>
                    <a:pt x="11925" y="424815"/>
                    <a:pt x="10020" y="426720"/>
                    <a:pt x="7163" y="426720"/>
                  </a:cubicBezTo>
                  <a:lnTo>
                    <a:pt x="7163" y="426720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  <p:sp>
          <p:nvSpPr>
            <p:cNvPr name="Freeform 261" id="261"/>
            <p:cNvSpPr/>
            <p:nvPr/>
          </p:nvSpPr>
          <p:spPr>
            <a:xfrm>
              <a:off x="4696536" y="6241684"/>
              <a:ext cx="395287" cy="27622"/>
            </a:xfrm>
            <a:custGeom>
              <a:avLst/>
              <a:gdLst/>
              <a:ahLst/>
              <a:cxnLst/>
              <a:rect r="r" b="b" t="t" l="l"/>
              <a:pathLst>
                <a:path w="395287" h="27622" stroke="true" fill="norm" extrusionOk="true">
                  <a:moveTo>
                    <a:pt x="3810" y="27623"/>
                  </a:moveTo>
                  <a:cubicBezTo>
                    <a:pt x="953" y="27623"/>
                    <a:pt x="0" y="24765"/>
                    <a:pt x="0" y="22860"/>
                  </a:cubicBezTo>
                  <a:cubicBezTo>
                    <a:pt x="0" y="20955"/>
                    <a:pt x="1905" y="19050"/>
                    <a:pt x="3810" y="19050"/>
                  </a:cubicBezTo>
                  <a:lnTo>
                    <a:pt x="390525" y="0"/>
                  </a:lnTo>
                  <a:cubicBezTo>
                    <a:pt x="393383" y="0"/>
                    <a:pt x="395288" y="1905"/>
                    <a:pt x="395288" y="3810"/>
                  </a:cubicBezTo>
                  <a:cubicBezTo>
                    <a:pt x="395288" y="3810"/>
                    <a:pt x="395288" y="3810"/>
                    <a:pt x="395288" y="3810"/>
                  </a:cubicBezTo>
                  <a:cubicBezTo>
                    <a:pt x="395288" y="6668"/>
                    <a:pt x="393383" y="8573"/>
                    <a:pt x="391478" y="8573"/>
                  </a:cubicBezTo>
                  <a:lnTo>
                    <a:pt x="3810" y="27623"/>
                  </a:lnTo>
                  <a:lnTo>
                    <a:pt x="3810" y="27623"/>
                  </a:lnTo>
                  <a:close/>
                </a:path>
              </a:pathLst>
            </a:custGeom>
            <a:solidFill>
              <a:srgbClr val="231F20"/>
            </a:solidFill>
            <a:ln cap="flat">
              <a:prstDash val="solid"/>
            </a:ln>
          </p:spPr>
          <p:txBody>
            <a:bodyPr vert="horz" anchor="ctr" tIns="45720" lIns="91440" bIns="45720" rIns="91440">
              <a:spAutoFit/>
            </a:bodyPr>
            <a:p>
              <a:pPr algn="l" marL="0"/>
            </a:p>
          </p:txBody>
        </p:sp>
      </p:grpSp>
      <p:sp>
        <p:nvSpPr>
          <p:cNvPr name="TextBox 262" id="262"/>
          <p:cNvSpPr txBox="true"/>
          <p:nvPr/>
        </p:nvSpPr>
        <p:spPr>
          <a:xfrm>
            <a:off x="888053" y="4202396"/>
            <a:ext cx="3312581" cy="313932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lnSpc>
                <a:spcPct val="90000"/>
              </a:lnSpc>
              <a:spcBef>
                <a:spcPct val="0"/>
              </a:spcBef>
              <a:defRPr/>
            </a:pPr>
            <a:r>
              <a:rPr lang="zh-CN" b="true" i="false" sz="1600" baseline="0" u="none" altLang="en-US">
                <a:solidFill>
                  <a:schemeClr val="accent1"/>
                </a:solidFill>
                <a:latin typeface="思源黑体 CN Bold"/>
                <a:ea typeface="思源黑体 CN Bold"/>
              </a:rPr>
              <a:t>市场分析报告</a:t>
            </a:r>
            <a:endParaRPr lang="en-US" sz="1100"/>
          </a:p>
        </p:txBody>
      </p:sp>
      <p:sp>
        <p:nvSpPr>
          <p:cNvPr name="TextBox 263" id="263"/>
          <p:cNvSpPr txBox="true"/>
          <p:nvPr/>
        </p:nvSpPr>
        <p:spPr>
          <a:xfrm>
            <a:off x="4453271" y="4202396"/>
            <a:ext cx="3312581" cy="313932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lnSpc>
                <a:spcPct val="90000"/>
              </a:lnSpc>
              <a:spcBef>
                <a:spcPct val="0"/>
              </a:spcBef>
              <a:defRPr/>
            </a:pPr>
            <a:r>
              <a:rPr lang="zh-CN" b="true" i="false" sz="1600" baseline="0" u="none" altLang="en-US">
                <a:solidFill>
                  <a:schemeClr val="accent1"/>
                </a:solidFill>
                <a:latin typeface="思源黑体 CN Bold"/>
                <a:ea typeface="思源黑体 CN Bold"/>
              </a:rPr>
              <a:t>产品展示</a:t>
            </a:r>
            <a:endParaRPr lang="en-US" sz="1100"/>
          </a:p>
        </p:txBody>
      </p:sp>
      <p:sp>
        <p:nvSpPr>
          <p:cNvPr name="TextBox 264" id="264"/>
          <p:cNvSpPr txBox="true"/>
          <p:nvPr/>
        </p:nvSpPr>
        <p:spPr>
          <a:xfrm>
            <a:off x="8114353" y="4202396"/>
            <a:ext cx="3312581" cy="313932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lnSpc>
                <a:spcPct val="90000"/>
              </a:lnSpc>
              <a:spcBef>
                <a:spcPct val="0"/>
              </a:spcBef>
              <a:defRPr/>
            </a:pPr>
            <a:r>
              <a:rPr lang="zh-CN" b="true" i="false" sz="1600" baseline="0" u="none" altLang="en-US">
                <a:solidFill>
                  <a:schemeClr val="accent1"/>
                </a:solidFill>
                <a:latin typeface="思源黑体 CN Bold"/>
                <a:ea typeface="思源黑体 CN Bold"/>
              </a:rPr>
              <a:t>内部培训</a:t>
            </a:r>
            <a:endParaRPr lang="en-US" sz="1100"/>
          </a:p>
        </p:txBody>
      </p:sp>
      <p:sp>
        <p:nvSpPr>
          <p:cNvPr name="TextBox 265" id="265"/>
          <p:cNvSpPr txBox="true"/>
          <p:nvPr/>
        </p:nvSpPr>
        <p:spPr>
          <a:xfrm>
            <a:off x="765066" y="4624480"/>
            <a:ext cx="3312581" cy="1062990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lnSpc>
                <a:spcPct val="150000"/>
              </a:lnSpc>
              <a:spcBef>
                <a:spcPct val="0"/>
              </a:spcBef>
              <a:defRPr/>
            </a:pPr>
            <a:r>
              <a:rPr lang="zh-CN" b="false" i="false" sz="1400" baseline="0" u="none" altLang="en-US">
                <a:solidFill>
                  <a:srgbClr val="F0F0F0">
                    <a:lumMod val="25000"/>
                  </a:srgbClr>
                </a:solidFill>
                <a:latin typeface="思源黑体 CN Regular"/>
                <a:ea typeface="思源黑体 CN Regular"/>
              </a:rPr>
              <a:t>AI生成的市场分析报告能够自动生成图表和数据分析，帮助企业快速了解市场趋势。它支持多种数据导入方式，能够生成直观且专业的报告，提升决策效率。</a:t>
            </a:r>
            <a:endParaRPr lang="en-US" sz="1100"/>
          </a:p>
        </p:txBody>
      </p:sp>
      <p:sp>
        <p:nvSpPr>
          <p:cNvPr name="TextBox 266" id="266"/>
          <p:cNvSpPr txBox="true"/>
          <p:nvPr/>
        </p:nvSpPr>
        <p:spPr>
          <a:xfrm>
            <a:off x="4387572" y="4624480"/>
            <a:ext cx="3416853" cy="1062990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lnSpc>
                <a:spcPct val="150000"/>
              </a:lnSpc>
              <a:spcBef>
                <a:spcPct val="0"/>
              </a:spcBef>
              <a:defRPr/>
            </a:pPr>
            <a:r>
              <a:rPr lang="zh-CN" b="false" i="false" sz="1400" baseline="0" u="none" altLang="en-US">
                <a:solidFill>
                  <a:srgbClr val="F0F0F0">
                    <a:lumMod val="25000"/>
                  </a:srgbClr>
                </a:solidFill>
                <a:latin typeface="思源黑体 CN Regular"/>
                <a:ea typeface="思源黑体 CN Regular"/>
              </a:rPr>
              <a:t>AI生成的产品展示PPT能够自动生成产品介绍和图片，帮助企业更好地展示产品特点。它支持多种展示风格，能够根据产品类型自动调整内容，提升展示效果。</a:t>
            </a:r>
            <a:endParaRPr lang="en-US" sz="1100"/>
          </a:p>
        </p:txBody>
      </p:sp>
      <p:sp>
        <p:nvSpPr>
          <p:cNvPr name="TextBox 267" id="267"/>
          <p:cNvSpPr txBox="true"/>
          <p:nvPr/>
        </p:nvSpPr>
        <p:spPr>
          <a:xfrm>
            <a:off x="8114353" y="4624480"/>
            <a:ext cx="3312581" cy="1062990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lnSpc>
                <a:spcPct val="150000"/>
              </a:lnSpc>
              <a:spcBef>
                <a:spcPct val="0"/>
              </a:spcBef>
              <a:defRPr/>
            </a:pPr>
            <a:r>
              <a:rPr lang="zh-CN" b="false" i="false" sz="1400" baseline="0" u="none" altLang="en-US">
                <a:solidFill>
                  <a:srgbClr val="F0F0F0">
                    <a:lumMod val="25000"/>
                  </a:srgbClr>
                </a:solidFill>
                <a:latin typeface="思源黑体 CN Regular"/>
                <a:ea typeface="思源黑体 CN Regular"/>
              </a:rPr>
              <a:t>AI生成的内部培训PPT能够自动生成培训内容和案例分析，帮助企业提升员工技能。它支持多种培训主题，能够根据培训目标自动调整内容，确保培训效果。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gradFill>
          <a:gsLst>
            <a:gs pos="0">
              <a:srgbClr val="AE94FF">
                <a:lumMod val="40000"/>
                <a:lumOff val="60000"/>
              </a:srgbClr>
            </a:gs>
            <a:gs pos="100000">
              <a:srgbClr val="3ED0E8">
                <a:lumMod val="40000"/>
                <a:lumOff val="6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>
            <a:off x="4028229" y="4428252"/>
            <a:ext cx="558785" cy="763970"/>
          </a:xfrm>
          <a:custGeom>
            <a:avLst/>
            <a:gdLst/>
            <a:ahLst/>
            <a:cxnLst/>
            <a:rect r="r" b="b" t="t" l="l"/>
            <a:pathLst>
              <a:path w="868203" h="1187005" stroke="true" fill="norm" extrusionOk="true">
                <a:moveTo>
                  <a:pt x="75637" y="-237"/>
                </a:moveTo>
                <a:lnTo>
                  <a:pt x="791441" y="-237"/>
                </a:lnTo>
                <a:cubicBezTo>
                  <a:pt x="833523" y="-237"/>
                  <a:pt x="867641" y="33881"/>
                  <a:pt x="867641" y="75963"/>
                </a:cubicBezTo>
                <a:lnTo>
                  <a:pt x="867641" y="1186768"/>
                </a:lnTo>
                <a:lnTo>
                  <a:pt x="-563" y="1186768"/>
                </a:lnTo>
                <a:lnTo>
                  <a:pt x="-563" y="75963"/>
                </a:lnTo>
                <a:cubicBezTo>
                  <a:pt x="-563" y="33881"/>
                  <a:pt x="33556" y="-237"/>
                  <a:pt x="75637" y="-237"/>
                </a:cubicBezTo>
                <a:close/>
              </a:path>
            </a:pathLst>
          </a:custGeom>
          <a:solidFill>
            <a:schemeClr val="accent1">
              <a:alpha val="50000"/>
              <a:lumMod val="40000"/>
              <a:lumOff val="60000"/>
            </a:schemeClr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3" id="3"/>
          <p:cNvSpPr/>
          <p:nvPr/>
        </p:nvSpPr>
        <p:spPr>
          <a:xfrm flipH="true">
            <a:off x="3071887" y="3956211"/>
            <a:ext cx="558785" cy="1236011"/>
          </a:xfrm>
          <a:custGeom>
            <a:avLst/>
            <a:gdLst/>
            <a:ahLst/>
            <a:cxnLst/>
            <a:rect r="r" b="b" t="t" l="l"/>
            <a:pathLst>
              <a:path w="868203" h="1920430" stroke="true" fill="norm" extrusionOk="true">
                <a:moveTo>
                  <a:pt x="75637" y="-237"/>
                </a:moveTo>
                <a:lnTo>
                  <a:pt x="791441" y="-237"/>
                </a:lnTo>
                <a:cubicBezTo>
                  <a:pt x="833523" y="-237"/>
                  <a:pt x="867641" y="33881"/>
                  <a:pt x="867641" y="75963"/>
                </a:cubicBezTo>
                <a:lnTo>
                  <a:pt x="867641" y="1920193"/>
                </a:lnTo>
                <a:lnTo>
                  <a:pt x="-563" y="1920193"/>
                </a:lnTo>
                <a:lnTo>
                  <a:pt x="-563" y="75963"/>
                </a:lnTo>
                <a:cubicBezTo>
                  <a:pt x="-563" y="33881"/>
                  <a:pt x="33556" y="-237"/>
                  <a:pt x="75637" y="-237"/>
                </a:cubicBezTo>
                <a:close/>
              </a:path>
            </a:pathLst>
          </a:custGeom>
          <a:solidFill>
            <a:srgbClr val="A7C0FF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4" id="4"/>
          <p:cNvSpPr/>
          <p:nvPr/>
        </p:nvSpPr>
        <p:spPr>
          <a:xfrm flipH="true">
            <a:off x="2115545" y="3422866"/>
            <a:ext cx="558785" cy="1769356"/>
          </a:xfrm>
          <a:custGeom>
            <a:avLst/>
            <a:gdLst/>
            <a:ahLst/>
            <a:cxnLst/>
            <a:rect r="r" b="b" t="t" l="l"/>
            <a:pathLst>
              <a:path w="868203" h="2749105" stroke="true" fill="norm" extrusionOk="true">
                <a:moveTo>
                  <a:pt x="75637" y="-237"/>
                </a:moveTo>
                <a:lnTo>
                  <a:pt x="791441" y="-237"/>
                </a:lnTo>
                <a:cubicBezTo>
                  <a:pt x="833542" y="-237"/>
                  <a:pt x="867641" y="33881"/>
                  <a:pt x="867641" y="75963"/>
                </a:cubicBezTo>
                <a:lnTo>
                  <a:pt x="867641" y="2748868"/>
                </a:lnTo>
                <a:lnTo>
                  <a:pt x="-563" y="2748868"/>
                </a:lnTo>
                <a:lnTo>
                  <a:pt x="-563" y="75963"/>
                </a:lnTo>
                <a:cubicBezTo>
                  <a:pt x="-563" y="33881"/>
                  <a:pt x="33556" y="-237"/>
                  <a:pt x="75637" y="-237"/>
                </a:cubicBezTo>
                <a:close/>
              </a:path>
            </a:pathLst>
          </a:custGeom>
          <a:solidFill>
            <a:schemeClr val="accent1">
              <a:alpha val="50000"/>
              <a:lumMod val="40000"/>
              <a:lumOff val="60000"/>
            </a:schemeClr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5" id="5"/>
          <p:cNvSpPr/>
          <p:nvPr/>
        </p:nvSpPr>
        <p:spPr>
          <a:xfrm flipH="true">
            <a:off x="1159202" y="3042781"/>
            <a:ext cx="558785" cy="2149441"/>
          </a:xfrm>
          <a:custGeom>
            <a:avLst/>
            <a:gdLst/>
            <a:ahLst/>
            <a:cxnLst/>
            <a:rect r="r" b="b" t="t" l="l"/>
            <a:pathLst>
              <a:path w="868203" h="3339655" stroke="true" fill="norm" extrusionOk="true">
                <a:moveTo>
                  <a:pt x="75637" y="-237"/>
                </a:moveTo>
                <a:lnTo>
                  <a:pt x="791441" y="-237"/>
                </a:lnTo>
                <a:cubicBezTo>
                  <a:pt x="833542" y="-237"/>
                  <a:pt x="867641" y="33881"/>
                  <a:pt x="867641" y="75963"/>
                </a:cubicBezTo>
                <a:lnTo>
                  <a:pt x="867641" y="3339418"/>
                </a:lnTo>
                <a:lnTo>
                  <a:pt x="-563" y="3339418"/>
                </a:lnTo>
                <a:lnTo>
                  <a:pt x="-563" y="75963"/>
                </a:lnTo>
                <a:cubicBezTo>
                  <a:pt x="-563" y="33881"/>
                  <a:pt x="33538" y="-237"/>
                  <a:pt x="75637" y="-237"/>
                </a:cubicBezTo>
                <a:close/>
              </a:path>
            </a:pathLst>
          </a:custGeom>
          <a:solidFill>
            <a:srgbClr val="A7C0FF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6" id="6"/>
          <p:cNvSpPr/>
          <p:nvPr/>
        </p:nvSpPr>
        <p:spPr>
          <a:xfrm flipH="true">
            <a:off x="1435805" y="2515537"/>
            <a:ext cx="183850" cy="365217"/>
          </a:xfrm>
          <a:custGeom>
            <a:avLst/>
            <a:gdLst/>
            <a:ahLst/>
            <a:cxnLst/>
            <a:rect r="r" b="b" t="t" l="l"/>
            <a:pathLst>
              <a:path w="285654" h="567450" stroke="true" fill="norm" extrusionOk="true">
                <a:moveTo>
                  <a:pt x="128786" y="18002"/>
                </a:moveTo>
                <a:cubicBezTo>
                  <a:pt x="262136" y="56102"/>
                  <a:pt x="285092" y="131350"/>
                  <a:pt x="285092" y="359187"/>
                </a:cubicBezTo>
                <a:cubicBezTo>
                  <a:pt x="285092" y="436245"/>
                  <a:pt x="285092" y="537495"/>
                  <a:pt x="280425" y="567213"/>
                </a:cubicBezTo>
                <a:lnTo>
                  <a:pt x="258232" y="567213"/>
                </a:lnTo>
                <a:cubicBezTo>
                  <a:pt x="258232" y="567213"/>
                  <a:pt x="292712" y="396716"/>
                  <a:pt x="193176" y="329088"/>
                </a:cubicBezTo>
                <a:cubicBezTo>
                  <a:pt x="14106" y="208121"/>
                  <a:pt x="128025" y="21907"/>
                  <a:pt x="-563" y="2191"/>
                </a:cubicBezTo>
                <a:cubicBezTo>
                  <a:pt x="-467" y="2476"/>
                  <a:pt x="32298" y="-9716"/>
                  <a:pt x="128786" y="18002"/>
                </a:cubicBezTo>
                <a:close/>
              </a:path>
            </a:pathLst>
          </a:custGeom>
          <a:solidFill>
            <a:srgbClr val="123D89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7" id="7"/>
          <p:cNvSpPr/>
          <p:nvPr/>
        </p:nvSpPr>
        <p:spPr>
          <a:xfrm flipH="true">
            <a:off x="1283281" y="2593115"/>
            <a:ext cx="145045" cy="286352"/>
          </a:xfrm>
          <a:custGeom>
            <a:avLst/>
            <a:gdLst/>
            <a:ahLst/>
            <a:cxnLst/>
            <a:rect r="r" b="b" t="t" l="l"/>
            <a:pathLst>
              <a:path w="225361" h="444914" stroke="true" fill="norm" extrusionOk="true">
                <a:moveTo>
                  <a:pt x="100593" y="7098"/>
                </a:moveTo>
                <a:cubicBezTo>
                  <a:pt x="19059" y="37578"/>
                  <a:pt x="-563" y="109777"/>
                  <a:pt x="-563" y="291134"/>
                </a:cubicBezTo>
                <a:cubicBezTo>
                  <a:pt x="-563" y="352475"/>
                  <a:pt x="-563" y="421055"/>
                  <a:pt x="2295" y="444677"/>
                </a:cubicBezTo>
                <a:lnTo>
                  <a:pt x="15820" y="444677"/>
                </a:lnTo>
                <a:cubicBezTo>
                  <a:pt x="15820" y="444677"/>
                  <a:pt x="-5325" y="320852"/>
                  <a:pt x="55730" y="267511"/>
                </a:cubicBezTo>
                <a:cubicBezTo>
                  <a:pt x="165268" y="171214"/>
                  <a:pt x="103355" y="27291"/>
                  <a:pt x="224799" y="19861"/>
                </a:cubicBezTo>
                <a:cubicBezTo>
                  <a:pt x="224799" y="19576"/>
                  <a:pt x="159744" y="-14905"/>
                  <a:pt x="100593" y="7098"/>
                </a:cubicBezTo>
                <a:close/>
              </a:path>
            </a:pathLst>
          </a:custGeom>
          <a:solidFill>
            <a:srgbClr val="5D6DBA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8" id="8"/>
          <p:cNvSpPr/>
          <p:nvPr/>
        </p:nvSpPr>
        <p:spPr>
          <a:xfrm flipH="true">
            <a:off x="1468479" y="2699408"/>
            <a:ext cx="181338" cy="193852"/>
          </a:xfrm>
          <a:custGeom>
            <a:avLst/>
            <a:gdLst/>
            <a:ahLst/>
            <a:cxnLst/>
            <a:rect r="r" b="b" t="t" l="l"/>
            <a:pathLst>
              <a:path w="281750" h="301194" stroke="true" fill="norm" extrusionOk="true">
                <a:moveTo>
                  <a:pt x="126025" y="14635"/>
                </a:moveTo>
                <a:cubicBezTo>
                  <a:pt x="230800" y="50925"/>
                  <a:pt x="260327" y="107885"/>
                  <a:pt x="273948" y="220756"/>
                </a:cubicBezTo>
                <a:cubicBezTo>
                  <a:pt x="277948" y="247322"/>
                  <a:pt x="280329" y="274106"/>
                  <a:pt x="281188" y="300957"/>
                </a:cubicBezTo>
                <a:lnTo>
                  <a:pt x="269948" y="300957"/>
                </a:lnTo>
                <a:cubicBezTo>
                  <a:pt x="269948" y="300957"/>
                  <a:pt x="280425" y="220851"/>
                  <a:pt x="218512" y="189990"/>
                </a:cubicBezTo>
                <a:cubicBezTo>
                  <a:pt x="85162" y="123315"/>
                  <a:pt x="138979" y="13302"/>
                  <a:pt x="-563" y="8539"/>
                </a:cubicBezTo>
                <a:cubicBezTo>
                  <a:pt x="-372" y="8539"/>
                  <a:pt x="40681" y="-14797"/>
                  <a:pt x="126025" y="14635"/>
                </a:cubicBezTo>
                <a:close/>
              </a:path>
            </a:pathLst>
          </a:custGeom>
          <a:solidFill>
            <a:srgbClr val="5D6DBA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9" id="9"/>
          <p:cNvSpPr/>
          <p:nvPr/>
        </p:nvSpPr>
        <p:spPr>
          <a:xfrm flipH="true">
            <a:off x="1375769" y="2887008"/>
            <a:ext cx="143920" cy="155038"/>
          </a:xfrm>
          <a:custGeom>
            <a:avLst/>
            <a:gdLst/>
            <a:ahLst/>
            <a:cxnLst/>
            <a:rect r="r" b="b" t="t" l="l"/>
            <a:pathLst>
              <a:path w="223614" h="240887" stroke="true" fill="norm" extrusionOk="true">
                <a:moveTo>
                  <a:pt x="175016" y="240650"/>
                </a:moveTo>
                <a:lnTo>
                  <a:pt x="47381" y="240650"/>
                </a:lnTo>
                <a:cubicBezTo>
                  <a:pt x="34904" y="240316"/>
                  <a:pt x="24711" y="230744"/>
                  <a:pt x="23569" y="218361"/>
                </a:cubicBezTo>
                <a:lnTo>
                  <a:pt x="-244" y="29004"/>
                </a:lnTo>
                <a:cubicBezTo>
                  <a:pt x="-2435" y="15241"/>
                  <a:pt x="6900" y="2286"/>
                  <a:pt x="20616" y="58"/>
                </a:cubicBezTo>
                <a:cubicBezTo>
                  <a:pt x="21664" y="-95"/>
                  <a:pt x="22616" y="-190"/>
                  <a:pt x="23569" y="-237"/>
                </a:cubicBezTo>
                <a:lnTo>
                  <a:pt x="199019" y="-237"/>
                </a:lnTo>
                <a:cubicBezTo>
                  <a:pt x="212926" y="429"/>
                  <a:pt x="223689" y="12250"/>
                  <a:pt x="223023" y="26175"/>
                </a:cubicBezTo>
                <a:cubicBezTo>
                  <a:pt x="223023" y="27128"/>
                  <a:pt x="222927" y="28071"/>
                  <a:pt x="222737" y="29004"/>
                </a:cubicBezTo>
                <a:lnTo>
                  <a:pt x="199019" y="218361"/>
                </a:lnTo>
                <a:cubicBezTo>
                  <a:pt x="197781" y="230753"/>
                  <a:pt x="187495" y="240288"/>
                  <a:pt x="175016" y="240650"/>
                </a:cubicBezTo>
                <a:close/>
              </a:path>
            </a:pathLst>
          </a:custGeom>
          <a:solidFill>
            <a:srgbClr val="ACC7FC">
              <a:alpha val="50000"/>
            </a:srgbClr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10" id="10"/>
          <p:cNvSpPr/>
          <p:nvPr/>
        </p:nvSpPr>
        <p:spPr>
          <a:xfrm flipH="true">
            <a:off x="1358250" y="2873215"/>
            <a:ext cx="178900" cy="41318"/>
          </a:xfrm>
          <a:custGeom>
            <a:avLst/>
            <a:gdLst/>
            <a:ahLst/>
            <a:cxnLst/>
            <a:rect r="r" b="b" t="t" l="l"/>
            <a:pathLst>
              <a:path w="277963" h="64198" stroke="true" fill="norm" extrusionOk="true">
                <a:moveTo>
                  <a:pt x="256151" y="63961"/>
                </a:moveTo>
                <a:lnTo>
                  <a:pt x="20502" y="63961"/>
                </a:lnTo>
                <a:cubicBezTo>
                  <a:pt x="14025" y="63809"/>
                  <a:pt x="8501" y="59122"/>
                  <a:pt x="7262" y="52721"/>
                </a:cubicBezTo>
                <a:lnTo>
                  <a:pt x="-168" y="17193"/>
                </a:lnTo>
                <a:cubicBezTo>
                  <a:pt x="-1978" y="9630"/>
                  <a:pt x="2595" y="2001"/>
                  <a:pt x="10214" y="153"/>
                </a:cubicBezTo>
                <a:cubicBezTo>
                  <a:pt x="11167" y="-76"/>
                  <a:pt x="12120" y="-209"/>
                  <a:pt x="13072" y="-237"/>
                </a:cubicBezTo>
                <a:lnTo>
                  <a:pt x="263770" y="-237"/>
                </a:lnTo>
                <a:cubicBezTo>
                  <a:pt x="271581" y="77"/>
                  <a:pt x="277677" y="6687"/>
                  <a:pt x="277391" y="14517"/>
                </a:cubicBezTo>
                <a:cubicBezTo>
                  <a:pt x="277296" y="15421"/>
                  <a:pt x="277200" y="16317"/>
                  <a:pt x="277010" y="17193"/>
                </a:cubicBezTo>
                <a:lnTo>
                  <a:pt x="269580" y="52721"/>
                </a:lnTo>
                <a:cubicBezTo>
                  <a:pt x="268246" y="59151"/>
                  <a:pt x="262722" y="63818"/>
                  <a:pt x="256151" y="63961"/>
                </a:cubicBezTo>
                <a:close/>
              </a:path>
            </a:pathLst>
          </a:custGeom>
          <a:solidFill>
            <a:srgbClr val="A7C0FF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11" id="11"/>
          <p:cNvSpPr/>
          <p:nvPr/>
        </p:nvSpPr>
        <p:spPr>
          <a:xfrm flipH="true">
            <a:off x="2436592" y="1931278"/>
            <a:ext cx="496259" cy="441389"/>
          </a:xfrm>
          <a:custGeom>
            <a:avLst/>
            <a:gdLst/>
            <a:ahLst/>
            <a:cxnLst/>
            <a:rect r="r" b="b" t="t" l="l"/>
            <a:pathLst>
              <a:path w="771053" h="685800" stroke="true" fill="norm" extrusionOk="true">
                <a:moveTo>
                  <a:pt x="693718" y="685563"/>
                </a:moveTo>
                <a:lnTo>
                  <a:pt x="75640" y="685563"/>
                </a:lnTo>
                <a:cubicBezTo>
                  <a:pt x="33559" y="685563"/>
                  <a:pt x="-560" y="651453"/>
                  <a:pt x="-560" y="609363"/>
                </a:cubicBezTo>
                <a:cubicBezTo>
                  <a:pt x="-560" y="609172"/>
                  <a:pt x="-560" y="608982"/>
                  <a:pt x="-560" y="608791"/>
                </a:cubicBezTo>
                <a:lnTo>
                  <a:pt x="-560" y="76629"/>
                </a:lnTo>
                <a:cubicBezTo>
                  <a:pt x="-931" y="34548"/>
                  <a:pt x="32892" y="134"/>
                  <a:pt x="74974" y="-237"/>
                </a:cubicBezTo>
                <a:cubicBezTo>
                  <a:pt x="75193" y="-237"/>
                  <a:pt x="75421" y="-237"/>
                  <a:pt x="75640" y="-237"/>
                </a:cubicBezTo>
                <a:lnTo>
                  <a:pt x="693718" y="-237"/>
                </a:lnTo>
                <a:cubicBezTo>
                  <a:pt x="736104" y="-237"/>
                  <a:pt x="770489" y="34138"/>
                  <a:pt x="770489" y="76534"/>
                </a:cubicBezTo>
                <a:cubicBezTo>
                  <a:pt x="770489" y="76563"/>
                  <a:pt x="770489" y="76601"/>
                  <a:pt x="770489" y="76629"/>
                </a:cubicBezTo>
                <a:lnTo>
                  <a:pt x="770489" y="608791"/>
                </a:lnTo>
                <a:cubicBezTo>
                  <a:pt x="770775" y="650873"/>
                  <a:pt x="736961" y="685248"/>
                  <a:pt x="694861" y="685563"/>
                </a:cubicBezTo>
                <a:cubicBezTo>
                  <a:pt x="694480" y="685563"/>
                  <a:pt x="694099" y="685563"/>
                  <a:pt x="693718" y="685563"/>
                </a:cubicBezTo>
                <a:close/>
              </a:path>
            </a:pathLst>
          </a:custGeom>
          <a:solidFill>
            <a:srgbClr val="B7CCFF">
              <a:alpha val="50000"/>
            </a:srgbClr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12" id="12"/>
          <p:cNvSpPr/>
          <p:nvPr/>
        </p:nvSpPr>
        <p:spPr>
          <a:xfrm flipH="true">
            <a:off x="2537744" y="2029364"/>
            <a:ext cx="297324" cy="245217"/>
          </a:xfrm>
          <a:custGeom>
            <a:avLst/>
            <a:gdLst/>
            <a:ahLst/>
            <a:cxnLst/>
            <a:rect r="r" b="b" t="t" l="l"/>
            <a:pathLst>
              <a:path w="461962" h="381001" stroke="true" fill="norm" extrusionOk="true">
                <a:moveTo>
                  <a:pt x="461400" y="330947"/>
                </a:moveTo>
                <a:lnTo>
                  <a:pt x="461400" y="144924"/>
                </a:lnTo>
                <a:cubicBezTo>
                  <a:pt x="461304" y="117311"/>
                  <a:pt x="438921" y="94956"/>
                  <a:pt x="411298" y="95013"/>
                </a:cubicBezTo>
                <a:cubicBezTo>
                  <a:pt x="411298" y="95013"/>
                  <a:pt x="411203" y="95013"/>
                  <a:pt x="411203" y="95013"/>
                </a:cubicBezTo>
                <a:lnTo>
                  <a:pt x="398249" y="95013"/>
                </a:lnTo>
                <a:cubicBezTo>
                  <a:pt x="370636" y="94908"/>
                  <a:pt x="348157" y="117206"/>
                  <a:pt x="348052" y="144829"/>
                </a:cubicBezTo>
                <a:cubicBezTo>
                  <a:pt x="348052" y="144857"/>
                  <a:pt x="348052" y="144895"/>
                  <a:pt x="348052" y="144924"/>
                </a:cubicBezTo>
                <a:lnTo>
                  <a:pt x="348052" y="330947"/>
                </a:lnTo>
                <a:cubicBezTo>
                  <a:pt x="348157" y="358560"/>
                  <a:pt x="370626" y="380868"/>
                  <a:pt x="398249" y="380763"/>
                </a:cubicBezTo>
                <a:cubicBezTo>
                  <a:pt x="398249" y="380763"/>
                  <a:pt x="398249" y="380763"/>
                  <a:pt x="398249" y="380763"/>
                </a:cubicBezTo>
                <a:lnTo>
                  <a:pt x="411203" y="380763"/>
                </a:lnTo>
                <a:cubicBezTo>
                  <a:pt x="438826" y="380868"/>
                  <a:pt x="461304" y="358570"/>
                  <a:pt x="461400" y="330947"/>
                </a:cubicBezTo>
                <a:cubicBezTo>
                  <a:pt x="461400" y="330947"/>
                  <a:pt x="461400" y="330947"/>
                  <a:pt x="461400" y="330947"/>
                </a:cubicBezTo>
                <a:close/>
                <a:moveTo>
                  <a:pt x="287188" y="330947"/>
                </a:moveTo>
                <a:lnTo>
                  <a:pt x="287188" y="49674"/>
                </a:lnTo>
                <a:cubicBezTo>
                  <a:pt x="287140" y="22061"/>
                  <a:pt x="264708" y="-294"/>
                  <a:pt x="237086" y="-237"/>
                </a:cubicBezTo>
                <a:cubicBezTo>
                  <a:pt x="237058" y="-237"/>
                  <a:pt x="237019" y="-237"/>
                  <a:pt x="236991" y="-237"/>
                </a:cubicBezTo>
                <a:lnTo>
                  <a:pt x="224037" y="-237"/>
                </a:lnTo>
                <a:cubicBezTo>
                  <a:pt x="196424" y="-342"/>
                  <a:pt x="173945" y="21956"/>
                  <a:pt x="173840" y="49579"/>
                </a:cubicBezTo>
                <a:cubicBezTo>
                  <a:pt x="173840" y="49607"/>
                  <a:pt x="173840" y="49645"/>
                  <a:pt x="173840" y="49674"/>
                </a:cubicBezTo>
                <a:lnTo>
                  <a:pt x="173840" y="330661"/>
                </a:lnTo>
                <a:cubicBezTo>
                  <a:pt x="173945" y="358274"/>
                  <a:pt x="196414" y="380582"/>
                  <a:pt x="224037" y="380477"/>
                </a:cubicBezTo>
                <a:cubicBezTo>
                  <a:pt x="224037" y="380477"/>
                  <a:pt x="224037" y="380477"/>
                  <a:pt x="224037" y="380477"/>
                </a:cubicBezTo>
                <a:lnTo>
                  <a:pt x="236991" y="380477"/>
                </a:lnTo>
                <a:cubicBezTo>
                  <a:pt x="264451" y="380744"/>
                  <a:pt x="286921" y="358693"/>
                  <a:pt x="287188" y="331233"/>
                </a:cubicBezTo>
                <a:cubicBezTo>
                  <a:pt x="287188" y="331138"/>
                  <a:pt x="287188" y="331043"/>
                  <a:pt x="287188" y="330947"/>
                </a:cubicBezTo>
                <a:close/>
                <a:moveTo>
                  <a:pt x="62493" y="380763"/>
                </a:moveTo>
                <a:lnTo>
                  <a:pt x="49634" y="380763"/>
                </a:lnTo>
                <a:cubicBezTo>
                  <a:pt x="22068" y="380925"/>
                  <a:pt x="-400" y="358703"/>
                  <a:pt x="-563" y="331138"/>
                </a:cubicBezTo>
                <a:cubicBezTo>
                  <a:pt x="-563" y="331071"/>
                  <a:pt x="-563" y="331014"/>
                  <a:pt x="-563" y="330947"/>
                </a:cubicBezTo>
                <a:lnTo>
                  <a:pt x="-563" y="196930"/>
                </a:lnTo>
                <a:cubicBezTo>
                  <a:pt x="-515" y="169365"/>
                  <a:pt x="21878" y="147058"/>
                  <a:pt x="49444" y="147115"/>
                </a:cubicBezTo>
                <a:cubicBezTo>
                  <a:pt x="49510" y="147115"/>
                  <a:pt x="49567" y="147115"/>
                  <a:pt x="49634" y="147115"/>
                </a:cubicBezTo>
                <a:lnTo>
                  <a:pt x="62493" y="147115"/>
                </a:lnTo>
                <a:cubicBezTo>
                  <a:pt x="90058" y="146953"/>
                  <a:pt x="112528" y="169175"/>
                  <a:pt x="112690" y="196740"/>
                </a:cubicBezTo>
                <a:cubicBezTo>
                  <a:pt x="112690" y="196807"/>
                  <a:pt x="112690" y="196864"/>
                  <a:pt x="112690" y="196930"/>
                </a:cubicBezTo>
                <a:lnTo>
                  <a:pt x="112690" y="330947"/>
                </a:lnTo>
                <a:cubicBezTo>
                  <a:pt x="112642" y="358513"/>
                  <a:pt x="90249" y="380820"/>
                  <a:pt x="62683" y="380763"/>
                </a:cubicBezTo>
                <a:cubicBezTo>
                  <a:pt x="62617" y="380763"/>
                  <a:pt x="62560" y="380763"/>
                  <a:pt x="62493" y="380763"/>
                </a:cubicBezTo>
                <a:close/>
              </a:path>
            </a:pathLst>
          </a:custGeom>
          <a:solidFill>
            <a:srgbClr val="FFFFFF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13" id="13"/>
          <p:cNvSpPr/>
          <p:nvPr/>
        </p:nvSpPr>
        <p:spPr>
          <a:xfrm flipH="true">
            <a:off x="3337229" y="2305907"/>
            <a:ext cx="12302" cy="3827"/>
          </a:xfrm>
          <a:custGeom>
            <a:avLst/>
            <a:gdLst/>
            <a:ahLst/>
            <a:cxnLst/>
            <a:rect r="r" b="b" t="t" l="l"/>
            <a:pathLst>
              <a:path w="19115" h="5946" stroke="true" fill="norm" extrusionOk="true">
                <a:moveTo>
                  <a:pt x="18487" y="5192"/>
                </a:moveTo>
                <a:cubicBezTo>
                  <a:pt x="12105" y="3477"/>
                  <a:pt x="6105" y="1477"/>
                  <a:pt x="-563" y="-237"/>
                </a:cubicBezTo>
                <a:cubicBezTo>
                  <a:pt x="11724" y="4525"/>
                  <a:pt x="19344" y="6811"/>
                  <a:pt x="18487" y="5192"/>
                </a:cubicBezTo>
                <a:close/>
              </a:path>
            </a:pathLst>
          </a:custGeom>
          <a:solidFill>
            <a:srgbClr val="FFE3D9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14" id="14"/>
          <p:cNvSpPr/>
          <p:nvPr/>
        </p:nvSpPr>
        <p:spPr>
          <a:xfrm flipH="true">
            <a:off x="2951869" y="2850293"/>
            <a:ext cx="702160" cy="354024"/>
          </a:xfrm>
          <a:custGeom>
            <a:avLst/>
            <a:gdLst/>
            <a:ahLst/>
            <a:cxnLst/>
            <a:rect r="r" b="b" t="t" l="l"/>
            <a:pathLst>
              <a:path w="1090969" h="550059" stroke="true" fill="norm" extrusionOk="true">
                <a:moveTo>
                  <a:pt x="934126" y="31757"/>
                </a:moveTo>
                <a:cubicBezTo>
                  <a:pt x="878024" y="81287"/>
                  <a:pt x="886501" y="108528"/>
                  <a:pt x="825350" y="136532"/>
                </a:cubicBezTo>
                <a:cubicBezTo>
                  <a:pt x="770296" y="162059"/>
                  <a:pt x="478831" y="236544"/>
                  <a:pt x="284235" y="75953"/>
                </a:cubicBezTo>
                <a:cubicBezTo>
                  <a:pt x="284235" y="75953"/>
                  <a:pt x="46110" y="246069"/>
                  <a:pt x="-563" y="479432"/>
                </a:cubicBezTo>
                <a:cubicBezTo>
                  <a:pt x="-563" y="479432"/>
                  <a:pt x="318620" y="748323"/>
                  <a:pt x="908409" y="235020"/>
                </a:cubicBezTo>
                <a:cubicBezTo>
                  <a:pt x="975084" y="177204"/>
                  <a:pt x="960891" y="140628"/>
                  <a:pt x="992895" y="90050"/>
                </a:cubicBezTo>
                <a:cubicBezTo>
                  <a:pt x="1008897" y="64713"/>
                  <a:pt x="1093193" y="67000"/>
                  <a:pt x="1090336" y="31090"/>
                </a:cubicBezTo>
                <a:cubicBezTo>
                  <a:pt x="1085573" y="-28536"/>
                  <a:pt x="956795" y="11659"/>
                  <a:pt x="934126" y="31757"/>
                </a:cubicBezTo>
                <a:close/>
              </a:path>
            </a:pathLst>
          </a:custGeom>
          <a:solidFill>
            <a:srgbClr val="FFC1CE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15" id="15"/>
          <p:cNvSpPr/>
          <p:nvPr/>
        </p:nvSpPr>
        <p:spPr>
          <a:xfrm flipH="true">
            <a:off x="3459806" y="2620562"/>
            <a:ext cx="490517" cy="564076"/>
          </a:xfrm>
          <a:custGeom>
            <a:avLst/>
            <a:gdLst/>
            <a:ahLst/>
            <a:cxnLst/>
            <a:rect r="r" b="b" t="t" l="l"/>
            <a:pathLst>
              <a:path w="762132" h="876424" stroke="true" fill="norm" extrusionOk="true">
                <a:moveTo>
                  <a:pt x="760693" y="440609"/>
                </a:moveTo>
                <a:cubicBezTo>
                  <a:pt x="764827" y="421035"/>
                  <a:pt x="754007" y="401385"/>
                  <a:pt x="735262" y="394413"/>
                </a:cubicBezTo>
                <a:cubicBezTo>
                  <a:pt x="503518" y="311926"/>
                  <a:pt x="426652" y="-18496"/>
                  <a:pt x="237485" y="554"/>
                </a:cubicBezTo>
                <a:cubicBezTo>
                  <a:pt x="3075" y="23509"/>
                  <a:pt x="-10832" y="283447"/>
                  <a:pt x="3265" y="352979"/>
                </a:cubicBezTo>
                <a:cubicBezTo>
                  <a:pt x="52319" y="589389"/>
                  <a:pt x="330735" y="807607"/>
                  <a:pt x="484088" y="876187"/>
                </a:cubicBezTo>
                <a:cubicBezTo>
                  <a:pt x="484088" y="876187"/>
                  <a:pt x="550191" y="824276"/>
                  <a:pt x="666491" y="668542"/>
                </a:cubicBezTo>
                <a:cubicBezTo>
                  <a:pt x="722593" y="593771"/>
                  <a:pt x="749359" y="493663"/>
                  <a:pt x="760693" y="440609"/>
                </a:cubicBezTo>
                <a:close/>
              </a:path>
            </a:pathLst>
          </a:custGeom>
          <a:solidFill>
            <a:srgbClr val="FF8B00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16" id="16"/>
          <p:cNvSpPr/>
          <p:nvPr/>
        </p:nvSpPr>
        <p:spPr>
          <a:xfrm flipH="true">
            <a:off x="3579072" y="2314919"/>
            <a:ext cx="682383" cy="890134"/>
          </a:xfrm>
          <a:custGeom>
            <a:avLst/>
            <a:gdLst/>
            <a:ahLst/>
            <a:cxnLst/>
            <a:rect r="r" b="b" t="t" l="l"/>
            <a:pathLst>
              <a:path w="1060241" h="1383030" stroke="true" fill="norm" extrusionOk="true">
                <a:moveTo>
                  <a:pt x="825676" y="-237"/>
                </a:moveTo>
                <a:lnTo>
                  <a:pt x="997983" y="95013"/>
                </a:lnTo>
                <a:cubicBezTo>
                  <a:pt x="997983" y="95013"/>
                  <a:pt x="886922" y="241126"/>
                  <a:pt x="951597" y="396860"/>
                </a:cubicBezTo>
                <a:cubicBezTo>
                  <a:pt x="1104949" y="766906"/>
                  <a:pt x="1066659" y="1054561"/>
                  <a:pt x="1009604" y="1254110"/>
                </a:cubicBezTo>
                <a:lnTo>
                  <a:pt x="956645" y="1382793"/>
                </a:lnTo>
                <a:lnTo>
                  <a:pt x="26148" y="1232202"/>
                </a:lnTo>
                <a:cubicBezTo>
                  <a:pt x="26148" y="1232202"/>
                  <a:pt x="-17858" y="1153526"/>
                  <a:pt x="7098" y="988362"/>
                </a:cubicBezTo>
                <a:cubicBezTo>
                  <a:pt x="45198" y="729092"/>
                  <a:pt x="119683" y="427530"/>
                  <a:pt x="574407" y="209694"/>
                </a:cubicBezTo>
                <a:cubicBezTo>
                  <a:pt x="809484" y="97108"/>
                  <a:pt x="825676" y="-237"/>
                  <a:pt x="825676" y="-237"/>
                </a:cubicBezTo>
                <a:close/>
              </a:path>
            </a:pathLst>
          </a:custGeom>
          <a:solidFill>
            <a:srgbClr val="FFD200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17" id="17"/>
          <p:cNvSpPr/>
          <p:nvPr/>
        </p:nvSpPr>
        <p:spPr>
          <a:xfrm flipH="true">
            <a:off x="3596955" y="2225906"/>
            <a:ext cx="235101" cy="318167"/>
          </a:xfrm>
          <a:custGeom>
            <a:avLst/>
            <a:gdLst/>
            <a:ahLst/>
            <a:cxnLst/>
            <a:rect r="r" b="b" t="t" l="l"/>
            <a:pathLst>
              <a:path w="365283" h="494347" stroke="true" fill="norm" extrusionOk="true">
                <a:moveTo>
                  <a:pt x="272138" y="494110"/>
                </a:moveTo>
                <a:cubicBezTo>
                  <a:pt x="256327" y="304943"/>
                  <a:pt x="364721" y="188453"/>
                  <a:pt x="364721" y="188453"/>
                </a:cubicBezTo>
                <a:lnTo>
                  <a:pt x="262613" y="13669"/>
                </a:lnTo>
                <a:lnTo>
                  <a:pt x="247087" y="-237"/>
                </a:lnTo>
                <a:cubicBezTo>
                  <a:pt x="247087" y="-237"/>
                  <a:pt x="147551" y="207979"/>
                  <a:pt x="-563" y="297609"/>
                </a:cubicBezTo>
                <a:cubicBezTo>
                  <a:pt x="56016" y="363713"/>
                  <a:pt x="182031" y="477251"/>
                  <a:pt x="272138" y="494110"/>
                </a:cubicBezTo>
                <a:close/>
              </a:path>
            </a:pathLst>
          </a:custGeom>
          <a:solidFill>
            <a:srgbClr val="FFAEBF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18" id="18"/>
          <p:cNvSpPr/>
          <p:nvPr/>
        </p:nvSpPr>
        <p:spPr>
          <a:xfrm flipH="true">
            <a:off x="3883701" y="3234846"/>
            <a:ext cx="465216" cy="730744"/>
          </a:xfrm>
          <a:custGeom>
            <a:avLst/>
            <a:gdLst/>
            <a:ahLst/>
            <a:cxnLst/>
            <a:rect r="r" b="b" t="t" l="l"/>
            <a:pathLst>
              <a:path w="722822" h="1135380" stroke="true" fill="norm" extrusionOk="true">
                <a:moveTo>
                  <a:pt x="689250" y="-237"/>
                </a:moveTo>
                <a:cubicBezTo>
                  <a:pt x="689250" y="-237"/>
                  <a:pt x="934996" y="820056"/>
                  <a:pt x="85461" y="1135143"/>
                </a:cubicBezTo>
                <a:cubicBezTo>
                  <a:pt x="-10266" y="1029415"/>
                  <a:pt x="-264" y="1029129"/>
                  <a:pt x="-264" y="1029129"/>
                </a:cubicBezTo>
                <a:cubicBezTo>
                  <a:pt x="-264" y="1029129"/>
                  <a:pt x="559235" y="458868"/>
                  <a:pt x="196236" y="14526"/>
                </a:cubicBezTo>
                <a:close/>
              </a:path>
            </a:pathLst>
          </a:custGeom>
          <a:solidFill>
            <a:srgbClr val="132A6B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19" id="19"/>
          <p:cNvSpPr/>
          <p:nvPr/>
        </p:nvSpPr>
        <p:spPr>
          <a:xfrm flipH="true">
            <a:off x="4251368" y="3897359"/>
            <a:ext cx="147708" cy="170490"/>
          </a:xfrm>
          <a:custGeom>
            <a:avLst/>
            <a:gdLst/>
            <a:ahLst/>
            <a:cxnLst/>
            <a:rect r="r" b="b" t="t" l="l"/>
            <a:pathLst>
              <a:path w="229499" h="264896" stroke="true" fill="norm" extrusionOk="true">
                <a:moveTo>
                  <a:pt x="144059" y="253699"/>
                </a:moveTo>
                <a:lnTo>
                  <a:pt x="14710" y="131874"/>
                </a:lnTo>
                <a:cubicBezTo>
                  <a:pt x="-4845" y="113367"/>
                  <a:pt x="-5740" y="82525"/>
                  <a:pt x="12710" y="62913"/>
                </a:cubicBezTo>
                <a:lnTo>
                  <a:pt x="77384" y="-237"/>
                </a:lnTo>
                <a:lnTo>
                  <a:pt x="196638" y="106919"/>
                </a:lnTo>
                <a:cubicBezTo>
                  <a:pt x="237909" y="145733"/>
                  <a:pt x="239890" y="210655"/>
                  <a:pt x="201076" y="251927"/>
                </a:cubicBezTo>
                <a:cubicBezTo>
                  <a:pt x="201057" y="251947"/>
                  <a:pt x="201038" y="251966"/>
                  <a:pt x="201019" y="251984"/>
                </a:cubicBezTo>
                <a:lnTo>
                  <a:pt x="201019" y="251984"/>
                </a:lnTo>
                <a:cubicBezTo>
                  <a:pt x="185770" y="268186"/>
                  <a:pt x="160271" y="268958"/>
                  <a:pt x="144069" y="253709"/>
                </a:cubicBezTo>
                <a:cubicBezTo>
                  <a:pt x="144059" y="253699"/>
                  <a:pt x="144059" y="253699"/>
                  <a:pt x="144059" y="253699"/>
                </a:cubicBezTo>
                <a:close/>
              </a:path>
            </a:pathLst>
          </a:custGeom>
          <a:solidFill>
            <a:srgbClr val="091C47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20" id="20"/>
          <p:cNvSpPr/>
          <p:nvPr/>
        </p:nvSpPr>
        <p:spPr>
          <a:xfrm flipH="true">
            <a:off x="3427433" y="3022183"/>
            <a:ext cx="884955" cy="725042"/>
          </a:xfrm>
          <a:custGeom>
            <a:avLst/>
            <a:gdLst/>
            <a:ahLst/>
            <a:cxnLst/>
            <a:rect r="r" b="b" t="t" l="l"/>
            <a:pathLst>
              <a:path w="1374983" h="1126521" stroke="true" fill="norm" extrusionOk="true">
                <a:moveTo>
                  <a:pt x="88807" y="-237"/>
                </a:moveTo>
                <a:cubicBezTo>
                  <a:pt x="88807" y="-237"/>
                  <a:pt x="-126743" y="319612"/>
                  <a:pt x="111667" y="471060"/>
                </a:cubicBezTo>
                <a:cubicBezTo>
                  <a:pt x="215394" y="535353"/>
                  <a:pt x="414943" y="537735"/>
                  <a:pt x="603824" y="540211"/>
                </a:cubicBezTo>
                <a:cubicBezTo>
                  <a:pt x="830614" y="539544"/>
                  <a:pt x="1041021" y="542973"/>
                  <a:pt x="1055309" y="653559"/>
                </a:cubicBezTo>
                <a:cubicBezTo>
                  <a:pt x="1077759" y="797272"/>
                  <a:pt x="1084560" y="943004"/>
                  <a:pt x="1075597" y="1088185"/>
                </a:cubicBezTo>
                <a:lnTo>
                  <a:pt x="1256572" y="1126285"/>
                </a:lnTo>
                <a:cubicBezTo>
                  <a:pt x="1256572" y="1126285"/>
                  <a:pt x="1488506" y="529353"/>
                  <a:pt x="1301625" y="334280"/>
                </a:cubicBezTo>
                <a:cubicBezTo>
                  <a:pt x="1109697" y="133589"/>
                  <a:pt x="89188" y="-237"/>
                  <a:pt x="89188" y="-237"/>
                </a:cubicBezTo>
              </a:path>
            </a:pathLst>
          </a:custGeom>
          <a:solidFill>
            <a:srgbClr val="25468E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21" id="21"/>
          <p:cNvSpPr/>
          <p:nvPr/>
        </p:nvSpPr>
        <p:spPr>
          <a:xfrm flipH="true">
            <a:off x="4225853" y="2825035"/>
            <a:ext cx="483236" cy="329866"/>
          </a:xfrm>
          <a:custGeom>
            <a:avLst/>
            <a:gdLst/>
            <a:ahLst/>
            <a:cxnLst/>
            <a:rect r="r" b="b" t="t" l="l"/>
            <a:pathLst>
              <a:path w="750820" h="512523" stroke="true" fill="norm" extrusionOk="true">
                <a:moveTo>
                  <a:pt x="62045" y="-151"/>
                </a:moveTo>
                <a:lnTo>
                  <a:pt x="713174" y="34616"/>
                </a:lnTo>
                <a:cubicBezTo>
                  <a:pt x="734501" y="35492"/>
                  <a:pt x="751083" y="53485"/>
                  <a:pt x="750226" y="74811"/>
                </a:cubicBezTo>
                <a:lnTo>
                  <a:pt x="728795" y="476290"/>
                </a:lnTo>
                <a:cubicBezTo>
                  <a:pt x="727318" y="497550"/>
                  <a:pt x="708917" y="513618"/>
                  <a:pt x="687647" y="512199"/>
                </a:cubicBezTo>
                <a:lnTo>
                  <a:pt x="36518" y="477433"/>
                </a:lnTo>
                <a:cubicBezTo>
                  <a:pt x="15230" y="476557"/>
                  <a:pt x="-1344" y="458621"/>
                  <a:pt x="-534" y="437333"/>
                </a:cubicBezTo>
                <a:lnTo>
                  <a:pt x="20897" y="35854"/>
                </a:lnTo>
                <a:cubicBezTo>
                  <a:pt x="22326" y="14556"/>
                  <a:pt x="40738" y="-1570"/>
                  <a:pt x="62045" y="-151"/>
                </a:cubicBezTo>
                <a:close/>
              </a:path>
            </a:pathLst>
          </a:custGeom>
          <a:solidFill>
            <a:srgbClr val="E7ECFF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22" id="22"/>
          <p:cNvSpPr/>
          <p:nvPr/>
        </p:nvSpPr>
        <p:spPr>
          <a:xfrm flipH="true" rot="21383400">
            <a:off x="4600234" y="2894201"/>
            <a:ext cx="36783" cy="183912"/>
          </a:xfrm>
          <a:custGeom>
            <a:avLst/>
            <a:gdLst/>
            <a:ahLst/>
            <a:cxnLst/>
            <a:rect r="r" b="b" t="t" l="l"/>
            <a:pathLst>
              <a:path w="57150" h="285750" stroke="true" fill="norm" extrusionOk="true">
                <a:moveTo>
                  <a:pt x="28012" y="-238"/>
                </a:moveTo>
                <a:cubicBezTo>
                  <a:pt x="43794" y="-238"/>
                  <a:pt x="56587" y="-238"/>
                  <a:pt x="56587" y="-238"/>
                </a:cubicBezTo>
                <a:lnTo>
                  <a:pt x="56587" y="285512"/>
                </a:lnTo>
                <a:cubicBezTo>
                  <a:pt x="56587" y="285512"/>
                  <a:pt x="43794" y="285512"/>
                  <a:pt x="28012" y="285512"/>
                </a:cubicBezTo>
                <a:lnTo>
                  <a:pt x="28012" y="285512"/>
                </a:lnTo>
                <a:cubicBezTo>
                  <a:pt x="12231" y="285512"/>
                  <a:pt x="-563" y="285512"/>
                  <a:pt x="-563" y="285512"/>
                </a:cubicBezTo>
                <a:lnTo>
                  <a:pt x="-563" y="-238"/>
                </a:lnTo>
                <a:cubicBezTo>
                  <a:pt x="-563" y="-238"/>
                  <a:pt x="12231" y="-238"/>
                  <a:pt x="28012" y="-238"/>
                </a:cubicBezTo>
                <a:close/>
              </a:path>
            </a:pathLst>
          </a:custGeom>
          <a:solidFill>
            <a:srgbClr val="A7C0FF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23" id="23"/>
          <p:cNvSpPr/>
          <p:nvPr/>
        </p:nvSpPr>
        <p:spPr>
          <a:xfrm flipH="true" rot="21383400">
            <a:off x="4361648" y="2952107"/>
            <a:ext cx="36783" cy="98086"/>
          </a:xfrm>
          <a:custGeom>
            <a:avLst/>
            <a:gdLst/>
            <a:ahLst/>
            <a:cxnLst/>
            <a:rect r="r" b="b" t="t" l="l"/>
            <a:pathLst>
              <a:path w="57150" h="152400" stroke="true" fill="norm" extrusionOk="true">
                <a:moveTo>
                  <a:pt x="28013" y="-238"/>
                </a:moveTo>
                <a:cubicBezTo>
                  <a:pt x="43794" y="-238"/>
                  <a:pt x="56588" y="-238"/>
                  <a:pt x="56588" y="-238"/>
                </a:cubicBezTo>
                <a:lnTo>
                  <a:pt x="56588" y="152163"/>
                </a:lnTo>
                <a:cubicBezTo>
                  <a:pt x="56588" y="152163"/>
                  <a:pt x="43794" y="152163"/>
                  <a:pt x="28013" y="152163"/>
                </a:cubicBezTo>
                <a:lnTo>
                  <a:pt x="28013" y="152163"/>
                </a:lnTo>
                <a:cubicBezTo>
                  <a:pt x="12231" y="152163"/>
                  <a:pt x="-562" y="152163"/>
                  <a:pt x="-562" y="152163"/>
                </a:cubicBezTo>
                <a:lnTo>
                  <a:pt x="-562" y="-238"/>
                </a:lnTo>
                <a:cubicBezTo>
                  <a:pt x="-562" y="-238"/>
                  <a:pt x="12231" y="-238"/>
                  <a:pt x="28013" y="-238"/>
                </a:cubicBezTo>
                <a:close/>
              </a:path>
            </a:pathLst>
          </a:custGeom>
          <a:solidFill>
            <a:srgbClr val="A7C0FF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24" id="24"/>
          <p:cNvSpPr/>
          <p:nvPr/>
        </p:nvSpPr>
        <p:spPr>
          <a:xfrm flipH="true" rot="21383400">
            <a:off x="4276029" y="2914637"/>
            <a:ext cx="36783" cy="183912"/>
          </a:xfrm>
          <a:custGeom>
            <a:avLst/>
            <a:gdLst/>
            <a:ahLst/>
            <a:cxnLst/>
            <a:rect r="r" b="b" t="t" l="l"/>
            <a:pathLst>
              <a:path w="57150" h="285750" stroke="true" fill="norm" extrusionOk="true">
                <a:moveTo>
                  <a:pt x="28012" y="-237"/>
                </a:moveTo>
                <a:cubicBezTo>
                  <a:pt x="43794" y="-237"/>
                  <a:pt x="56587" y="-237"/>
                  <a:pt x="56587" y="-237"/>
                </a:cubicBezTo>
                <a:lnTo>
                  <a:pt x="56587" y="285513"/>
                </a:lnTo>
                <a:cubicBezTo>
                  <a:pt x="56587" y="285513"/>
                  <a:pt x="43794" y="285513"/>
                  <a:pt x="28012" y="285513"/>
                </a:cubicBezTo>
                <a:lnTo>
                  <a:pt x="28012" y="285513"/>
                </a:lnTo>
                <a:cubicBezTo>
                  <a:pt x="12231" y="285513"/>
                  <a:pt x="-563" y="285513"/>
                  <a:pt x="-563" y="285513"/>
                </a:cubicBezTo>
                <a:lnTo>
                  <a:pt x="-563" y="-237"/>
                </a:lnTo>
                <a:cubicBezTo>
                  <a:pt x="-563" y="-237"/>
                  <a:pt x="12231" y="-237"/>
                  <a:pt x="28012" y="-237"/>
                </a:cubicBezTo>
                <a:close/>
              </a:path>
            </a:pathLst>
          </a:custGeom>
          <a:solidFill>
            <a:srgbClr val="A7C0FF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25" id="25"/>
          <p:cNvSpPr/>
          <p:nvPr/>
        </p:nvSpPr>
        <p:spPr>
          <a:xfrm flipH="true">
            <a:off x="4219981" y="2431151"/>
            <a:ext cx="324984" cy="739744"/>
          </a:xfrm>
          <a:custGeom>
            <a:avLst/>
            <a:gdLst/>
            <a:ahLst/>
            <a:cxnLst/>
            <a:rect r="r" b="b" t="t" l="l"/>
            <a:pathLst>
              <a:path w="504939" h="1149364" stroke="true" fill="norm" extrusionOk="true">
                <a:moveTo>
                  <a:pt x="154800" y="1018176"/>
                </a:moveTo>
                <a:cubicBezTo>
                  <a:pt x="148132" y="943595"/>
                  <a:pt x="121367" y="933975"/>
                  <a:pt x="134797" y="868347"/>
                </a:cubicBezTo>
                <a:cubicBezTo>
                  <a:pt x="146894" y="808911"/>
                  <a:pt x="259765" y="530019"/>
                  <a:pt x="504367" y="468297"/>
                </a:cubicBezTo>
                <a:cubicBezTo>
                  <a:pt x="504367" y="468297"/>
                  <a:pt x="508368" y="175975"/>
                  <a:pt x="348253" y="-237"/>
                </a:cubicBezTo>
                <a:cubicBezTo>
                  <a:pt x="348253" y="-237"/>
                  <a:pt x="-57417" y="97394"/>
                  <a:pt x="6209" y="876634"/>
                </a:cubicBezTo>
                <a:cubicBezTo>
                  <a:pt x="13353" y="964455"/>
                  <a:pt x="51072" y="974932"/>
                  <a:pt x="72884" y="1030653"/>
                </a:cubicBezTo>
                <a:cubicBezTo>
                  <a:pt x="83838" y="1058562"/>
                  <a:pt x="31927" y="1125046"/>
                  <a:pt x="62598" y="1144096"/>
                </a:cubicBezTo>
                <a:cubicBezTo>
                  <a:pt x="113556" y="1175814"/>
                  <a:pt x="157466" y="1048370"/>
                  <a:pt x="154800" y="1018176"/>
                </a:cubicBezTo>
                <a:close/>
              </a:path>
            </a:pathLst>
          </a:custGeom>
          <a:solidFill>
            <a:srgbClr val="FFC1CE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26" id="26"/>
          <p:cNvSpPr/>
          <p:nvPr/>
        </p:nvSpPr>
        <p:spPr>
          <a:xfrm flipH="true">
            <a:off x="3777921" y="2351082"/>
            <a:ext cx="572583" cy="395739"/>
          </a:xfrm>
          <a:custGeom>
            <a:avLst/>
            <a:gdLst/>
            <a:ahLst/>
            <a:cxnLst/>
            <a:rect r="r" b="b" t="t" l="l"/>
            <a:pathLst>
              <a:path w="889640" h="614872" stroke="true" fill="norm" extrusionOk="true">
                <a:moveTo>
                  <a:pt x="186794" y="601085"/>
                </a:moveTo>
                <a:cubicBezTo>
                  <a:pt x="200091" y="616039"/>
                  <a:pt x="222342" y="619002"/>
                  <a:pt x="239087" y="608038"/>
                </a:cubicBezTo>
                <a:cubicBezTo>
                  <a:pt x="442445" y="470783"/>
                  <a:pt x="754580" y="604800"/>
                  <a:pt x="851544" y="441160"/>
                </a:cubicBezTo>
                <a:cubicBezTo>
                  <a:pt x="971654" y="238563"/>
                  <a:pt x="770772" y="72924"/>
                  <a:pt x="705906" y="43206"/>
                </a:cubicBezTo>
                <a:cubicBezTo>
                  <a:pt x="486831" y="-57473"/>
                  <a:pt x="145646" y="37395"/>
                  <a:pt x="-563" y="120168"/>
                </a:cubicBezTo>
                <a:cubicBezTo>
                  <a:pt x="-563" y="120168"/>
                  <a:pt x="2105" y="204178"/>
                  <a:pt x="58588" y="390106"/>
                </a:cubicBezTo>
                <a:cubicBezTo>
                  <a:pt x="85734" y="480022"/>
                  <a:pt x="150504" y="560794"/>
                  <a:pt x="186794" y="601085"/>
                </a:cubicBezTo>
                <a:close/>
              </a:path>
            </a:pathLst>
          </a:custGeom>
          <a:solidFill>
            <a:srgbClr val="FF8B00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27" id="27"/>
          <p:cNvSpPr/>
          <p:nvPr/>
        </p:nvSpPr>
        <p:spPr>
          <a:xfrm flipH="true">
            <a:off x="3513779" y="2175794"/>
            <a:ext cx="222366" cy="226058"/>
          </a:xfrm>
          <a:custGeom>
            <a:avLst/>
            <a:gdLst/>
            <a:ahLst/>
            <a:cxnLst/>
            <a:rect r="r" b="b" t="t" l="l"/>
            <a:pathLst>
              <a:path w="345497" h="351234" stroke="true" fill="norm" extrusionOk="true">
                <a:moveTo>
                  <a:pt x="164553" y="-6"/>
                </a:moveTo>
                <a:cubicBezTo>
                  <a:pt x="87877" y="-5055"/>
                  <a:pt x="-6897" y="73336"/>
                  <a:pt x="-230" y="163252"/>
                </a:cubicBezTo>
                <a:cubicBezTo>
                  <a:pt x="1675" y="190874"/>
                  <a:pt x="29870" y="210877"/>
                  <a:pt x="43490" y="234594"/>
                </a:cubicBezTo>
                <a:cubicBezTo>
                  <a:pt x="74351" y="287553"/>
                  <a:pt x="135026" y="344608"/>
                  <a:pt x="188175" y="350132"/>
                </a:cubicBezTo>
                <a:cubicBezTo>
                  <a:pt x="265804" y="358038"/>
                  <a:pt x="306285" y="310699"/>
                  <a:pt x="316477" y="249930"/>
                </a:cubicBezTo>
                <a:cubicBezTo>
                  <a:pt x="366674" y="228022"/>
                  <a:pt x="338956" y="213734"/>
                  <a:pt x="320287" y="179635"/>
                </a:cubicBezTo>
                <a:cubicBezTo>
                  <a:pt x="310762" y="162585"/>
                  <a:pt x="317620" y="118865"/>
                  <a:pt x="314477" y="99625"/>
                </a:cubicBezTo>
                <a:cubicBezTo>
                  <a:pt x="307809" y="59144"/>
                  <a:pt x="310667" y="9709"/>
                  <a:pt x="164553" y="-6"/>
                </a:cubicBezTo>
                <a:close/>
              </a:path>
            </a:pathLst>
          </a:custGeom>
          <a:solidFill>
            <a:srgbClr val="FFC1CE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28" id="28"/>
          <p:cNvSpPr/>
          <p:nvPr/>
        </p:nvSpPr>
        <p:spPr>
          <a:xfrm flipH="true">
            <a:off x="3568966" y="2275610"/>
            <a:ext cx="12621" cy="25760"/>
          </a:xfrm>
          <a:custGeom>
            <a:avLst/>
            <a:gdLst/>
            <a:ahLst/>
            <a:cxnLst/>
            <a:rect r="r" b="b" t="t" l="l"/>
            <a:pathLst>
              <a:path w="19610" h="40025" stroke="true" fill="norm" extrusionOk="true">
                <a:moveTo>
                  <a:pt x="18899" y="20738"/>
                </a:moveTo>
                <a:cubicBezTo>
                  <a:pt x="18041" y="31787"/>
                  <a:pt x="12993" y="39788"/>
                  <a:pt x="7659" y="39788"/>
                </a:cubicBezTo>
                <a:cubicBezTo>
                  <a:pt x="2326" y="39788"/>
                  <a:pt x="-1294" y="30263"/>
                  <a:pt x="-437" y="18832"/>
                </a:cubicBezTo>
                <a:cubicBezTo>
                  <a:pt x="420" y="7403"/>
                  <a:pt x="5468" y="-694"/>
                  <a:pt x="10802" y="-218"/>
                </a:cubicBezTo>
                <a:cubicBezTo>
                  <a:pt x="16136" y="259"/>
                  <a:pt x="19851" y="9689"/>
                  <a:pt x="18899" y="20738"/>
                </a:cubicBezTo>
                <a:close/>
              </a:path>
            </a:pathLst>
          </a:custGeom>
          <a:solidFill>
            <a:srgbClr val="132A6B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29" id="29"/>
          <p:cNvSpPr/>
          <p:nvPr/>
        </p:nvSpPr>
        <p:spPr>
          <a:xfrm flipH="true">
            <a:off x="3501569" y="2126135"/>
            <a:ext cx="248111" cy="206603"/>
          </a:xfrm>
          <a:custGeom>
            <a:avLst/>
            <a:gdLst/>
            <a:ahLst/>
            <a:cxnLst/>
            <a:rect r="r" b="b" t="t" l="l"/>
            <a:pathLst>
              <a:path w="385498" h="321006" stroke="true" fill="norm" extrusionOk="true">
                <a:moveTo>
                  <a:pt x="283024" y="378"/>
                </a:moveTo>
                <a:cubicBezTo>
                  <a:pt x="198061" y="-7909"/>
                  <a:pt x="127576" y="70197"/>
                  <a:pt x="127576" y="70197"/>
                </a:cubicBezTo>
                <a:cubicBezTo>
                  <a:pt x="127576" y="70197"/>
                  <a:pt x="111669" y="50004"/>
                  <a:pt x="67949" y="56766"/>
                </a:cubicBezTo>
                <a:cubicBezTo>
                  <a:pt x="38431" y="62815"/>
                  <a:pt x="14781" y="84884"/>
                  <a:pt x="6704" y="113916"/>
                </a:cubicBezTo>
                <a:cubicBezTo>
                  <a:pt x="2751" y="137577"/>
                  <a:pt x="4113" y="161817"/>
                  <a:pt x="10704" y="184878"/>
                </a:cubicBezTo>
                <a:cubicBezTo>
                  <a:pt x="-8346" y="240408"/>
                  <a:pt x="-821" y="279270"/>
                  <a:pt x="15371" y="305940"/>
                </a:cubicBezTo>
                <a:cubicBezTo>
                  <a:pt x="24439" y="320618"/>
                  <a:pt x="43689" y="325171"/>
                  <a:pt x="58367" y="316103"/>
                </a:cubicBezTo>
                <a:cubicBezTo>
                  <a:pt x="64664" y="312217"/>
                  <a:pt x="69378" y="306217"/>
                  <a:pt x="71664" y="299178"/>
                </a:cubicBezTo>
                <a:lnTo>
                  <a:pt x="71664" y="299178"/>
                </a:lnTo>
                <a:cubicBezTo>
                  <a:pt x="56948" y="290862"/>
                  <a:pt x="45966" y="277232"/>
                  <a:pt x="40993" y="261078"/>
                </a:cubicBezTo>
                <a:cubicBezTo>
                  <a:pt x="30469" y="224254"/>
                  <a:pt x="51795" y="185878"/>
                  <a:pt x="88618" y="175353"/>
                </a:cubicBezTo>
                <a:cubicBezTo>
                  <a:pt x="88618" y="175353"/>
                  <a:pt x="88618" y="175353"/>
                  <a:pt x="88618" y="175353"/>
                </a:cubicBezTo>
                <a:cubicBezTo>
                  <a:pt x="115927" y="166771"/>
                  <a:pt x="145712" y="175581"/>
                  <a:pt x="163962" y="197641"/>
                </a:cubicBezTo>
                <a:cubicBezTo>
                  <a:pt x="220159" y="192021"/>
                  <a:pt x="237590" y="161732"/>
                  <a:pt x="237590" y="161732"/>
                </a:cubicBezTo>
                <a:cubicBezTo>
                  <a:pt x="237590" y="161732"/>
                  <a:pt x="347032" y="178877"/>
                  <a:pt x="377798" y="119250"/>
                </a:cubicBezTo>
                <a:cubicBezTo>
                  <a:pt x="408564" y="59624"/>
                  <a:pt x="332935" y="5236"/>
                  <a:pt x="283024" y="378"/>
                </a:cubicBezTo>
                <a:close/>
              </a:path>
            </a:pathLst>
          </a:custGeom>
          <a:solidFill>
            <a:srgbClr val="132A6B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30" id="30"/>
          <p:cNvSpPr/>
          <p:nvPr/>
        </p:nvSpPr>
        <p:spPr>
          <a:xfrm flipH="true" rot="103200">
            <a:off x="3447362" y="3720024"/>
            <a:ext cx="171712" cy="91955"/>
          </a:xfrm>
          <a:custGeom>
            <a:avLst/>
            <a:gdLst/>
            <a:ahLst/>
            <a:cxnLst/>
            <a:rect r="r" b="b" t="t" l="l"/>
            <a:pathLst>
              <a:path w="266795" h="142874" stroke="true" fill="norm" extrusionOk="true">
                <a:moveTo>
                  <a:pt x="-467" y="-238"/>
                </a:moveTo>
                <a:lnTo>
                  <a:pt x="163648" y="-238"/>
                </a:lnTo>
                <a:cubicBezTo>
                  <a:pt x="220303" y="-238"/>
                  <a:pt x="266233" y="45692"/>
                  <a:pt x="266233" y="102346"/>
                </a:cubicBezTo>
                <a:lnTo>
                  <a:pt x="266233" y="102346"/>
                </a:lnTo>
                <a:cubicBezTo>
                  <a:pt x="266233" y="124597"/>
                  <a:pt x="248192" y="142637"/>
                  <a:pt x="225941" y="142637"/>
                </a:cubicBezTo>
                <a:lnTo>
                  <a:pt x="48205" y="142637"/>
                </a:lnTo>
                <a:cubicBezTo>
                  <a:pt x="21269" y="142637"/>
                  <a:pt x="-563" y="120806"/>
                  <a:pt x="-563" y="93869"/>
                </a:cubicBezTo>
                <a:lnTo>
                  <a:pt x="-563" y="-238"/>
                </a:lnTo>
                <a:lnTo>
                  <a:pt x="-467" y="-238"/>
                </a:lnTo>
                <a:close/>
              </a:path>
            </a:pathLst>
          </a:custGeom>
          <a:solidFill>
            <a:srgbClr val="132A6B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31" id="31"/>
          <p:cNvSpPr/>
          <p:nvPr/>
        </p:nvSpPr>
        <p:spPr>
          <a:xfrm flipH="true">
            <a:off x="3071887" y="3956211"/>
            <a:ext cx="558785" cy="1236011"/>
          </a:xfrm>
          <a:custGeom>
            <a:avLst/>
            <a:gdLst/>
            <a:ahLst/>
            <a:cxnLst/>
            <a:rect r="r" b="b" t="t" l="l"/>
            <a:pathLst>
              <a:path w="868203" h="1920430" stroke="true" fill="norm" extrusionOk="true">
                <a:moveTo>
                  <a:pt x="75637" y="-237"/>
                </a:moveTo>
                <a:lnTo>
                  <a:pt x="791441" y="-237"/>
                </a:lnTo>
                <a:cubicBezTo>
                  <a:pt x="833523" y="-237"/>
                  <a:pt x="867641" y="33881"/>
                  <a:pt x="867641" y="75963"/>
                </a:cubicBezTo>
                <a:lnTo>
                  <a:pt x="867641" y="1920193"/>
                </a:lnTo>
                <a:lnTo>
                  <a:pt x="-563" y="1920193"/>
                </a:lnTo>
                <a:lnTo>
                  <a:pt x="-563" y="75963"/>
                </a:lnTo>
                <a:cubicBezTo>
                  <a:pt x="-563" y="33881"/>
                  <a:pt x="33556" y="-237"/>
                  <a:pt x="75637" y="-237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32" id="32"/>
          <p:cNvSpPr/>
          <p:nvPr/>
        </p:nvSpPr>
        <p:spPr>
          <a:xfrm flipH="true">
            <a:off x="1159202" y="3042781"/>
            <a:ext cx="558785" cy="2149441"/>
          </a:xfrm>
          <a:custGeom>
            <a:avLst/>
            <a:gdLst/>
            <a:ahLst/>
            <a:cxnLst/>
            <a:rect r="r" b="b" t="t" l="l"/>
            <a:pathLst>
              <a:path w="868203" h="3339655" stroke="true" fill="norm" extrusionOk="true">
                <a:moveTo>
                  <a:pt x="75637" y="-237"/>
                </a:moveTo>
                <a:lnTo>
                  <a:pt x="791441" y="-237"/>
                </a:lnTo>
                <a:cubicBezTo>
                  <a:pt x="833542" y="-237"/>
                  <a:pt x="867641" y="33881"/>
                  <a:pt x="867641" y="75963"/>
                </a:cubicBezTo>
                <a:lnTo>
                  <a:pt x="867641" y="3339418"/>
                </a:lnTo>
                <a:lnTo>
                  <a:pt x="-563" y="3339418"/>
                </a:lnTo>
                <a:lnTo>
                  <a:pt x="-563" y="75963"/>
                </a:lnTo>
                <a:cubicBezTo>
                  <a:pt x="-563" y="33881"/>
                  <a:pt x="33538" y="-237"/>
                  <a:pt x="75637" y="-237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33" id="33"/>
          <p:cNvSpPr/>
          <p:nvPr/>
        </p:nvSpPr>
        <p:spPr>
          <a:xfrm flipH="true">
            <a:off x="2436592" y="1931278"/>
            <a:ext cx="496259" cy="441389"/>
          </a:xfrm>
          <a:custGeom>
            <a:avLst/>
            <a:gdLst/>
            <a:ahLst/>
            <a:cxnLst/>
            <a:rect r="r" b="b" t="t" l="l"/>
            <a:pathLst>
              <a:path w="771053" h="685800" stroke="true" fill="norm" extrusionOk="true">
                <a:moveTo>
                  <a:pt x="693718" y="685563"/>
                </a:moveTo>
                <a:lnTo>
                  <a:pt x="75640" y="685563"/>
                </a:lnTo>
                <a:cubicBezTo>
                  <a:pt x="33559" y="685563"/>
                  <a:pt x="-560" y="651453"/>
                  <a:pt x="-560" y="609363"/>
                </a:cubicBezTo>
                <a:cubicBezTo>
                  <a:pt x="-560" y="609172"/>
                  <a:pt x="-560" y="608982"/>
                  <a:pt x="-560" y="608791"/>
                </a:cubicBezTo>
                <a:lnTo>
                  <a:pt x="-560" y="76629"/>
                </a:lnTo>
                <a:cubicBezTo>
                  <a:pt x="-931" y="34548"/>
                  <a:pt x="32892" y="134"/>
                  <a:pt x="74974" y="-237"/>
                </a:cubicBezTo>
                <a:cubicBezTo>
                  <a:pt x="75193" y="-237"/>
                  <a:pt x="75421" y="-237"/>
                  <a:pt x="75640" y="-237"/>
                </a:cubicBezTo>
                <a:lnTo>
                  <a:pt x="693718" y="-237"/>
                </a:lnTo>
                <a:cubicBezTo>
                  <a:pt x="736104" y="-237"/>
                  <a:pt x="770489" y="34138"/>
                  <a:pt x="770489" y="76534"/>
                </a:cubicBezTo>
                <a:cubicBezTo>
                  <a:pt x="770489" y="76563"/>
                  <a:pt x="770489" y="76601"/>
                  <a:pt x="770489" y="76629"/>
                </a:cubicBezTo>
                <a:lnTo>
                  <a:pt x="770489" y="608791"/>
                </a:lnTo>
                <a:cubicBezTo>
                  <a:pt x="770775" y="650873"/>
                  <a:pt x="736961" y="685248"/>
                  <a:pt x="694861" y="685563"/>
                </a:cubicBezTo>
                <a:cubicBezTo>
                  <a:pt x="694480" y="685563"/>
                  <a:pt x="694099" y="685563"/>
                  <a:pt x="693718" y="685563"/>
                </a:cubicBezTo>
                <a:close/>
              </a:path>
            </a:pathLst>
          </a:custGeom>
          <a:solidFill>
            <a:srgbClr val="B7CCFF">
              <a:alpha val="50000"/>
            </a:srgbClr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34" id="34"/>
          <p:cNvSpPr/>
          <p:nvPr/>
        </p:nvSpPr>
        <p:spPr>
          <a:xfrm flipH="true">
            <a:off x="2537744" y="2029364"/>
            <a:ext cx="297324" cy="245217"/>
          </a:xfrm>
          <a:custGeom>
            <a:avLst/>
            <a:gdLst/>
            <a:ahLst/>
            <a:cxnLst/>
            <a:rect r="r" b="b" t="t" l="l"/>
            <a:pathLst>
              <a:path w="461962" h="381001" stroke="true" fill="norm" extrusionOk="true">
                <a:moveTo>
                  <a:pt x="461400" y="330947"/>
                </a:moveTo>
                <a:lnTo>
                  <a:pt x="461400" y="144924"/>
                </a:lnTo>
                <a:cubicBezTo>
                  <a:pt x="461304" y="117311"/>
                  <a:pt x="438921" y="94956"/>
                  <a:pt x="411298" y="95013"/>
                </a:cubicBezTo>
                <a:cubicBezTo>
                  <a:pt x="411298" y="95013"/>
                  <a:pt x="411203" y="95013"/>
                  <a:pt x="411203" y="95013"/>
                </a:cubicBezTo>
                <a:lnTo>
                  <a:pt x="398249" y="95013"/>
                </a:lnTo>
                <a:cubicBezTo>
                  <a:pt x="370636" y="94908"/>
                  <a:pt x="348157" y="117206"/>
                  <a:pt x="348052" y="144829"/>
                </a:cubicBezTo>
                <a:cubicBezTo>
                  <a:pt x="348052" y="144857"/>
                  <a:pt x="348052" y="144895"/>
                  <a:pt x="348052" y="144924"/>
                </a:cubicBezTo>
                <a:lnTo>
                  <a:pt x="348052" y="330947"/>
                </a:lnTo>
                <a:cubicBezTo>
                  <a:pt x="348157" y="358560"/>
                  <a:pt x="370626" y="380868"/>
                  <a:pt x="398249" y="380763"/>
                </a:cubicBezTo>
                <a:cubicBezTo>
                  <a:pt x="398249" y="380763"/>
                  <a:pt x="398249" y="380763"/>
                  <a:pt x="398249" y="380763"/>
                </a:cubicBezTo>
                <a:lnTo>
                  <a:pt x="411203" y="380763"/>
                </a:lnTo>
                <a:cubicBezTo>
                  <a:pt x="438826" y="380868"/>
                  <a:pt x="461304" y="358570"/>
                  <a:pt x="461400" y="330947"/>
                </a:cubicBezTo>
                <a:cubicBezTo>
                  <a:pt x="461400" y="330947"/>
                  <a:pt x="461400" y="330947"/>
                  <a:pt x="461400" y="330947"/>
                </a:cubicBezTo>
                <a:close/>
                <a:moveTo>
                  <a:pt x="287188" y="330947"/>
                </a:moveTo>
                <a:lnTo>
                  <a:pt x="287188" y="49674"/>
                </a:lnTo>
                <a:cubicBezTo>
                  <a:pt x="287140" y="22061"/>
                  <a:pt x="264708" y="-294"/>
                  <a:pt x="237086" y="-237"/>
                </a:cubicBezTo>
                <a:cubicBezTo>
                  <a:pt x="237058" y="-237"/>
                  <a:pt x="237019" y="-237"/>
                  <a:pt x="236991" y="-237"/>
                </a:cubicBezTo>
                <a:lnTo>
                  <a:pt x="224037" y="-237"/>
                </a:lnTo>
                <a:cubicBezTo>
                  <a:pt x="196424" y="-342"/>
                  <a:pt x="173945" y="21956"/>
                  <a:pt x="173840" y="49579"/>
                </a:cubicBezTo>
                <a:cubicBezTo>
                  <a:pt x="173840" y="49607"/>
                  <a:pt x="173840" y="49645"/>
                  <a:pt x="173840" y="49674"/>
                </a:cubicBezTo>
                <a:lnTo>
                  <a:pt x="173840" y="330661"/>
                </a:lnTo>
                <a:cubicBezTo>
                  <a:pt x="173945" y="358274"/>
                  <a:pt x="196414" y="380582"/>
                  <a:pt x="224037" y="380477"/>
                </a:cubicBezTo>
                <a:cubicBezTo>
                  <a:pt x="224037" y="380477"/>
                  <a:pt x="224037" y="380477"/>
                  <a:pt x="224037" y="380477"/>
                </a:cubicBezTo>
                <a:lnTo>
                  <a:pt x="236991" y="380477"/>
                </a:lnTo>
                <a:cubicBezTo>
                  <a:pt x="264451" y="380744"/>
                  <a:pt x="286921" y="358693"/>
                  <a:pt x="287188" y="331233"/>
                </a:cubicBezTo>
                <a:cubicBezTo>
                  <a:pt x="287188" y="331138"/>
                  <a:pt x="287188" y="331043"/>
                  <a:pt x="287188" y="330947"/>
                </a:cubicBezTo>
                <a:close/>
                <a:moveTo>
                  <a:pt x="62493" y="380763"/>
                </a:moveTo>
                <a:lnTo>
                  <a:pt x="49634" y="380763"/>
                </a:lnTo>
                <a:cubicBezTo>
                  <a:pt x="22068" y="380925"/>
                  <a:pt x="-400" y="358703"/>
                  <a:pt x="-563" y="331138"/>
                </a:cubicBezTo>
                <a:cubicBezTo>
                  <a:pt x="-563" y="331071"/>
                  <a:pt x="-563" y="331014"/>
                  <a:pt x="-563" y="330947"/>
                </a:cubicBezTo>
                <a:lnTo>
                  <a:pt x="-563" y="196930"/>
                </a:lnTo>
                <a:cubicBezTo>
                  <a:pt x="-515" y="169365"/>
                  <a:pt x="21878" y="147058"/>
                  <a:pt x="49444" y="147115"/>
                </a:cubicBezTo>
                <a:cubicBezTo>
                  <a:pt x="49510" y="147115"/>
                  <a:pt x="49567" y="147115"/>
                  <a:pt x="49634" y="147115"/>
                </a:cubicBezTo>
                <a:lnTo>
                  <a:pt x="62493" y="147115"/>
                </a:lnTo>
                <a:cubicBezTo>
                  <a:pt x="90058" y="146953"/>
                  <a:pt x="112528" y="169175"/>
                  <a:pt x="112690" y="196740"/>
                </a:cubicBezTo>
                <a:cubicBezTo>
                  <a:pt x="112690" y="196807"/>
                  <a:pt x="112690" y="196864"/>
                  <a:pt x="112690" y="196930"/>
                </a:cubicBezTo>
                <a:lnTo>
                  <a:pt x="112690" y="330947"/>
                </a:lnTo>
                <a:cubicBezTo>
                  <a:pt x="112642" y="358513"/>
                  <a:pt x="90249" y="380820"/>
                  <a:pt x="62683" y="380763"/>
                </a:cubicBezTo>
                <a:cubicBezTo>
                  <a:pt x="62617" y="380763"/>
                  <a:pt x="62560" y="380763"/>
                  <a:pt x="62493" y="380763"/>
                </a:cubicBezTo>
                <a:close/>
              </a:path>
            </a:pathLst>
          </a:custGeom>
          <a:solidFill>
            <a:srgbClr val="FFFFFF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35" id="35"/>
          <p:cNvSpPr/>
          <p:nvPr/>
        </p:nvSpPr>
        <p:spPr>
          <a:xfrm flipH="true">
            <a:off x="3337229" y="2305907"/>
            <a:ext cx="12302" cy="3827"/>
          </a:xfrm>
          <a:custGeom>
            <a:avLst/>
            <a:gdLst/>
            <a:ahLst/>
            <a:cxnLst/>
            <a:rect r="r" b="b" t="t" l="l"/>
            <a:pathLst>
              <a:path w="19115" h="5946" stroke="true" fill="norm" extrusionOk="true">
                <a:moveTo>
                  <a:pt x="18487" y="5192"/>
                </a:moveTo>
                <a:cubicBezTo>
                  <a:pt x="12105" y="3477"/>
                  <a:pt x="6105" y="1477"/>
                  <a:pt x="-563" y="-237"/>
                </a:cubicBezTo>
                <a:cubicBezTo>
                  <a:pt x="11724" y="4525"/>
                  <a:pt x="19344" y="6811"/>
                  <a:pt x="18487" y="5192"/>
                </a:cubicBezTo>
                <a:close/>
              </a:path>
            </a:pathLst>
          </a:custGeom>
          <a:solidFill>
            <a:srgbClr val="FFE3D9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36" id="36"/>
          <p:cNvSpPr/>
          <p:nvPr/>
        </p:nvSpPr>
        <p:spPr>
          <a:xfrm flipH="true">
            <a:off x="2951869" y="2850293"/>
            <a:ext cx="702160" cy="354024"/>
          </a:xfrm>
          <a:custGeom>
            <a:avLst/>
            <a:gdLst/>
            <a:ahLst/>
            <a:cxnLst/>
            <a:rect r="r" b="b" t="t" l="l"/>
            <a:pathLst>
              <a:path w="1090969" h="550059" stroke="true" fill="norm" extrusionOk="true">
                <a:moveTo>
                  <a:pt x="934126" y="31757"/>
                </a:moveTo>
                <a:cubicBezTo>
                  <a:pt x="878024" y="81287"/>
                  <a:pt x="886501" y="108528"/>
                  <a:pt x="825350" y="136532"/>
                </a:cubicBezTo>
                <a:cubicBezTo>
                  <a:pt x="770296" y="162059"/>
                  <a:pt x="478831" y="236544"/>
                  <a:pt x="284235" y="75953"/>
                </a:cubicBezTo>
                <a:cubicBezTo>
                  <a:pt x="284235" y="75953"/>
                  <a:pt x="46110" y="246069"/>
                  <a:pt x="-563" y="479432"/>
                </a:cubicBezTo>
                <a:cubicBezTo>
                  <a:pt x="-563" y="479432"/>
                  <a:pt x="318620" y="748323"/>
                  <a:pt x="908409" y="235020"/>
                </a:cubicBezTo>
                <a:cubicBezTo>
                  <a:pt x="975084" y="177204"/>
                  <a:pt x="960891" y="140628"/>
                  <a:pt x="992895" y="90050"/>
                </a:cubicBezTo>
                <a:cubicBezTo>
                  <a:pt x="1008897" y="64713"/>
                  <a:pt x="1093193" y="67000"/>
                  <a:pt x="1090336" y="31090"/>
                </a:cubicBezTo>
                <a:cubicBezTo>
                  <a:pt x="1085573" y="-28536"/>
                  <a:pt x="956795" y="11659"/>
                  <a:pt x="934126" y="31757"/>
                </a:cubicBezTo>
                <a:close/>
              </a:path>
            </a:pathLst>
          </a:custGeom>
          <a:solidFill>
            <a:srgbClr val="FFC1CE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37" id="37"/>
          <p:cNvSpPr/>
          <p:nvPr/>
        </p:nvSpPr>
        <p:spPr>
          <a:xfrm flipH="true">
            <a:off x="3459806" y="2620562"/>
            <a:ext cx="490517" cy="564076"/>
          </a:xfrm>
          <a:custGeom>
            <a:avLst/>
            <a:gdLst/>
            <a:ahLst/>
            <a:cxnLst/>
            <a:rect r="r" b="b" t="t" l="l"/>
            <a:pathLst>
              <a:path w="762132" h="876424" stroke="true" fill="norm" extrusionOk="true">
                <a:moveTo>
                  <a:pt x="760693" y="440609"/>
                </a:moveTo>
                <a:cubicBezTo>
                  <a:pt x="764827" y="421035"/>
                  <a:pt x="754007" y="401385"/>
                  <a:pt x="735262" y="394413"/>
                </a:cubicBezTo>
                <a:cubicBezTo>
                  <a:pt x="503518" y="311926"/>
                  <a:pt x="426652" y="-18496"/>
                  <a:pt x="237485" y="554"/>
                </a:cubicBezTo>
                <a:cubicBezTo>
                  <a:pt x="3075" y="23509"/>
                  <a:pt x="-10832" y="283447"/>
                  <a:pt x="3265" y="352979"/>
                </a:cubicBezTo>
                <a:cubicBezTo>
                  <a:pt x="52319" y="589389"/>
                  <a:pt x="330735" y="807607"/>
                  <a:pt x="484088" y="876187"/>
                </a:cubicBezTo>
                <a:cubicBezTo>
                  <a:pt x="484088" y="876187"/>
                  <a:pt x="550191" y="824276"/>
                  <a:pt x="666491" y="668542"/>
                </a:cubicBezTo>
                <a:cubicBezTo>
                  <a:pt x="722593" y="593771"/>
                  <a:pt x="749359" y="493663"/>
                  <a:pt x="760693" y="440609"/>
                </a:cubicBezTo>
                <a:close/>
              </a:path>
            </a:pathLst>
          </a:custGeom>
          <a:solidFill>
            <a:srgbClr val="FF8B00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38" id="38"/>
          <p:cNvSpPr/>
          <p:nvPr/>
        </p:nvSpPr>
        <p:spPr>
          <a:xfrm flipH="true">
            <a:off x="3579072" y="2314919"/>
            <a:ext cx="682383" cy="890134"/>
          </a:xfrm>
          <a:custGeom>
            <a:avLst/>
            <a:gdLst/>
            <a:ahLst/>
            <a:cxnLst/>
            <a:rect r="r" b="b" t="t" l="l"/>
            <a:pathLst>
              <a:path w="1060241" h="1383030" stroke="true" fill="norm" extrusionOk="true">
                <a:moveTo>
                  <a:pt x="825676" y="-237"/>
                </a:moveTo>
                <a:lnTo>
                  <a:pt x="997983" y="95013"/>
                </a:lnTo>
                <a:cubicBezTo>
                  <a:pt x="997983" y="95013"/>
                  <a:pt x="886922" y="241126"/>
                  <a:pt x="951597" y="396860"/>
                </a:cubicBezTo>
                <a:cubicBezTo>
                  <a:pt x="1104949" y="766906"/>
                  <a:pt x="1066659" y="1054561"/>
                  <a:pt x="1009604" y="1254110"/>
                </a:cubicBezTo>
                <a:lnTo>
                  <a:pt x="956645" y="1382793"/>
                </a:lnTo>
                <a:lnTo>
                  <a:pt x="26148" y="1232202"/>
                </a:lnTo>
                <a:cubicBezTo>
                  <a:pt x="26148" y="1232202"/>
                  <a:pt x="-17858" y="1153526"/>
                  <a:pt x="7098" y="988362"/>
                </a:cubicBezTo>
                <a:cubicBezTo>
                  <a:pt x="45198" y="729092"/>
                  <a:pt x="119683" y="427530"/>
                  <a:pt x="574407" y="209694"/>
                </a:cubicBezTo>
                <a:cubicBezTo>
                  <a:pt x="809484" y="97108"/>
                  <a:pt x="825676" y="-237"/>
                  <a:pt x="825676" y="-237"/>
                </a:cubicBezTo>
                <a:close/>
              </a:path>
            </a:pathLst>
          </a:custGeom>
          <a:solidFill>
            <a:srgbClr val="FFD200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39" id="39"/>
          <p:cNvSpPr/>
          <p:nvPr/>
        </p:nvSpPr>
        <p:spPr>
          <a:xfrm flipH="true">
            <a:off x="3596955" y="2225906"/>
            <a:ext cx="235101" cy="318167"/>
          </a:xfrm>
          <a:custGeom>
            <a:avLst/>
            <a:gdLst/>
            <a:ahLst/>
            <a:cxnLst/>
            <a:rect r="r" b="b" t="t" l="l"/>
            <a:pathLst>
              <a:path w="365283" h="494347" stroke="true" fill="norm" extrusionOk="true">
                <a:moveTo>
                  <a:pt x="272138" y="494110"/>
                </a:moveTo>
                <a:cubicBezTo>
                  <a:pt x="256327" y="304943"/>
                  <a:pt x="364721" y="188453"/>
                  <a:pt x="364721" y="188453"/>
                </a:cubicBezTo>
                <a:lnTo>
                  <a:pt x="262613" y="13669"/>
                </a:lnTo>
                <a:lnTo>
                  <a:pt x="247087" y="-237"/>
                </a:lnTo>
                <a:cubicBezTo>
                  <a:pt x="247087" y="-237"/>
                  <a:pt x="147551" y="207979"/>
                  <a:pt x="-563" y="297609"/>
                </a:cubicBezTo>
                <a:cubicBezTo>
                  <a:pt x="56016" y="363713"/>
                  <a:pt x="182031" y="477251"/>
                  <a:pt x="272138" y="494110"/>
                </a:cubicBezTo>
                <a:close/>
              </a:path>
            </a:pathLst>
          </a:custGeom>
          <a:solidFill>
            <a:srgbClr val="FFAEBF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40" id="40"/>
          <p:cNvSpPr/>
          <p:nvPr/>
        </p:nvSpPr>
        <p:spPr>
          <a:xfrm flipH="true">
            <a:off x="3883701" y="3234846"/>
            <a:ext cx="465216" cy="730744"/>
          </a:xfrm>
          <a:custGeom>
            <a:avLst/>
            <a:gdLst/>
            <a:ahLst/>
            <a:cxnLst/>
            <a:rect r="r" b="b" t="t" l="l"/>
            <a:pathLst>
              <a:path w="722822" h="1135380" stroke="true" fill="norm" extrusionOk="true">
                <a:moveTo>
                  <a:pt x="689250" y="-237"/>
                </a:moveTo>
                <a:cubicBezTo>
                  <a:pt x="689250" y="-237"/>
                  <a:pt x="934996" y="820056"/>
                  <a:pt x="85461" y="1135143"/>
                </a:cubicBezTo>
                <a:cubicBezTo>
                  <a:pt x="-10266" y="1029415"/>
                  <a:pt x="-264" y="1029129"/>
                  <a:pt x="-264" y="1029129"/>
                </a:cubicBezTo>
                <a:cubicBezTo>
                  <a:pt x="-264" y="1029129"/>
                  <a:pt x="559235" y="458868"/>
                  <a:pt x="196236" y="14526"/>
                </a:cubicBezTo>
                <a:close/>
              </a:path>
            </a:pathLst>
          </a:custGeom>
          <a:solidFill>
            <a:srgbClr val="132A6B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41" id="41"/>
          <p:cNvSpPr/>
          <p:nvPr/>
        </p:nvSpPr>
        <p:spPr>
          <a:xfrm flipH="true">
            <a:off x="4251368" y="3897359"/>
            <a:ext cx="147708" cy="170490"/>
          </a:xfrm>
          <a:custGeom>
            <a:avLst/>
            <a:gdLst/>
            <a:ahLst/>
            <a:cxnLst/>
            <a:rect r="r" b="b" t="t" l="l"/>
            <a:pathLst>
              <a:path w="229499" h="264896" stroke="true" fill="norm" extrusionOk="true">
                <a:moveTo>
                  <a:pt x="144059" y="253699"/>
                </a:moveTo>
                <a:lnTo>
                  <a:pt x="14710" y="131874"/>
                </a:lnTo>
                <a:cubicBezTo>
                  <a:pt x="-4845" y="113367"/>
                  <a:pt x="-5740" y="82525"/>
                  <a:pt x="12710" y="62913"/>
                </a:cubicBezTo>
                <a:lnTo>
                  <a:pt x="77384" y="-237"/>
                </a:lnTo>
                <a:lnTo>
                  <a:pt x="196638" y="106919"/>
                </a:lnTo>
                <a:cubicBezTo>
                  <a:pt x="237909" y="145733"/>
                  <a:pt x="239890" y="210655"/>
                  <a:pt x="201076" y="251927"/>
                </a:cubicBezTo>
                <a:cubicBezTo>
                  <a:pt x="201057" y="251947"/>
                  <a:pt x="201038" y="251966"/>
                  <a:pt x="201019" y="251984"/>
                </a:cubicBezTo>
                <a:lnTo>
                  <a:pt x="201019" y="251984"/>
                </a:lnTo>
                <a:cubicBezTo>
                  <a:pt x="185770" y="268186"/>
                  <a:pt x="160271" y="268958"/>
                  <a:pt x="144069" y="253709"/>
                </a:cubicBezTo>
                <a:cubicBezTo>
                  <a:pt x="144059" y="253699"/>
                  <a:pt x="144059" y="253699"/>
                  <a:pt x="144059" y="253699"/>
                </a:cubicBezTo>
                <a:close/>
              </a:path>
            </a:pathLst>
          </a:custGeom>
          <a:solidFill>
            <a:srgbClr val="091C47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42" id="42"/>
          <p:cNvSpPr/>
          <p:nvPr/>
        </p:nvSpPr>
        <p:spPr>
          <a:xfrm flipH="true">
            <a:off x="3427433" y="3022183"/>
            <a:ext cx="884955" cy="725042"/>
          </a:xfrm>
          <a:custGeom>
            <a:avLst/>
            <a:gdLst/>
            <a:ahLst/>
            <a:cxnLst/>
            <a:rect r="r" b="b" t="t" l="l"/>
            <a:pathLst>
              <a:path w="1374983" h="1126521" stroke="true" fill="norm" extrusionOk="true">
                <a:moveTo>
                  <a:pt x="88807" y="-237"/>
                </a:moveTo>
                <a:cubicBezTo>
                  <a:pt x="88807" y="-237"/>
                  <a:pt x="-126743" y="319612"/>
                  <a:pt x="111667" y="471060"/>
                </a:cubicBezTo>
                <a:cubicBezTo>
                  <a:pt x="215394" y="535353"/>
                  <a:pt x="414943" y="537735"/>
                  <a:pt x="603824" y="540211"/>
                </a:cubicBezTo>
                <a:cubicBezTo>
                  <a:pt x="830614" y="539544"/>
                  <a:pt x="1041021" y="542973"/>
                  <a:pt x="1055309" y="653559"/>
                </a:cubicBezTo>
                <a:cubicBezTo>
                  <a:pt x="1077759" y="797272"/>
                  <a:pt x="1084560" y="943004"/>
                  <a:pt x="1075597" y="1088185"/>
                </a:cubicBezTo>
                <a:lnTo>
                  <a:pt x="1256572" y="1126285"/>
                </a:lnTo>
                <a:cubicBezTo>
                  <a:pt x="1256572" y="1126285"/>
                  <a:pt x="1488506" y="529353"/>
                  <a:pt x="1301625" y="334280"/>
                </a:cubicBezTo>
                <a:cubicBezTo>
                  <a:pt x="1109697" y="133589"/>
                  <a:pt x="89188" y="-237"/>
                  <a:pt x="89188" y="-237"/>
                </a:cubicBezTo>
              </a:path>
            </a:pathLst>
          </a:custGeom>
          <a:solidFill>
            <a:srgbClr val="25468E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43" id="43"/>
          <p:cNvSpPr/>
          <p:nvPr/>
        </p:nvSpPr>
        <p:spPr>
          <a:xfrm flipH="true">
            <a:off x="4225853" y="2825035"/>
            <a:ext cx="483236" cy="329866"/>
          </a:xfrm>
          <a:custGeom>
            <a:avLst/>
            <a:gdLst/>
            <a:ahLst/>
            <a:cxnLst/>
            <a:rect r="r" b="b" t="t" l="l"/>
            <a:pathLst>
              <a:path w="750820" h="512523" stroke="true" fill="norm" extrusionOk="true">
                <a:moveTo>
                  <a:pt x="62045" y="-151"/>
                </a:moveTo>
                <a:lnTo>
                  <a:pt x="713174" y="34616"/>
                </a:lnTo>
                <a:cubicBezTo>
                  <a:pt x="734501" y="35492"/>
                  <a:pt x="751083" y="53485"/>
                  <a:pt x="750226" y="74811"/>
                </a:cubicBezTo>
                <a:lnTo>
                  <a:pt x="728795" y="476290"/>
                </a:lnTo>
                <a:cubicBezTo>
                  <a:pt x="727318" y="497550"/>
                  <a:pt x="708917" y="513618"/>
                  <a:pt x="687647" y="512199"/>
                </a:cubicBezTo>
                <a:lnTo>
                  <a:pt x="36518" y="477433"/>
                </a:lnTo>
                <a:cubicBezTo>
                  <a:pt x="15230" y="476557"/>
                  <a:pt x="-1344" y="458621"/>
                  <a:pt x="-534" y="437333"/>
                </a:cubicBezTo>
                <a:lnTo>
                  <a:pt x="20897" y="35854"/>
                </a:lnTo>
                <a:cubicBezTo>
                  <a:pt x="22326" y="14556"/>
                  <a:pt x="40738" y="-1570"/>
                  <a:pt x="62045" y="-151"/>
                </a:cubicBezTo>
                <a:close/>
              </a:path>
            </a:pathLst>
          </a:custGeom>
          <a:solidFill>
            <a:srgbClr val="E7ECFF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AutoShape 44" id="44"/>
          <p:cNvSpPr/>
          <p:nvPr/>
        </p:nvSpPr>
        <p:spPr>
          <a:xfrm flipH="true" rot="21383400">
            <a:off x="4600234" y="2894201"/>
            <a:ext cx="36783" cy="183912"/>
          </a:xfrm>
          <a:prstGeom prst="roundRect">
            <a:avLst>
              <a:gd name="adj" fmla="val 50000"/>
            </a:avLst>
          </a:prstGeom>
          <a:solidFill>
            <a:srgbClr val="A7C0FF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AutoShape 45" id="45"/>
          <p:cNvSpPr/>
          <p:nvPr/>
        </p:nvSpPr>
        <p:spPr>
          <a:xfrm flipH="true" rot="21383400">
            <a:off x="4361648" y="2952107"/>
            <a:ext cx="36783" cy="98086"/>
          </a:xfrm>
          <a:prstGeom prst="roundRect">
            <a:avLst>
              <a:gd name="adj" fmla="val 50000"/>
            </a:avLst>
          </a:prstGeom>
          <a:solidFill>
            <a:srgbClr val="A7C0FF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AutoShape 46" id="46"/>
          <p:cNvSpPr/>
          <p:nvPr/>
        </p:nvSpPr>
        <p:spPr>
          <a:xfrm flipH="true" rot="21383400">
            <a:off x="4276029" y="2914637"/>
            <a:ext cx="36783" cy="183912"/>
          </a:xfrm>
          <a:prstGeom prst="roundRect">
            <a:avLst>
              <a:gd name="adj" fmla="val 50000"/>
            </a:avLst>
          </a:prstGeom>
          <a:solidFill>
            <a:srgbClr val="A7C0FF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47" id="47"/>
          <p:cNvSpPr/>
          <p:nvPr/>
        </p:nvSpPr>
        <p:spPr>
          <a:xfrm flipH="true">
            <a:off x="4219981" y="2431151"/>
            <a:ext cx="324984" cy="739744"/>
          </a:xfrm>
          <a:custGeom>
            <a:avLst/>
            <a:gdLst/>
            <a:ahLst/>
            <a:cxnLst/>
            <a:rect r="r" b="b" t="t" l="l"/>
            <a:pathLst>
              <a:path w="504939" h="1149364" stroke="true" fill="norm" extrusionOk="true">
                <a:moveTo>
                  <a:pt x="154800" y="1018176"/>
                </a:moveTo>
                <a:cubicBezTo>
                  <a:pt x="148132" y="943595"/>
                  <a:pt x="121367" y="933975"/>
                  <a:pt x="134797" y="868347"/>
                </a:cubicBezTo>
                <a:cubicBezTo>
                  <a:pt x="146894" y="808911"/>
                  <a:pt x="259765" y="530019"/>
                  <a:pt x="504367" y="468297"/>
                </a:cubicBezTo>
                <a:cubicBezTo>
                  <a:pt x="504367" y="468297"/>
                  <a:pt x="508368" y="175975"/>
                  <a:pt x="348253" y="-237"/>
                </a:cubicBezTo>
                <a:cubicBezTo>
                  <a:pt x="348253" y="-237"/>
                  <a:pt x="-57417" y="97394"/>
                  <a:pt x="6209" y="876634"/>
                </a:cubicBezTo>
                <a:cubicBezTo>
                  <a:pt x="13353" y="964455"/>
                  <a:pt x="51072" y="974932"/>
                  <a:pt x="72884" y="1030653"/>
                </a:cubicBezTo>
                <a:cubicBezTo>
                  <a:pt x="83838" y="1058562"/>
                  <a:pt x="31927" y="1125046"/>
                  <a:pt x="62598" y="1144096"/>
                </a:cubicBezTo>
                <a:cubicBezTo>
                  <a:pt x="113556" y="1175814"/>
                  <a:pt x="157466" y="1048370"/>
                  <a:pt x="154800" y="1018176"/>
                </a:cubicBezTo>
                <a:close/>
              </a:path>
            </a:pathLst>
          </a:custGeom>
          <a:solidFill>
            <a:srgbClr val="FFC1CE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48" id="48"/>
          <p:cNvSpPr/>
          <p:nvPr/>
        </p:nvSpPr>
        <p:spPr>
          <a:xfrm flipH="true">
            <a:off x="3777921" y="2351082"/>
            <a:ext cx="572583" cy="395739"/>
          </a:xfrm>
          <a:custGeom>
            <a:avLst/>
            <a:gdLst/>
            <a:ahLst/>
            <a:cxnLst/>
            <a:rect r="r" b="b" t="t" l="l"/>
            <a:pathLst>
              <a:path w="889640" h="614872" stroke="true" fill="norm" extrusionOk="true">
                <a:moveTo>
                  <a:pt x="186794" y="601085"/>
                </a:moveTo>
                <a:cubicBezTo>
                  <a:pt x="200091" y="616039"/>
                  <a:pt x="222342" y="619002"/>
                  <a:pt x="239087" y="608038"/>
                </a:cubicBezTo>
                <a:cubicBezTo>
                  <a:pt x="442445" y="470783"/>
                  <a:pt x="754580" y="604800"/>
                  <a:pt x="851544" y="441160"/>
                </a:cubicBezTo>
                <a:cubicBezTo>
                  <a:pt x="971654" y="238563"/>
                  <a:pt x="770772" y="72924"/>
                  <a:pt x="705906" y="43206"/>
                </a:cubicBezTo>
                <a:cubicBezTo>
                  <a:pt x="486831" y="-57473"/>
                  <a:pt x="145646" y="37395"/>
                  <a:pt x="-563" y="120168"/>
                </a:cubicBezTo>
                <a:cubicBezTo>
                  <a:pt x="-563" y="120168"/>
                  <a:pt x="2105" y="204178"/>
                  <a:pt x="58588" y="390106"/>
                </a:cubicBezTo>
                <a:cubicBezTo>
                  <a:pt x="85734" y="480022"/>
                  <a:pt x="150504" y="560794"/>
                  <a:pt x="186794" y="601085"/>
                </a:cubicBezTo>
                <a:close/>
              </a:path>
            </a:pathLst>
          </a:custGeom>
          <a:solidFill>
            <a:srgbClr val="FF8B00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49" id="49"/>
          <p:cNvSpPr/>
          <p:nvPr/>
        </p:nvSpPr>
        <p:spPr>
          <a:xfrm flipH="true">
            <a:off x="3513779" y="2175794"/>
            <a:ext cx="222366" cy="226058"/>
          </a:xfrm>
          <a:custGeom>
            <a:avLst/>
            <a:gdLst/>
            <a:ahLst/>
            <a:cxnLst/>
            <a:rect r="r" b="b" t="t" l="l"/>
            <a:pathLst>
              <a:path w="345497" h="351234" stroke="true" fill="norm" extrusionOk="true">
                <a:moveTo>
                  <a:pt x="164553" y="-6"/>
                </a:moveTo>
                <a:cubicBezTo>
                  <a:pt x="87877" y="-5055"/>
                  <a:pt x="-6897" y="73336"/>
                  <a:pt x="-230" y="163252"/>
                </a:cubicBezTo>
                <a:cubicBezTo>
                  <a:pt x="1675" y="190874"/>
                  <a:pt x="29870" y="210877"/>
                  <a:pt x="43490" y="234594"/>
                </a:cubicBezTo>
                <a:cubicBezTo>
                  <a:pt x="74351" y="287553"/>
                  <a:pt x="135026" y="344608"/>
                  <a:pt x="188175" y="350132"/>
                </a:cubicBezTo>
                <a:cubicBezTo>
                  <a:pt x="265804" y="358038"/>
                  <a:pt x="306285" y="310699"/>
                  <a:pt x="316477" y="249930"/>
                </a:cubicBezTo>
                <a:cubicBezTo>
                  <a:pt x="366674" y="228022"/>
                  <a:pt x="338956" y="213734"/>
                  <a:pt x="320287" y="179635"/>
                </a:cubicBezTo>
                <a:cubicBezTo>
                  <a:pt x="310762" y="162585"/>
                  <a:pt x="317620" y="118865"/>
                  <a:pt x="314477" y="99625"/>
                </a:cubicBezTo>
                <a:cubicBezTo>
                  <a:pt x="307809" y="59144"/>
                  <a:pt x="310667" y="9709"/>
                  <a:pt x="164553" y="-6"/>
                </a:cubicBezTo>
                <a:close/>
              </a:path>
            </a:pathLst>
          </a:custGeom>
          <a:solidFill>
            <a:srgbClr val="FFC1CE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50" id="50"/>
          <p:cNvSpPr/>
          <p:nvPr/>
        </p:nvSpPr>
        <p:spPr>
          <a:xfrm flipH="true">
            <a:off x="3568966" y="2275610"/>
            <a:ext cx="12621" cy="25760"/>
          </a:xfrm>
          <a:custGeom>
            <a:avLst/>
            <a:gdLst/>
            <a:ahLst/>
            <a:cxnLst/>
            <a:rect r="r" b="b" t="t" l="l"/>
            <a:pathLst>
              <a:path w="19610" h="40025" stroke="true" fill="norm" extrusionOk="true">
                <a:moveTo>
                  <a:pt x="18899" y="20738"/>
                </a:moveTo>
                <a:cubicBezTo>
                  <a:pt x="18041" y="31787"/>
                  <a:pt x="12993" y="39788"/>
                  <a:pt x="7659" y="39788"/>
                </a:cubicBezTo>
                <a:cubicBezTo>
                  <a:pt x="2326" y="39788"/>
                  <a:pt x="-1294" y="30263"/>
                  <a:pt x="-437" y="18832"/>
                </a:cubicBezTo>
                <a:cubicBezTo>
                  <a:pt x="420" y="7403"/>
                  <a:pt x="5468" y="-694"/>
                  <a:pt x="10802" y="-218"/>
                </a:cubicBezTo>
                <a:cubicBezTo>
                  <a:pt x="16136" y="259"/>
                  <a:pt x="19851" y="9689"/>
                  <a:pt x="18899" y="20738"/>
                </a:cubicBezTo>
                <a:close/>
              </a:path>
            </a:pathLst>
          </a:custGeom>
          <a:solidFill>
            <a:srgbClr val="132A6B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51" id="51"/>
          <p:cNvSpPr/>
          <p:nvPr/>
        </p:nvSpPr>
        <p:spPr>
          <a:xfrm flipH="true">
            <a:off x="3501569" y="2126135"/>
            <a:ext cx="248111" cy="206603"/>
          </a:xfrm>
          <a:custGeom>
            <a:avLst/>
            <a:gdLst/>
            <a:ahLst/>
            <a:cxnLst/>
            <a:rect r="r" b="b" t="t" l="l"/>
            <a:pathLst>
              <a:path w="385498" h="321006" stroke="true" fill="norm" extrusionOk="true">
                <a:moveTo>
                  <a:pt x="283024" y="378"/>
                </a:moveTo>
                <a:cubicBezTo>
                  <a:pt x="198061" y="-7909"/>
                  <a:pt x="127576" y="70197"/>
                  <a:pt x="127576" y="70197"/>
                </a:cubicBezTo>
                <a:cubicBezTo>
                  <a:pt x="127576" y="70197"/>
                  <a:pt x="111669" y="50004"/>
                  <a:pt x="67949" y="56766"/>
                </a:cubicBezTo>
                <a:cubicBezTo>
                  <a:pt x="38431" y="62815"/>
                  <a:pt x="14781" y="84884"/>
                  <a:pt x="6704" y="113916"/>
                </a:cubicBezTo>
                <a:cubicBezTo>
                  <a:pt x="2751" y="137577"/>
                  <a:pt x="4113" y="161817"/>
                  <a:pt x="10704" y="184878"/>
                </a:cubicBezTo>
                <a:cubicBezTo>
                  <a:pt x="-8346" y="240408"/>
                  <a:pt x="-821" y="279270"/>
                  <a:pt x="15371" y="305940"/>
                </a:cubicBezTo>
                <a:cubicBezTo>
                  <a:pt x="24439" y="320618"/>
                  <a:pt x="43689" y="325171"/>
                  <a:pt x="58367" y="316103"/>
                </a:cubicBezTo>
                <a:cubicBezTo>
                  <a:pt x="64664" y="312217"/>
                  <a:pt x="69378" y="306217"/>
                  <a:pt x="71664" y="299178"/>
                </a:cubicBezTo>
                <a:lnTo>
                  <a:pt x="71664" y="299178"/>
                </a:lnTo>
                <a:cubicBezTo>
                  <a:pt x="56948" y="290862"/>
                  <a:pt x="45966" y="277232"/>
                  <a:pt x="40993" y="261078"/>
                </a:cubicBezTo>
                <a:cubicBezTo>
                  <a:pt x="30469" y="224254"/>
                  <a:pt x="51795" y="185878"/>
                  <a:pt x="88618" y="175353"/>
                </a:cubicBezTo>
                <a:cubicBezTo>
                  <a:pt x="88618" y="175353"/>
                  <a:pt x="88618" y="175353"/>
                  <a:pt x="88618" y="175353"/>
                </a:cubicBezTo>
                <a:cubicBezTo>
                  <a:pt x="115927" y="166771"/>
                  <a:pt x="145712" y="175581"/>
                  <a:pt x="163962" y="197641"/>
                </a:cubicBezTo>
                <a:cubicBezTo>
                  <a:pt x="220159" y="192021"/>
                  <a:pt x="237590" y="161732"/>
                  <a:pt x="237590" y="161732"/>
                </a:cubicBezTo>
                <a:cubicBezTo>
                  <a:pt x="237590" y="161732"/>
                  <a:pt x="347032" y="178877"/>
                  <a:pt x="377798" y="119250"/>
                </a:cubicBezTo>
                <a:cubicBezTo>
                  <a:pt x="408564" y="59624"/>
                  <a:pt x="332935" y="5236"/>
                  <a:pt x="283024" y="378"/>
                </a:cubicBezTo>
                <a:close/>
              </a:path>
            </a:pathLst>
          </a:custGeom>
          <a:solidFill>
            <a:srgbClr val="132A6B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52" id="52"/>
          <p:cNvSpPr/>
          <p:nvPr/>
        </p:nvSpPr>
        <p:spPr>
          <a:xfrm flipH="true" rot="103200">
            <a:off x="3447362" y="3720024"/>
            <a:ext cx="171712" cy="91955"/>
          </a:xfrm>
          <a:custGeom>
            <a:avLst/>
            <a:gdLst/>
            <a:ahLst/>
            <a:cxnLst/>
            <a:rect r="r" b="b" t="t" l="l"/>
            <a:pathLst>
              <a:path w="266795" h="142874" stroke="true" fill="norm" extrusionOk="true">
                <a:moveTo>
                  <a:pt x="-467" y="-238"/>
                </a:moveTo>
                <a:lnTo>
                  <a:pt x="163648" y="-238"/>
                </a:lnTo>
                <a:cubicBezTo>
                  <a:pt x="220303" y="-238"/>
                  <a:pt x="266233" y="45692"/>
                  <a:pt x="266233" y="102346"/>
                </a:cubicBezTo>
                <a:lnTo>
                  <a:pt x="266233" y="102346"/>
                </a:lnTo>
                <a:cubicBezTo>
                  <a:pt x="266233" y="124597"/>
                  <a:pt x="248192" y="142637"/>
                  <a:pt x="225941" y="142637"/>
                </a:cubicBezTo>
                <a:lnTo>
                  <a:pt x="48205" y="142637"/>
                </a:lnTo>
                <a:cubicBezTo>
                  <a:pt x="21269" y="142637"/>
                  <a:pt x="-563" y="120806"/>
                  <a:pt x="-563" y="93869"/>
                </a:cubicBezTo>
                <a:lnTo>
                  <a:pt x="-563" y="-238"/>
                </a:lnTo>
                <a:lnTo>
                  <a:pt x="-467" y="-238"/>
                </a:lnTo>
                <a:close/>
              </a:path>
            </a:pathLst>
          </a:custGeom>
          <a:solidFill>
            <a:srgbClr val="132A6B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AutoShape 53" id="53"/>
          <p:cNvSpPr/>
          <p:nvPr/>
        </p:nvSpPr>
        <p:spPr>
          <a:xfrm flipH="true">
            <a:off x="789230" y="5173708"/>
            <a:ext cx="4105161" cy="184648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AutoShape 54" id="54"/>
          <p:cNvSpPr/>
          <p:nvPr/>
        </p:nvSpPr>
        <p:spPr>
          <a:xfrm flipH="true">
            <a:off x="5042609" y="5173708"/>
            <a:ext cx="298182" cy="184648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TextBox 55" id="55"/>
          <p:cNvSpPr txBox="true"/>
          <p:nvPr/>
        </p:nvSpPr>
        <p:spPr>
          <a:xfrm>
            <a:off x="6110540" y="1160562"/>
            <a:ext cx="5029527" cy="338554"/>
          </a:xfrm>
          <a:prstGeom prst="rect">
            <a:avLst/>
          </a:prstGeom>
          <a:noFill/>
        </p:spPr>
        <p:txBody>
          <a:bodyPr anchor="b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true" i="false" sz="16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教学课件</a:t>
            </a:r>
            <a:endParaRPr lang="en-US" sz="1100"/>
          </a:p>
        </p:txBody>
      </p:sp>
      <p:sp>
        <p:nvSpPr>
          <p:cNvPr name="TextBox 56" id="56"/>
          <p:cNvSpPr txBox="true"/>
          <p:nvPr/>
        </p:nvSpPr>
        <p:spPr>
          <a:xfrm>
            <a:off x="6110541" y="1499115"/>
            <a:ext cx="5029527" cy="672748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2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AI生成的教学课件能够自动生成教学内容和图表，帮助教师快速制作课件。它支持多种学科和教学风格，能够根据教学目标自动调整内容，提升教学效果。</a:t>
            </a:r>
            <a:endParaRPr lang="en-US" sz="1100"/>
          </a:p>
        </p:txBody>
      </p:sp>
      <p:sp>
        <p:nvSpPr>
          <p:cNvPr name="AutoShape 57" id="57"/>
          <p:cNvSpPr/>
          <p:nvPr/>
        </p:nvSpPr>
        <p:spPr>
          <a:xfrm>
            <a:off x="5521759" y="1148899"/>
            <a:ext cx="559703" cy="559703"/>
          </a:xfrm>
          <a:prstGeom prst="roundRect">
            <a:avLst/>
          </a:prstGeom>
          <a:gradFill>
            <a:gsLst>
              <a:gs pos="0">
                <a:srgbClr val="AE94FF">
                  <a:lumMod val="60000"/>
                  <a:lumOff val="40000"/>
                </a:srgbClr>
              </a:gs>
              <a:gs pos="60000">
                <a:srgbClr val="AE94FF"/>
              </a:gs>
            </a:gsLst>
            <a:path path="circle">
              <a:fillToRect t="0" l="0" b="100000" r="100000"/>
            </a:path>
          </a:gradFill>
          <a:ln cap="flat" cmpd="sng">
            <a:prstDash val="solid"/>
          </a:ln>
        </p:spPr>
        <p:txBody>
          <a:bodyPr vert="horz" anchor="ctr" wrap="none" tIns="45720" lIns="91440" bIns="45720" rIns="91440">
            <a:normAutofit/>
          </a:bodyPr>
          <a:p>
            <a:pPr algn="ctr" marL="0"/>
            <a:r>
              <a:rPr lang="en-US" b="true" i="false" sz="1800" baseline="0" u="none">
                <a:solidFill>
                  <a:schemeClr val="lt1"/>
                </a:solidFill>
                <a:latin typeface="Arial"/>
                <a:ea typeface="Arial"/>
              </a:rPr>
              <a:t>01</a:t>
            </a:r>
          </a:p>
        </p:txBody>
      </p:sp>
      <p:sp>
        <p:nvSpPr>
          <p:cNvPr name="TextBox 58" id="58"/>
          <p:cNvSpPr txBox="true"/>
          <p:nvPr/>
        </p:nvSpPr>
        <p:spPr>
          <a:xfrm>
            <a:off x="6110540" y="2335495"/>
            <a:ext cx="5029527" cy="338554"/>
          </a:xfrm>
          <a:prstGeom prst="rect">
            <a:avLst/>
          </a:prstGeom>
          <a:noFill/>
        </p:spPr>
        <p:txBody>
          <a:bodyPr anchor="b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true" i="false" sz="16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学术报告</a:t>
            </a:r>
            <a:endParaRPr lang="en-US" sz="1100"/>
          </a:p>
        </p:txBody>
      </p:sp>
      <p:sp>
        <p:nvSpPr>
          <p:cNvPr name="TextBox 59" id="59"/>
          <p:cNvSpPr txBox="true"/>
          <p:nvPr/>
        </p:nvSpPr>
        <p:spPr>
          <a:xfrm>
            <a:off x="6110541" y="2674048"/>
            <a:ext cx="5029527" cy="672748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2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AI生成的学术报告能够自动生成研究数据和图表，帮助学者更好地展示研究成果。它支持多种学术格式，能够根据研究领域自动调整内容，确保报告的专业性。</a:t>
            </a:r>
            <a:endParaRPr lang="en-US" sz="1100"/>
          </a:p>
        </p:txBody>
      </p:sp>
      <p:sp>
        <p:nvSpPr>
          <p:cNvPr name="AutoShape 60" id="60"/>
          <p:cNvSpPr/>
          <p:nvPr/>
        </p:nvSpPr>
        <p:spPr>
          <a:xfrm>
            <a:off x="5521759" y="2369267"/>
            <a:ext cx="559703" cy="559703"/>
          </a:xfrm>
          <a:prstGeom prst="roundRect">
            <a:avLst/>
          </a:prstGeom>
          <a:gradFill>
            <a:gsLst>
              <a:gs pos="0">
                <a:srgbClr val="3ED0E8">
                  <a:lumMod val="60000"/>
                  <a:lumOff val="40000"/>
                </a:srgbClr>
              </a:gs>
              <a:gs pos="60000">
                <a:srgbClr val="3ED0E8"/>
              </a:gs>
            </a:gsLst>
            <a:path path="circle">
              <a:fillToRect t="0" l="0" b="100000" r="100000"/>
            </a:path>
          </a:gradFill>
          <a:ln cap="flat" cmpd="sng">
            <a:prstDash val="solid"/>
          </a:ln>
        </p:spPr>
        <p:txBody>
          <a:bodyPr vert="horz" anchor="ctr" wrap="none" tIns="45720" lIns="91440" bIns="45720" rIns="91440">
            <a:normAutofit/>
          </a:bodyPr>
          <a:p>
            <a:pPr algn="ctr" marL="0"/>
            <a:r>
              <a:rPr lang="en-US" b="true" i="false" sz="1800" baseline="0" u="none">
                <a:solidFill>
                  <a:schemeClr val="lt1"/>
                </a:solidFill>
                <a:latin typeface="Arial"/>
                <a:ea typeface="Arial"/>
              </a:rPr>
              <a:t>02</a:t>
            </a:r>
          </a:p>
        </p:txBody>
      </p:sp>
      <p:sp>
        <p:nvSpPr>
          <p:cNvPr name="TextBox 61" id="61"/>
          <p:cNvSpPr txBox="true"/>
          <p:nvPr/>
        </p:nvSpPr>
        <p:spPr>
          <a:xfrm>
            <a:off x="6110540" y="3544455"/>
            <a:ext cx="5029527" cy="338554"/>
          </a:xfrm>
          <a:prstGeom prst="rect">
            <a:avLst/>
          </a:prstGeom>
          <a:noFill/>
        </p:spPr>
        <p:txBody>
          <a:bodyPr anchor="b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true" i="false" sz="16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学生作业</a:t>
            </a:r>
            <a:endParaRPr lang="en-US" sz="1100"/>
          </a:p>
        </p:txBody>
      </p:sp>
      <p:sp>
        <p:nvSpPr>
          <p:cNvPr name="TextBox 62" id="62"/>
          <p:cNvSpPr txBox="true"/>
          <p:nvPr/>
        </p:nvSpPr>
        <p:spPr>
          <a:xfrm>
            <a:off x="6110541" y="3883008"/>
            <a:ext cx="5029527" cy="672748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2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AI生成的学生作业PPT能够自动生成作业内容和案例分析，帮助学生更好地完成作业。它支持多种作业类型，能够根据作业要求自动调整内容，提升作业质量。</a:t>
            </a:r>
            <a:endParaRPr lang="en-US" sz="1100"/>
          </a:p>
        </p:txBody>
      </p:sp>
      <p:sp>
        <p:nvSpPr>
          <p:cNvPr name="AutoShape 63" id="63"/>
          <p:cNvSpPr/>
          <p:nvPr/>
        </p:nvSpPr>
        <p:spPr>
          <a:xfrm>
            <a:off x="5521759" y="3589635"/>
            <a:ext cx="559703" cy="559703"/>
          </a:xfrm>
          <a:prstGeom prst="roundRect">
            <a:avLst/>
          </a:prstGeom>
          <a:gradFill>
            <a:gsLst>
              <a:gs pos="0">
                <a:srgbClr val="AE94FF">
                  <a:lumMod val="60000"/>
                  <a:lumOff val="40000"/>
                </a:srgbClr>
              </a:gs>
              <a:gs pos="60000">
                <a:srgbClr val="AE94FF"/>
              </a:gs>
            </a:gsLst>
            <a:path path="circle">
              <a:fillToRect t="0" l="0" b="100000" r="100000"/>
            </a:path>
          </a:gradFill>
          <a:ln cap="flat" cmpd="sng">
            <a:prstDash val="solid"/>
          </a:ln>
        </p:spPr>
        <p:txBody>
          <a:bodyPr vert="horz" anchor="ctr" wrap="none" tIns="45720" lIns="91440" bIns="45720" rIns="91440">
            <a:normAutofit/>
          </a:bodyPr>
          <a:p>
            <a:pPr algn="ctr" marL="0"/>
            <a:r>
              <a:rPr lang="en-US" b="true" i="false" sz="1800" baseline="0" u="none">
                <a:solidFill>
                  <a:schemeClr val="lt1"/>
                </a:solidFill>
                <a:latin typeface="Arial"/>
                <a:ea typeface="Arial"/>
              </a:rPr>
              <a:t>03</a:t>
            </a:r>
          </a:p>
        </p:txBody>
      </p:sp>
      <p:sp>
        <p:nvSpPr>
          <p:cNvPr name="TextBox 64" id="64"/>
          <p:cNvSpPr txBox="true"/>
          <p:nvPr/>
        </p:nvSpPr>
        <p:spPr>
          <a:xfrm>
            <a:off x="6096000" y="4781013"/>
            <a:ext cx="5029527" cy="338554"/>
          </a:xfrm>
          <a:prstGeom prst="rect">
            <a:avLst/>
          </a:prstGeom>
          <a:noFill/>
        </p:spPr>
        <p:txBody>
          <a:bodyPr anchor="b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true" i="false" sz="16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在线课程</a:t>
            </a:r>
            <a:endParaRPr lang="en-US" sz="1100"/>
          </a:p>
        </p:txBody>
      </p:sp>
      <p:sp>
        <p:nvSpPr>
          <p:cNvPr name="TextBox 65" id="65"/>
          <p:cNvSpPr txBox="true"/>
          <p:nvPr/>
        </p:nvSpPr>
        <p:spPr>
          <a:xfrm>
            <a:off x="6096001" y="5119566"/>
            <a:ext cx="5029527" cy="672748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2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AI生成的在线课程PPT能够自动生成课程内容和图表，帮助教师快速制作在线课程。它支持多种课程类型，能够根据教学目标自动调整内容，提升课程效果。</a:t>
            </a:r>
            <a:endParaRPr lang="en-US" sz="1100"/>
          </a:p>
        </p:txBody>
      </p:sp>
      <p:sp>
        <p:nvSpPr>
          <p:cNvPr name="AutoShape 66" id="66"/>
          <p:cNvSpPr/>
          <p:nvPr/>
        </p:nvSpPr>
        <p:spPr>
          <a:xfrm>
            <a:off x="5536297" y="4810003"/>
            <a:ext cx="559703" cy="559703"/>
          </a:xfrm>
          <a:prstGeom prst="roundRect">
            <a:avLst/>
          </a:prstGeom>
          <a:gradFill>
            <a:gsLst>
              <a:gs pos="0">
                <a:srgbClr val="3ED0E8">
                  <a:lumMod val="60000"/>
                  <a:lumOff val="40000"/>
                </a:srgbClr>
              </a:gs>
              <a:gs pos="60000">
                <a:srgbClr val="3ED0E8"/>
              </a:gs>
            </a:gsLst>
            <a:path path="circle">
              <a:fillToRect t="0" l="0" b="100000" r="100000"/>
            </a:path>
          </a:gradFill>
          <a:ln cap="flat" cmpd="sng">
            <a:prstDash val="solid"/>
          </a:ln>
        </p:spPr>
        <p:txBody>
          <a:bodyPr vert="horz" anchor="ctr" wrap="none" tIns="45720" lIns="91440" bIns="45720" rIns="91440">
            <a:normAutofit/>
          </a:bodyPr>
          <a:p>
            <a:pPr algn="ctr" marL="0"/>
            <a:r>
              <a:rPr lang="en-US" b="true" i="false" sz="1800" baseline="0" u="none">
                <a:solidFill>
                  <a:schemeClr val="lt1"/>
                </a:solidFill>
                <a:latin typeface="Arial"/>
                <a:ea typeface="Arial"/>
              </a:rPr>
              <a:t>04</a:t>
            </a:r>
          </a:p>
        </p:txBody>
      </p:sp>
      <p:sp>
        <p:nvSpPr>
          <p:cNvPr name="AutoShape 67" id="67"/>
          <p:cNvSpPr/>
          <p:nvPr>
            <p:ph type="title"/>
          </p:nvPr>
        </p:nvSpPr>
        <p:spPr>
          <a:xfrm>
            <a:off x="660400" y="128587"/>
            <a:ext cx="10858500" cy="900112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教育领域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2F2F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3048000" y="3152938"/>
            <a:ext cx="6083300" cy="584775"/>
          </a:xfrm>
        </p:spPr>
        <p:txBody>
          <a:bodyPr vert="horz" anchor="t" tIns="45720" lIns="91440" bIns="45720" rIns="91440">
            <a:spAutoFit/>
          </a:bodyPr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zh-CN" b="true" i="false" sz="32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未来展望</a:t>
            </a:r>
          </a:p>
        </p:txBody>
      </p:sp>
      <p:sp>
        <p:nvSpPr>
          <p:cNvPr name="AutoShape 3" id="3"/>
          <p:cNvSpPr/>
          <p:nvPr/>
        </p:nvSpPr>
        <p:spPr>
          <a:xfrm>
            <a:off x="5115564" y="1562959"/>
            <a:ext cx="1798639" cy="1589979"/>
          </a:xfrm>
          <a:prstGeom prst="rect">
            <a:avLst/>
          </a:prstGeom>
        </p:spPr>
        <p:txBody>
          <a:bodyPr vert="horz" anchor="t" wrap="none" tIns="45720" lIns="91440" bIns="45720" rIns="91440">
            <a:noAutofit/>
          </a:bodyPr>
          <a:p>
            <a:pPr algn="l" marL="0"/>
            <a:r>
              <a:rPr lang="en-US" b="false" i="false" sz="8800" baseline="0" u="none">
                <a:solidFill>
                  <a:srgbClr val="EAE4FF"/>
                </a:solidFill>
                <a:latin typeface="Arial"/>
                <a:ea typeface="Arial"/>
              </a:rPr>
              <a:t>05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gradFill>
          <a:gsLst>
            <a:gs pos="0">
              <a:srgbClr val="AE94FF">
                <a:lumMod val="40000"/>
                <a:lumOff val="60000"/>
              </a:srgbClr>
            </a:gs>
            <a:gs pos="100000">
              <a:srgbClr val="3ED0E8">
                <a:lumMod val="40000"/>
                <a:lumOff val="6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0400" y="128587"/>
            <a:ext cx="10858500" cy="900112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技术发展趋势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6668630" y="1732814"/>
            <a:ext cx="4850270" cy="3875044"/>
            <a:chOff x="5028834" y="534005"/>
            <a:chExt cx="6947309" cy="5550440"/>
          </a:xfrm>
        </p:grpSpPr>
        <p:sp>
          <p:nvSpPr>
            <p:cNvPr name="Freeform 4" id="4"/>
            <p:cNvSpPr/>
            <p:nvPr/>
          </p:nvSpPr>
          <p:spPr>
            <a:xfrm>
              <a:off x="5475170" y="534005"/>
              <a:ext cx="4511552" cy="5550440"/>
            </a:xfrm>
            <a:custGeom>
              <a:avLst/>
              <a:gdLst/>
              <a:ahLst/>
              <a:cxnLst/>
              <a:rect r="r" b="b" t="t" l="l"/>
              <a:pathLst>
                <a:path w="5199031" h="6396227" stroke="true" fill="norm" extrusionOk="true">
                  <a:moveTo>
                    <a:pt x="-2994" y="1455"/>
                  </a:moveTo>
                  <a:cubicBezTo>
                    <a:pt x="-2994" y="1455"/>
                    <a:pt x="310094" y="124517"/>
                    <a:pt x="320856" y="449130"/>
                  </a:cubicBezTo>
                  <a:cubicBezTo>
                    <a:pt x="330381" y="715830"/>
                    <a:pt x="324191" y="4569074"/>
                    <a:pt x="321810" y="5927719"/>
                  </a:cubicBezTo>
                  <a:cubicBezTo>
                    <a:pt x="321333" y="6186799"/>
                    <a:pt x="530978" y="6397207"/>
                    <a:pt x="790058" y="6397683"/>
                  </a:cubicBezTo>
                  <a:cubicBezTo>
                    <a:pt x="790344" y="6397683"/>
                    <a:pt x="790630" y="6397683"/>
                    <a:pt x="790916" y="6397683"/>
                  </a:cubicBezTo>
                  <a:lnTo>
                    <a:pt x="4726836" y="6397683"/>
                  </a:lnTo>
                  <a:cubicBezTo>
                    <a:pt x="4985916" y="6397731"/>
                    <a:pt x="5195943" y="6187752"/>
                    <a:pt x="5196038" y="5928672"/>
                  </a:cubicBezTo>
                  <a:cubicBezTo>
                    <a:pt x="5196038" y="5928644"/>
                    <a:pt x="5196038" y="5928605"/>
                    <a:pt x="5196038" y="5928577"/>
                  </a:cubicBezTo>
                  <a:lnTo>
                    <a:pt x="5196038" y="470751"/>
                  </a:lnTo>
                  <a:cubicBezTo>
                    <a:pt x="5196038" y="211576"/>
                    <a:pt x="4986011" y="1550"/>
                    <a:pt x="4726836" y="1550"/>
                  </a:cubicBezTo>
                  <a:close/>
                </a:path>
              </a:pathLst>
            </a:custGeom>
            <a:solidFill>
              <a:srgbClr val="EBE8EF"/>
            </a:solidFill>
            <a:ln cap="flat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5" id="5"/>
            <p:cNvSpPr/>
            <p:nvPr/>
          </p:nvSpPr>
          <p:spPr>
            <a:xfrm>
              <a:off x="6967670" y="4337535"/>
              <a:ext cx="4511550" cy="1700563"/>
            </a:xfrm>
            <a:custGeom>
              <a:avLst/>
              <a:gdLst/>
              <a:ahLst/>
              <a:cxnLst/>
              <a:rect r="r" b="b" t="t" l="l"/>
              <a:pathLst>
                <a:path w="5199029" h="2012727" stroke="true" fill="norm" extrusionOk="true">
                  <a:moveTo>
                    <a:pt x="-2994" y="1550"/>
                  </a:moveTo>
                  <a:cubicBezTo>
                    <a:pt x="-2994" y="1550"/>
                    <a:pt x="310092" y="118898"/>
                    <a:pt x="320856" y="428270"/>
                  </a:cubicBezTo>
                  <a:cubicBezTo>
                    <a:pt x="330381" y="682778"/>
                    <a:pt x="324093" y="269583"/>
                    <a:pt x="321712" y="1565841"/>
                  </a:cubicBezTo>
                  <a:cubicBezTo>
                    <a:pt x="321712" y="1813491"/>
                    <a:pt x="531262" y="2014183"/>
                    <a:pt x="790914" y="2014183"/>
                  </a:cubicBezTo>
                  <a:lnTo>
                    <a:pt x="4726834" y="2014183"/>
                  </a:lnTo>
                  <a:cubicBezTo>
                    <a:pt x="4985916" y="2014183"/>
                    <a:pt x="5196036" y="1814158"/>
                    <a:pt x="5196036" y="1566508"/>
                  </a:cubicBezTo>
                  <a:lnTo>
                    <a:pt x="5196036" y="449130"/>
                  </a:lnTo>
                  <a:cubicBezTo>
                    <a:pt x="5196036" y="201480"/>
                    <a:pt x="4985916" y="1455"/>
                    <a:pt x="4726834" y="1455"/>
                  </a:cubicBezTo>
                  <a:close/>
                </a:path>
              </a:pathLst>
            </a:custGeom>
            <a:solidFill>
              <a:srgbClr val="DFDAE6"/>
            </a:solidFill>
            <a:ln cap="flat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6" id="6"/>
            <p:cNvSpPr/>
            <p:nvPr/>
          </p:nvSpPr>
          <p:spPr>
            <a:xfrm>
              <a:off x="5028834" y="534005"/>
              <a:ext cx="747200" cy="824730"/>
            </a:xfrm>
            <a:custGeom>
              <a:avLst/>
              <a:gdLst/>
              <a:ahLst/>
              <a:cxnLst/>
              <a:rect r="r" b="b" t="t" l="l"/>
              <a:pathLst>
                <a:path w="861060" h="950404" stroke="true" fill="norm" extrusionOk="true">
                  <a:moveTo>
                    <a:pt x="430530" y="0"/>
                  </a:moveTo>
                  <a:lnTo>
                    <a:pt x="430530" y="0"/>
                  </a:lnTo>
                  <a:cubicBezTo>
                    <a:pt x="668305" y="0"/>
                    <a:pt x="861060" y="192755"/>
                    <a:pt x="861060" y="430530"/>
                  </a:cubicBezTo>
                  <a:lnTo>
                    <a:pt x="861060" y="950405"/>
                  </a:lnTo>
                  <a:lnTo>
                    <a:pt x="861060" y="950405"/>
                  </a:lnTo>
                  <a:lnTo>
                    <a:pt x="0" y="950405"/>
                  </a:lnTo>
                  <a:lnTo>
                    <a:pt x="0" y="950405"/>
                  </a:lnTo>
                  <a:lnTo>
                    <a:pt x="0" y="430530"/>
                  </a:lnTo>
                  <a:cubicBezTo>
                    <a:pt x="0" y="192755"/>
                    <a:pt x="192755" y="0"/>
                    <a:pt x="430530" y="0"/>
                  </a:cubicBezTo>
                  <a:close/>
                </a:path>
              </a:pathLst>
            </a:custGeom>
            <a:solidFill>
              <a:srgbClr val="B2D1FF"/>
            </a:solidFill>
            <a:ln cap="flat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7" id="7"/>
            <p:cNvSpPr/>
            <p:nvPr/>
          </p:nvSpPr>
          <p:spPr>
            <a:xfrm>
              <a:off x="6239480" y="5501508"/>
              <a:ext cx="1761458" cy="581406"/>
            </a:xfrm>
            <a:custGeom>
              <a:avLst/>
              <a:gdLst/>
              <a:ahLst/>
              <a:cxnLst/>
              <a:rect r="r" b="b" t="t" l="l"/>
              <a:pathLst>
                <a:path w="1761458" h="581406" stroke="true" fill="norm" extrusionOk="true">
                  <a:moveTo>
                    <a:pt x="0" y="0"/>
                  </a:moveTo>
                  <a:lnTo>
                    <a:pt x="1761458" y="0"/>
                  </a:lnTo>
                  <a:lnTo>
                    <a:pt x="1761458" y="581406"/>
                  </a:lnTo>
                  <a:lnTo>
                    <a:pt x="0" y="581406"/>
                  </a:lnTo>
                  <a:close/>
                </a:path>
              </a:pathLst>
            </a:custGeom>
            <a:solidFill>
              <a:srgbClr val="B2D1FF"/>
            </a:solidFill>
            <a:ln cap="flat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8" id="8"/>
            <p:cNvSpPr/>
            <p:nvPr/>
          </p:nvSpPr>
          <p:spPr>
            <a:xfrm rot="10800000">
              <a:off x="5759420" y="4337617"/>
              <a:ext cx="747119" cy="1746497"/>
            </a:xfrm>
            <a:custGeom>
              <a:avLst/>
              <a:gdLst/>
              <a:ahLst/>
              <a:cxnLst/>
              <a:rect r="r" b="b" t="t" l="l"/>
              <a:pathLst>
                <a:path w="860966" h="2012632" stroke="true" fill="norm" extrusionOk="true">
                  <a:moveTo>
                    <a:pt x="427443" y="1455"/>
                  </a:moveTo>
                  <a:lnTo>
                    <a:pt x="427443" y="1455"/>
                  </a:lnTo>
                  <a:cubicBezTo>
                    <a:pt x="665186" y="1455"/>
                    <a:pt x="857972" y="194213"/>
                    <a:pt x="857972" y="431985"/>
                  </a:cubicBezTo>
                  <a:lnTo>
                    <a:pt x="857972" y="2014088"/>
                  </a:lnTo>
                  <a:lnTo>
                    <a:pt x="857972" y="2014088"/>
                  </a:lnTo>
                  <a:lnTo>
                    <a:pt x="-2994" y="2014088"/>
                  </a:lnTo>
                  <a:lnTo>
                    <a:pt x="-2994" y="2014088"/>
                  </a:lnTo>
                  <a:lnTo>
                    <a:pt x="-2994" y="431890"/>
                  </a:lnTo>
                  <a:cubicBezTo>
                    <a:pt x="-2898" y="194194"/>
                    <a:pt x="189697" y="1503"/>
                    <a:pt x="427443" y="1455"/>
                  </a:cubicBezTo>
                  <a:close/>
                </a:path>
              </a:pathLst>
            </a:custGeom>
            <a:solidFill>
              <a:srgbClr val="EBE8EF"/>
            </a:solidFill>
            <a:ln cap="flat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9" id="9"/>
            <p:cNvSpPr/>
            <p:nvPr/>
          </p:nvSpPr>
          <p:spPr>
            <a:xfrm rot="10800000">
              <a:off x="7254068" y="4337617"/>
              <a:ext cx="746870" cy="1746497"/>
            </a:xfrm>
            <a:custGeom>
              <a:avLst/>
              <a:gdLst/>
              <a:ahLst/>
              <a:cxnLst/>
              <a:rect r="r" b="b" t="t" l="l"/>
              <a:pathLst>
                <a:path w="860680" h="2012632" stroke="true" fill="norm" extrusionOk="true">
                  <a:moveTo>
                    <a:pt x="427154" y="1455"/>
                  </a:moveTo>
                  <a:lnTo>
                    <a:pt x="427154" y="1455"/>
                  </a:lnTo>
                  <a:cubicBezTo>
                    <a:pt x="664900" y="1455"/>
                    <a:pt x="857686" y="194213"/>
                    <a:pt x="857686" y="431985"/>
                  </a:cubicBezTo>
                  <a:lnTo>
                    <a:pt x="857686" y="2014088"/>
                  </a:lnTo>
                  <a:lnTo>
                    <a:pt x="857686" y="2014088"/>
                  </a:lnTo>
                  <a:lnTo>
                    <a:pt x="-2994" y="2014088"/>
                  </a:lnTo>
                  <a:lnTo>
                    <a:pt x="-2994" y="2014088"/>
                  </a:lnTo>
                  <a:lnTo>
                    <a:pt x="-2994" y="431890"/>
                  </a:lnTo>
                  <a:cubicBezTo>
                    <a:pt x="-2898" y="194299"/>
                    <a:pt x="189601" y="1665"/>
                    <a:pt x="427154" y="1455"/>
                  </a:cubicBezTo>
                  <a:close/>
                </a:path>
              </a:pathLst>
            </a:custGeom>
            <a:solidFill>
              <a:srgbClr val="DFDAE6"/>
            </a:solidFill>
            <a:ln cap="flat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10" id="10"/>
            <p:cNvSpPr/>
            <p:nvPr/>
          </p:nvSpPr>
          <p:spPr>
            <a:xfrm rot="10800000">
              <a:off x="6506621" y="4337535"/>
              <a:ext cx="747199" cy="1746580"/>
            </a:xfrm>
            <a:custGeom>
              <a:avLst/>
              <a:gdLst/>
              <a:ahLst/>
              <a:cxnLst/>
              <a:rect r="r" b="b" t="t" l="l"/>
              <a:pathLst>
                <a:path w="861059" h="2012727" stroke="true" fill="norm" extrusionOk="true">
                  <a:moveTo>
                    <a:pt x="-2898" y="1455"/>
                  </a:moveTo>
                  <a:lnTo>
                    <a:pt x="858065" y="1455"/>
                  </a:lnTo>
                  <a:lnTo>
                    <a:pt x="858065" y="1455"/>
                  </a:lnTo>
                  <a:lnTo>
                    <a:pt x="858065" y="1583653"/>
                  </a:lnTo>
                  <a:cubicBezTo>
                    <a:pt x="858065" y="1821425"/>
                    <a:pt x="665279" y="2014183"/>
                    <a:pt x="427536" y="2014183"/>
                  </a:cubicBezTo>
                  <a:lnTo>
                    <a:pt x="427536" y="2014183"/>
                  </a:lnTo>
                  <a:cubicBezTo>
                    <a:pt x="189792" y="2014183"/>
                    <a:pt x="-2994" y="1821425"/>
                    <a:pt x="-2994" y="1583653"/>
                  </a:cubicBezTo>
                  <a:lnTo>
                    <a:pt x="-2994" y="1455"/>
                  </a:lnTo>
                  <a:lnTo>
                    <a:pt x="-2898" y="1455"/>
                  </a:lnTo>
                  <a:close/>
                </a:path>
              </a:pathLst>
            </a:custGeom>
            <a:solidFill>
              <a:srgbClr val="B2D1FF"/>
            </a:solidFill>
            <a:ln cap="flat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11" id="11"/>
            <p:cNvSpPr/>
            <p:nvPr/>
          </p:nvSpPr>
          <p:spPr>
            <a:xfrm>
              <a:off x="7672055" y="5379069"/>
              <a:ext cx="4304088" cy="705046"/>
            </a:xfrm>
            <a:custGeom>
              <a:avLst/>
              <a:gdLst/>
              <a:ahLst/>
              <a:cxnLst/>
              <a:rect r="r" b="b" t="t" l="l"/>
              <a:pathLst>
                <a:path w="4959953" h="812482" stroke="true" fill="norm" extrusionOk="true">
                  <a:moveTo>
                    <a:pt x="-2994" y="810985"/>
                  </a:moveTo>
                  <a:cubicBezTo>
                    <a:pt x="-2994" y="810985"/>
                    <a:pt x="198364" y="779458"/>
                    <a:pt x="285042" y="648584"/>
                  </a:cubicBezTo>
                  <a:cubicBezTo>
                    <a:pt x="342192" y="561716"/>
                    <a:pt x="376292" y="534284"/>
                    <a:pt x="376671" y="340641"/>
                  </a:cubicBezTo>
                  <a:cubicBezTo>
                    <a:pt x="376671" y="135663"/>
                    <a:pt x="376671" y="1455"/>
                    <a:pt x="376671" y="1455"/>
                  </a:cubicBezTo>
                  <a:lnTo>
                    <a:pt x="4956960" y="5170"/>
                  </a:lnTo>
                  <a:lnTo>
                    <a:pt x="4956960" y="286253"/>
                  </a:lnTo>
                  <a:cubicBezTo>
                    <a:pt x="4957150" y="562192"/>
                    <a:pt x="4735027" y="786772"/>
                    <a:pt x="4459088" y="789649"/>
                  </a:cubicBezTo>
                  <a:lnTo>
                    <a:pt x="158264" y="813938"/>
                  </a:lnTo>
                </a:path>
              </a:pathLst>
            </a:custGeom>
            <a:solidFill>
              <a:srgbClr val="E9E6EE"/>
            </a:solidFill>
            <a:ln cap="flat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l" marL="0"/>
            </a:p>
          </p:txBody>
        </p:sp>
        <p:grpSp>
          <p:nvGrpSpPr>
            <p:cNvPr name="Group 12" id="12"/>
            <p:cNvGrpSpPr/>
            <p:nvPr/>
          </p:nvGrpSpPr>
          <p:grpSpPr>
            <a:xfrm>
              <a:off x="6123571" y="1144576"/>
              <a:ext cx="3545495" cy="249909"/>
              <a:chOff x="5962103" y="1355117"/>
              <a:chExt cx="3545495" cy="249909"/>
            </a:xfrm>
          </p:grpSpPr>
          <p:sp>
            <p:nvSpPr>
              <p:cNvPr name="AutoShape 13" id="13"/>
              <p:cNvSpPr/>
              <p:nvPr/>
            </p:nvSpPr>
            <p:spPr>
              <a:xfrm>
                <a:off x="6636305" y="1358736"/>
                <a:ext cx="2871293" cy="246290"/>
              </a:xfrm>
              <a:prstGeom prst="roundRect">
                <a:avLst/>
              </a:prstGeom>
              <a:solidFill>
                <a:srgbClr val="B2D1FF"/>
              </a:solidFill>
              <a:ln cap="flat" cmpd="sng">
                <a:prstDash val="solid"/>
              </a:ln>
            </p:spPr>
            <p:txBody>
              <a:bodyPr vert="horz" anchor="ctr" tIns="45720" lIns="91440" bIns="45720" rIns="91440">
                <a:normAutofit/>
              </a:bodyPr>
              <a:p>
                <a:pPr algn="ctr" marL="0"/>
              </a:p>
            </p:txBody>
          </p:sp>
          <p:sp>
            <p:nvSpPr>
              <p:cNvPr name="Freeform 14" id="14"/>
              <p:cNvSpPr/>
              <p:nvPr/>
            </p:nvSpPr>
            <p:spPr>
              <a:xfrm>
                <a:off x="5962103" y="1355117"/>
                <a:ext cx="406698" cy="249909"/>
              </a:xfrm>
              <a:custGeom>
                <a:avLst/>
                <a:gdLst/>
                <a:ahLst/>
                <a:cxnLst/>
                <a:rect r="r" b="b" t="t" l="l"/>
                <a:pathLst>
                  <a:path w="6043326" h="3713523" stroke="true" fill="norm" extrusionOk="true">
                    <a:moveTo>
                      <a:pt x="-1918" y="1446447"/>
                    </a:moveTo>
                    <a:lnTo>
                      <a:pt x="2126920" y="3631005"/>
                    </a:lnTo>
                    <a:cubicBezTo>
                      <a:pt x="2233981" y="3740829"/>
                      <a:pt x="2409812" y="3743210"/>
                      <a:pt x="2519635" y="3636149"/>
                    </a:cubicBezTo>
                    <a:cubicBezTo>
                      <a:pt x="2521635" y="3634245"/>
                      <a:pt x="2523444" y="3632339"/>
                      <a:pt x="2525351" y="3630434"/>
                    </a:cubicBezTo>
                    <a:lnTo>
                      <a:pt x="6041409" y="1409"/>
                    </a:lnTo>
                  </a:path>
                </a:pathLst>
              </a:custGeom>
              <a:noFill/>
              <a:ln w="60325" cap="rnd">
                <a:solidFill>
                  <a:srgbClr val="B2D1FF"/>
                </a:solidFill>
                <a:prstDash val="solid"/>
              </a:ln>
            </p:spPr>
            <p:txBody>
              <a:bodyPr vert="horz" anchor="ctr" tIns="45720" lIns="91440" bIns="45720" rIns="91440">
                <a:normAutofit/>
              </a:bodyPr>
              <a:p>
                <a:pPr algn="l" marL="0"/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>
              <a:off x="6123571" y="1731590"/>
              <a:ext cx="3545495" cy="249909"/>
              <a:chOff x="5962103" y="1355117"/>
              <a:chExt cx="3545495" cy="249909"/>
            </a:xfrm>
          </p:grpSpPr>
          <p:sp>
            <p:nvSpPr>
              <p:cNvPr name="AutoShape 16" id="16"/>
              <p:cNvSpPr/>
              <p:nvPr/>
            </p:nvSpPr>
            <p:spPr>
              <a:xfrm>
                <a:off x="6636305" y="1358736"/>
                <a:ext cx="2871293" cy="246290"/>
              </a:xfrm>
              <a:prstGeom prst="roundRect">
                <a:avLst/>
              </a:prstGeom>
              <a:solidFill>
                <a:srgbClr val="FFFFFF"/>
              </a:solidFill>
              <a:ln cap="flat" cmpd="sng">
                <a:prstDash val="solid"/>
              </a:ln>
            </p:spPr>
            <p:txBody>
              <a:bodyPr vert="horz" anchor="ctr" tIns="45720" lIns="91440" bIns="45720" rIns="91440">
                <a:normAutofit/>
              </a:bodyPr>
              <a:p>
                <a:pPr algn="ctr" marL="0"/>
              </a:p>
            </p:txBody>
          </p:sp>
          <p:sp>
            <p:nvSpPr>
              <p:cNvPr name="Freeform 17" id="17"/>
              <p:cNvSpPr/>
              <p:nvPr/>
            </p:nvSpPr>
            <p:spPr>
              <a:xfrm>
                <a:off x="5962103" y="1355117"/>
                <a:ext cx="406698" cy="249909"/>
              </a:xfrm>
              <a:custGeom>
                <a:avLst/>
                <a:gdLst/>
                <a:ahLst/>
                <a:cxnLst/>
                <a:rect r="r" b="b" t="t" l="l"/>
                <a:pathLst>
                  <a:path w="6043326" h="3713523" stroke="true" fill="norm" extrusionOk="true">
                    <a:moveTo>
                      <a:pt x="-1918" y="1446447"/>
                    </a:moveTo>
                    <a:lnTo>
                      <a:pt x="2126920" y="3631005"/>
                    </a:lnTo>
                    <a:cubicBezTo>
                      <a:pt x="2233981" y="3740829"/>
                      <a:pt x="2409812" y="3743210"/>
                      <a:pt x="2519635" y="3636149"/>
                    </a:cubicBezTo>
                    <a:cubicBezTo>
                      <a:pt x="2521635" y="3634245"/>
                      <a:pt x="2523444" y="3632339"/>
                      <a:pt x="2525351" y="3630434"/>
                    </a:cubicBezTo>
                    <a:lnTo>
                      <a:pt x="6041409" y="1409"/>
                    </a:lnTo>
                  </a:path>
                </a:pathLst>
              </a:custGeom>
              <a:noFill/>
              <a:ln w="60325" cap="rnd">
                <a:solidFill>
                  <a:srgbClr val="FFFFFF"/>
                </a:solidFill>
                <a:prstDash val="solid"/>
              </a:ln>
            </p:spPr>
            <p:txBody>
              <a:bodyPr vert="horz" anchor="ctr" tIns="45720" lIns="91440" bIns="45720" rIns="91440">
                <a:normAutofit/>
              </a:bodyPr>
              <a:p>
                <a:pPr algn="l" marL="0"/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>
              <a:off x="6123571" y="2318604"/>
              <a:ext cx="3545495" cy="249909"/>
              <a:chOff x="5962103" y="1355117"/>
              <a:chExt cx="3545495" cy="249909"/>
            </a:xfrm>
          </p:grpSpPr>
          <p:sp>
            <p:nvSpPr>
              <p:cNvPr name="AutoShape 19" id="19"/>
              <p:cNvSpPr/>
              <p:nvPr/>
            </p:nvSpPr>
            <p:spPr>
              <a:xfrm>
                <a:off x="6636305" y="1358736"/>
                <a:ext cx="2871293" cy="246290"/>
              </a:xfrm>
              <a:prstGeom prst="roundRect">
                <a:avLst/>
              </a:prstGeom>
              <a:solidFill>
                <a:srgbClr val="B2D1FF"/>
              </a:solidFill>
              <a:ln cap="flat" cmpd="sng">
                <a:prstDash val="solid"/>
              </a:ln>
            </p:spPr>
            <p:txBody>
              <a:bodyPr vert="horz" anchor="ctr" tIns="45720" lIns="91440" bIns="45720" rIns="91440">
                <a:normAutofit/>
              </a:bodyPr>
              <a:p>
                <a:pPr algn="ctr" marL="0"/>
              </a:p>
            </p:txBody>
          </p:sp>
          <p:sp>
            <p:nvSpPr>
              <p:cNvPr name="Freeform 20" id="20"/>
              <p:cNvSpPr/>
              <p:nvPr/>
            </p:nvSpPr>
            <p:spPr>
              <a:xfrm>
                <a:off x="5962103" y="1355117"/>
                <a:ext cx="406698" cy="249909"/>
              </a:xfrm>
              <a:custGeom>
                <a:avLst/>
                <a:gdLst/>
                <a:ahLst/>
                <a:cxnLst/>
                <a:rect r="r" b="b" t="t" l="l"/>
                <a:pathLst>
                  <a:path w="6043326" h="3713523" stroke="true" fill="norm" extrusionOk="true">
                    <a:moveTo>
                      <a:pt x="-1918" y="1446447"/>
                    </a:moveTo>
                    <a:lnTo>
                      <a:pt x="2126920" y="3631005"/>
                    </a:lnTo>
                    <a:cubicBezTo>
                      <a:pt x="2233981" y="3740829"/>
                      <a:pt x="2409812" y="3743210"/>
                      <a:pt x="2519635" y="3636149"/>
                    </a:cubicBezTo>
                    <a:cubicBezTo>
                      <a:pt x="2521635" y="3634245"/>
                      <a:pt x="2523444" y="3632339"/>
                      <a:pt x="2525351" y="3630434"/>
                    </a:cubicBezTo>
                    <a:lnTo>
                      <a:pt x="6041409" y="1409"/>
                    </a:lnTo>
                  </a:path>
                </a:pathLst>
              </a:custGeom>
              <a:noFill/>
              <a:ln w="60325" cap="rnd">
                <a:solidFill>
                  <a:srgbClr val="B2D1FF"/>
                </a:solidFill>
                <a:prstDash val="solid"/>
              </a:ln>
            </p:spPr>
            <p:txBody>
              <a:bodyPr vert="horz" anchor="ctr" tIns="45720" lIns="91440" bIns="45720" rIns="91440">
                <a:normAutofit/>
              </a:bodyPr>
              <a:p>
                <a:pPr algn="l" marL="0"/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>
              <a:off x="6123571" y="2905618"/>
              <a:ext cx="3545495" cy="249909"/>
              <a:chOff x="5962103" y="1355117"/>
              <a:chExt cx="3545495" cy="249909"/>
            </a:xfrm>
          </p:grpSpPr>
          <p:sp>
            <p:nvSpPr>
              <p:cNvPr name="AutoShape 22" id="22"/>
              <p:cNvSpPr/>
              <p:nvPr/>
            </p:nvSpPr>
            <p:spPr>
              <a:xfrm>
                <a:off x="6636305" y="1358736"/>
                <a:ext cx="2871293" cy="246290"/>
              </a:xfrm>
              <a:prstGeom prst="roundRect">
                <a:avLst/>
              </a:prstGeom>
              <a:solidFill>
                <a:srgbClr val="FFFFFF"/>
              </a:solidFill>
              <a:ln cap="flat" cmpd="sng">
                <a:prstDash val="solid"/>
              </a:ln>
            </p:spPr>
            <p:txBody>
              <a:bodyPr vert="horz" anchor="ctr" tIns="45720" lIns="91440" bIns="45720" rIns="91440">
                <a:normAutofit/>
              </a:bodyPr>
              <a:p>
                <a:pPr algn="ctr" marL="0"/>
              </a:p>
            </p:txBody>
          </p:sp>
          <p:sp>
            <p:nvSpPr>
              <p:cNvPr name="Freeform 23" id="23"/>
              <p:cNvSpPr/>
              <p:nvPr/>
            </p:nvSpPr>
            <p:spPr>
              <a:xfrm>
                <a:off x="5962103" y="1355117"/>
                <a:ext cx="406698" cy="249909"/>
              </a:xfrm>
              <a:custGeom>
                <a:avLst/>
                <a:gdLst/>
                <a:ahLst/>
                <a:cxnLst/>
                <a:rect r="r" b="b" t="t" l="l"/>
                <a:pathLst>
                  <a:path w="6043326" h="3713523" stroke="true" fill="norm" extrusionOk="true">
                    <a:moveTo>
                      <a:pt x="-1918" y="1446447"/>
                    </a:moveTo>
                    <a:lnTo>
                      <a:pt x="2126920" y="3631005"/>
                    </a:lnTo>
                    <a:cubicBezTo>
                      <a:pt x="2233981" y="3740829"/>
                      <a:pt x="2409812" y="3743210"/>
                      <a:pt x="2519635" y="3636149"/>
                    </a:cubicBezTo>
                    <a:cubicBezTo>
                      <a:pt x="2521635" y="3634245"/>
                      <a:pt x="2523444" y="3632339"/>
                      <a:pt x="2525351" y="3630434"/>
                    </a:cubicBezTo>
                    <a:lnTo>
                      <a:pt x="6041409" y="1409"/>
                    </a:lnTo>
                  </a:path>
                </a:pathLst>
              </a:custGeom>
              <a:noFill/>
              <a:ln w="60325" cap="rnd">
                <a:solidFill>
                  <a:srgbClr val="FFFFFF"/>
                </a:solidFill>
                <a:prstDash val="solid"/>
              </a:ln>
            </p:spPr>
            <p:txBody>
              <a:bodyPr vert="horz" anchor="ctr" tIns="45720" lIns="91440" bIns="45720" rIns="91440">
                <a:normAutofit/>
              </a:bodyPr>
              <a:p>
                <a:pPr algn="l" marL="0"/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>
              <a:off x="6123571" y="3492633"/>
              <a:ext cx="3545495" cy="249909"/>
              <a:chOff x="5962103" y="1355117"/>
              <a:chExt cx="3545495" cy="249909"/>
            </a:xfrm>
          </p:grpSpPr>
          <p:sp>
            <p:nvSpPr>
              <p:cNvPr name="AutoShape 25" id="25"/>
              <p:cNvSpPr/>
              <p:nvPr/>
            </p:nvSpPr>
            <p:spPr>
              <a:xfrm>
                <a:off x="6636305" y="1358736"/>
                <a:ext cx="2871293" cy="246290"/>
              </a:xfrm>
              <a:prstGeom prst="roundRect">
                <a:avLst/>
              </a:prstGeom>
              <a:solidFill>
                <a:srgbClr val="B2D1FF"/>
              </a:solidFill>
              <a:ln cap="flat" cmpd="sng">
                <a:prstDash val="solid"/>
              </a:ln>
            </p:spPr>
            <p:txBody>
              <a:bodyPr vert="horz" anchor="ctr" tIns="45720" lIns="91440" bIns="45720" rIns="91440">
                <a:normAutofit/>
              </a:bodyPr>
              <a:p>
                <a:pPr algn="ctr" marL="0"/>
              </a:p>
            </p:txBody>
          </p:sp>
          <p:sp>
            <p:nvSpPr>
              <p:cNvPr name="Freeform 26" id="26"/>
              <p:cNvSpPr/>
              <p:nvPr/>
            </p:nvSpPr>
            <p:spPr>
              <a:xfrm>
                <a:off x="5962103" y="1355117"/>
                <a:ext cx="406698" cy="249909"/>
              </a:xfrm>
              <a:custGeom>
                <a:avLst/>
                <a:gdLst/>
                <a:ahLst/>
                <a:cxnLst/>
                <a:rect r="r" b="b" t="t" l="l"/>
                <a:pathLst>
                  <a:path w="6043326" h="3713523" stroke="true" fill="norm" extrusionOk="true">
                    <a:moveTo>
                      <a:pt x="-1918" y="1446447"/>
                    </a:moveTo>
                    <a:lnTo>
                      <a:pt x="2126920" y="3631005"/>
                    </a:lnTo>
                    <a:cubicBezTo>
                      <a:pt x="2233981" y="3740829"/>
                      <a:pt x="2409812" y="3743210"/>
                      <a:pt x="2519635" y="3636149"/>
                    </a:cubicBezTo>
                    <a:cubicBezTo>
                      <a:pt x="2521635" y="3634245"/>
                      <a:pt x="2523444" y="3632339"/>
                      <a:pt x="2525351" y="3630434"/>
                    </a:cubicBezTo>
                    <a:lnTo>
                      <a:pt x="6041409" y="1409"/>
                    </a:lnTo>
                  </a:path>
                </a:pathLst>
              </a:custGeom>
              <a:noFill/>
              <a:ln w="60325" cap="rnd">
                <a:solidFill>
                  <a:srgbClr val="B2D1FF"/>
                </a:solidFill>
                <a:prstDash val="solid"/>
              </a:ln>
            </p:spPr>
            <p:txBody>
              <a:bodyPr vert="horz" anchor="ctr" tIns="45720" lIns="91440" bIns="45720" rIns="91440">
                <a:normAutofit/>
              </a:bodyPr>
              <a:p>
                <a:pPr algn="l" marL="0"/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>
              <a:off x="7672055" y="4690935"/>
              <a:ext cx="3545495" cy="249909"/>
              <a:chOff x="5962103" y="1355117"/>
              <a:chExt cx="3545495" cy="249909"/>
            </a:xfrm>
          </p:grpSpPr>
          <p:sp>
            <p:nvSpPr>
              <p:cNvPr name="AutoShape 28" id="28"/>
              <p:cNvSpPr/>
              <p:nvPr/>
            </p:nvSpPr>
            <p:spPr>
              <a:xfrm>
                <a:off x="6636305" y="1358736"/>
                <a:ext cx="2871293" cy="246290"/>
              </a:xfrm>
              <a:prstGeom prst="roundRect">
                <a:avLst/>
              </a:prstGeom>
              <a:solidFill>
                <a:srgbClr val="FFFFFF"/>
              </a:solidFill>
              <a:ln cap="flat" cmpd="sng">
                <a:prstDash val="solid"/>
              </a:ln>
            </p:spPr>
            <p:txBody>
              <a:bodyPr vert="horz" anchor="ctr" tIns="45720" lIns="91440" bIns="45720" rIns="91440">
                <a:normAutofit/>
              </a:bodyPr>
              <a:p>
                <a:pPr algn="ctr" marL="0"/>
              </a:p>
            </p:txBody>
          </p:sp>
          <p:sp>
            <p:nvSpPr>
              <p:cNvPr name="Freeform 29" id="29"/>
              <p:cNvSpPr/>
              <p:nvPr/>
            </p:nvSpPr>
            <p:spPr>
              <a:xfrm>
                <a:off x="5962103" y="1355117"/>
                <a:ext cx="406698" cy="249909"/>
              </a:xfrm>
              <a:custGeom>
                <a:avLst/>
                <a:gdLst/>
                <a:ahLst/>
                <a:cxnLst/>
                <a:rect r="r" b="b" t="t" l="l"/>
                <a:pathLst>
                  <a:path w="6043326" h="3713523" stroke="true" fill="norm" extrusionOk="true">
                    <a:moveTo>
                      <a:pt x="-1918" y="1446447"/>
                    </a:moveTo>
                    <a:lnTo>
                      <a:pt x="2126920" y="3631005"/>
                    </a:lnTo>
                    <a:cubicBezTo>
                      <a:pt x="2233981" y="3740829"/>
                      <a:pt x="2409812" y="3743210"/>
                      <a:pt x="2519635" y="3636149"/>
                    </a:cubicBezTo>
                    <a:cubicBezTo>
                      <a:pt x="2521635" y="3634245"/>
                      <a:pt x="2523444" y="3632339"/>
                      <a:pt x="2525351" y="3630434"/>
                    </a:cubicBezTo>
                    <a:lnTo>
                      <a:pt x="6041409" y="1409"/>
                    </a:lnTo>
                  </a:path>
                </a:pathLst>
              </a:custGeom>
              <a:noFill/>
              <a:ln w="60325" cap="rnd">
                <a:solidFill>
                  <a:srgbClr val="FFFFFF"/>
                </a:solidFill>
                <a:prstDash val="solid"/>
              </a:ln>
            </p:spPr>
            <p:txBody>
              <a:bodyPr vert="horz" anchor="ctr" tIns="45720" lIns="91440" bIns="45720" rIns="91440">
                <a:normAutofit/>
              </a:bodyPr>
              <a:p>
                <a:pPr algn="l" marL="0"/>
              </a:p>
            </p:txBody>
          </p:sp>
        </p:grpSp>
      </p:grpSp>
      <p:sp>
        <p:nvSpPr>
          <p:cNvPr name="AutoShape 30" id="30"/>
          <p:cNvSpPr/>
          <p:nvPr/>
        </p:nvSpPr>
        <p:spPr>
          <a:xfrm>
            <a:off x="545782" y="1687989"/>
            <a:ext cx="2909301" cy="3970588"/>
          </a:xfrm>
          <a:prstGeom prst="rect">
            <a:avLst/>
          </a:prstGeom>
          <a:noFill/>
        </p:spPr>
        <p:txBody>
          <a:bodyPr vert="horz" anchor="t" wrap="square" tIns="45720" lIns="91440" bIns="45720" rIns="91440">
            <a:prstTxWarp prst="textNoShape">
              <a:avLst/>
            </a:prstTxWarp>
            <a:normAutofit/>
          </a:bodyPr>
          <a:p>
            <a:pPr algn="l" marL="0"/>
          </a:p>
        </p:txBody>
      </p:sp>
      <p:grpSp>
        <p:nvGrpSpPr>
          <p:cNvPr name="Group 31" id="31"/>
          <p:cNvGrpSpPr/>
          <p:nvPr/>
        </p:nvGrpSpPr>
        <p:grpSpPr>
          <a:xfrm flipH="true">
            <a:off x="9104447" y="2547302"/>
            <a:ext cx="1894183" cy="3111275"/>
            <a:chOff x="1311563" y="1401747"/>
            <a:chExt cx="3799197" cy="6240340"/>
          </a:xfrm>
        </p:grpSpPr>
        <p:grpSp>
          <p:nvGrpSpPr>
            <p:cNvPr name="Group 32" id="32"/>
            <p:cNvGrpSpPr/>
            <p:nvPr/>
          </p:nvGrpSpPr>
          <p:grpSpPr>
            <a:xfrm>
              <a:off x="1311563" y="1521824"/>
              <a:ext cx="3799197" cy="6120263"/>
              <a:chOff x="-1935358" y="2156853"/>
              <a:chExt cx="2525713" cy="4068762"/>
            </a:xfrm>
          </p:grpSpPr>
          <p:sp>
            <p:nvSpPr>
              <p:cNvPr name="Freeform 33" id="33"/>
              <p:cNvSpPr/>
              <p:nvPr/>
            </p:nvSpPr>
            <p:spPr>
              <a:xfrm>
                <a:off x="-395483" y="5682690"/>
                <a:ext cx="773113" cy="495300"/>
              </a:xfrm>
              <a:custGeom>
                <a:avLst/>
                <a:gdLst/>
                <a:ahLst/>
                <a:cxnLst/>
                <a:rect r="r" b="b" t="t" l="l"/>
                <a:pathLst>
                  <a:path w="205" h="131" stroke="true" fill="norm" extrusionOk="true">
                    <a:moveTo>
                      <a:pt x="3" y="12"/>
                    </a:moveTo>
                    <a:cubicBezTo>
                      <a:pt x="0" y="129"/>
                      <a:pt x="0" y="129"/>
                      <a:pt x="0" y="129"/>
                    </a:cubicBezTo>
                    <a:cubicBezTo>
                      <a:pt x="204" y="131"/>
                      <a:pt x="204" y="131"/>
                      <a:pt x="204" y="131"/>
                    </a:cubicBezTo>
                    <a:cubicBezTo>
                      <a:pt x="204" y="131"/>
                      <a:pt x="205" y="107"/>
                      <a:pt x="166" y="89"/>
                    </a:cubicBezTo>
                    <a:cubicBezTo>
                      <a:pt x="128" y="71"/>
                      <a:pt x="120" y="0"/>
                      <a:pt x="120" y="0"/>
                    </a:cubicBezTo>
                    <a:lnTo>
                      <a:pt x="3" y="12"/>
                    </a:lnTo>
                    <a:close/>
                  </a:path>
                </a:pathLst>
              </a:custGeom>
              <a:solidFill>
                <a:srgbClr val="99BEFF"/>
              </a:solidFill>
            </p:spPr>
            <p:txBody>
              <a:bodyPr vert="horz" anchor="t" wrap="square" tIns="45720" lIns="91440" bIns="45720" rIns="91440">
                <a:prstTxWarp prst="textNoShape">
                  <a:avLst/>
                </a:prstTxWarp>
                <a:normAutofit/>
              </a:bodyPr>
              <a:p>
                <a:pPr algn="l" marL="0"/>
              </a:p>
            </p:txBody>
          </p:sp>
          <p:sp>
            <p:nvSpPr>
              <p:cNvPr name="Freeform 34" id="34"/>
              <p:cNvSpPr/>
              <p:nvPr/>
            </p:nvSpPr>
            <p:spPr>
              <a:xfrm>
                <a:off x="-1935358" y="5539815"/>
                <a:ext cx="754063" cy="685800"/>
              </a:xfrm>
              <a:custGeom>
                <a:avLst/>
                <a:gdLst/>
                <a:ahLst/>
                <a:cxnLst/>
                <a:rect r="r" b="b" t="t" l="l"/>
                <a:pathLst>
                  <a:path w="200" h="182" stroke="true" fill="norm" extrusionOk="true">
                    <a:moveTo>
                      <a:pt x="44" y="0"/>
                    </a:moveTo>
                    <a:cubicBezTo>
                      <a:pt x="0" y="109"/>
                      <a:pt x="0" y="109"/>
                      <a:pt x="0" y="109"/>
                    </a:cubicBezTo>
                    <a:cubicBezTo>
                      <a:pt x="190" y="182"/>
                      <a:pt x="190" y="182"/>
                      <a:pt x="190" y="182"/>
                    </a:cubicBezTo>
                    <a:cubicBezTo>
                      <a:pt x="190" y="182"/>
                      <a:pt x="200" y="160"/>
                      <a:pt x="170" y="129"/>
                    </a:cubicBezTo>
                    <a:cubicBezTo>
                      <a:pt x="140" y="99"/>
                      <a:pt x="157" y="29"/>
                      <a:pt x="157" y="29"/>
                    </a:cubicBez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99BEFF"/>
              </a:solidFill>
            </p:spPr>
            <p:txBody>
              <a:bodyPr vert="horz" anchor="t" wrap="square" tIns="45720" lIns="91440" bIns="45720" rIns="91440">
                <a:prstTxWarp prst="textNoShape">
                  <a:avLst/>
                </a:prstTxWarp>
                <a:normAutofit/>
              </a:bodyPr>
              <a:p>
                <a:pPr algn="l" marL="0"/>
              </a:p>
            </p:txBody>
          </p:sp>
          <p:sp>
            <p:nvSpPr>
              <p:cNvPr name="Freeform 35" id="35"/>
              <p:cNvSpPr/>
              <p:nvPr/>
            </p:nvSpPr>
            <p:spPr>
              <a:xfrm>
                <a:off x="-1833758" y="3672915"/>
                <a:ext cx="1046163" cy="2165350"/>
              </a:xfrm>
              <a:custGeom>
                <a:avLst/>
                <a:gdLst/>
                <a:ahLst/>
                <a:cxnLst/>
                <a:rect r="r" b="b" t="t" l="l"/>
                <a:pathLst>
                  <a:path w="277" h="574" stroke="true" fill="norm" extrusionOk="true">
                    <a:moveTo>
                      <a:pt x="164" y="16"/>
                    </a:moveTo>
                    <a:cubicBezTo>
                      <a:pt x="131" y="71"/>
                      <a:pt x="117" y="225"/>
                      <a:pt x="80" y="304"/>
                    </a:cubicBezTo>
                    <a:cubicBezTo>
                      <a:pt x="43" y="383"/>
                      <a:pt x="0" y="510"/>
                      <a:pt x="0" y="510"/>
                    </a:cubicBezTo>
                    <a:cubicBezTo>
                      <a:pt x="151" y="574"/>
                      <a:pt x="151" y="574"/>
                      <a:pt x="151" y="574"/>
                    </a:cubicBezTo>
                    <a:cubicBezTo>
                      <a:pt x="151" y="574"/>
                      <a:pt x="254" y="344"/>
                      <a:pt x="265" y="224"/>
                    </a:cubicBezTo>
                    <a:cubicBezTo>
                      <a:pt x="277" y="104"/>
                      <a:pt x="274" y="0"/>
                      <a:pt x="274" y="0"/>
                    </a:cubicBezTo>
                    <a:lnTo>
                      <a:pt x="164" y="16"/>
                    </a:lnTo>
                    <a:close/>
                  </a:path>
                </a:pathLst>
              </a:custGeom>
              <a:solidFill>
                <a:srgbClr val="1C7DEF"/>
              </a:solidFill>
            </p:spPr>
            <p:txBody>
              <a:bodyPr vert="horz" anchor="t" wrap="square" tIns="45720" lIns="91440" bIns="45720" rIns="91440">
                <a:prstTxWarp prst="textNoShape">
                  <a:avLst/>
                </a:prstTxWarp>
                <a:normAutofit/>
              </a:bodyPr>
              <a:p>
                <a:pPr algn="l" marL="0"/>
              </a:p>
            </p:txBody>
          </p:sp>
          <p:sp>
            <p:nvSpPr>
              <p:cNvPr name="Freeform 36" id="36"/>
              <p:cNvSpPr/>
              <p:nvPr/>
            </p:nvSpPr>
            <p:spPr>
              <a:xfrm>
                <a:off x="-973333" y="3623703"/>
                <a:ext cx="1158875" cy="2270125"/>
              </a:xfrm>
              <a:custGeom>
                <a:avLst/>
                <a:gdLst/>
                <a:ahLst/>
                <a:cxnLst/>
                <a:rect r="r" b="b" t="t" l="l"/>
                <a:pathLst>
                  <a:path w="307" h="602" stroke="true" fill="norm" extrusionOk="true">
                    <a:moveTo>
                      <a:pt x="0" y="89"/>
                    </a:moveTo>
                    <a:cubicBezTo>
                      <a:pt x="3" y="153"/>
                      <a:pt x="85" y="274"/>
                      <a:pt x="98" y="360"/>
                    </a:cubicBezTo>
                    <a:cubicBezTo>
                      <a:pt x="111" y="447"/>
                      <a:pt x="146" y="602"/>
                      <a:pt x="146" y="602"/>
                    </a:cubicBezTo>
                    <a:cubicBezTo>
                      <a:pt x="307" y="572"/>
                      <a:pt x="307" y="572"/>
                      <a:pt x="307" y="572"/>
                    </a:cubicBezTo>
                    <a:cubicBezTo>
                      <a:pt x="307" y="572"/>
                      <a:pt x="286" y="330"/>
                      <a:pt x="216" y="181"/>
                    </a:cubicBezTo>
                    <a:cubicBezTo>
                      <a:pt x="165" y="72"/>
                      <a:pt x="91" y="0"/>
                      <a:pt x="91" y="0"/>
                    </a:cubicBezTo>
                    <a:lnTo>
                      <a:pt x="0" y="89"/>
                    </a:lnTo>
                    <a:close/>
                  </a:path>
                </a:pathLst>
              </a:custGeom>
              <a:solidFill>
                <a:srgbClr val="1C7DEF"/>
              </a:solidFill>
            </p:spPr>
            <p:txBody>
              <a:bodyPr vert="horz" anchor="t" wrap="square" tIns="45720" lIns="91440" bIns="45720" rIns="91440">
                <a:prstTxWarp prst="textNoShape">
                  <a:avLst/>
                </a:prstTxWarp>
                <a:normAutofit/>
              </a:bodyPr>
              <a:p>
                <a:pPr algn="l" marL="0"/>
              </a:p>
            </p:txBody>
          </p:sp>
          <p:sp>
            <p:nvSpPr>
              <p:cNvPr name="Freeform 37" id="37"/>
              <p:cNvSpPr/>
              <p:nvPr/>
            </p:nvSpPr>
            <p:spPr>
              <a:xfrm>
                <a:off x="-1422595" y="5876365"/>
                <a:ext cx="95250" cy="60325"/>
              </a:xfrm>
              <a:custGeom>
                <a:avLst/>
                <a:gdLst/>
                <a:ahLst/>
                <a:cxnLst/>
                <a:rect r="r" b="b" t="t" l="l"/>
                <a:pathLst>
                  <a:path w="25" h="16" stroke="true" fill="norm" extrusionOk="true">
                    <a:moveTo>
                      <a:pt x="20" y="1"/>
                    </a:moveTo>
                    <a:cubicBezTo>
                      <a:pt x="14" y="4"/>
                      <a:pt x="8" y="8"/>
                      <a:pt x="2" y="11"/>
                    </a:cubicBezTo>
                    <a:cubicBezTo>
                      <a:pt x="0" y="12"/>
                      <a:pt x="2" y="16"/>
                      <a:pt x="4" y="15"/>
                    </a:cubicBezTo>
                    <a:cubicBezTo>
                      <a:pt x="10" y="11"/>
                      <a:pt x="16" y="8"/>
                      <a:pt x="22" y="5"/>
                    </a:cubicBezTo>
                    <a:cubicBezTo>
                      <a:pt x="25" y="3"/>
                      <a:pt x="23" y="0"/>
                      <a:pt x="20" y="1"/>
                    </a:cubicBezTo>
                    <a:close/>
                  </a:path>
                </a:pathLst>
              </a:custGeom>
              <a:solidFill>
                <a:srgbClr val="030047"/>
              </a:solidFill>
            </p:spPr>
            <p:txBody>
              <a:bodyPr vert="horz" anchor="t" wrap="square" tIns="45720" lIns="91440" bIns="45720" rIns="91440">
                <a:prstTxWarp prst="textNoShape">
                  <a:avLst/>
                </a:prstTxWarp>
                <a:normAutofit/>
              </a:bodyPr>
              <a:p>
                <a:pPr algn="l" marL="0"/>
              </a:p>
            </p:txBody>
          </p:sp>
          <p:sp>
            <p:nvSpPr>
              <p:cNvPr name="Freeform 38" id="38"/>
              <p:cNvSpPr/>
              <p:nvPr/>
            </p:nvSpPr>
            <p:spPr>
              <a:xfrm>
                <a:off x="-1395608" y="5920815"/>
                <a:ext cx="79375" cy="68263"/>
              </a:xfrm>
              <a:custGeom>
                <a:avLst/>
                <a:gdLst/>
                <a:ahLst/>
                <a:cxnLst/>
                <a:rect r="r" b="b" t="t" l="l"/>
                <a:pathLst>
                  <a:path w="21" h="18" stroke="true" fill="norm" extrusionOk="true">
                    <a:moveTo>
                      <a:pt x="17" y="1"/>
                    </a:moveTo>
                    <a:cubicBezTo>
                      <a:pt x="12" y="5"/>
                      <a:pt x="7" y="9"/>
                      <a:pt x="2" y="13"/>
                    </a:cubicBezTo>
                    <a:cubicBezTo>
                      <a:pt x="0" y="15"/>
                      <a:pt x="2" y="18"/>
                      <a:pt x="4" y="17"/>
                    </a:cubicBezTo>
                    <a:cubicBezTo>
                      <a:pt x="19" y="5"/>
                      <a:pt x="19" y="5"/>
                      <a:pt x="19" y="5"/>
                    </a:cubicBezTo>
                    <a:cubicBezTo>
                      <a:pt x="21" y="3"/>
                      <a:pt x="19" y="0"/>
                      <a:pt x="17" y="1"/>
                    </a:cubicBezTo>
                    <a:close/>
                  </a:path>
                </a:pathLst>
              </a:custGeom>
              <a:solidFill>
                <a:srgbClr val="030047"/>
              </a:solidFill>
            </p:spPr>
            <p:txBody>
              <a:bodyPr vert="horz" anchor="t" wrap="square" tIns="45720" lIns="91440" bIns="45720" rIns="91440">
                <a:prstTxWarp prst="textNoShape">
                  <a:avLst/>
                </a:prstTxWarp>
                <a:normAutofit/>
              </a:bodyPr>
              <a:p>
                <a:pPr algn="l" marL="0"/>
              </a:p>
            </p:txBody>
          </p:sp>
          <p:sp>
            <p:nvSpPr>
              <p:cNvPr name="Freeform 39" id="39"/>
              <p:cNvSpPr/>
              <p:nvPr/>
            </p:nvSpPr>
            <p:spPr>
              <a:xfrm>
                <a:off x="102992" y="5898590"/>
                <a:ext cx="49213" cy="82550"/>
              </a:xfrm>
              <a:custGeom>
                <a:avLst/>
                <a:gdLst/>
                <a:ahLst/>
                <a:cxnLst/>
                <a:rect r="r" b="b" t="t" l="l"/>
                <a:pathLst>
                  <a:path w="13" h="22" stroke="true" fill="norm" extrusionOk="true">
                    <a:moveTo>
                      <a:pt x="9" y="3"/>
                    </a:moveTo>
                    <a:cubicBezTo>
                      <a:pt x="6" y="8"/>
                      <a:pt x="4" y="13"/>
                      <a:pt x="1" y="18"/>
                    </a:cubicBezTo>
                    <a:cubicBezTo>
                      <a:pt x="0" y="20"/>
                      <a:pt x="4" y="22"/>
                      <a:pt x="5" y="20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3" y="3"/>
                      <a:pt x="10" y="0"/>
                      <a:pt x="9" y="3"/>
                    </a:cubicBezTo>
                    <a:close/>
                  </a:path>
                </a:pathLst>
              </a:custGeom>
              <a:solidFill>
                <a:srgbClr val="030047"/>
              </a:solidFill>
            </p:spPr>
            <p:txBody>
              <a:bodyPr vert="horz" anchor="t" wrap="square" tIns="45720" lIns="91440" bIns="45720" rIns="91440">
                <a:prstTxWarp prst="textNoShape">
                  <a:avLst/>
                </a:prstTxWarp>
                <a:normAutofit/>
              </a:bodyPr>
              <a:p>
                <a:pPr algn="l" marL="0"/>
              </a:p>
            </p:txBody>
          </p:sp>
          <p:sp>
            <p:nvSpPr>
              <p:cNvPr name="Freeform 40" id="40"/>
              <p:cNvSpPr/>
              <p:nvPr/>
            </p:nvSpPr>
            <p:spPr>
              <a:xfrm>
                <a:off x="144267" y="5950978"/>
                <a:ext cx="52388" cy="82550"/>
              </a:xfrm>
              <a:custGeom>
                <a:avLst/>
                <a:gdLst/>
                <a:ahLst/>
                <a:cxnLst/>
                <a:rect r="r" b="b" t="t" l="l"/>
                <a:pathLst>
                  <a:path w="14" h="22" stroke="true" fill="norm" extrusionOk="true">
                    <a:moveTo>
                      <a:pt x="9" y="2"/>
                    </a:moveTo>
                    <a:cubicBezTo>
                      <a:pt x="7" y="7"/>
                      <a:pt x="4" y="12"/>
                      <a:pt x="1" y="17"/>
                    </a:cubicBezTo>
                    <a:cubicBezTo>
                      <a:pt x="0" y="20"/>
                      <a:pt x="4" y="22"/>
                      <a:pt x="5" y="19"/>
                    </a:cubicBezTo>
                    <a:cubicBezTo>
                      <a:pt x="13" y="4"/>
                      <a:pt x="13" y="4"/>
                      <a:pt x="13" y="4"/>
                    </a:cubicBezTo>
                    <a:cubicBezTo>
                      <a:pt x="14" y="2"/>
                      <a:pt x="10" y="0"/>
                      <a:pt x="9" y="2"/>
                    </a:cubicBezTo>
                    <a:close/>
                  </a:path>
                </a:pathLst>
              </a:custGeom>
              <a:solidFill>
                <a:srgbClr val="030047"/>
              </a:solidFill>
            </p:spPr>
            <p:txBody>
              <a:bodyPr vert="horz" anchor="t" wrap="square" tIns="45720" lIns="91440" bIns="45720" rIns="91440">
                <a:prstTxWarp prst="textNoShape">
                  <a:avLst/>
                </a:prstTxWarp>
                <a:normAutofit/>
              </a:bodyPr>
              <a:p>
                <a:pPr algn="l" marL="0"/>
              </a:p>
            </p:txBody>
          </p:sp>
          <p:sp>
            <p:nvSpPr>
              <p:cNvPr name="Freeform 41" id="41"/>
              <p:cNvSpPr/>
              <p:nvPr/>
            </p:nvSpPr>
            <p:spPr>
              <a:xfrm>
                <a:off x="-1187645" y="3295090"/>
                <a:ext cx="176213" cy="215900"/>
              </a:xfrm>
              <a:custGeom>
                <a:avLst/>
                <a:gdLst/>
                <a:ahLst/>
                <a:cxnLst/>
                <a:rect r="r" b="b" t="t" l="l"/>
                <a:pathLst>
                  <a:path w="47" h="57" stroke="true" fill="norm" extrusionOk="true">
                    <a:moveTo>
                      <a:pt x="0" y="31"/>
                    </a:moveTo>
                    <a:cubicBezTo>
                      <a:pt x="8" y="8"/>
                      <a:pt x="12" y="0"/>
                      <a:pt x="29" y="8"/>
                    </a:cubicBezTo>
                    <a:cubicBezTo>
                      <a:pt x="47" y="16"/>
                      <a:pt x="10" y="57"/>
                      <a:pt x="10" y="57"/>
                    </a:cubicBezTo>
                    <a:lnTo>
                      <a:pt x="0" y="31"/>
                    </a:lnTo>
                    <a:close/>
                  </a:path>
                </a:pathLst>
              </a:custGeom>
              <a:solidFill>
                <a:srgbClr val="FCAF86"/>
              </a:solidFill>
            </p:spPr>
            <p:txBody>
              <a:bodyPr vert="horz" anchor="t" wrap="square" tIns="45720" lIns="91440" bIns="45720" rIns="91440">
                <a:prstTxWarp prst="textNoShape">
                  <a:avLst/>
                </a:prstTxWarp>
                <a:normAutofit/>
              </a:bodyPr>
              <a:p>
                <a:pPr algn="l" marL="0"/>
              </a:p>
            </p:txBody>
          </p:sp>
          <p:sp>
            <p:nvSpPr>
              <p:cNvPr name="Freeform 42" id="42"/>
              <p:cNvSpPr/>
              <p:nvPr/>
            </p:nvSpPr>
            <p:spPr>
              <a:xfrm>
                <a:off x="-1701995" y="2707715"/>
                <a:ext cx="914400" cy="1022350"/>
              </a:xfrm>
              <a:custGeom>
                <a:avLst/>
                <a:gdLst/>
                <a:ahLst/>
                <a:cxnLst/>
                <a:rect r="r" b="b" t="t" l="l"/>
                <a:pathLst>
                  <a:path w="242" h="271" stroke="true" fill="norm" extrusionOk="true">
                    <a:moveTo>
                      <a:pt x="16" y="119"/>
                    </a:moveTo>
                    <a:cubicBezTo>
                      <a:pt x="0" y="172"/>
                      <a:pt x="33" y="237"/>
                      <a:pt x="79" y="265"/>
                    </a:cubicBezTo>
                    <a:cubicBezTo>
                      <a:pt x="85" y="257"/>
                      <a:pt x="85" y="257"/>
                      <a:pt x="85" y="257"/>
                    </a:cubicBezTo>
                    <a:cubicBezTo>
                      <a:pt x="96" y="263"/>
                      <a:pt x="109" y="268"/>
                      <a:pt x="122" y="271"/>
                    </a:cubicBezTo>
                    <a:cubicBezTo>
                      <a:pt x="135" y="248"/>
                      <a:pt x="151" y="226"/>
                      <a:pt x="165" y="203"/>
                    </a:cubicBezTo>
                    <a:cubicBezTo>
                      <a:pt x="147" y="196"/>
                      <a:pt x="130" y="191"/>
                      <a:pt x="127" y="170"/>
                    </a:cubicBezTo>
                    <a:cubicBezTo>
                      <a:pt x="116" y="114"/>
                      <a:pt x="183" y="126"/>
                      <a:pt x="227" y="139"/>
                    </a:cubicBezTo>
                    <a:cubicBezTo>
                      <a:pt x="238" y="96"/>
                      <a:pt x="242" y="28"/>
                      <a:pt x="242" y="28"/>
                    </a:cubicBezTo>
                    <a:cubicBezTo>
                      <a:pt x="135" y="0"/>
                      <a:pt x="41" y="34"/>
                      <a:pt x="16" y="119"/>
                    </a:cubicBezTo>
                    <a:close/>
                  </a:path>
                </a:pathLst>
              </a:custGeom>
              <a:solidFill>
                <a:srgbClr val="FF8749"/>
              </a:solidFill>
            </p:spPr>
            <p:txBody>
              <a:bodyPr vert="horz" anchor="t" wrap="square" tIns="45720" lIns="91440" bIns="45720" rIns="91440">
                <a:prstTxWarp prst="textNoShape">
                  <a:avLst/>
                </a:prstTxWarp>
                <a:normAutofit/>
              </a:bodyPr>
              <a:p>
                <a:pPr algn="l" marL="0"/>
              </a:p>
            </p:txBody>
          </p:sp>
          <p:sp>
            <p:nvSpPr>
              <p:cNvPr name="Freeform 43" id="43"/>
              <p:cNvSpPr/>
              <p:nvPr/>
            </p:nvSpPr>
            <p:spPr>
              <a:xfrm>
                <a:off x="-1381320" y="3374465"/>
                <a:ext cx="303213" cy="355600"/>
              </a:xfrm>
              <a:custGeom>
                <a:avLst/>
                <a:gdLst/>
                <a:ahLst/>
                <a:cxnLst/>
                <a:rect r="r" b="b" t="t" l="l"/>
                <a:pathLst>
                  <a:path w="80" h="94" stroke="true" fill="norm" extrusionOk="true">
                    <a:moveTo>
                      <a:pt x="44" y="0"/>
                    </a:moveTo>
                    <a:cubicBezTo>
                      <a:pt x="29" y="24"/>
                      <a:pt x="17" y="57"/>
                      <a:pt x="0" y="80"/>
                    </a:cubicBezTo>
                    <a:cubicBezTo>
                      <a:pt x="11" y="86"/>
                      <a:pt x="24" y="91"/>
                      <a:pt x="37" y="94"/>
                    </a:cubicBezTo>
                    <a:cubicBezTo>
                      <a:pt x="50" y="71"/>
                      <a:pt x="66" y="49"/>
                      <a:pt x="80" y="26"/>
                    </a:cubicBezTo>
                    <a:cubicBezTo>
                      <a:pt x="69" y="22"/>
                      <a:pt x="51" y="8"/>
                      <a:pt x="44" y="0"/>
                    </a:cubicBezTo>
                    <a:close/>
                  </a:path>
                </a:pathLst>
              </a:custGeom>
              <a:solidFill>
                <a:srgbClr val="FCAF86"/>
              </a:solidFill>
            </p:spPr>
            <p:txBody>
              <a:bodyPr vert="horz" anchor="t" wrap="square" tIns="45720" lIns="91440" bIns="45720" rIns="91440">
                <a:prstTxWarp prst="textNoShape">
                  <a:avLst/>
                </a:prstTxWarp>
                <a:normAutofit/>
              </a:bodyPr>
              <a:p>
                <a:pPr algn="l" marL="0"/>
              </a:p>
            </p:txBody>
          </p:sp>
          <p:sp>
            <p:nvSpPr>
              <p:cNvPr name="Freeform 44" id="44"/>
              <p:cNvSpPr/>
              <p:nvPr/>
            </p:nvSpPr>
            <p:spPr>
              <a:xfrm>
                <a:off x="-1233683" y="3349065"/>
                <a:ext cx="90488" cy="123825"/>
              </a:xfrm>
              <a:custGeom>
                <a:avLst/>
                <a:gdLst/>
                <a:ahLst/>
                <a:cxnLst/>
                <a:rect r="r" b="b" t="t" l="l"/>
                <a:pathLst>
                  <a:path w="24" h="33" stroke="true" fill="norm" extrusionOk="true">
                    <a:moveTo>
                      <a:pt x="24" y="0"/>
                    </a:moveTo>
                    <a:cubicBezTo>
                      <a:pt x="10" y="0"/>
                      <a:pt x="4" y="4"/>
                      <a:pt x="2" y="13"/>
                    </a:cubicBezTo>
                    <a:cubicBezTo>
                      <a:pt x="0" y="23"/>
                      <a:pt x="12" y="33"/>
                      <a:pt x="12" y="33"/>
                    </a:cubicBezTo>
                    <a:lnTo>
                      <a:pt x="24" y="0"/>
                    </a:lnTo>
                    <a:close/>
                  </a:path>
                </a:pathLst>
              </a:custGeom>
              <a:solidFill>
                <a:srgbClr val="FCAF86"/>
              </a:solidFill>
            </p:spPr>
            <p:txBody>
              <a:bodyPr vert="horz" anchor="t" wrap="square" tIns="45720" lIns="91440" bIns="45720" rIns="91440">
                <a:prstTxWarp prst="textNoShape">
                  <a:avLst/>
                </a:prstTxWarp>
                <a:normAutofit/>
              </a:bodyPr>
              <a:p>
                <a:pPr algn="l" marL="0"/>
              </a:p>
            </p:txBody>
          </p:sp>
          <p:sp>
            <p:nvSpPr>
              <p:cNvPr name="Freeform 45" id="45"/>
              <p:cNvSpPr/>
              <p:nvPr/>
            </p:nvSpPr>
            <p:spPr>
              <a:xfrm>
                <a:off x="-874908" y="2239403"/>
                <a:ext cx="460375" cy="474663"/>
              </a:xfrm>
              <a:custGeom>
                <a:avLst/>
                <a:gdLst/>
                <a:ahLst/>
                <a:cxnLst/>
                <a:rect r="r" b="b" t="t" l="l"/>
                <a:pathLst>
                  <a:path w="122" h="126" stroke="true" fill="norm" extrusionOk="true">
                    <a:moveTo>
                      <a:pt x="109" y="44"/>
                    </a:moveTo>
                    <a:cubicBezTo>
                      <a:pt x="121" y="74"/>
                      <a:pt x="122" y="105"/>
                      <a:pt x="83" y="118"/>
                    </a:cubicBezTo>
                    <a:cubicBezTo>
                      <a:pt x="57" y="126"/>
                      <a:pt x="25" y="114"/>
                      <a:pt x="13" y="84"/>
                    </a:cubicBezTo>
                    <a:cubicBezTo>
                      <a:pt x="0" y="55"/>
                      <a:pt x="12" y="22"/>
                      <a:pt x="38" y="11"/>
                    </a:cubicBezTo>
                    <a:cubicBezTo>
                      <a:pt x="65" y="0"/>
                      <a:pt x="96" y="15"/>
                      <a:pt x="109" y="44"/>
                    </a:cubicBezTo>
                    <a:close/>
                  </a:path>
                </a:pathLst>
              </a:custGeom>
              <a:solidFill>
                <a:srgbClr val="FCAF86"/>
              </a:solidFill>
            </p:spPr>
            <p:txBody>
              <a:bodyPr vert="horz" anchor="t" wrap="square" tIns="45720" lIns="91440" bIns="45720" rIns="91440">
                <a:prstTxWarp prst="textNoShape">
                  <a:avLst/>
                </a:prstTxWarp>
                <a:normAutofit/>
              </a:bodyPr>
              <a:p>
                <a:pPr algn="l" marL="0"/>
              </a:p>
            </p:txBody>
          </p:sp>
          <p:sp>
            <p:nvSpPr>
              <p:cNvPr name="AutoShape 46" id="46"/>
              <p:cNvSpPr/>
              <p:nvPr/>
            </p:nvSpPr>
            <p:spPr>
              <a:xfrm>
                <a:off x="-562170" y="2382278"/>
                <a:ext cx="30163" cy="30163"/>
              </a:xfrm>
              <a:prstGeom prst="ellipse">
                <a:avLst/>
              </a:prstGeom>
              <a:solidFill>
                <a:srgbClr val="030047"/>
              </a:solidFill>
            </p:spPr>
            <p:txBody>
              <a:bodyPr vert="horz" anchor="t" wrap="square" tIns="45720" lIns="91440" bIns="45720" rIns="91440">
                <a:prstTxWarp prst="textNoShape">
                  <a:avLst/>
                </a:prstTxWarp>
                <a:normAutofit/>
              </a:bodyPr>
              <a:p>
                <a:pPr algn="l" marL="0"/>
              </a:p>
            </p:txBody>
          </p:sp>
          <p:sp>
            <p:nvSpPr>
              <p:cNvPr name="Freeform 47" id="47"/>
              <p:cNvSpPr/>
              <p:nvPr/>
            </p:nvSpPr>
            <p:spPr>
              <a:xfrm>
                <a:off x="-897133" y="2156853"/>
                <a:ext cx="361950" cy="557213"/>
              </a:xfrm>
              <a:custGeom>
                <a:avLst/>
                <a:gdLst/>
                <a:ahLst/>
                <a:cxnLst/>
                <a:rect r="r" b="b" t="t" l="l"/>
                <a:pathLst>
                  <a:path w="96" h="148" stroke="true" fill="norm" extrusionOk="true">
                    <a:moveTo>
                      <a:pt x="95" y="26"/>
                    </a:moveTo>
                    <a:cubicBezTo>
                      <a:pt x="95" y="0"/>
                      <a:pt x="52" y="29"/>
                      <a:pt x="44" y="33"/>
                    </a:cubicBezTo>
                    <a:cubicBezTo>
                      <a:pt x="44" y="33"/>
                      <a:pt x="44" y="33"/>
                      <a:pt x="44" y="33"/>
                    </a:cubicBezTo>
                    <a:cubicBezTo>
                      <a:pt x="21" y="37"/>
                      <a:pt x="0" y="69"/>
                      <a:pt x="7" y="96"/>
                    </a:cubicBezTo>
                    <a:cubicBezTo>
                      <a:pt x="13" y="120"/>
                      <a:pt x="40" y="148"/>
                      <a:pt x="55" y="141"/>
                    </a:cubicBezTo>
                    <a:cubicBezTo>
                      <a:pt x="78" y="127"/>
                      <a:pt x="82" y="104"/>
                      <a:pt x="71" y="82"/>
                    </a:cubicBezTo>
                    <a:cubicBezTo>
                      <a:pt x="75" y="77"/>
                      <a:pt x="70" y="70"/>
                      <a:pt x="72" y="64"/>
                    </a:cubicBezTo>
                    <a:cubicBezTo>
                      <a:pt x="75" y="55"/>
                      <a:pt x="96" y="36"/>
                      <a:pt x="95" y="26"/>
                    </a:cubicBezTo>
                    <a:close/>
                  </a:path>
                </a:pathLst>
              </a:custGeom>
              <a:solidFill>
                <a:srgbClr val="012643"/>
              </a:solidFill>
            </p:spPr>
            <p:txBody>
              <a:bodyPr vert="horz" anchor="t" wrap="square" tIns="45720" lIns="91440" bIns="45720" rIns="91440">
                <a:prstTxWarp prst="textNoShape">
                  <a:avLst/>
                </a:prstTxWarp>
                <a:normAutofit/>
              </a:bodyPr>
              <a:p>
                <a:pPr algn="l" marL="0"/>
              </a:p>
            </p:txBody>
          </p:sp>
          <p:sp>
            <p:nvSpPr>
              <p:cNvPr name="Freeform 48" id="48"/>
              <p:cNvSpPr/>
              <p:nvPr/>
            </p:nvSpPr>
            <p:spPr>
              <a:xfrm>
                <a:off x="-825695" y="2442603"/>
                <a:ext cx="271463" cy="185738"/>
              </a:xfrm>
              <a:custGeom>
                <a:avLst/>
                <a:gdLst/>
                <a:ahLst/>
                <a:cxnLst/>
                <a:rect r="r" b="b" t="t" l="l"/>
                <a:pathLst>
                  <a:path w="72" h="49" stroke="true" fill="norm" extrusionOk="true">
                    <a:moveTo>
                      <a:pt x="44" y="4"/>
                    </a:moveTo>
                    <a:cubicBezTo>
                      <a:pt x="0" y="0"/>
                      <a:pt x="5" y="35"/>
                      <a:pt x="22" y="43"/>
                    </a:cubicBezTo>
                    <a:cubicBezTo>
                      <a:pt x="35" y="49"/>
                      <a:pt x="56" y="47"/>
                      <a:pt x="64" y="27"/>
                    </a:cubicBezTo>
                    <a:cubicBezTo>
                      <a:pt x="72" y="7"/>
                      <a:pt x="44" y="4"/>
                      <a:pt x="44" y="4"/>
                    </a:cubicBezTo>
                    <a:close/>
                  </a:path>
                </a:pathLst>
              </a:custGeom>
              <a:solidFill>
                <a:srgbClr val="FCAF86"/>
              </a:solidFill>
            </p:spPr>
            <p:txBody>
              <a:bodyPr vert="horz" anchor="t" wrap="square" tIns="45720" lIns="91440" bIns="45720" rIns="91440">
                <a:prstTxWarp prst="textNoShape">
                  <a:avLst/>
                </a:prstTxWarp>
                <a:normAutofit/>
              </a:bodyPr>
              <a:p>
                <a:pPr algn="l" marL="0"/>
              </a:p>
            </p:txBody>
          </p:sp>
          <p:sp>
            <p:nvSpPr>
              <p:cNvPr name="Freeform 49" id="49"/>
              <p:cNvSpPr/>
              <p:nvPr/>
            </p:nvSpPr>
            <p:spPr>
              <a:xfrm>
                <a:off x="-746320" y="2499753"/>
                <a:ext cx="109538" cy="52388"/>
              </a:xfrm>
              <a:custGeom>
                <a:avLst/>
                <a:gdLst/>
                <a:ahLst/>
                <a:cxnLst/>
                <a:rect r="r" b="b" t="t" l="l"/>
                <a:pathLst>
                  <a:path w="29" h="14" stroke="true" fill="norm" extrusionOk="true">
                    <a:moveTo>
                      <a:pt x="27" y="4"/>
                    </a:moveTo>
                    <a:cubicBezTo>
                      <a:pt x="18" y="0"/>
                      <a:pt x="8" y="2"/>
                      <a:pt x="2" y="9"/>
                    </a:cubicBezTo>
                    <a:cubicBezTo>
                      <a:pt x="0" y="11"/>
                      <a:pt x="3" y="14"/>
                      <a:pt x="5" y="12"/>
                    </a:cubicBezTo>
                    <a:cubicBezTo>
                      <a:pt x="9" y="6"/>
                      <a:pt x="18" y="4"/>
                      <a:pt x="25" y="8"/>
                    </a:cubicBezTo>
                    <a:cubicBezTo>
                      <a:pt x="27" y="8"/>
                      <a:pt x="29" y="5"/>
                      <a:pt x="27" y="4"/>
                    </a:cubicBezTo>
                    <a:close/>
                  </a:path>
                </a:pathLst>
              </a:custGeom>
              <a:solidFill>
                <a:srgbClr val="030047"/>
              </a:solidFill>
            </p:spPr>
            <p:txBody>
              <a:bodyPr vert="horz" anchor="t" wrap="square" tIns="45720" lIns="91440" bIns="45720" rIns="91440">
                <a:prstTxWarp prst="textNoShape">
                  <a:avLst/>
                </a:prstTxWarp>
                <a:normAutofit/>
              </a:bodyPr>
              <a:p>
                <a:pPr algn="l" marL="0"/>
              </a:p>
            </p:txBody>
          </p:sp>
          <p:sp>
            <p:nvSpPr>
              <p:cNvPr name="Freeform 50" id="50"/>
              <p:cNvSpPr/>
              <p:nvPr/>
            </p:nvSpPr>
            <p:spPr>
              <a:xfrm>
                <a:off x="-535183" y="2360053"/>
                <a:ext cx="87313" cy="101600"/>
              </a:xfrm>
              <a:custGeom>
                <a:avLst/>
                <a:gdLst/>
                <a:ahLst/>
                <a:cxnLst/>
                <a:rect r="r" b="b" t="t" l="l"/>
                <a:pathLst>
                  <a:path w="23" h="27" stroke="true" fill="norm" extrusionOk="true">
                    <a:moveTo>
                      <a:pt x="22" y="22"/>
                    </a:moveTo>
                    <a:cubicBezTo>
                      <a:pt x="17" y="15"/>
                      <a:pt x="12" y="7"/>
                      <a:pt x="5" y="1"/>
                    </a:cubicBezTo>
                    <a:cubicBezTo>
                      <a:pt x="3" y="0"/>
                      <a:pt x="0" y="3"/>
                      <a:pt x="2" y="4"/>
                    </a:cubicBezTo>
                    <a:cubicBezTo>
                      <a:pt x="9" y="10"/>
                      <a:pt x="14" y="17"/>
                      <a:pt x="18" y="24"/>
                    </a:cubicBezTo>
                    <a:cubicBezTo>
                      <a:pt x="20" y="27"/>
                      <a:pt x="23" y="25"/>
                      <a:pt x="22" y="22"/>
                    </a:cubicBezTo>
                    <a:close/>
                  </a:path>
                </a:pathLst>
              </a:custGeom>
              <a:solidFill>
                <a:srgbClr val="030047"/>
              </a:solidFill>
            </p:spPr>
            <p:txBody>
              <a:bodyPr vert="horz" anchor="t" wrap="square" tIns="45720" lIns="91440" bIns="45720" rIns="91440">
                <a:prstTxWarp prst="textNoShape">
                  <a:avLst/>
                </a:prstTxWarp>
                <a:normAutofit/>
              </a:bodyPr>
              <a:p>
                <a:pPr algn="l" marL="0"/>
              </a:p>
            </p:txBody>
          </p:sp>
          <p:sp>
            <p:nvSpPr>
              <p:cNvPr name="Freeform 51" id="51"/>
              <p:cNvSpPr/>
              <p:nvPr/>
            </p:nvSpPr>
            <p:spPr>
              <a:xfrm>
                <a:off x="-1320995" y="2763278"/>
                <a:ext cx="1152525" cy="1192213"/>
              </a:xfrm>
              <a:custGeom>
                <a:avLst/>
                <a:gdLst/>
                <a:ahLst/>
                <a:cxnLst/>
                <a:rect r="r" b="b" t="t" l="l"/>
                <a:pathLst>
                  <a:path w="305" h="316" stroke="true" fill="norm" extrusionOk="true">
                    <a:moveTo>
                      <a:pt x="173" y="14"/>
                    </a:moveTo>
                    <a:cubicBezTo>
                      <a:pt x="110" y="0"/>
                      <a:pt x="85" y="30"/>
                      <a:pt x="63" y="121"/>
                    </a:cubicBezTo>
                    <a:cubicBezTo>
                      <a:pt x="40" y="212"/>
                      <a:pt x="0" y="265"/>
                      <a:pt x="0" y="265"/>
                    </a:cubicBezTo>
                    <a:cubicBezTo>
                      <a:pt x="0" y="265"/>
                      <a:pt x="182" y="316"/>
                      <a:pt x="259" y="305"/>
                    </a:cubicBezTo>
                    <a:cubicBezTo>
                      <a:pt x="259" y="305"/>
                      <a:pt x="305" y="42"/>
                      <a:pt x="173" y="14"/>
                    </a:cubicBezTo>
                    <a:close/>
                  </a:path>
                </a:pathLst>
              </a:custGeom>
              <a:solidFill>
                <a:srgbClr val="FF8749"/>
              </a:solidFill>
            </p:spPr>
            <p:txBody>
              <a:bodyPr vert="horz" anchor="t" wrap="square" tIns="45720" lIns="91440" bIns="45720" rIns="91440">
                <a:prstTxWarp prst="textNoShape">
                  <a:avLst/>
                </a:prstTxWarp>
                <a:normAutofit/>
              </a:bodyPr>
              <a:p>
                <a:pPr algn="l" marL="0"/>
              </a:p>
            </p:txBody>
          </p:sp>
          <p:sp>
            <p:nvSpPr>
              <p:cNvPr name="Freeform 52" id="52"/>
              <p:cNvSpPr/>
              <p:nvPr/>
            </p:nvSpPr>
            <p:spPr>
              <a:xfrm>
                <a:off x="-855858" y="2737878"/>
                <a:ext cx="342900" cy="180975"/>
              </a:xfrm>
              <a:custGeom>
                <a:avLst/>
                <a:gdLst/>
                <a:ahLst/>
                <a:cxnLst/>
                <a:rect r="r" b="b" t="t" l="l"/>
                <a:pathLst>
                  <a:path w="216" h="114" stroke="true" fill="norm" extrusionOk="true">
                    <a:moveTo>
                      <a:pt x="0" y="73"/>
                    </a:moveTo>
                    <a:lnTo>
                      <a:pt x="14" y="0"/>
                    </a:lnTo>
                    <a:lnTo>
                      <a:pt x="216" y="21"/>
                    </a:lnTo>
                    <a:lnTo>
                      <a:pt x="192" y="114"/>
                    </a:lnTo>
                    <a:lnTo>
                      <a:pt x="0" y="73"/>
                    </a:lnTo>
                    <a:close/>
                  </a:path>
                </a:pathLst>
              </a:custGeom>
              <a:solidFill>
                <a:srgbClr val="FF8749"/>
              </a:solidFill>
            </p:spPr>
            <p:txBody>
              <a:bodyPr vert="horz" anchor="t" wrap="square" tIns="45720" lIns="91440" bIns="45720" rIns="91440">
                <a:prstTxWarp prst="textNoShape">
                  <a:avLst/>
                </a:prstTxWarp>
                <a:normAutofit/>
              </a:bodyPr>
              <a:p>
                <a:pPr algn="l" marL="0"/>
              </a:p>
            </p:txBody>
          </p:sp>
          <p:sp>
            <p:nvSpPr>
              <p:cNvPr name="Freeform 53" id="53"/>
              <p:cNvSpPr/>
              <p:nvPr/>
            </p:nvSpPr>
            <p:spPr>
              <a:xfrm>
                <a:off x="261742" y="2288615"/>
                <a:ext cx="328613" cy="696913"/>
              </a:xfrm>
              <a:custGeom>
                <a:avLst/>
                <a:gdLst/>
                <a:ahLst/>
                <a:cxnLst/>
                <a:rect r="r" b="b" t="t" l="l"/>
                <a:pathLst>
                  <a:path w="87" h="185" stroke="true" fill="norm" extrusionOk="true">
                    <a:moveTo>
                      <a:pt x="0" y="114"/>
                    </a:moveTo>
                    <a:cubicBezTo>
                      <a:pt x="11" y="94"/>
                      <a:pt x="17" y="61"/>
                      <a:pt x="30" y="32"/>
                    </a:cubicBezTo>
                    <a:cubicBezTo>
                      <a:pt x="42" y="7"/>
                      <a:pt x="52" y="0"/>
                      <a:pt x="57" y="10"/>
                    </a:cubicBezTo>
                    <a:cubicBezTo>
                      <a:pt x="61" y="17"/>
                      <a:pt x="54" y="24"/>
                      <a:pt x="49" y="47"/>
                    </a:cubicBezTo>
                    <a:cubicBezTo>
                      <a:pt x="49" y="47"/>
                      <a:pt x="66" y="51"/>
                      <a:pt x="67" y="63"/>
                    </a:cubicBezTo>
                    <a:cubicBezTo>
                      <a:pt x="67" y="63"/>
                      <a:pt x="82" y="66"/>
                      <a:pt x="84" y="87"/>
                    </a:cubicBezTo>
                    <a:cubicBezTo>
                      <a:pt x="84" y="97"/>
                      <a:pt x="87" y="109"/>
                      <a:pt x="76" y="107"/>
                    </a:cubicBezTo>
                    <a:cubicBezTo>
                      <a:pt x="73" y="118"/>
                      <a:pt x="71" y="138"/>
                      <a:pt x="69" y="152"/>
                    </a:cubicBezTo>
                    <a:cubicBezTo>
                      <a:pt x="66" y="177"/>
                      <a:pt x="54" y="185"/>
                      <a:pt x="54" y="185"/>
                    </a:cubicBezTo>
                    <a:lnTo>
                      <a:pt x="0" y="114"/>
                    </a:lnTo>
                    <a:close/>
                  </a:path>
                </a:pathLst>
              </a:custGeom>
              <a:solidFill>
                <a:srgbClr val="FCAF86"/>
              </a:solidFill>
            </p:spPr>
            <p:txBody>
              <a:bodyPr vert="horz" anchor="t" wrap="square" tIns="45720" lIns="91440" bIns="45720" rIns="91440">
                <a:prstTxWarp prst="textNoShape">
                  <a:avLst/>
                </a:prstTxWarp>
                <a:normAutofit/>
              </a:bodyPr>
              <a:p>
                <a:pPr algn="l" marL="0"/>
              </a:p>
            </p:txBody>
          </p:sp>
          <p:sp>
            <p:nvSpPr>
              <p:cNvPr name="Freeform 54" id="54"/>
              <p:cNvSpPr/>
              <p:nvPr/>
            </p:nvSpPr>
            <p:spPr>
              <a:xfrm>
                <a:off x="-712983" y="2707715"/>
                <a:ext cx="1227138" cy="776288"/>
              </a:xfrm>
              <a:custGeom>
                <a:avLst/>
                <a:gdLst/>
                <a:ahLst/>
                <a:cxnLst/>
                <a:rect r="r" b="b" t="t" l="l"/>
                <a:pathLst>
                  <a:path w="325" h="206" stroke="true" fill="norm" extrusionOk="true">
                    <a:moveTo>
                      <a:pt x="259" y="0"/>
                    </a:moveTo>
                    <a:cubicBezTo>
                      <a:pt x="238" y="43"/>
                      <a:pt x="224" y="58"/>
                      <a:pt x="199" y="65"/>
                    </a:cubicBezTo>
                    <a:cubicBezTo>
                      <a:pt x="161" y="77"/>
                      <a:pt x="70" y="27"/>
                      <a:pt x="14" y="36"/>
                    </a:cubicBezTo>
                    <a:cubicBezTo>
                      <a:pt x="0" y="152"/>
                      <a:pt x="0" y="152"/>
                      <a:pt x="0" y="152"/>
                    </a:cubicBezTo>
                    <a:cubicBezTo>
                      <a:pt x="0" y="152"/>
                      <a:pt x="82" y="206"/>
                      <a:pt x="178" y="198"/>
                    </a:cubicBezTo>
                    <a:cubicBezTo>
                      <a:pt x="260" y="191"/>
                      <a:pt x="315" y="107"/>
                      <a:pt x="325" y="65"/>
                    </a:cubicBezTo>
                    <a:cubicBezTo>
                      <a:pt x="315" y="38"/>
                      <a:pt x="282" y="16"/>
                      <a:pt x="259" y="0"/>
                    </a:cubicBezTo>
                    <a:close/>
                  </a:path>
                </a:pathLst>
              </a:custGeom>
              <a:solidFill>
                <a:srgbClr val="FF8749"/>
              </a:solidFill>
            </p:spPr>
            <p:txBody>
              <a:bodyPr vert="horz" anchor="t" wrap="square" tIns="45720" lIns="91440" bIns="45720" rIns="91440">
                <a:prstTxWarp prst="textNoShape">
                  <a:avLst/>
                </a:prstTxWarp>
                <a:normAutofit/>
              </a:bodyPr>
              <a:p>
                <a:pPr algn="l" marL="0"/>
              </a:p>
            </p:txBody>
          </p:sp>
          <p:sp>
            <p:nvSpPr>
              <p:cNvPr name="Freeform 55" id="55"/>
              <p:cNvSpPr/>
              <p:nvPr/>
            </p:nvSpPr>
            <p:spPr>
              <a:xfrm>
                <a:off x="420492" y="2469590"/>
                <a:ext cx="33338" cy="52388"/>
              </a:xfrm>
              <a:custGeom>
                <a:avLst/>
                <a:gdLst/>
                <a:ahLst/>
                <a:cxnLst/>
                <a:rect r="r" b="b" t="t" l="l"/>
                <a:pathLst>
                  <a:path w="9" h="14" stroke="true" fill="norm" extrusionOk="true">
                    <a:moveTo>
                      <a:pt x="4" y="3"/>
                    </a:moveTo>
                    <a:cubicBezTo>
                      <a:pt x="1" y="11"/>
                      <a:pt x="1" y="11"/>
                      <a:pt x="1" y="11"/>
                    </a:cubicBezTo>
                    <a:cubicBezTo>
                      <a:pt x="0" y="13"/>
                      <a:pt x="4" y="14"/>
                      <a:pt x="5" y="12"/>
                    </a:cubicBezTo>
                    <a:cubicBezTo>
                      <a:pt x="6" y="9"/>
                      <a:pt x="7" y="7"/>
                      <a:pt x="8" y="4"/>
                    </a:cubicBezTo>
                    <a:cubicBezTo>
                      <a:pt x="9" y="2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rgbClr val="030047"/>
              </a:solidFill>
            </p:spPr>
            <p:txBody>
              <a:bodyPr vert="horz" anchor="t" wrap="square" tIns="45720" lIns="91440" bIns="45720" rIns="91440">
                <a:prstTxWarp prst="textNoShape">
                  <a:avLst/>
                </a:prstTxWarp>
                <a:normAutofit/>
              </a:bodyPr>
              <a:p>
                <a:pPr algn="l" marL="0"/>
              </a:p>
            </p:txBody>
          </p:sp>
          <p:sp>
            <p:nvSpPr>
              <p:cNvPr name="Freeform 56" id="56"/>
              <p:cNvSpPr/>
              <p:nvPr/>
            </p:nvSpPr>
            <p:spPr>
              <a:xfrm>
                <a:off x="541142" y="2612465"/>
                <a:ext cx="25400" cy="60325"/>
              </a:xfrm>
              <a:custGeom>
                <a:avLst/>
                <a:gdLst/>
                <a:ahLst/>
                <a:cxnLst/>
                <a:rect r="r" b="b" t="t" l="l"/>
                <a:pathLst>
                  <a:path w="7" h="16" stroke="true" fill="norm" extrusionOk="true">
                    <a:moveTo>
                      <a:pt x="6" y="2"/>
                    </a:moveTo>
                    <a:cubicBezTo>
                      <a:pt x="6" y="0"/>
                      <a:pt x="2" y="0"/>
                      <a:pt x="2" y="3"/>
                    </a:cubicBezTo>
                    <a:cubicBezTo>
                      <a:pt x="3" y="6"/>
                      <a:pt x="2" y="10"/>
                      <a:pt x="1" y="13"/>
                    </a:cubicBezTo>
                    <a:cubicBezTo>
                      <a:pt x="0" y="15"/>
                      <a:pt x="4" y="16"/>
                      <a:pt x="5" y="14"/>
                    </a:cubicBezTo>
                    <a:cubicBezTo>
                      <a:pt x="7" y="10"/>
                      <a:pt x="7" y="6"/>
                      <a:pt x="6" y="2"/>
                    </a:cubicBezTo>
                    <a:close/>
                  </a:path>
                </a:pathLst>
              </a:custGeom>
              <a:solidFill>
                <a:srgbClr val="030047"/>
              </a:solidFill>
            </p:spPr>
            <p:txBody>
              <a:bodyPr vert="horz" anchor="t" wrap="square" tIns="45720" lIns="91440" bIns="45720" rIns="91440">
                <a:prstTxWarp prst="textNoShape">
                  <a:avLst/>
                </a:prstTxWarp>
                <a:normAutofit/>
              </a:bodyPr>
              <a:p>
                <a:pPr algn="l" marL="0"/>
              </a:p>
            </p:txBody>
          </p:sp>
          <p:sp>
            <p:nvSpPr>
              <p:cNvPr name="Freeform 57" id="57"/>
              <p:cNvSpPr/>
              <p:nvPr/>
            </p:nvSpPr>
            <p:spPr>
              <a:xfrm>
                <a:off x="495105" y="2526740"/>
                <a:ext cx="30163" cy="41275"/>
              </a:xfrm>
              <a:custGeom>
                <a:avLst/>
                <a:gdLst/>
                <a:ahLst/>
                <a:cxnLst/>
                <a:rect r="r" b="b" t="t" l="l"/>
                <a:pathLst>
                  <a:path w="8" h="11" stroke="true" fill="norm" extrusionOk="true">
                    <a:moveTo>
                      <a:pt x="3" y="3"/>
                    </a:moveTo>
                    <a:cubicBezTo>
                      <a:pt x="2" y="4"/>
                      <a:pt x="2" y="6"/>
                      <a:pt x="1" y="8"/>
                    </a:cubicBezTo>
                    <a:cubicBezTo>
                      <a:pt x="0" y="10"/>
                      <a:pt x="4" y="11"/>
                      <a:pt x="5" y="9"/>
                    </a:cubicBezTo>
                    <a:cubicBezTo>
                      <a:pt x="6" y="7"/>
                      <a:pt x="6" y="5"/>
                      <a:pt x="7" y="4"/>
                    </a:cubicBezTo>
                    <a:cubicBezTo>
                      <a:pt x="8" y="1"/>
                      <a:pt x="4" y="0"/>
                      <a:pt x="3" y="3"/>
                    </a:cubicBezTo>
                    <a:close/>
                  </a:path>
                </a:pathLst>
              </a:custGeom>
              <a:solidFill>
                <a:srgbClr val="030047"/>
              </a:solidFill>
            </p:spPr>
            <p:txBody>
              <a:bodyPr vert="horz" anchor="t" wrap="square" tIns="45720" lIns="91440" bIns="45720" rIns="91440">
                <a:prstTxWarp prst="textNoShape">
                  <a:avLst/>
                </a:prstTxWarp>
                <a:normAutofit/>
              </a:bodyPr>
              <a:p>
                <a:pPr algn="l" marL="0"/>
              </a:p>
            </p:txBody>
          </p:sp>
          <p:sp>
            <p:nvSpPr>
              <p:cNvPr name="Freeform 58" id="58"/>
              <p:cNvSpPr/>
              <p:nvPr/>
            </p:nvSpPr>
            <p:spPr>
              <a:xfrm>
                <a:off x="256980" y="2401328"/>
                <a:ext cx="133350" cy="290513"/>
              </a:xfrm>
              <a:custGeom>
                <a:avLst/>
                <a:gdLst/>
                <a:ahLst/>
                <a:cxnLst/>
                <a:rect r="r" b="b" t="t" l="l"/>
                <a:pathLst>
                  <a:path w="35" h="77" stroke="true" fill="norm" extrusionOk="true">
                    <a:moveTo>
                      <a:pt x="5" y="77"/>
                    </a:moveTo>
                    <a:cubicBezTo>
                      <a:pt x="0" y="43"/>
                      <a:pt x="6" y="28"/>
                      <a:pt x="17" y="14"/>
                    </a:cubicBezTo>
                    <a:cubicBezTo>
                      <a:pt x="28" y="0"/>
                      <a:pt x="35" y="21"/>
                      <a:pt x="35" y="21"/>
                    </a:cubicBezTo>
                    <a:lnTo>
                      <a:pt x="5" y="77"/>
                    </a:lnTo>
                    <a:close/>
                  </a:path>
                </a:pathLst>
              </a:custGeom>
              <a:solidFill>
                <a:srgbClr val="FCAF86"/>
              </a:solidFill>
            </p:spPr>
            <p:txBody>
              <a:bodyPr vert="horz" anchor="t" wrap="square" tIns="45720" lIns="91440" bIns="45720" rIns="91440">
                <a:prstTxWarp prst="textNoShape">
                  <a:avLst/>
                </a:prstTxWarp>
                <a:normAutofit/>
              </a:bodyPr>
              <a:p>
                <a:pPr algn="l" marL="0"/>
              </a:p>
            </p:txBody>
          </p:sp>
          <p:sp>
            <p:nvSpPr>
              <p:cNvPr name="Freeform 59" id="59"/>
              <p:cNvSpPr/>
              <p:nvPr/>
            </p:nvSpPr>
            <p:spPr>
              <a:xfrm>
                <a:off x="314130" y="2453715"/>
                <a:ext cx="52388" cy="133350"/>
              </a:xfrm>
              <a:custGeom>
                <a:avLst/>
                <a:gdLst/>
                <a:ahLst/>
                <a:cxnLst/>
                <a:rect r="r" b="b" t="t" l="l"/>
                <a:pathLst>
                  <a:path w="14" h="35" stroke="true" fill="norm" extrusionOk="true">
                    <a:moveTo>
                      <a:pt x="10" y="2"/>
                    </a:moveTo>
                    <a:cubicBezTo>
                      <a:pt x="5" y="12"/>
                      <a:pt x="2" y="21"/>
                      <a:pt x="0" y="32"/>
                    </a:cubicBezTo>
                    <a:cubicBezTo>
                      <a:pt x="0" y="34"/>
                      <a:pt x="4" y="35"/>
                      <a:pt x="4" y="33"/>
                    </a:cubicBezTo>
                    <a:cubicBezTo>
                      <a:pt x="6" y="23"/>
                      <a:pt x="9" y="14"/>
                      <a:pt x="14" y="4"/>
                    </a:cubicBezTo>
                    <a:cubicBezTo>
                      <a:pt x="14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rgbClr val="030047"/>
              </a:solidFill>
            </p:spPr>
            <p:txBody>
              <a:bodyPr vert="horz" anchor="t" wrap="square" tIns="45720" lIns="91440" bIns="45720" rIns="91440">
                <a:prstTxWarp prst="textNoShape">
                  <a:avLst/>
                </a:prstTxWarp>
                <a:normAutofit/>
              </a:bodyPr>
              <a:p>
                <a:pPr algn="l" marL="0"/>
              </a:p>
            </p:txBody>
          </p:sp>
        </p:grpSp>
        <p:sp>
          <p:nvSpPr>
            <p:cNvPr name="AutoShape 60" id="60"/>
            <p:cNvSpPr/>
            <p:nvPr/>
          </p:nvSpPr>
          <p:spPr>
            <a:xfrm>
              <a:off x="2467878" y="1461553"/>
              <a:ext cx="506759" cy="506759"/>
            </a:xfrm>
            <a:prstGeom prst="ellipse">
              <a:avLst/>
            </a:prstGeom>
            <a:solidFill>
              <a:srgbClr val="012643"/>
            </a:solidFill>
            <a:ln cap="flat" cmpd="sng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AutoShape 61" id="61"/>
            <p:cNvSpPr/>
            <p:nvPr/>
          </p:nvSpPr>
          <p:spPr>
            <a:xfrm>
              <a:off x="2273699" y="1401747"/>
              <a:ext cx="303633" cy="303633"/>
            </a:xfrm>
            <a:prstGeom prst="ellipse">
              <a:avLst/>
            </a:prstGeom>
            <a:solidFill>
              <a:srgbClr val="012643"/>
            </a:solidFill>
            <a:ln cap="flat" cmpd="sng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ctr" marL="0"/>
            </a:p>
          </p:txBody>
        </p:sp>
        <p:sp>
          <p:nvSpPr>
            <p:cNvPr name="Freeform 62" id="62"/>
            <p:cNvSpPr/>
            <p:nvPr/>
          </p:nvSpPr>
          <p:spPr>
            <a:xfrm>
              <a:off x="2659992" y="4541831"/>
              <a:ext cx="348344" cy="268897"/>
            </a:xfrm>
            <a:custGeom>
              <a:avLst/>
              <a:gdLst/>
              <a:ahLst/>
              <a:cxnLst/>
              <a:rect r="r" b="b" t="t" l="l"/>
              <a:pathLst>
                <a:path w="48" h="37" stroke="true" fill="norm" extrusionOk="true">
                  <a:moveTo>
                    <a:pt x="45" y="37"/>
                  </a:moveTo>
                  <a:cubicBezTo>
                    <a:pt x="44" y="37"/>
                    <a:pt x="43" y="37"/>
                    <a:pt x="42" y="36"/>
                  </a:cubicBezTo>
                  <a:cubicBezTo>
                    <a:pt x="32" y="18"/>
                    <a:pt x="32" y="18"/>
                    <a:pt x="32" y="18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0" y="6"/>
                    <a:pt x="0" y="4"/>
                    <a:pt x="0" y="3"/>
                  </a:cubicBezTo>
                  <a:cubicBezTo>
                    <a:pt x="0" y="1"/>
                    <a:pt x="2" y="0"/>
                    <a:pt x="4" y="1"/>
                  </a:cubicBezTo>
                  <a:cubicBezTo>
                    <a:pt x="36" y="12"/>
                    <a:pt x="36" y="12"/>
                    <a:pt x="36" y="12"/>
                  </a:cubicBezTo>
                  <a:cubicBezTo>
                    <a:pt x="47" y="32"/>
                    <a:pt x="47" y="32"/>
                    <a:pt x="47" y="32"/>
                  </a:cubicBezTo>
                  <a:cubicBezTo>
                    <a:pt x="48" y="34"/>
                    <a:pt x="47" y="35"/>
                    <a:pt x="46" y="36"/>
                  </a:cubicBezTo>
                  <a:cubicBezTo>
                    <a:pt x="46" y="37"/>
                    <a:pt x="45" y="37"/>
                    <a:pt x="45" y="37"/>
                  </a:cubicBezTo>
                  <a:close/>
                </a:path>
              </a:pathLst>
            </a:custGeom>
            <a:solidFill>
              <a:srgbClr val="0E5EBE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3" id="63"/>
            <p:cNvSpPr/>
            <p:nvPr/>
          </p:nvSpPr>
          <p:spPr>
            <a:xfrm>
              <a:off x="3534055" y="3323734"/>
              <a:ext cx="253620" cy="91670"/>
            </a:xfrm>
            <a:custGeom>
              <a:avLst/>
              <a:gdLst/>
              <a:ahLst/>
              <a:cxnLst/>
              <a:rect r="r" b="b" t="t" l="l"/>
              <a:pathLst>
                <a:path w="35" h="13" stroke="true" fill="norm" extrusionOk="true">
                  <a:moveTo>
                    <a:pt x="32" y="13"/>
                  </a:moveTo>
                  <a:cubicBezTo>
                    <a:pt x="31" y="13"/>
                    <a:pt x="31" y="13"/>
                    <a:pt x="31" y="12"/>
                  </a:cubicBezTo>
                  <a:cubicBezTo>
                    <a:pt x="31" y="12"/>
                    <a:pt x="17" y="6"/>
                    <a:pt x="3" y="6"/>
                  </a:cubicBezTo>
                  <a:cubicBezTo>
                    <a:pt x="3" y="6"/>
                    <a:pt x="3" y="6"/>
                    <a:pt x="3" y="6"/>
                  </a:cubicBezTo>
                  <a:cubicBezTo>
                    <a:pt x="1" y="6"/>
                    <a:pt x="0" y="5"/>
                    <a:pt x="0" y="3"/>
                  </a:cubicBezTo>
                  <a:cubicBezTo>
                    <a:pt x="0" y="2"/>
                    <a:pt x="1" y="1"/>
                    <a:pt x="3" y="0"/>
                  </a:cubicBezTo>
                  <a:cubicBezTo>
                    <a:pt x="18" y="0"/>
                    <a:pt x="32" y="6"/>
                    <a:pt x="33" y="7"/>
                  </a:cubicBezTo>
                  <a:cubicBezTo>
                    <a:pt x="35" y="7"/>
                    <a:pt x="35" y="9"/>
                    <a:pt x="35" y="11"/>
                  </a:cubicBezTo>
                  <a:cubicBezTo>
                    <a:pt x="34" y="12"/>
                    <a:pt x="33" y="13"/>
                    <a:pt x="32" y="13"/>
                  </a:cubicBezTo>
                  <a:close/>
                </a:path>
              </a:pathLst>
            </a:custGeom>
            <a:solidFill>
              <a:srgbClr val="030047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64" id="64"/>
            <p:cNvSpPr/>
            <p:nvPr/>
          </p:nvSpPr>
          <p:spPr>
            <a:xfrm rot="5232107">
              <a:off x="2556247" y="2880973"/>
              <a:ext cx="253620" cy="91670"/>
            </a:xfrm>
            <a:custGeom>
              <a:avLst/>
              <a:gdLst/>
              <a:ahLst/>
              <a:cxnLst/>
              <a:rect r="r" b="b" t="t" l="l"/>
              <a:pathLst>
                <a:path w="35" h="13" stroke="true" fill="norm" extrusionOk="true">
                  <a:moveTo>
                    <a:pt x="32" y="13"/>
                  </a:moveTo>
                  <a:cubicBezTo>
                    <a:pt x="31" y="13"/>
                    <a:pt x="31" y="13"/>
                    <a:pt x="31" y="12"/>
                  </a:cubicBezTo>
                  <a:cubicBezTo>
                    <a:pt x="31" y="12"/>
                    <a:pt x="17" y="6"/>
                    <a:pt x="3" y="6"/>
                  </a:cubicBezTo>
                  <a:cubicBezTo>
                    <a:pt x="3" y="6"/>
                    <a:pt x="3" y="6"/>
                    <a:pt x="3" y="6"/>
                  </a:cubicBezTo>
                  <a:cubicBezTo>
                    <a:pt x="1" y="6"/>
                    <a:pt x="0" y="5"/>
                    <a:pt x="0" y="3"/>
                  </a:cubicBezTo>
                  <a:cubicBezTo>
                    <a:pt x="0" y="2"/>
                    <a:pt x="1" y="1"/>
                    <a:pt x="3" y="0"/>
                  </a:cubicBezTo>
                  <a:cubicBezTo>
                    <a:pt x="18" y="0"/>
                    <a:pt x="32" y="6"/>
                    <a:pt x="33" y="7"/>
                  </a:cubicBezTo>
                  <a:cubicBezTo>
                    <a:pt x="35" y="7"/>
                    <a:pt x="35" y="9"/>
                    <a:pt x="35" y="11"/>
                  </a:cubicBezTo>
                  <a:cubicBezTo>
                    <a:pt x="34" y="12"/>
                    <a:pt x="33" y="13"/>
                    <a:pt x="32" y="13"/>
                  </a:cubicBezTo>
                  <a:close/>
                </a:path>
              </a:pathLst>
            </a:custGeom>
            <a:solidFill>
              <a:srgbClr val="030047"/>
            </a:solidFill>
          </p:spPr>
          <p:txBody>
            <a:bodyPr vert="horz" anchor="t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</p:grpSp>
      <p:cxnSp>
        <p:nvCxnSpPr>
          <p:cNvPr name="Connector 65" id="65"/>
          <p:cNvCxnSpPr/>
          <p:nvPr/>
        </p:nvCxnSpPr>
        <p:spPr>
          <a:xfrm>
            <a:off x="1446273" y="1841904"/>
            <a:ext cx="0" cy="4292196"/>
          </a:xfrm>
          <a:prstGeom prst="line">
            <a:avLst/>
          </a:prstGeom>
          <a:ln w="12700" cap="flat" cmpd="sng">
            <a:solidFill>
              <a:srgbClr val="2F2F2F">
                <a:alpha val="50000"/>
                <a:lumMod val="50000"/>
                <a:lumOff val="50000"/>
              </a:srgbClr>
            </a:solidFill>
            <a:prstDash val="dash"/>
          </a:ln>
        </p:spPr>
      </p:cxnSp>
      <p:sp>
        <p:nvSpPr>
          <p:cNvPr name="TextBox 66" id="66"/>
          <p:cNvSpPr txBox="true"/>
          <p:nvPr/>
        </p:nvSpPr>
        <p:spPr>
          <a:xfrm>
            <a:off x="1800861" y="1475732"/>
            <a:ext cx="4878736" cy="338554"/>
          </a:xfrm>
          <a:prstGeom prst="rect">
            <a:avLst/>
          </a:prstGeom>
          <a:noFill/>
          <a:ln cap="rnd" cmpd="sng">
            <a:prstDash val="solid"/>
          </a:ln>
        </p:spPr>
        <p:txBody>
          <a:bodyPr anchor="t" rtlCol="false" vert="horz" rot="0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true" i="false" sz="16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更丰富的模板库</a:t>
            </a:r>
            <a:endParaRPr lang="en-US" sz="1100"/>
          </a:p>
        </p:txBody>
      </p:sp>
      <p:sp>
        <p:nvSpPr>
          <p:cNvPr name="TextBox 67" id="67"/>
          <p:cNvSpPr txBox="true"/>
          <p:nvPr/>
        </p:nvSpPr>
        <p:spPr>
          <a:xfrm>
            <a:off x="1820525" y="1848502"/>
            <a:ext cx="4848105" cy="815340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未来的AI生成PPT将拥有更丰富的模板库，涵盖更多行业和场景，能够根据用户需求自动推荐最合适的模板，提升PPT的适用性和美观性。</a:t>
            </a:r>
            <a:endParaRPr lang="en-US" sz="1100"/>
          </a:p>
        </p:txBody>
      </p:sp>
      <p:sp>
        <p:nvSpPr>
          <p:cNvPr name="AutoShape 68" id="68"/>
          <p:cNvSpPr/>
          <p:nvPr/>
        </p:nvSpPr>
        <p:spPr>
          <a:xfrm>
            <a:off x="1332348" y="1562419"/>
            <a:ext cx="233587" cy="233587"/>
          </a:xfrm>
          <a:prstGeom prst="ellipse">
            <a:avLst/>
          </a:prstGeom>
          <a:solidFill>
            <a:schemeClr val="accent1"/>
          </a:solidFill>
          <a:ln cap="flat" cmpd="sng">
            <a:prstDash val="solid"/>
          </a:ln>
          <a:effectLst>
            <a:outerShdw algn="tl" blurRad="254000" dist="127000" rotWithShape="false">
              <a:schemeClr val="accent1">
                <a:alpha val="30000"/>
              </a:schemeClr>
            </a:outerShdw>
          </a:effectLst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TextBox 69" id="69"/>
          <p:cNvSpPr txBox="true"/>
          <p:nvPr/>
        </p:nvSpPr>
        <p:spPr>
          <a:xfrm>
            <a:off x="668361" y="1417602"/>
            <a:ext cx="777332" cy="523220"/>
          </a:xfrm>
          <a:prstGeom prst="roundRect">
            <a:avLst>
              <a:gd name="adj" fmla="val 0"/>
            </a:avLst>
          </a:prstGeom>
          <a:noFill/>
          <a:ln cap="rnd" cmpd="sng">
            <a:prstDash val="solid"/>
          </a:ln>
        </p:spPr>
        <p:txBody>
          <a:bodyPr anchor="ctr" rtlCol="false" vert="horz" rot="0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true" i="false" sz="2800" baseline="0" u="none">
                <a:solidFill>
                  <a:schemeClr val="accent1"/>
                </a:solidFill>
                <a:latin typeface="Arial"/>
                <a:ea typeface="Arial"/>
              </a:rPr>
              <a:t>01</a:t>
            </a:r>
            <a:endParaRPr lang="en-US" sz="1100"/>
          </a:p>
        </p:txBody>
      </p:sp>
      <p:sp>
        <p:nvSpPr>
          <p:cNvPr name="TextBox 70" id="70"/>
          <p:cNvSpPr txBox="true"/>
          <p:nvPr/>
        </p:nvSpPr>
        <p:spPr>
          <a:xfrm>
            <a:off x="1800861" y="3118503"/>
            <a:ext cx="4878736" cy="338554"/>
          </a:xfrm>
          <a:prstGeom prst="rect">
            <a:avLst/>
          </a:prstGeom>
          <a:noFill/>
          <a:ln cap="rnd" cmpd="sng">
            <a:prstDash val="solid"/>
          </a:ln>
        </p:spPr>
        <p:txBody>
          <a:bodyPr anchor="t" rtlCol="false" vert="horz" rot="0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true" i="false" sz="16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更高效的处理速度</a:t>
            </a:r>
            <a:endParaRPr lang="en-US" sz="1100"/>
          </a:p>
        </p:txBody>
      </p:sp>
      <p:sp>
        <p:nvSpPr>
          <p:cNvPr name="TextBox 71" id="71"/>
          <p:cNvSpPr txBox="true"/>
          <p:nvPr/>
        </p:nvSpPr>
        <p:spPr>
          <a:xfrm>
            <a:off x="1820525" y="3491273"/>
            <a:ext cx="4848105" cy="700192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未来的AI生成PPT将采用更高效的处理技术，能够在更短的时间内生成高质量的PPT，提升用户的使用体验和效率。</a:t>
            </a:r>
            <a:endParaRPr lang="en-US" sz="1100"/>
          </a:p>
        </p:txBody>
      </p:sp>
      <p:sp>
        <p:nvSpPr>
          <p:cNvPr name="AutoShape 72" id="72"/>
          <p:cNvSpPr/>
          <p:nvPr/>
        </p:nvSpPr>
        <p:spPr>
          <a:xfrm>
            <a:off x="1332348" y="3225663"/>
            <a:ext cx="233587" cy="233587"/>
          </a:xfrm>
          <a:prstGeom prst="ellipse">
            <a:avLst/>
          </a:prstGeom>
          <a:solidFill>
            <a:schemeClr val="accent5"/>
          </a:solidFill>
          <a:ln cap="flat" cmpd="sng">
            <a:prstDash val="solid"/>
          </a:ln>
          <a:effectLst>
            <a:outerShdw algn="tl" blurRad="254000" dist="127000" rotWithShape="false">
              <a:schemeClr val="accent5">
                <a:alpha val="30000"/>
              </a:schemeClr>
            </a:outerShdw>
          </a:effectLst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TextBox 73" id="73"/>
          <p:cNvSpPr txBox="true"/>
          <p:nvPr/>
        </p:nvSpPr>
        <p:spPr>
          <a:xfrm>
            <a:off x="668361" y="3080846"/>
            <a:ext cx="777332" cy="523220"/>
          </a:xfrm>
          <a:prstGeom prst="roundRect">
            <a:avLst>
              <a:gd name="adj" fmla="val 0"/>
            </a:avLst>
          </a:prstGeom>
          <a:noFill/>
          <a:ln cap="rnd" cmpd="sng">
            <a:prstDash val="solid"/>
          </a:ln>
        </p:spPr>
        <p:txBody>
          <a:bodyPr anchor="ctr" rtlCol="false" vert="horz" rot="0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true" i="false" sz="2800" baseline="0" u="none">
                <a:solidFill>
                  <a:schemeClr val="accent5"/>
                </a:solidFill>
                <a:latin typeface="Arial"/>
                <a:ea typeface="Arial"/>
              </a:rPr>
              <a:t>02</a:t>
            </a:r>
            <a:endParaRPr lang="en-US" sz="1100"/>
          </a:p>
        </p:txBody>
      </p:sp>
      <p:sp>
        <p:nvSpPr>
          <p:cNvPr name="TextBox 74" id="74"/>
          <p:cNvSpPr txBox="true"/>
          <p:nvPr/>
        </p:nvSpPr>
        <p:spPr>
          <a:xfrm>
            <a:off x="1799323" y="4708542"/>
            <a:ext cx="4878736" cy="338554"/>
          </a:xfrm>
          <a:prstGeom prst="rect">
            <a:avLst/>
          </a:prstGeom>
          <a:noFill/>
          <a:ln cap="rnd" cmpd="sng">
            <a:prstDash val="solid"/>
          </a:ln>
        </p:spPr>
        <p:txBody>
          <a:bodyPr anchor="t" rtlCol="false" vert="horz" rot="0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true" i="false" sz="16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更智能的生成算法</a:t>
            </a:r>
            <a:endParaRPr lang="en-US" sz="1100"/>
          </a:p>
        </p:txBody>
      </p:sp>
      <p:sp>
        <p:nvSpPr>
          <p:cNvPr name="TextBox 75" id="75"/>
          <p:cNvSpPr txBox="true"/>
          <p:nvPr/>
        </p:nvSpPr>
        <p:spPr>
          <a:xfrm>
            <a:off x="1818987" y="5081312"/>
            <a:ext cx="4848105" cy="815340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未来的AI生成PPT将采用更智能的生成算法，能够更准确地理解用户需求，生成更加符合语境的文本和图表，提升PPT的质量和个性化程度。</a:t>
            </a:r>
            <a:endParaRPr lang="en-US" sz="1100"/>
          </a:p>
        </p:txBody>
      </p:sp>
      <p:sp>
        <p:nvSpPr>
          <p:cNvPr name="AutoShape 76" id="76"/>
          <p:cNvSpPr/>
          <p:nvPr/>
        </p:nvSpPr>
        <p:spPr>
          <a:xfrm>
            <a:off x="1330810" y="4733814"/>
            <a:ext cx="233587" cy="233587"/>
          </a:xfrm>
          <a:prstGeom prst="ellipse">
            <a:avLst/>
          </a:prstGeom>
          <a:solidFill>
            <a:schemeClr val="accent1"/>
          </a:solidFill>
          <a:ln cap="flat" cmpd="sng">
            <a:prstDash val="solid"/>
          </a:ln>
          <a:effectLst>
            <a:outerShdw algn="tl" blurRad="254000" dist="127000" rotWithShape="false">
              <a:schemeClr val="accent1">
                <a:alpha val="30000"/>
              </a:schemeClr>
            </a:outerShdw>
          </a:effectLst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TextBox 77" id="77"/>
          <p:cNvSpPr txBox="true"/>
          <p:nvPr/>
        </p:nvSpPr>
        <p:spPr>
          <a:xfrm>
            <a:off x="666823" y="4588997"/>
            <a:ext cx="777332" cy="523220"/>
          </a:xfrm>
          <a:prstGeom prst="roundRect">
            <a:avLst>
              <a:gd name="adj" fmla="val 0"/>
            </a:avLst>
          </a:prstGeom>
          <a:noFill/>
          <a:ln cap="rnd" cmpd="sng">
            <a:prstDash val="solid"/>
          </a:ln>
        </p:spPr>
        <p:txBody>
          <a:bodyPr anchor="ctr" rtlCol="false" vert="horz" rot="0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true" i="false" sz="2800" baseline="0" u="none">
                <a:solidFill>
                  <a:schemeClr val="accent1"/>
                </a:solidFill>
                <a:latin typeface="Arial"/>
                <a:ea typeface="Arial"/>
              </a:rPr>
              <a:t>03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gradFill>
          <a:gsLst>
            <a:gs pos="0">
              <a:srgbClr val="AE94FF">
                <a:lumMod val="40000"/>
                <a:lumOff val="60000"/>
              </a:srgbClr>
            </a:gs>
            <a:gs pos="100000">
              <a:srgbClr val="3ED0E8">
                <a:lumMod val="40000"/>
                <a:lumOff val="6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0400" y="128587"/>
            <a:ext cx="10858500" cy="900112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应用前景</a:t>
            </a:r>
          </a:p>
        </p:txBody>
      </p:sp>
      <p:sp>
        <p:nvSpPr>
          <p:cNvPr name="AutoShape 3" id="3"/>
          <p:cNvSpPr/>
          <p:nvPr/>
        </p:nvSpPr>
        <p:spPr>
          <a:xfrm>
            <a:off x="5439813" y="1760921"/>
            <a:ext cx="5916131" cy="455550"/>
          </a:xfrm>
          <a:prstGeom prst="rect">
            <a:avLst/>
          </a:prstGeom>
          <a:noFill/>
        </p:spPr>
        <p:txBody>
          <a:bodyPr vert="horz" anchor="t" wrap="square" tIns="46800" lIns="90000" bIns="46800" rIns="9000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AI生成PPT将在更多行业中得到应用，如医疗、金融、法律等，帮助不同行业的用户快速制作专业演示文稿，提升工作效率和展示效果。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5439813" y="1407484"/>
            <a:ext cx="5916131" cy="340735"/>
          </a:xfrm>
          <a:prstGeom prst="rect">
            <a:avLst/>
          </a:prstGeom>
          <a:noFill/>
        </p:spPr>
        <p:txBody>
          <a:bodyPr anchor="b" rtlCol="false" vert="horz" wrap="square" tIns="46800" lIns="90000" bIns="46800" rIns="90000">
            <a:spAutoFit/>
          </a:bodyPr>
          <a:lstStyle/>
          <a:p>
            <a:pPr algn="l" marL="0">
              <a:spcBef>
                <a:spcPct val="0"/>
              </a:spcBef>
              <a:defRPr/>
            </a:pPr>
            <a:r>
              <a:rPr lang="zh-CN" b="true" i="false" sz="16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跨行业应用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>
            <a:off x="5439813" y="3379058"/>
            <a:ext cx="5916132" cy="455550"/>
          </a:xfrm>
          <a:prstGeom prst="rect">
            <a:avLst/>
          </a:prstGeom>
          <a:noFill/>
        </p:spPr>
        <p:txBody>
          <a:bodyPr vert="horz" anchor="t" wrap="square" tIns="46800" lIns="90000" bIns="46800" rIns="9000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未来的AI生成PPT将支持更加个性化的定制功能，能够根据用户的偏好和需求生成独特的PPT，提升用户的满意度和使用体验。</a:t>
            </a:r>
          </a:p>
        </p:txBody>
      </p:sp>
      <p:sp>
        <p:nvSpPr>
          <p:cNvPr name="TextBox 6" id="6"/>
          <p:cNvSpPr txBox="true"/>
          <p:nvPr/>
        </p:nvSpPr>
        <p:spPr>
          <a:xfrm>
            <a:off x="5439813" y="3025621"/>
            <a:ext cx="5916132" cy="340735"/>
          </a:xfrm>
          <a:prstGeom prst="rect">
            <a:avLst/>
          </a:prstGeom>
          <a:noFill/>
        </p:spPr>
        <p:txBody>
          <a:bodyPr anchor="b" rtlCol="false" vert="horz" wrap="square" tIns="46800" lIns="90000" bIns="46800" rIns="90000">
            <a:spAutoFit/>
          </a:bodyPr>
          <a:lstStyle/>
          <a:p>
            <a:pPr algn="l" marL="0">
              <a:spcBef>
                <a:spcPct val="0"/>
              </a:spcBef>
              <a:defRPr/>
            </a:pPr>
            <a:r>
              <a:rPr lang="zh-CN" b="true" i="false" sz="16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个性化定制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>
            <a:off x="5439813" y="5000973"/>
            <a:ext cx="5916132" cy="758414"/>
          </a:xfrm>
          <a:prstGeom prst="rect">
            <a:avLst/>
          </a:prstGeom>
          <a:noFill/>
        </p:spPr>
        <p:txBody>
          <a:bodyPr vert="horz" anchor="t" wrap="square" tIns="46800" lIns="90000" bIns="46800" rIns="9000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AI生成PPT将支持更多语言和文化，能够在全球范围内推广和应用，帮助不同国家和地区的用户快速制作符合本地需求的演示文稿，提升全球化应用的便利性。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5439813" y="4647536"/>
            <a:ext cx="5916132" cy="340735"/>
          </a:xfrm>
          <a:prstGeom prst="rect">
            <a:avLst/>
          </a:prstGeom>
          <a:noFill/>
        </p:spPr>
        <p:txBody>
          <a:bodyPr anchor="b" rtlCol="false" vert="horz" wrap="square" tIns="46800" lIns="90000" bIns="46800" rIns="90000">
            <a:spAutoFit/>
          </a:bodyPr>
          <a:lstStyle/>
          <a:p>
            <a:pPr algn="l" marL="0">
              <a:spcBef>
                <a:spcPct val="0"/>
              </a:spcBef>
              <a:defRPr/>
            </a:pPr>
            <a:r>
              <a:rPr lang="zh-CN" b="true" i="false" sz="16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全球化推广</a:t>
            </a:r>
            <a:endParaRPr lang="en-US" sz="1100"/>
          </a:p>
        </p:txBody>
      </p:sp>
      <p:sp>
        <p:nvSpPr>
          <p:cNvPr name="Freeform 9" id="9"/>
          <p:cNvSpPr/>
          <p:nvPr/>
        </p:nvSpPr>
        <p:spPr>
          <a:xfrm>
            <a:off x="2735970" y="1581205"/>
            <a:ext cx="2123272" cy="1651906"/>
          </a:xfrm>
          <a:custGeom>
            <a:avLst/>
            <a:gdLst/>
            <a:ahLst/>
            <a:cxnLst/>
            <a:rect r="r" b="b" t="t" l="l"/>
            <a:pathLst>
              <a:path w="3884722" h="3022315" stroke="true" fill="norm" extrusionOk="true">
                <a:moveTo>
                  <a:pt x="3883358" y="2482448"/>
                </a:moveTo>
                <a:cubicBezTo>
                  <a:pt x="3883449" y="2780473"/>
                  <a:pt x="3641881" y="3022123"/>
                  <a:pt x="3343857" y="3022222"/>
                </a:cubicBezTo>
                <a:lnTo>
                  <a:pt x="538048" y="3022222"/>
                </a:lnTo>
                <a:cubicBezTo>
                  <a:pt x="240024" y="3022123"/>
                  <a:pt x="-1455" y="2780455"/>
                  <a:pt x="-1364" y="2482448"/>
                </a:cubicBezTo>
                <a:lnTo>
                  <a:pt x="-1364" y="539590"/>
                </a:lnTo>
                <a:cubicBezTo>
                  <a:pt x="-1455" y="241629"/>
                  <a:pt x="240024" y="6"/>
                  <a:pt x="537957" y="-93"/>
                </a:cubicBezTo>
                <a:cubicBezTo>
                  <a:pt x="537957" y="-93"/>
                  <a:pt x="538048" y="-93"/>
                  <a:pt x="538048" y="-93"/>
                </a:cubicBezTo>
                <a:lnTo>
                  <a:pt x="3343405" y="-93"/>
                </a:lnTo>
                <a:cubicBezTo>
                  <a:pt x="3641429" y="-293"/>
                  <a:pt x="3883177" y="241131"/>
                  <a:pt x="3883358" y="539137"/>
                </a:cubicBezTo>
                <a:cubicBezTo>
                  <a:pt x="3883358" y="539291"/>
                  <a:pt x="3883358" y="539436"/>
                  <a:pt x="3883358" y="539590"/>
                </a:cubicBezTo>
                <a:close/>
              </a:path>
            </a:pathLst>
          </a:custGeom>
          <a:solidFill>
            <a:schemeClr val="accent1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10" id="10"/>
          <p:cNvSpPr/>
          <p:nvPr/>
        </p:nvSpPr>
        <p:spPr>
          <a:xfrm>
            <a:off x="2751053" y="3494706"/>
            <a:ext cx="449240" cy="347203"/>
          </a:xfrm>
          <a:custGeom>
            <a:avLst/>
            <a:gdLst/>
            <a:ahLst/>
            <a:cxnLst/>
            <a:rect r="r" b="b" t="t" l="l"/>
            <a:pathLst>
              <a:path w="821925" h="635241" stroke="true" fill="norm" extrusionOk="true">
                <a:moveTo>
                  <a:pt x="814176" y="284360"/>
                </a:moveTo>
                <a:cubicBezTo>
                  <a:pt x="792372" y="205285"/>
                  <a:pt x="756634" y="139600"/>
                  <a:pt x="620379" y="112457"/>
                </a:cubicBezTo>
                <a:cubicBezTo>
                  <a:pt x="594685" y="107301"/>
                  <a:pt x="404597" y="99339"/>
                  <a:pt x="378992" y="93548"/>
                </a:cubicBezTo>
                <a:cubicBezTo>
                  <a:pt x="360897" y="89477"/>
                  <a:pt x="333122" y="87848"/>
                  <a:pt x="318374" y="76449"/>
                </a:cubicBezTo>
                <a:lnTo>
                  <a:pt x="245090" y="-93"/>
                </a:lnTo>
                <a:lnTo>
                  <a:pt x="-1364" y="199404"/>
                </a:lnTo>
                <a:cubicBezTo>
                  <a:pt x="9492" y="190356"/>
                  <a:pt x="112272" y="304988"/>
                  <a:pt x="121500" y="314669"/>
                </a:cubicBezTo>
                <a:cubicBezTo>
                  <a:pt x="173252" y="368954"/>
                  <a:pt x="222018" y="427491"/>
                  <a:pt x="285894" y="467662"/>
                </a:cubicBezTo>
                <a:cubicBezTo>
                  <a:pt x="347688" y="506566"/>
                  <a:pt x="411744" y="517423"/>
                  <a:pt x="477700" y="524028"/>
                </a:cubicBezTo>
                <a:cubicBezTo>
                  <a:pt x="519771" y="528280"/>
                  <a:pt x="562566" y="530813"/>
                  <a:pt x="605994" y="537780"/>
                </a:cubicBezTo>
                <a:cubicBezTo>
                  <a:pt x="608256" y="563928"/>
                  <a:pt x="620561" y="588184"/>
                  <a:pt x="640284" y="605455"/>
                </a:cubicBezTo>
                <a:cubicBezTo>
                  <a:pt x="686788" y="645355"/>
                  <a:pt x="752292" y="650693"/>
                  <a:pt x="782058" y="586184"/>
                </a:cubicBezTo>
                <a:cubicBezTo>
                  <a:pt x="803591" y="539499"/>
                  <a:pt x="833900" y="355564"/>
                  <a:pt x="814176" y="284360"/>
                </a:cubicBezTo>
                <a:close/>
              </a:path>
            </a:pathLst>
          </a:custGeom>
          <a:solidFill>
            <a:srgbClr val="FF735F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11" id="11"/>
          <p:cNvSpPr/>
          <p:nvPr/>
        </p:nvSpPr>
        <p:spPr>
          <a:xfrm>
            <a:off x="2638898" y="4983063"/>
            <a:ext cx="633713" cy="345626"/>
          </a:xfrm>
          <a:custGeom>
            <a:avLst/>
            <a:gdLst/>
            <a:ahLst/>
            <a:cxnLst/>
            <a:rect r="r" b="b" t="t" l="l"/>
            <a:pathLst>
              <a:path w="1159436" h="632356" stroke="true" fill="norm" extrusionOk="true">
                <a:moveTo>
                  <a:pt x="-1364" y="200969"/>
                </a:moveTo>
                <a:lnTo>
                  <a:pt x="83230" y="632263"/>
                </a:lnTo>
                <a:lnTo>
                  <a:pt x="1158073" y="225126"/>
                </a:lnTo>
                <a:cubicBezTo>
                  <a:pt x="1158073" y="225126"/>
                  <a:pt x="1047150" y="-41503"/>
                  <a:pt x="524114" y="5453"/>
                </a:cubicBezTo>
                <a:cubicBezTo>
                  <a:pt x="252870" y="29429"/>
                  <a:pt x="-1364" y="200969"/>
                  <a:pt x="-1364" y="200969"/>
                </a:cubicBezTo>
                <a:close/>
              </a:path>
            </a:pathLst>
          </a:custGeom>
          <a:solidFill>
            <a:srgbClr val="FFE300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12" id="12"/>
          <p:cNvSpPr/>
          <p:nvPr/>
        </p:nvSpPr>
        <p:spPr>
          <a:xfrm>
            <a:off x="864007" y="4727812"/>
            <a:ext cx="474158" cy="602114"/>
          </a:xfrm>
          <a:custGeom>
            <a:avLst/>
            <a:gdLst/>
            <a:ahLst/>
            <a:cxnLst/>
            <a:rect r="r" b="b" t="t" l="l"/>
            <a:pathLst>
              <a:path w="867515" h="1101622" stroke="true" fill="norm" extrusionOk="true">
                <a:moveTo>
                  <a:pt x="274314" y="-93"/>
                </a:moveTo>
                <a:lnTo>
                  <a:pt x="-1364" y="249527"/>
                </a:lnTo>
                <a:lnTo>
                  <a:pt x="776720" y="1101530"/>
                </a:lnTo>
                <a:cubicBezTo>
                  <a:pt x="776720" y="1101530"/>
                  <a:pt x="935142" y="936322"/>
                  <a:pt x="830282" y="610160"/>
                </a:cubicBezTo>
                <a:cubicBezTo>
                  <a:pt x="725422" y="283998"/>
                  <a:pt x="274314" y="-93"/>
                  <a:pt x="274314" y="-93"/>
                </a:cubicBezTo>
                <a:close/>
              </a:path>
            </a:pathLst>
          </a:custGeom>
          <a:solidFill>
            <a:srgbClr val="FFE300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13" id="13"/>
          <p:cNvSpPr/>
          <p:nvPr/>
        </p:nvSpPr>
        <p:spPr>
          <a:xfrm rot="20386198">
            <a:off x="2708701" y="5168865"/>
            <a:ext cx="508107" cy="24725"/>
          </a:xfrm>
          <a:custGeom>
            <a:avLst/>
            <a:gdLst/>
            <a:ahLst/>
            <a:cxnLst/>
            <a:rect r="r" b="b" t="t" l="l"/>
            <a:pathLst>
              <a:path w="929630" h="45237" stroke="true" fill="norm" extrusionOk="true">
                <a:moveTo>
                  <a:pt x="-1364" y="-94"/>
                </a:moveTo>
                <a:lnTo>
                  <a:pt x="928266" y="-94"/>
                </a:lnTo>
                <a:lnTo>
                  <a:pt x="928266" y="45144"/>
                </a:lnTo>
                <a:lnTo>
                  <a:pt x="-1364" y="45144"/>
                </a:lnTo>
                <a:close/>
              </a:path>
            </a:pathLst>
          </a:custGeom>
          <a:solidFill>
            <a:srgbClr val="000000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14" id="14"/>
          <p:cNvSpPr/>
          <p:nvPr/>
        </p:nvSpPr>
        <p:spPr>
          <a:xfrm rot="19026000">
            <a:off x="1091763" y="4784941"/>
            <a:ext cx="24725" cy="519382"/>
          </a:xfrm>
          <a:custGeom>
            <a:avLst/>
            <a:gdLst/>
            <a:ahLst/>
            <a:cxnLst/>
            <a:rect r="r" b="b" t="t" l="l"/>
            <a:pathLst>
              <a:path w="45237" h="950258" stroke="true" fill="norm" extrusionOk="true">
                <a:moveTo>
                  <a:pt x="-1364" y="-93"/>
                </a:moveTo>
                <a:lnTo>
                  <a:pt x="43874" y="-93"/>
                </a:lnTo>
                <a:lnTo>
                  <a:pt x="43874" y="950165"/>
                </a:lnTo>
                <a:lnTo>
                  <a:pt x="-1364" y="950165"/>
                </a:lnTo>
                <a:close/>
              </a:path>
            </a:pathLst>
          </a:custGeom>
          <a:solidFill>
            <a:srgbClr val="000000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15" id="15"/>
          <p:cNvSpPr/>
          <p:nvPr/>
        </p:nvSpPr>
        <p:spPr>
          <a:xfrm>
            <a:off x="966470" y="3309067"/>
            <a:ext cx="2162535" cy="1807775"/>
          </a:xfrm>
          <a:custGeom>
            <a:avLst/>
            <a:gdLst/>
            <a:ahLst/>
            <a:cxnLst/>
            <a:rect r="r" b="b" t="t" l="l"/>
            <a:pathLst>
              <a:path w="3956558" h="3307492" stroke="true" fill="norm" extrusionOk="true">
                <a:moveTo>
                  <a:pt x="3261072" y="1554538"/>
                </a:moveTo>
                <a:lnTo>
                  <a:pt x="2378760" y="469652"/>
                </a:lnTo>
                <a:lnTo>
                  <a:pt x="2247571" y="-93"/>
                </a:lnTo>
                <a:lnTo>
                  <a:pt x="1538519" y="1535"/>
                </a:lnTo>
                <a:cubicBezTo>
                  <a:pt x="1538519" y="1535"/>
                  <a:pt x="1233980" y="557775"/>
                  <a:pt x="1520424" y="975136"/>
                </a:cubicBezTo>
                <a:lnTo>
                  <a:pt x="1137805" y="1724811"/>
                </a:lnTo>
                <a:lnTo>
                  <a:pt x="-1364" y="2595813"/>
                </a:lnTo>
                <a:lnTo>
                  <a:pt x="718726" y="3265961"/>
                </a:lnTo>
                <a:lnTo>
                  <a:pt x="1826591" y="2206047"/>
                </a:lnTo>
                <a:lnTo>
                  <a:pt x="2153749" y="1592356"/>
                </a:lnTo>
                <a:cubicBezTo>
                  <a:pt x="2354603" y="1766791"/>
                  <a:pt x="2503344" y="1883866"/>
                  <a:pt x="2503344" y="1883866"/>
                </a:cubicBezTo>
                <a:lnTo>
                  <a:pt x="2993899" y="3307399"/>
                </a:lnTo>
                <a:lnTo>
                  <a:pt x="3955195" y="2969837"/>
                </a:lnTo>
                <a:close/>
              </a:path>
            </a:pathLst>
          </a:custGeom>
          <a:solidFill>
            <a:srgbClr val="001A3B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16" id="16"/>
          <p:cNvSpPr/>
          <p:nvPr/>
        </p:nvSpPr>
        <p:spPr>
          <a:xfrm>
            <a:off x="1138163" y="3309216"/>
            <a:ext cx="1990693" cy="1740621"/>
          </a:xfrm>
          <a:custGeom>
            <a:avLst/>
            <a:gdLst/>
            <a:ahLst/>
            <a:cxnLst/>
            <a:rect r="r" b="b" t="t" l="l"/>
            <a:pathLst>
              <a:path w="3642158" h="3184627" stroke="true" fill="norm" extrusionOk="true">
                <a:moveTo>
                  <a:pt x="488649" y="2964861"/>
                </a:moveTo>
                <a:lnTo>
                  <a:pt x="81511" y="2964861"/>
                </a:lnTo>
                <a:lnTo>
                  <a:pt x="113358" y="2994537"/>
                </a:lnTo>
                <a:lnTo>
                  <a:pt x="488829" y="2994537"/>
                </a:lnTo>
                <a:lnTo>
                  <a:pt x="488829" y="3184534"/>
                </a:lnTo>
                <a:lnTo>
                  <a:pt x="518505" y="3156125"/>
                </a:lnTo>
                <a:lnTo>
                  <a:pt x="518505" y="2994537"/>
                </a:lnTo>
                <a:lnTo>
                  <a:pt x="687873" y="2994537"/>
                </a:lnTo>
                <a:lnTo>
                  <a:pt x="718907" y="2964861"/>
                </a:lnTo>
                <a:lnTo>
                  <a:pt x="518686" y="2964861"/>
                </a:lnTo>
                <a:lnTo>
                  <a:pt x="518686" y="2355331"/>
                </a:lnTo>
                <a:lnTo>
                  <a:pt x="1128215" y="2355331"/>
                </a:lnTo>
                <a:lnTo>
                  <a:pt x="1128215" y="2573375"/>
                </a:lnTo>
                <a:lnTo>
                  <a:pt x="1157891" y="2544967"/>
                </a:lnTo>
                <a:lnTo>
                  <a:pt x="1157891" y="2354969"/>
                </a:lnTo>
                <a:lnTo>
                  <a:pt x="1356212" y="2354969"/>
                </a:lnTo>
                <a:lnTo>
                  <a:pt x="1387155" y="2325293"/>
                </a:lnTo>
                <a:lnTo>
                  <a:pt x="1157891" y="2325293"/>
                </a:lnTo>
                <a:lnTo>
                  <a:pt x="1157891" y="1715130"/>
                </a:lnTo>
                <a:lnTo>
                  <a:pt x="1768416" y="1715130"/>
                </a:lnTo>
                <a:lnTo>
                  <a:pt x="1768416" y="1726440"/>
                </a:lnTo>
                <a:lnTo>
                  <a:pt x="1798092" y="1670888"/>
                </a:lnTo>
                <a:lnTo>
                  <a:pt x="1798092" y="1074930"/>
                </a:lnTo>
                <a:lnTo>
                  <a:pt x="2408617" y="1074930"/>
                </a:lnTo>
                <a:lnTo>
                  <a:pt x="2408617" y="1685455"/>
                </a:lnTo>
                <a:lnTo>
                  <a:pt x="1948190" y="1685455"/>
                </a:lnTo>
                <a:lnTo>
                  <a:pt x="1983294" y="1715130"/>
                </a:lnTo>
                <a:lnTo>
                  <a:pt x="2407894" y="1715130"/>
                </a:lnTo>
                <a:lnTo>
                  <a:pt x="2407894" y="2325655"/>
                </a:lnTo>
                <a:lnTo>
                  <a:pt x="2341212" y="2325655"/>
                </a:lnTo>
                <a:lnTo>
                  <a:pt x="2351436" y="2355331"/>
                </a:lnTo>
                <a:lnTo>
                  <a:pt x="2407894" y="2355331"/>
                </a:lnTo>
                <a:lnTo>
                  <a:pt x="2407894" y="2518910"/>
                </a:lnTo>
                <a:lnTo>
                  <a:pt x="2437478" y="2604952"/>
                </a:lnTo>
                <a:lnTo>
                  <a:pt x="2437478" y="2355331"/>
                </a:lnTo>
                <a:lnTo>
                  <a:pt x="3047098" y="2355331"/>
                </a:lnTo>
                <a:lnTo>
                  <a:pt x="3047098" y="2964861"/>
                </a:lnTo>
                <a:lnTo>
                  <a:pt x="2561610" y="2964861"/>
                </a:lnTo>
                <a:lnTo>
                  <a:pt x="2571744" y="2994537"/>
                </a:lnTo>
                <a:lnTo>
                  <a:pt x="3047098" y="2994537"/>
                </a:lnTo>
                <a:lnTo>
                  <a:pt x="3047098" y="3178110"/>
                </a:lnTo>
                <a:lnTo>
                  <a:pt x="3076774" y="3167615"/>
                </a:lnTo>
                <a:lnTo>
                  <a:pt x="3076774" y="2994537"/>
                </a:lnTo>
                <a:lnTo>
                  <a:pt x="3569681" y="2994537"/>
                </a:lnTo>
                <a:lnTo>
                  <a:pt x="3640795" y="2969566"/>
                </a:lnTo>
                <a:lnTo>
                  <a:pt x="3638533" y="2964861"/>
                </a:lnTo>
                <a:lnTo>
                  <a:pt x="3076774" y="2964861"/>
                </a:lnTo>
                <a:lnTo>
                  <a:pt x="3076774" y="2355331"/>
                </a:lnTo>
                <a:lnTo>
                  <a:pt x="3339151" y="2355331"/>
                </a:lnTo>
                <a:lnTo>
                  <a:pt x="3324585" y="2325655"/>
                </a:lnTo>
                <a:lnTo>
                  <a:pt x="3076412" y="2325655"/>
                </a:lnTo>
                <a:lnTo>
                  <a:pt x="3076412" y="1819810"/>
                </a:lnTo>
                <a:lnTo>
                  <a:pt x="3046737" y="1759282"/>
                </a:lnTo>
                <a:lnTo>
                  <a:pt x="3046737" y="2325746"/>
                </a:lnTo>
                <a:lnTo>
                  <a:pt x="2437117" y="2325746"/>
                </a:lnTo>
                <a:lnTo>
                  <a:pt x="2437117" y="1715130"/>
                </a:lnTo>
                <a:lnTo>
                  <a:pt x="3025204" y="1715130"/>
                </a:lnTo>
                <a:lnTo>
                  <a:pt x="3010638" y="1685455"/>
                </a:lnTo>
                <a:lnTo>
                  <a:pt x="2437207" y="1685455"/>
                </a:lnTo>
                <a:lnTo>
                  <a:pt x="2437207" y="1074930"/>
                </a:lnTo>
                <a:lnTo>
                  <a:pt x="2556453" y="1074930"/>
                </a:lnTo>
                <a:lnTo>
                  <a:pt x="2532297" y="1045254"/>
                </a:lnTo>
                <a:lnTo>
                  <a:pt x="2437207" y="1045254"/>
                </a:lnTo>
                <a:lnTo>
                  <a:pt x="2437207" y="928360"/>
                </a:lnTo>
                <a:lnTo>
                  <a:pt x="2407622" y="892170"/>
                </a:lnTo>
                <a:lnTo>
                  <a:pt x="2407622" y="1045525"/>
                </a:lnTo>
                <a:lnTo>
                  <a:pt x="1797097" y="1045525"/>
                </a:lnTo>
                <a:lnTo>
                  <a:pt x="1797097" y="435543"/>
                </a:lnTo>
                <a:lnTo>
                  <a:pt x="2054588" y="435543"/>
                </a:lnTo>
                <a:lnTo>
                  <a:pt x="2046264" y="405868"/>
                </a:lnTo>
                <a:lnTo>
                  <a:pt x="1797097" y="405868"/>
                </a:lnTo>
                <a:lnTo>
                  <a:pt x="1797097" y="-93"/>
                </a:lnTo>
                <a:lnTo>
                  <a:pt x="1767421" y="-93"/>
                </a:lnTo>
                <a:lnTo>
                  <a:pt x="1767421" y="405958"/>
                </a:lnTo>
                <a:lnTo>
                  <a:pt x="1156896" y="405958"/>
                </a:lnTo>
                <a:lnTo>
                  <a:pt x="1156896" y="157062"/>
                </a:lnTo>
                <a:cubicBezTo>
                  <a:pt x="1146854" y="185380"/>
                  <a:pt x="1136721" y="216775"/>
                  <a:pt x="1127220" y="250703"/>
                </a:cubicBezTo>
                <a:lnTo>
                  <a:pt x="1127220" y="406048"/>
                </a:lnTo>
                <a:lnTo>
                  <a:pt x="1094106" y="406048"/>
                </a:lnTo>
                <a:cubicBezTo>
                  <a:pt x="1092658" y="415820"/>
                  <a:pt x="1091393" y="425772"/>
                  <a:pt x="1090216" y="435724"/>
                </a:cubicBezTo>
                <a:lnTo>
                  <a:pt x="1127220" y="435724"/>
                </a:lnTo>
                <a:lnTo>
                  <a:pt x="1127220" y="821600"/>
                </a:lnTo>
                <a:cubicBezTo>
                  <a:pt x="1135815" y="845476"/>
                  <a:pt x="1145678" y="868846"/>
                  <a:pt x="1156896" y="891627"/>
                </a:cubicBezTo>
                <a:lnTo>
                  <a:pt x="1156896" y="435543"/>
                </a:lnTo>
                <a:lnTo>
                  <a:pt x="1767421" y="435543"/>
                </a:lnTo>
                <a:lnTo>
                  <a:pt x="1767421" y="1045073"/>
                </a:lnTo>
                <a:lnTo>
                  <a:pt x="1170105" y="1045073"/>
                </a:lnTo>
                <a:lnTo>
                  <a:pt x="1127944" y="1127677"/>
                </a:lnTo>
                <a:lnTo>
                  <a:pt x="1127944" y="1685274"/>
                </a:lnTo>
                <a:lnTo>
                  <a:pt x="843400" y="1685274"/>
                </a:lnTo>
                <a:lnTo>
                  <a:pt x="828291" y="1714949"/>
                </a:lnTo>
                <a:lnTo>
                  <a:pt x="1127944" y="1714949"/>
                </a:lnTo>
                <a:lnTo>
                  <a:pt x="1127944" y="2325474"/>
                </a:lnTo>
                <a:lnTo>
                  <a:pt x="518686" y="2325474"/>
                </a:lnTo>
                <a:lnTo>
                  <a:pt x="518686" y="1957603"/>
                </a:lnTo>
                <a:lnTo>
                  <a:pt x="489010" y="1980312"/>
                </a:lnTo>
                <a:lnTo>
                  <a:pt x="489010" y="2325655"/>
                </a:lnTo>
                <a:lnTo>
                  <a:pt x="37450" y="2325655"/>
                </a:lnTo>
                <a:lnTo>
                  <a:pt x="-1364" y="2355331"/>
                </a:lnTo>
                <a:lnTo>
                  <a:pt x="489010" y="2355331"/>
                </a:lnTo>
                <a:close/>
                <a:moveTo>
                  <a:pt x="1157529" y="1074930"/>
                </a:moveTo>
                <a:lnTo>
                  <a:pt x="1768054" y="1074930"/>
                </a:lnTo>
                <a:lnTo>
                  <a:pt x="1768054" y="1685455"/>
                </a:lnTo>
                <a:lnTo>
                  <a:pt x="1157529" y="1685455"/>
                </a:lnTo>
                <a:close/>
              </a:path>
            </a:pathLst>
          </a:custGeom>
          <a:solidFill>
            <a:srgbClr val="FFFFFF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17" id="17"/>
          <p:cNvSpPr/>
          <p:nvPr/>
        </p:nvSpPr>
        <p:spPr>
          <a:xfrm>
            <a:off x="1056075" y="4646812"/>
            <a:ext cx="16220" cy="179606"/>
          </a:xfrm>
          <a:custGeom>
            <a:avLst/>
            <a:gdLst/>
            <a:ahLst/>
            <a:cxnLst/>
            <a:rect r="r" b="b" t="t" l="l"/>
            <a:pathLst>
              <a:path w="29675" h="328605" stroke="true" fill="norm" extrusionOk="true">
                <a:moveTo>
                  <a:pt x="0" y="301010"/>
                </a:moveTo>
                <a:lnTo>
                  <a:pt x="29676" y="328605"/>
                </a:lnTo>
                <a:lnTo>
                  <a:pt x="29676" y="0"/>
                </a:lnTo>
                <a:lnTo>
                  <a:pt x="0" y="22709"/>
                </a:lnTo>
                <a:lnTo>
                  <a:pt x="0" y="301010"/>
                </a:lnTo>
                <a:close/>
              </a:path>
            </a:pathLst>
          </a:custGeom>
          <a:solidFill>
            <a:srgbClr val="FFFFFF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18" id="18"/>
          <p:cNvSpPr/>
          <p:nvPr/>
        </p:nvSpPr>
        <p:spPr>
          <a:xfrm>
            <a:off x="1980732" y="2429853"/>
            <a:ext cx="265291" cy="265288"/>
          </a:xfrm>
          <a:custGeom>
            <a:avLst/>
            <a:gdLst/>
            <a:ahLst/>
            <a:cxnLst/>
            <a:rect r="r" b="b" t="t" l="l"/>
            <a:pathLst>
              <a:path w="485375" h="485368" stroke="true" fill="norm" extrusionOk="true">
                <a:moveTo>
                  <a:pt x="481454" y="277623"/>
                </a:moveTo>
                <a:cubicBezTo>
                  <a:pt x="462093" y="410232"/>
                  <a:pt x="338956" y="502046"/>
                  <a:pt x="206320" y="482702"/>
                </a:cubicBezTo>
                <a:cubicBezTo>
                  <a:pt x="73683" y="463359"/>
                  <a:pt x="-18148" y="340168"/>
                  <a:pt x="1213" y="207559"/>
                </a:cubicBezTo>
                <a:cubicBezTo>
                  <a:pt x="20574" y="74950"/>
                  <a:pt x="143801" y="-16864"/>
                  <a:pt x="276347" y="2480"/>
                </a:cubicBezTo>
                <a:cubicBezTo>
                  <a:pt x="276438" y="2480"/>
                  <a:pt x="276438" y="2489"/>
                  <a:pt x="276438" y="2489"/>
                </a:cubicBezTo>
                <a:cubicBezTo>
                  <a:pt x="408984" y="21914"/>
                  <a:pt x="500726" y="145050"/>
                  <a:pt x="481454" y="277623"/>
                </a:cubicBezTo>
                <a:close/>
              </a:path>
            </a:pathLst>
          </a:custGeom>
          <a:solidFill>
            <a:srgbClr val="FF735F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19" id="19"/>
          <p:cNvSpPr/>
          <p:nvPr/>
        </p:nvSpPr>
        <p:spPr>
          <a:xfrm>
            <a:off x="2135484" y="2549502"/>
            <a:ext cx="108350" cy="120265"/>
          </a:xfrm>
          <a:custGeom>
            <a:avLst/>
            <a:gdLst/>
            <a:ahLst/>
            <a:cxnLst/>
            <a:rect r="r" b="b" t="t" l="l"/>
            <a:pathLst>
              <a:path w="198237" h="220035" stroke="true" fill="norm" extrusionOk="true">
                <a:moveTo>
                  <a:pt x="196873" y="66677"/>
                </a:moveTo>
                <a:lnTo>
                  <a:pt x="8866" y="-93"/>
                </a:lnTo>
                <a:cubicBezTo>
                  <a:pt x="-21624" y="85957"/>
                  <a:pt x="18095" y="181128"/>
                  <a:pt x="100698" y="219942"/>
                </a:cubicBezTo>
                <a:cubicBezTo>
                  <a:pt x="151364" y="183236"/>
                  <a:pt x="185835" y="128291"/>
                  <a:pt x="196873" y="66677"/>
                </a:cubicBezTo>
                <a:close/>
              </a:path>
            </a:pathLst>
          </a:custGeom>
          <a:solidFill>
            <a:srgbClr val="FFFFFF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20" id="20"/>
          <p:cNvSpPr/>
          <p:nvPr/>
        </p:nvSpPr>
        <p:spPr>
          <a:xfrm>
            <a:off x="3646855" y="3357282"/>
            <a:ext cx="609482" cy="1346893"/>
          </a:xfrm>
          <a:custGeom>
            <a:avLst/>
            <a:gdLst/>
            <a:ahLst/>
            <a:cxnLst/>
            <a:rect r="r" b="b" t="t" l="l"/>
            <a:pathLst>
              <a:path w="1115103" h="2464265" stroke="true" fill="norm" extrusionOk="true">
                <a:moveTo>
                  <a:pt x="0" y="0"/>
                </a:moveTo>
                <a:lnTo>
                  <a:pt x="1115104" y="0"/>
                </a:lnTo>
                <a:lnTo>
                  <a:pt x="1115104" y="2464266"/>
                </a:lnTo>
                <a:lnTo>
                  <a:pt x="0" y="2464266"/>
                </a:lnTo>
                <a:close/>
              </a:path>
            </a:pathLst>
          </a:custGeom>
          <a:solidFill>
            <a:srgbClr val="FFB000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21" id="21"/>
          <p:cNvSpPr/>
          <p:nvPr/>
        </p:nvSpPr>
        <p:spPr>
          <a:xfrm>
            <a:off x="2000389" y="2721195"/>
            <a:ext cx="976902" cy="1006007"/>
          </a:xfrm>
          <a:custGeom>
            <a:avLst/>
            <a:gdLst/>
            <a:ahLst/>
            <a:cxnLst/>
            <a:rect r="r" b="b" t="t" l="l"/>
            <a:pathLst>
              <a:path w="1787332" h="1840583" stroke="true" fill="norm" extrusionOk="true">
                <a:moveTo>
                  <a:pt x="461144" y="-93"/>
                </a:moveTo>
                <a:cubicBezTo>
                  <a:pt x="466030" y="7326"/>
                  <a:pt x="1020459" y="832276"/>
                  <a:pt x="1020459" y="832276"/>
                </a:cubicBezTo>
                <a:lnTo>
                  <a:pt x="1785969" y="1493467"/>
                </a:lnTo>
                <a:cubicBezTo>
                  <a:pt x="1785969" y="1493467"/>
                  <a:pt x="1555891" y="1785610"/>
                  <a:pt x="1498258" y="1840438"/>
                </a:cubicBezTo>
                <a:cubicBezTo>
                  <a:pt x="1491744" y="1846681"/>
                  <a:pt x="699998" y="1286732"/>
                  <a:pt x="699998" y="1286732"/>
                </a:cubicBezTo>
                <a:lnTo>
                  <a:pt x="-1364" y="277303"/>
                </a:lnTo>
                <a:close/>
              </a:path>
            </a:pathLst>
          </a:custGeom>
          <a:solidFill>
            <a:srgbClr val="00E6AD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22" id="22"/>
          <p:cNvSpPr/>
          <p:nvPr/>
        </p:nvSpPr>
        <p:spPr>
          <a:xfrm>
            <a:off x="1688502" y="2696074"/>
            <a:ext cx="623789" cy="764961"/>
          </a:xfrm>
          <a:custGeom>
            <a:avLst/>
            <a:gdLst/>
            <a:ahLst/>
            <a:cxnLst/>
            <a:rect r="r" b="b" t="t" l="l"/>
            <a:pathLst>
              <a:path w="1141279" h="1399566" stroke="true" fill="norm" extrusionOk="true">
                <a:moveTo>
                  <a:pt x="414006" y="-93"/>
                </a:moveTo>
                <a:lnTo>
                  <a:pt x="-1364" y="1291979"/>
                </a:lnTo>
                <a:cubicBezTo>
                  <a:pt x="-1364" y="1291979"/>
                  <a:pt x="1153457" y="1409144"/>
                  <a:pt x="1139795" y="1398830"/>
                </a:cubicBezTo>
                <a:cubicBezTo>
                  <a:pt x="1126135" y="1388516"/>
                  <a:pt x="1031769" y="45868"/>
                  <a:pt x="1031769" y="45868"/>
                </a:cubicBezTo>
                <a:close/>
              </a:path>
            </a:pathLst>
          </a:custGeom>
          <a:solidFill>
            <a:srgbClr val="00E6AD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23" id="23"/>
          <p:cNvSpPr/>
          <p:nvPr/>
        </p:nvSpPr>
        <p:spPr>
          <a:xfrm>
            <a:off x="3066154" y="3779741"/>
            <a:ext cx="1477148" cy="1346744"/>
          </a:xfrm>
          <a:custGeom>
            <a:avLst/>
            <a:gdLst/>
            <a:ahLst/>
            <a:cxnLst/>
            <a:rect r="r" b="b" t="t" l="l"/>
            <a:pathLst>
              <a:path w="2702577" h="2463994" stroke="true" fill="norm" extrusionOk="true">
                <a:moveTo>
                  <a:pt x="351398" y="523304"/>
                </a:moveTo>
                <a:lnTo>
                  <a:pt x="37449" y="-93"/>
                </a:lnTo>
                <a:lnTo>
                  <a:pt x="-1364" y="23249"/>
                </a:lnTo>
                <a:lnTo>
                  <a:pt x="1002183" y="1694864"/>
                </a:lnTo>
                <a:lnTo>
                  <a:pt x="2099735" y="1694864"/>
                </a:lnTo>
                <a:cubicBezTo>
                  <a:pt x="2099735" y="1809767"/>
                  <a:pt x="2099735" y="2189219"/>
                  <a:pt x="2099735" y="2418664"/>
                </a:cubicBezTo>
                <a:lnTo>
                  <a:pt x="927904" y="2418664"/>
                </a:lnTo>
                <a:lnTo>
                  <a:pt x="927904" y="2463901"/>
                </a:lnTo>
                <a:lnTo>
                  <a:pt x="2144882" y="2463901"/>
                </a:lnTo>
                <a:lnTo>
                  <a:pt x="2144882" y="2441283"/>
                </a:lnTo>
                <a:cubicBezTo>
                  <a:pt x="2144882" y="2414140"/>
                  <a:pt x="2144882" y="1843062"/>
                  <a:pt x="2144882" y="1694593"/>
                </a:cubicBezTo>
                <a:lnTo>
                  <a:pt x="2259514" y="1694593"/>
                </a:lnTo>
                <a:lnTo>
                  <a:pt x="2701214" y="522761"/>
                </a:lnTo>
                <a:close/>
                <a:moveTo>
                  <a:pt x="791829" y="1256965"/>
                </a:moveTo>
                <a:lnTo>
                  <a:pt x="619927" y="970974"/>
                </a:lnTo>
                <a:lnTo>
                  <a:pt x="619927" y="919765"/>
                </a:lnTo>
                <a:lnTo>
                  <a:pt x="934327" y="919765"/>
                </a:lnTo>
                <a:lnTo>
                  <a:pt x="934327" y="1256965"/>
                </a:lnTo>
                <a:close/>
                <a:moveTo>
                  <a:pt x="934599" y="1302203"/>
                </a:moveTo>
                <a:lnTo>
                  <a:pt x="934599" y="1494733"/>
                </a:lnTo>
                <a:lnTo>
                  <a:pt x="818972" y="1302203"/>
                </a:lnTo>
                <a:close/>
                <a:moveTo>
                  <a:pt x="1844776" y="874528"/>
                </a:moveTo>
                <a:lnTo>
                  <a:pt x="1844776" y="568541"/>
                </a:lnTo>
                <a:lnTo>
                  <a:pt x="2217263" y="568541"/>
                </a:lnTo>
                <a:lnTo>
                  <a:pt x="2217263" y="874528"/>
                </a:lnTo>
                <a:close/>
                <a:moveTo>
                  <a:pt x="2217263" y="919765"/>
                </a:moveTo>
                <a:lnTo>
                  <a:pt x="2217263" y="1256965"/>
                </a:lnTo>
                <a:lnTo>
                  <a:pt x="1844776" y="1256965"/>
                </a:lnTo>
                <a:lnTo>
                  <a:pt x="1844776" y="919765"/>
                </a:lnTo>
                <a:close/>
                <a:moveTo>
                  <a:pt x="1799539" y="874528"/>
                </a:moveTo>
                <a:lnTo>
                  <a:pt x="1395207" y="874528"/>
                </a:lnTo>
                <a:lnTo>
                  <a:pt x="1395207" y="568541"/>
                </a:lnTo>
                <a:lnTo>
                  <a:pt x="1799539" y="568541"/>
                </a:lnTo>
                <a:close/>
                <a:moveTo>
                  <a:pt x="1349970" y="874528"/>
                </a:moveTo>
                <a:lnTo>
                  <a:pt x="979836" y="874528"/>
                </a:lnTo>
                <a:lnTo>
                  <a:pt x="979836" y="568541"/>
                </a:lnTo>
                <a:lnTo>
                  <a:pt x="1349970" y="568541"/>
                </a:lnTo>
                <a:close/>
                <a:moveTo>
                  <a:pt x="934599" y="874528"/>
                </a:moveTo>
                <a:lnTo>
                  <a:pt x="620198" y="874528"/>
                </a:lnTo>
                <a:lnTo>
                  <a:pt x="620198" y="568541"/>
                </a:lnTo>
                <a:lnTo>
                  <a:pt x="934599" y="568541"/>
                </a:lnTo>
                <a:close/>
                <a:moveTo>
                  <a:pt x="979836" y="919765"/>
                </a:moveTo>
                <a:lnTo>
                  <a:pt x="1349970" y="919765"/>
                </a:lnTo>
                <a:lnTo>
                  <a:pt x="1349970" y="1256965"/>
                </a:lnTo>
                <a:lnTo>
                  <a:pt x="979836" y="1256965"/>
                </a:lnTo>
                <a:close/>
                <a:moveTo>
                  <a:pt x="1395207" y="919765"/>
                </a:moveTo>
                <a:lnTo>
                  <a:pt x="1799539" y="919765"/>
                </a:lnTo>
                <a:lnTo>
                  <a:pt x="1799539" y="1256965"/>
                </a:lnTo>
                <a:lnTo>
                  <a:pt x="1395207" y="1256965"/>
                </a:lnTo>
                <a:close/>
                <a:moveTo>
                  <a:pt x="1799539" y="1302203"/>
                </a:moveTo>
                <a:lnTo>
                  <a:pt x="1799539" y="1649898"/>
                </a:lnTo>
                <a:lnTo>
                  <a:pt x="1395207" y="1649898"/>
                </a:lnTo>
                <a:lnTo>
                  <a:pt x="1395207" y="1302203"/>
                </a:lnTo>
                <a:close/>
                <a:moveTo>
                  <a:pt x="1844776" y="1302203"/>
                </a:moveTo>
                <a:lnTo>
                  <a:pt x="2217263" y="1302203"/>
                </a:lnTo>
                <a:lnTo>
                  <a:pt x="2217263" y="1649898"/>
                </a:lnTo>
                <a:lnTo>
                  <a:pt x="1844776" y="1649898"/>
                </a:lnTo>
                <a:close/>
                <a:moveTo>
                  <a:pt x="2262501" y="1302203"/>
                </a:moveTo>
                <a:lnTo>
                  <a:pt x="2359399" y="1302203"/>
                </a:lnTo>
                <a:lnTo>
                  <a:pt x="2262501" y="1559152"/>
                </a:lnTo>
                <a:close/>
                <a:moveTo>
                  <a:pt x="2262501" y="1256965"/>
                </a:moveTo>
                <a:lnTo>
                  <a:pt x="2262501" y="919765"/>
                </a:lnTo>
                <a:lnTo>
                  <a:pt x="2503525" y="919765"/>
                </a:lnTo>
                <a:lnTo>
                  <a:pt x="2376407" y="1256965"/>
                </a:lnTo>
                <a:close/>
                <a:moveTo>
                  <a:pt x="2262501" y="874528"/>
                </a:moveTo>
                <a:lnTo>
                  <a:pt x="2262501" y="568541"/>
                </a:lnTo>
                <a:lnTo>
                  <a:pt x="2635889" y="568541"/>
                </a:lnTo>
                <a:lnTo>
                  <a:pt x="2520533" y="874528"/>
                </a:lnTo>
                <a:close/>
                <a:moveTo>
                  <a:pt x="574961" y="568541"/>
                </a:moveTo>
                <a:lnTo>
                  <a:pt x="574961" y="874528"/>
                </a:lnTo>
                <a:lnTo>
                  <a:pt x="562294" y="874528"/>
                </a:lnTo>
                <a:lnTo>
                  <a:pt x="378540" y="568541"/>
                </a:lnTo>
                <a:close/>
                <a:moveTo>
                  <a:pt x="979836" y="1570099"/>
                </a:moveTo>
                <a:lnTo>
                  <a:pt x="979836" y="1302203"/>
                </a:lnTo>
                <a:lnTo>
                  <a:pt x="1349970" y="1302203"/>
                </a:lnTo>
                <a:lnTo>
                  <a:pt x="1349970" y="1649898"/>
                </a:lnTo>
                <a:lnTo>
                  <a:pt x="1027788" y="1649898"/>
                </a:lnTo>
                <a:close/>
              </a:path>
            </a:pathLst>
          </a:custGeom>
          <a:solidFill>
            <a:srgbClr val="000000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24" id="24"/>
          <p:cNvSpPr/>
          <p:nvPr/>
        </p:nvSpPr>
        <p:spPr>
          <a:xfrm>
            <a:off x="3502113" y="5153436"/>
            <a:ext cx="175847" cy="175847"/>
          </a:xfrm>
          <a:custGeom>
            <a:avLst/>
            <a:gdLst/>
            <a:ahLst/>
            <a:cxnLst/>
            <a:rect r="r" b="b" t="t" l="l"/>
            <a:pathLst>
              <a:path w="321728" h="321728" stroke="true" fill="norm" extrusionOk="true">
                <a:moveTo>
                  <a:pt x="159590" y="-93"/>
                </a:moveTo>
                <a:cubicBezTo>
                  <a:pt x="70744" y="-147"/>
                  <a:pt x="-1275" y="71834"/>
                  <a:pt x="-1364" y="160681"/>
                </a:cubicBezTo>
                <a:cubicBezTo>
                  <a:pt x="-1455" y="249527"/>
                  <a:pt x="70563" y="321581"/>
                  <a:pt x="159409" y="321635"/>
                </a:cubicBezTo>
                <a:cubicBezTo>
                  <a:pt x="248256" y="321681"/>
                  <a:pt x="320274" y="249708"/>
                  <a:pt x="320364" y="160862"/>
                </a:cubicBezTo>
                <a:cubicBezTo>
                  <a:pt x="320364" y="160798"/>
                  <a:pt x="320364" y="160744"/>
                  <a:pt x="320364" y="160681"/>
                </a:cubicBezTo>
                <a:cubicBezTo>
                  <a:pt x="320274" y="71925"/>
                  <a:pt x="248347" y="7"/>
                  <a:pt x="159590" y="-93"/>
                </a:cubicBezTo>
                <a:close/>
                <a:moveTo>
                  <a:pt x="159590" y="276308"/>
                </a:moveTo>
                <a:cubicBezTo>
                  <a:pt x="95715" y="276362"/>
                  <a:pt x="43963" y="224628"/>
                  <a:pt x="43873" y="160771"/>
                </a:cubicBezTo>
                <a:cubicBezTo>
                  <a:pt x="43783" y="96914"/>
                  <a:pt x="95534" y="45108"/>
                  <a:pt x="159409" y="45054"/>
                </a:cubicBezTo>
                <a:cubicBezTo>
                  <a:pt x="223285" y="45009"/>
                  <a:pt x="275036" y="96733"/>
                  <a:pt x="275127" y="160590"/>
                </a:cubicBezTo>
                <a:cubicBezTo>
                  <a:pt x="275127" y="160617"/>
                  <a:pt x="275127" y="160654"/>
                  <a:pt x="275127" y="160681"/>
                </a:cubicBezTo>
                <a:cubicBezTo>
                  <a:pt x="275036" y="224484"/>
                  <a:pt x="223375" y="276208"/>
                  <a:pt x="159590" y="276308"/>
                </a:cubicBezTo>
                <a:close/>
              </a:path>
            </a:pathLst>
          </a:custGeom>
          <a:solidFill>
            <a:srgbClr val="000000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25" id="25"/>
          <p:cNvSpPr/>
          <p:nvPr/>
        </p:nvSpPr>
        <p:spPr>
          <a:xfrm>
            <a:off x="4090380" y="5153436"/>
            <a:ext cx="175847" cy="175847"/>
          </a:xfrm>
          <a:custGeom>
            <a:avLst/>
            <a:gdLst/>
            <a:ahLst/>
            <a:cxnLst/>
            <a:rect r="r" b="b" t="t" l="l"/>
            <a:pathLst>
              <a:path w="321729" h="321728" stroke="true" fill="norm" extrusionOk="true">
                <a:moveTo>
                  <a:pt x="159591" y="-93"/>
                </a:moveTo>
                <a:cubicBezTo>
                  <a:pt x="70744" y="-147"/>
                  <a:pt x="-1273" y="71834"/>
                  <a:pt x="-1364" y="160681"/>
                </a:cubicBezTo>
                <a:cubicBezTo>
                  <a:pt x="-1455" y="249527"/>
                  <a:pt x="70563" y="321581"/>
                  <a:pt x="159410" y="321635"/>
                </a:cubicBezTo>
                <a:cubicBezTo>
                  <a:pt x="248256" y="321681"/>
                  <a:pt x="320275" y="249708"/>
                  <a:pt x="320365" y="160862"/>
                </a:cubicBezTo>
                <a:cubicBezTo>
                  <a:pt x="320365" y="160798"/>
                  <a:pt x="320365" y="160744"/>
                  <a:pt x="320365" y="160681"/>
                </a:cubicBezTo>
                <a:cubicBezTo>
                  <a:pt x="320184" y="71952"/>
                  <a:pt x="248347" y="52"/>
                  <a:pt x="159591" y="-93"/>
                </a:cubicBezTo>
                <a:close/>
                <a:moveTo>
                  <a:pt x="159591" y="276308"/>
                </a:moveTo>
                <a:cubicBezTo>
                  <a:pt x="95715" y="276362"/>
                  <a:pt x="43964" y="224628"/>
                  <a:pt x="43873" y="160771"/>
                </a:cubicBezTo>
                <a:cubicBezTo>
                  <a:pt x="43783" y="96914"/>
                  <a:pt x="95534" y="45108"/>
                  <a:pt x="159410" y="45054"/>
                </a:cubicBezTo>
                <a:cubicBezTo>
                  <a:pt x="223285" y="45009"/>
                  <a:pt x="275036" y="96733"/>
                  <a:pt x="275127" y="160590"/>
                </a:cubicBezTo>
                <a:cubicBezTo>
                  <a:pt x="275127" y="160617"/>
                  <a:pt x="275127" y="160654"/>
                  <a:pt x="275127" y="160681"/>
                </a:cubicBezTo>
                <a:cubicBezTo>
                  <a:pt x="275036" y="224484"/>
                  <a:pt x="223375" y="276208"/>
                  <a:pt x="159591" y="276308"/>
                </a:cubicBezTo>
                <a:close/>
              </a:path>
            </a:pathLst>
          </a:custGeom>
          <a:solidFill>
            <a:srgbClr val="000000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26" id="26"/>
          <p:cNvSpPr/>
          <p:nvPr/>
        </p:nvSpPr>
        <p:spPr>
          <a:xfrm>
            <a:off x="1724057" y="2336392"/>
            <a:ext cx="552963" cy="405672"/>
          </a:xfrm>
          <a:custGeom>
            <a:avLst/>
            <a:gdLst/>
            <a:ahLst/>
            <a:cxnLst/>
            <a:rect r="r" b="b" t="t" l="l"/>
            <a:pathLst>
              <a:path w="1011696" h="742214" stroke="true" fill="norm" extrusionOk="true">
                <a:moveTo>
                  <a:pt x="-1364" y="665126"/>
                </a:moveTo>
                <a:lnTo>
                  <a:pt x="552886" y="742121"/>
                </a:lnTo>
                <a:lnTo>
                  <a:pt x="637479" y="295084"/>
                </a:lnTo>
                <a:lnTo>
                  <a:pt x="1009875" y="327836"/>
                </a:lnTo>
                <a:cubicBezTo>
                  <a:pt x="1009875" y="327836"/>
                  <a:pt x="1041992" y="-22483"/>
                  <a:pt x="568085" y="1040"/>
                </a:cubicBezTo>
                <a:cubicBezTo>
                  <a:pt x="160586" y="21307"/>
                  <a:pt x="-1364" y="665126"/>
                  <a:pt x="-1364" y="665126"/>
                </a:cubicBezTo>
                <a:close/>
              </a:path>
            </a:pathLst>
          </a:custGeom>
          <a:solidFill>
            <a:srgbClr val="001A3B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27" id="27"/>
          <p:cNvSpPr/>
          <p:nvPr/>
        </p:nvSpPr>
        <p:spPr>
          <a:xfrm>
            <a:off x="3093203" y="3704180"/>
            <a:ext cx="92571" cy="126495"/>
          </a:xfrm>
          <a:custGeom>
            <a:avLst/>
            <a:gdLst/>
            <a:ahLst/>
            <a:cxnLst/>
            <a:rect r="r" b="b" t="t" l="l"/>
            <a:pathLst>
              <a:path w="169368" h="231435" stroke="true" fill="norm" extrusionOk="true">
                <a:moveTo>
                  <a:pt x="122858" y="231342"/>
                </a:moveTo>
                <a:cubicBezTo>
                  <a:pt x="118062" y="165747"/>
                  <a:pt x="61154" y="77534"/>
                  <a:pt x="-1364" y="38268"/>
                </a:cubicBezTo>
                <a:lnTo>
                  <a:pt x="22612" y="-93"/>
                </a:lnTo>
                <a:cubicBezTo>
                  <a:pt x="96982" y="46411"/>
                  <a:pt x="162124" y="148738"/>
                  <a:pt x="168005" y="228085"/>
                </a:cubicBezTo>
                <a:close/>
              </a:path>
            </a:pathLst>
          </a:custGeom>
          <a:solidFill>
            <a:srgbClr val="000000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28" id="28"/>
          <p:cNvSpPr/>
          <p:nvPr/>
        </p:nvSpPr>
        <p:spPr>
          <a:xfrm>
            <a:off x="3122874" y="3600382"/>
            <a:ext cx="81940" cy="82533"/>
          </a:xfrm>
          <a:custGeom>
            <a:avLst/>
            <a:gdLst/>
            <a:ahLst/>
            <a:cxnLst/>
            <a:rect r="r" b="b" t="t" l="l"/>
            <a:pathLst>
              <a:path w="149916" h="151002" stroke="true" fill="norm" extrusionOk="true">
                <a:moveTo>
                  <a:pt x="107659" y="150909"/>
                </a:moveTo>
                <a:cubicBezTo>
                  <a:pt x="87572" y="108386"/>
                  <a:pt x="36455" y="60434"/>
                  <a:pt x="-1364" y="39263"/>
                </a:cubicBezTo>
                <a:lnTo>
                  <a:pt x="20892" y="-93"/>
                </a:lnTo>
                <a:cubicBezTo>
                  <a:pt x="65406" y="25149"/>
                  <a:pt x="123492" y="78529"/>
                  <a:pt x="148552" y="131548"/>
                </a:cubicBezTo>
                <a:close/>
              </a:path>
            </a:pathLst>
          </a:custGeom>
          <a:solidFill>
            <a:srgbClr val="000000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29" id="29"/>
          <p:cNvSpPr/>
          <p:nvPr/>
        </p:nvSpPr>
        <p:spPr>
          <a:xfrm>
            <a:off x="3115605" y="3650179"/>
            <a:ext cx="89753" cy="96924"/>
          </a:xfrm>
          <a:custGeom>
            <a:avLst/>
            <a:gdLst/>
            <a:ahLst/>
            <a:cxnLst/>
            <a:rect r="r" b="b" t="t" l="l"/>
            <a:pathLst>
              <a:path w="164212" h="177331" stroke="true" fill="norm" extrusionOk="true">
                <a:moveTo>
                  <a:pt x="119963" y="177238"/>
                </a:moveTo>
                <a:cubicBezTo>
                  <a:pt x="97344" y="109834"/>
                  <a:pt x="33106" y="58806"/>
                  <a:pt x="-1364" y="39264"/>
                </a:cubicBezTo>
                <a:lnTo>
                  <a:pt x="21074" y="-93"/>
                </a:lnTo>
                <a:cubicBezTo>
                  <a:pt x="70744" y="28135"/>
                  <a:pt x="137696" y="87758"/>
                  <a:pt x="162848" y="162761"/>
                </a:cubicBezTo>
                <a:close/>
              </a:path>
            </a:pathLst>
          </a:custGeom>
          <a:solidFill>
            <a:srgbClr val="000000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30" id="30"/>
          <p:cNvSpPr/>
          <p:nvPr/>
        </p:nvSpPr>
        <p:spPr>
          <a:xfrm>
            <a:off x="3275974" y="1737766"/>
            <a:ext cx="570960" cy="570960"/>
          </a:xfrm>
          <a:custGeom>
            <a:avLst/>
            <a:gdLst/>
            <a:ahLst/>
            <a:cxnLst/>
            <a:rect r="r" b="b" t="t" l="l"/>
            <a:pathLst>
              <a:path w="1044624" h="1044623" stroke="true" fill="norm" extrusionOk="true">
                <a:moveTo>
                  <a:pt x="520949" y="1044530"/>
                </a:moveTo>
                <a:cubicBezTo>
                  <a:pt x="232515" y="1044530"/>
                  <a:pt x="-1364" y="810680"/>
                  <a:pt x="-1364" y="522218"/>
                </a:cubicBezTo>
                <a:cubicBezTo>
                  <a:pt x="-1364" y="233757"/>
                  <a:pt x="232515" y="-93"/>
                  <a:pt x="520949" y="-93"/>
                </a:cubicBezTo>
                <a:cubicBezTo>
                  <a:pt x="809382" y="-93"/>
                  <a:pt x="1043260" y="233757"/>
                  <a:pt x="1043260" y="522218"/>
                </a:cubicBezTo>
                <a:cubicBezTo>
                  <a:pt x="1042898" y="810535"/>
                  <a:pt x="809292" y="1044177"/>
                  <a:pt x="520949" y="1044530"/>
                </a:cubicBezTo>
                <a:close/>
                <a:moveTo>
                  <a:pt x="520949" y="180857"/>
                </a:moveTo>
                <a:cubicBezTo>
                  <a:pt x="332398" y="180857"/>
                  <a:pt x="179586" y="333687"/>
                  <a:pt x="179586" y="522218"/>
                </a:cubicBezTo>
                <a:cubicBezTo>
                  <a:pt x="179586" y="710750"/>
                  <a:pt x="332398" y="863580"/>
                  <a:pt x="520949" y="863580"/>
                </a:cubicBezTo>
                <a:cubicBezTo>
                  <a:pt x="709498" y="863580"/>
                  <a:pt x="862310" y="710750"/>
                  <a:pt x="862310" y="522218"/>
                </a:cubicBezTo>
                <a:cubicBezTo>
                  <a:pt x="862039" y="333795"/>
                  <a:pt x="709408" y="181110"/>
                  <a:pt x="520949" y="180857"/>
                </a:cubicBezTo>
                <a:close/>
              </a:path>
            </a:pathLst>
          </a:custGeom>
          <a:solidFill>
            <a:srgbClr val="FFFFFF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31" id="31"/>
          <p:cNvSpPr/>
          <p:nvPr/>
        </p:nvSpPr>
        <p:spPr>
          <a:xfrm>
            <a:off x="3747983" y="2510139"/>
            <a:ext cx="570960" cy="570960"/>
          </a:xfrm>
          <a:custGeom>
            <a:avLst/>
            <a:gdLst/>
            <a:ahLst/>
            <a:cxnLst/>
            <a:rect r="r" b="b" t="t" l="l"/>
            <a:pathLst>
              <a:path w="1044623" h="1044623" stroke="true" fill="norm" extrusionOk="true">
                <a:moveTo>
                  <a:pt x="520857" y="1044530"/>
                </a:moveTo>
                <a:cubicBezTo>
                  <a:pt x="232423" y="1044476"/>
                  <a:pt x="-1455" y="810589"/>
                  <a:pt x="-1364" y="522128"/>
                </a:cubicBezTo>
                <a:cubicBezTo>
                  <a:pt x="-1273" y="233666"/>
                  <a:pt x="232604" y="-148"/>
                  <a:pt x="521038" y="-93"/>
                </a:cubicBezTo>
                <a:cubicBezTo>
                  <a:pt x="809472" y="-39"/>
                  <a:pt x="1043350" y="233848"/>
                  <a:pt x="1043259" y="522309"/>
                </a:cubicBezTo>
                <a:cubicBezTo>
                  <a:pt x="1042897" y="810625"/>
                  <a:pt x="809201" y="1044232"/>
                  <a:pt x="520857" y="1044530"/>
                </a:cubicBezTo>
                <a:close/>
                <a:moveTo>
                  <a:pt x="520857" y="180856"/>
                </a:moveTo>
                <a:cubicBezTo>
                  <a:pt x="332308" y="180911"/>
                  <a:pt x="179495" y="333777"/>
                  <a:pt x="179586" y="522309"/>
                </a:cubicBezTo>
                <a:cubicBezTo>
                  <a:pt x="179676" y="710841"/>
                  <a:pt x="332489" y="863635"/>
                  <a:pt x="521038" y="863580"/>
                </a:cubicBezTo>
                <a:cubicBezTo>
                  <a:pt x="709497" y="863526"/>
                  <a:pt x="862219" y="710768"/>
                  <a:pt x="862309" y="522309"/>
                </a:cubicBezTo>
                <a:cubicBezTo>
                  <a:pt x="862128" y="333795"/>
                  <a:pt x="709407" y="181010"/>
                  <a:pt x="520857" y="180856"/>
                </a:cubicBezTo>
                <a:close/>
              </a:path>
            </a:pathLst>
          </a:custGeom>
          <a:solidFill>
            <a:srgbClr val="FFFFFF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32" id="32"/>
          <p:cNvSpPr/>
          <p:nvPr/>
        </p:nvSpPr>
        <p:spPr>
          <a:xfrm rot="18377400">
            <a:off x="3010165" y="2334762"/>
            <a:ext cx="1542867" cy="98902"/>
          </a:xfrm>
          <a:custGeom>
            <a:avLst/>
            <a:gdLst/>
            <a:ahLst/>
            <a:cxnLst/>
            <a:rect r="r" b="b" t="t" l="l"/>
            <a:pathLst>
              <a:path w="2822819" h="180949" stroke="true" fill="norm" extrusionOk="true">
                <a:moveTo>
                  <a:pt x="-1364" y="-93"/>
                </a:moveTo>
                <a:lnTo>
                  <a:pt x="2821455" y="-93"/>
                </a:lnTo>
                <a:lnTo>
                  <a:pt x="2821455" y="180857"/>
                </a:lnTo>
                <a:lnTo>
                  <a:pt x="-1365" y="180857"/>
                </a:lnTo>
                <a:close/>
              </a:path>
            </a:pathLst>
          </a:custGeom>
          <a:solidFill>
            <a:srgbClr val="FFFFFF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Freeform 33" id="33"/>
          <p:cNvSpPr/>
          <p:nvPr/>
        </p:nvSpPr>
        <p:spPr>
          <a:xfrm>
            <a:off x="2246011" y="1986801"/>
            <a:ext cx="608690" cy="414645"/>
          </a:xfrm>
          <a:custGeom>
            <a:avLst/>
            <a:gdLst/>
            <a:ahLst/>
            <a:cxnLst/>
            <a:rect r="r" b="b" t="t" l="l"/>
            <a:pathLst>
              <a:path w="1113655" h="758632" stroke="true" fill="norm" extrusionOk="true">
                <a:moveTo>
                  <a:pt x="1113656" y="0"/>
                </a:moveTo>
                <a:lnTo>
                  <a:pt x="0" y="684262"/>
                </a:lnTo>
                <a:lnTo>
                  <a:pt x="924021" y="758632"/>
                </a:lnTo>
                <a:lnTo>
                  <a:pt x="1113656" y="0"/>
                </a:lnTo>
                <a:close/>
              </a:path>
            </a:pathLst>
          </a:custGeom>
          <a:solidFill>
            <a:schemeClr val="accent1"/>
          </a:solidFill>
          <a:ln cap="flat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solidFill>
          <a:srgbClr val="2F2F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3048000" y="3152938"/>
            <a:ext cx="6083300" cy="584775"/>
          </a:xfrm>
        </p:spPr>
        <p:txBody>
          <a:bodyPr vert="horz" anchor="t" tIns="45720" lIns="91440" bIns="45720" rIns="91440">
            <a:spAutoFit/>
          </a:bodyPr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zh-CN" b="true" i="false" sz="32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结论</a:t>
            </a:r>
          </a:p>
        </p:txBody>
      </p:sp>
      <p:sp>
        <p:nvSpPr>
          <p:cNvPr name="AutoShape 3" id="3"/>
          <p:cNvSpPr/>
          <p:nvPr/>
        </p:nvSpPr>
        <p:spPr>
          <a:xfrm>
            <a:off x="5115564" y="1562959"/>
            <a:ext cx="1798639" cy="1589979"/>
          </a:xfrm>
          <a:prstGeom prst="rect">
            <a:avLst/>
          </a:prstGeom>
        </p:spPr>
        <p:txBody>
          <a:bodyPr vert="horz" anchor="t" wrap="none" tIns="45720" lIns="91440" bIns="45720" rIns="91440">
            <a:noAutofit/>
          </a:bodyPr>
          <a:p>
            <a:pPr algn="l" marL="0"/>
            <a:r>
              <a:rPr lang="en-US" b="false" i="false" sz="8800" baseline="0" u="none">
                <a:solidFill>
                  <a:srgbClr val="EAE4FF"/>
                </a:solidFill>
                <a:latin typeface="Arial"/>
                <a:ea typeface="Arial"/>
              </a:rPr>
              <a:t>06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>
      <p:bgPr>
        <a:gradFill>
          <a:gsLst>
            <a:gs pos="0">
              <a:srgbClr val="AE94FF">
                <a:lumMod val="40000"/>
                <a:lumOff val="60000"/>
              </a:srgbClr>
            </a:gs>
            <a:gs pos="100000">
              <a:srgbClr val="3ED0E8">
                <a:lumMod val="40000"/>
                <a:lumOff val="6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0400" y="128587"/>
            <a:ext cx="10858500" cy="900112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总结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6379349" y="2922104"/>
            <a:ext cx="5141664" cy="3224821"/>
            <a:chOff x="6896096" y="2780928"/>
            <a:chExt cx="4419615" cy="2771956"/>
          </a:xfrm>
        </p:grpSpPr>
        <p:grpSp>
          <p:nvGrpSpPr>
            <p:cNvPr name="Group 4" id="4"/>
            <p:cNvGrpSpPr/>
            <p:nvPr/>
          </p:nvGrpSpPr>
          <p:grpSpPr>
            <a:xfrm>
              <a:off x="6896096" y="2780928"/>
              <a:ext cx="4419615" cy="2771956"/>
              <a:chOff x="6896096" y="2780928"/>
              <a:chExt cx="4419615" cy="2771956"/>
            </a:xfrm>
          </p:grpSpPr>
          <p:sp>
            <p:nvSpPr>
              <p:cNvPr name="Freeform 5" id="5"/>
              <p:cNvSpPr/>
              <p:nvPr/>
            </p:nvSpPr>
            <p:spPr>
              <a:xfrm>
                <a:off x="6896096" y="2780928"/>
                <a:ext cx="4419615" cy="2699913"/>
              </a:xfrm>
              <a:custGeom>
                <a:avLst/>
                <a:gdLst/>
                <a:ahLst/>
                <a:cxnLst/>
                <a:rect r="r" b="b" t="t" l="l"/>
                <a:pathLst>
                  <a:path w="7891" h="4797" stroke="true" fill="norm" extrusionOk="true">
                    <a:moveTo>
                      <a:pt x="0" y="3956"/>
                    </a:moveTo>
                    <a:lnTo>
                      <a:pt x="2655" y="2237"/>
                    </a:lnTo>
                    <a:lnTo>
                      <a:pt x="3513" y="2965"/>
                    </a:lnTo>
                    <a:lnTo>
                      <a:pt x="5274" y="1265"/>
                    </a:lnTo>
                    <a:lnTo>
                      <a:pt x="5728" y="1639"/>
                    </a:lnTo>
                    <a:lnTo>
                      <a:pt x="6751" y="759"/>
                    </a:lnTo>
                    <a:lnTo>
                      <a:pt x="6560" y="807"/>
                    </a:lnTo>
                    <a:lnTo>
                      <a:pt x="6560" y="480"/>
                    </a:lnTo>
                    <a:lnTo>
                      <a:pt x="7891" y="0"/>
                    </a:lnTo>
                    <a:lnTo>
                      <a:pt x="7891" y="327"/>
                    </a:lnTo>
                    <a:lnTo>
                      <a:pt x="7621" y="1497"/>
                    </a:lnTo>
                    <a:lnTo>
                      <a:pt x="7163" y="1062"/>
                    </a:lnTo>
                    <a:lnTo>
                      <a:pt x="5728" y="2480"/>
                    </a:lnTo>
                    <a:lnTo>
                      <a:pt x="5279" y="2045"/>
                    </a:lnTo>
                    <a:lnTo>
                      <a:pt x="3626" y="3731"/>
                    </a:lnTo>
                    <a:lnTo>
                      <a:pt x="2692" y="3067"/>
                    </a:lnTo>
                    <a:lnTo>
                      <a:pt x="515" y="4797"/>
                    </a:lnTo>
                    <a:lnTo>
                      <a:pt x="0" y="4282"/>
                    </a:lnTo>
                    <a:lnTo>
                      <a:pt x="0" y="3956"/>
                    </a:lnTo>
                    <a:close/>
                  </a:path>
                </a:pathLst>
              </a:custGeom>
              <a:solidFill>
                <a:schemeClr val="accent5">
                  <a:lumMod val="60000"/>
                  <a:lumOff val="40000"/>
                </a:schemeClr>
              </a:solidFill>
            </p:spPr>
            <p:txBody>
              <a:bodyPr vert="horz" anchor="ctr" tIns="45720" lIns="91440" bIns="45720" rIns="91440">
                <a:normAutofit/>
              </a:bodyPr>
              <a:p>
                <a:pPr algn="ctr" marL="0">
                  <a:lnSpc>
                    <a:spcPct val="120000"/>
                  </a:lnSpc>
                </a:pPr>
              </a:p>
            </p:txBody>
          </p:sp>
          <p:sp>
            <p:nvSpPr>
              <p:cNvPr name="Freeform 6" id="6"/>
              <p:cNvSpPr/>
              <p:nvPr/>
            </p:nvSpPr>
            <p:spPr>
              <a:xfrm>
                <a:off x="6896096" y="2964975"/>
                <a:ext cx="4419615" cy="2587909"/>
              </a:xfrm>
              <a:custGeom>
                <a:avLst/>
                <a:gdLst/>
                <a:ahLst/>
                <a:cxnLst/>
                <a:rect r="r" b="b" t="t" l="l"/>
                <a:pathLst>
                  <a:path w="7891" h="4598" stroke="true" fill="norm" extrusionOk="true">
                    <a:moveTo>
                      <a:pt x="0" y="3955"/>
                    </a:moveTo>
                    <a:lnTo>
                      <a:pt x="2655" y="2236"/>
                    </a:lnTo>
                    <a:lnTo>
                      <a:pt x="3513" y="2964"/>
                    </a:lnTo>
                    <a:lnTo>
                      <a:pt x="5274" y="1264"/>
                    </a:lnTo>
                    <a:lnTo>
                      <a:pt x="5728" y="1638"/>
                    </a:lnTo>
                    <a:lnTo>
                      <a:pt x="6829" y="692"/>
                    </a:lnTo>
                    <a:lnTo>
                      <a:pt x="6560" y="480"/>
                    </a:lnTo>
                    <a:lnTo>
                      <a:pt x="7891" y="0"/>
                    </a:lnTo>
                    <a:lnTo>
                      <a:pt x="7621" y="1496"/>
                    </a:lnTo>
                    <a:lnTo>
                      <a:pt x="7163" y="1061"/>
                    </a:lnTo>
                    <a:lnTo>
                      <a:pt x="5728" y="2480"/>
                    </a:lnTo>
                    <a:lnTo>
                      <a:pt x="5279" y="2045"/>
                    </a:lnTo>
                    <a:lnTo>
                      <a:pt x="3626" y="3730"/>
                    </a:lnTo>
                    <a:lnTo>
                      <a:pt x="2621" y="2950"/>
                    </a:lnTo>
                    <a:lnTo>
                      <a:pt x="392" y="4598"/>
                    </a:lnTo>
                    <a:lnTo>
                      <a:pt x="0" y="3955"/>
                    </a:lnTo>
                    <a:close/>
                  </a:path>
                </a:pathLst>
              </a:custGeom>
              <a:solidFill>
                <a:schemeClr val="accent5"/>
              </a:solidFill>
            </p:spPr>
            <p:txBody>
              <a:bodyPr vert="horz" anchor="ctr" tIns="45720" lIns="91440" bIns="45720" rIns="91440">
                <a:normAutofit/>
              </a:bodyPr>
              <a:p>
                <a:pPr algn="ctr" marL="0">
                  <a:lnSpc>
                    <a:spcPct val="120000"/>
                  </a:lnSpc>
                </a:pPr>
              </a:p>
            </p:txBody>
          </p:sp>
        </p:grpSp>
        <p:sp>
          <p:nvSpPr>
            <p:cNvPr name="Freeform 7" id="7"/>
            <p:cNvSpPr/>
            <p:nvPr/>
          </p:nvSpPr>
          <p:spPr>
            <a:xfrm>
              <a:off x="9602417" y="3274533"/>
              <a:ext cx="1110644" cy="552703"/>
            </a:xfrm>
            <a:custGeom>
              <a:avLst/>
              <a:gdLst/>
              <a:ahLst/>
              <a:cxnLst/>
              <a:rect r="r" b="b" t="t" l="l"/>
              <a:pathLst>
                <a:path w="839" h="415" stroke="true" fill="norm" extrusionOk="true">
                  <a:moveTo>
                    <a:pt x="0" y="394"/>
                  </a:moveTo>
                  <a:cubicBezTo>
                    <a:pt x="0" y="394"/>
                    <a:pt x="184" y="184"/>
                    <a:pt x="205" y="190"/>
                  </a:cubicBezTo>
                  <a:cubicBezTo>
                    <a:pt x="225" y="195"/>
                    <a:pt x="353" y="366"/>
                    <a:pt x="379" y="343"/>
                  </a:cubicBezTo>
                  <a:cubicBezTo>
                    <a:pt x="406" y="320"/>
                    <a:pt x="770" y="0"/>
                    <a:pt x="770" y="0"/>
                  </a:cubicBezTo>
                  <a:cubicBezTo>
                    <a:pt x="839" y="54"/>
                    <a:pt x="839" y="54"/>
                    <a:pt x="839" y="54"/>
                  </a:cubicBezTo>
                  <a:cubicBezTo>
                    <a:pt x="839" y="54"/>
                    <a:pt x="429" y="390"/>
                    <a:pt x="379" y="415"/>
                  </a:cubicBezTo>
                  <a:cubicBezTo>
                    <a:pt x="379" y="415"/>
                    <a:pt x="217" y="271"/>
                    <a:pt x="187" y="275"/>
                  </a:cubicBezTo>
                  <a:cubicBezTo>
                    <a:pt x="157" y="279"/>
                    <a:pt x="38" y="407"/>
                    <a:pt x="0" y="394"/>
                  </a:cubicBezTo>
                </a:path>
              </a:pathLst>
            </a:custGeom>
            <a:solidFill>
              <a:schemeClr val="accent5">
                <a:lumMod val="75000"/>
              </a:schemeClr>
            </a:solidFill>
          </p:spPr>
          <p:txBody>
            <a:bodyPr vert="horz" anchor="ctr" tIns="45720" lIns="91440" bIns="45720" rIns="91440">
              <a:normAutofit/>
            </a:bodyPr>
            <a:p>
              <a:pPr algn="ctr" marL="0">
                <a:lnSpc>
                  <a:spcPct val="120000"/>
                </a:lnSpc>
              </a:pPr>
            </a:p>
          </p:txBody>
        </p:sp>
        <p:sp>
          <p:nvSpPr>
            <p:cNvPr name="Freeform 8" id="8"/>
            <p:cNvSpPr/>
            <p:nvPr/>
          </p:nvSpPr>
          <p:spPr>
            <a:xfrm>
              <a:off x="10570240" y="2996493"/>
              <a:ext cx="246436" cy="181233"/>
            </a:xfrm>
            <a:custGeom>
              <a:avLst/>
              <a:gdLst/>
              <a:ahLst/>
              <a:cxnLst/>
              <a:rect r="r" b="b" t="t" l="l"/>
              <a:pathLst>
                <a:path w="186" h="136" stroke="true" fill="norm" extrusionOk="true">
                  <a:moveTo>
                    <a:pt x="0" y="136"/>
                  </a:moveTo>
                  <a:cubicBezTo>
                    <a:pt x="0" y="136"/>
                    <a:pt x="186" y="87"/>
                    <a:pt x="182" y="43"/>
                  </a:cubicBezTo>
                  <a:cubicBezTo>
                    <a:pt x="178" y="0"/>
                    <a:pt x="0" y="41"/>
                    <a:pt x="0" y="41"/>
                  </a:cubicBezTo>
                  <a:lnTo>
                    <a:pt x="0" y="136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</p:spPr>
          <p:txBody>
            <a:bodyPr vert="horz" anchor="ctr" tIns="45720" lIns="91440" bIns="45720" rIns="91440">
              <a:normAutofit/>
            </a:bodyPr>
            <a:p>
              <a:pPr algn="ctr" marL="0">
                <a:lnSpc>
                  <a:spcPct val="12000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>
            <a:off x="8631229" y="4182566"/>
            <a:ext cx="611188" cy="552640"/>
          </a:xfrm>
          <a:custGeom>
            <a:avLst/>
            <a:gdLst/>
            <a:ahLst/>
            <a:cxnLst/>
            <a:rect r="r" b="b" t="t" l="l"/>
            <a:pathLst>
              <a:path w="938" h="844" stroke="true" fill="norm" extrusionOk="true">
                <a:moveTo>
                  <a:pt x="428" y="844"/>
                </a:moveTo>
                <a:lnTo>
                  <a:pt x="0" y="782"/>
                </a:lnTo>
                <a:lnTo>
                  <a:pt x="324" y="648"/>
                </a:lnTo>
                <a:lnTo>
                  <a:pt x="194" y="203"/>
                </a:lnTo>
                <a:lnTo>
                  <a:pt x="508" y="451"/>
                </a:lnTo>
                <a:lnTo>
                  <a:pt x="551" y="0"/>
                </a:lnTo>
                <a:lnTo>
                  <a:pt x="655" y="340"/>
                </a:lnTo>
                <a:lnTo>
                  <a:pt x="938" y="0"/>
                </a:lnTo>
                <a:lnTo>
                  <a:pt x="794" y="527"/>
                </a:lnTo>
                <a:lnTo>
                  <a:pt x="428" y="844"/>
                </a:ln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</p:spPr>
        <p:txBody>
          <a:bodyPr vert="horz" anchor="ctr" tIns="45720" lIns="91440" bIns="45720" rIns="91440">
            <a:normAutofit/>
          </a:bodyPr>
          <a:p>
            <a:pPr algn="ctr" marL="0">
              <a:lnSpc>
                <a:spcPct val="120000"/>
              </a:lnSpc>
            </a:pPr>
          </a:p>
        </p:txBody>
      </p:sp>
      <p:sp>
        <p:nvSpPr>
          <p:cNvPr name="Freeform 10" id="10"/>
          <p:cNvSpPr/>
          <p:nvPr/>
        </p:nvSpPr>
        <p:spPr>
          <a:xfrm>
            <a:off x="7208166" y="3838804"/>
            <a:ext cx="1487571" cy="544782"/>
          </a:xfrm>
          <a:custGeom>
            <a:avLst/>
            <a:gdLst/>
            <a:ahLst/>
            <a:cxnLst/>
            <a:rect r="r" b="b" t="t" l="l"/>
            <a:pathLst>
              <a:path w="966" h="352" stroke="true" fill="norm" extrusionOk="true">
                <a:moveTo>
                  <a:pt x="0" y="352"/>
                </a:moveTo>
                <a:cubicBezTo>
                  <a:pt x="539" y="0"/>
                  <a:pt x="805" y="152"/>
                  <a:pt x="966" y="276"/>
                </a:cubicBezTo>
              </a:path>
            </a:pathLst>
          </a:custGeom>
          <a:noFill/>
          <a:ln w="44450" cap="flat">
            <a:solidFill>
              <a:srgbClr val="778495">
                <a:lumMod val="40000"/>
                <a:lumOff val="60000"/>
              </a:srgbClr>
            </a:solidFill>
            <a:prstDash val="dash"/>
          </a:ln>
        </p:spPr>
        <p:txBody>
          <a:bodyPr vert="horz" anchor="ctr" tIns="45720" lIns="91440" bIns="45720" rIns="91440">
            <a:normAutofit/>
          </a:bodyPr>
          <a:p>
            <a:pPr algn="ctr" marL="0">
              <a:lnSpc>
                <a:spcPct val="120000"/>
              </a:lnSpc>
            </a:pPr>
          </a:p>
        </p:txBody>
      </p:sp>
      <p:sp>
        <p:nvSpPr>
          <p:cNvPr name="Freeform 11" id="11"/>
          <p:cNvSpPr/>
          <p:nvPr/>
        </p:nvSpPr>
        <p:spPr>
          <a:xfrm>
            <a:off x="8695737" y="3570997"/>
            <a:ext cx="302336" cy="633178"/>
          </a:xfrm>
          <a:custGeom>
            <a:avLst/>
            <a:gdLst/>
            <a:ahLst/>
            <a:cxnLst/>
            <a:rect r="r" b="b" t="t" l="l"/>
            <a:pathLst>
              <a:path w="196" h="409" stroke="true" fill="norm" extrusionOk="true">
                <a:moveTo>
                  <a:pt x="56" y="409"/>
                </a:moveTo>
                <a:cubicBezTo>
                  <a:pt x="0" y="227"/>
                  <a:pt x="131" y="62"/>
                  <a:pt x="196" y="0"/>
                </a:cubicBezTo>
              </a:path>
            </a:pathLst>
          </a:custGeom>
          <a:noFill/>
          <a:ln w="44450" cap="flat">
            <a:solidFill>
              <a:srgbClr val="778495">
                <a:lumMod val="40000"/>
                <a:lumOff val="60000"/>
              </a:srgbClr>
            </a:solidFill>
            <a:prstDash val="dash"/>
          </a:ln>
        </p:spPr>
        <p:txBody>
          <a:bodyPr vert="horz" anchor="ctr" tIns="45720" lIns="91440" bIns="45720" rIns="91440">
            <a:normAutofit/>
          </a:bodyPr>
          <a:p>
            <a:pPr algn="ctr" marL="0">
              <a:lnSpc>
                <a:spcPct val="120000"/>
              </a:lnSpc>
            </a:pPr>
          </a:p>
        </p:txBody>
      </p:sp>
      <p:sp>
        <p:nvSpPr>
          <p:cNvPr name="Freeform 12" id="12"/>
          <p:cNvSpPr/>
          <p:nvPr/>
        </p:nvSpPr>
        <p:spPr>
          <a:xfrm>
            <a:off x="9651681" y="2454578"/>
            <a:ext cx="475209" cy="319231"/>
          </a:xfrm>
          <a:custGeom>
            <a:avLst/>
            <a:gdLst/>
            <a:ahLst/>
            <a:cxnLst/>
            <a:rect r="r" b="b" t="t" l="l"/>
            <a:pathLst>
              <a:path w="249" h="167" stroke="true" fill="norm" extrusionOk="true">
                <a:moveTo>
                  <a:pt x="0" y="0"/>
                </a:moveTo>
                <a:cubicBezTo>
                  <a:pt x="0" y="0"/>
                  <a:pt x="187" y="44"/>
                  <a:pt x="249" y="109"/>
                </a:cubicBezTo>
                <a:cubicBezTo>
                  <a:pt x="249" y="109"/>
                  <a:pt x="210" y="167"/>
                  <a:pt x="171" y="142"/>
                </a:cubicBezTo>
                <a:cubicBezTo>
                  <a:pt x="132" y="117"/>
                  <a:pt x="0" y="28"/>
                  <a:pt x="0" y="0"/>
                </a:cubicBezTo>
              </a:path>
            </a:pathLst>
          </a:custGeom>
          <a:solidFill>
            <a:schemeClr val="accent4">
              <a:lumMod val="60000"/>
              <a:lumOff val="40000"/>
            </a:schemeClr>
          </a:solidFill>
        </p:spPr>
        <p:txBody>
          <a:bodyPr vert="horz" anchor="ctr" tIns="45720" lIns="91440" bIns="45720" rIns="91440">
            <a:normAutofit/>
          </a:bodyPr>
          <a:p>
            <a:pPr algn="ctr" marL="0">
              <a:lnSpc>
                <a:spcPct val="120000"/>
              </a:lnSpc>
            </a:pPr>
          </a:p>
        </p:txBody>
      </p:sp>
      <p:sp>
        <p:nvSpPr>
          <p:cNvPr name="Freeform 13" id="13"/>
          <p:cNvSpPr/>
          <p:nvPr/>
        </p:nvSpPr>
        <p:spPr>
          <a:xfrm>
            <a:off x="9481155" y="2200810"/>
            <a:ext cx="345900" cy="316805"/>
          </a:xfrm>
          <a:custGeom>
            <a:avLst/>
            <a:gdLst/>
            <a:ahLst/>
            <a:cxnLst/>
            <a:rect r="r" b="b" t="t" l="l"/>
            <a:pathLst>
              <a:path w="181" h="166" stroke="true" fill="norm" extrusionOk="true">
                <a:moveTo>
                  <a:pt x="0" y="136"/>
                </a:moveTo>
                <a:cubicBezTo>
                  <a:pt x="0" y="136"/>
                  <a:pt x="7" y="76"/>
                  <a:pt x="27" y="53"/>
                </a:cubicBezTo>
                <a:cubicBezTo>
                  <a:pt x="47" y="30"/>
                  <a:pt x="114" y="0"/>
                  <a:pt x="114" y="0"/>
                </a:cubicBezTo>
                <a:cubicBezTo>
                  <a:pt x="114" y="0"/>
                  <a:pt x="167" y="75"/>
                  <a:pt x="181" y="103"/>
                </a:cubicBezTo>
                <a:cubicBezTo>
                  <a:pt x="181" y="103"/>
                  <a:pt x="106" y="157"/>
                  <a:pt x="69" y="162"/>
                </a:cubicBezTo>
                <a:cubicBezTo>
                  <a:pt x="32" y="166"/>
                  <a:pt x="0" y="136"/>
                  <a:pt x="0" y="136"/>
                </a:cubicBezTo>
              </a:path>
            </a:pathLst>
          </a:custGeom>
          <a:solidFill>
            <a:srgbClr val="778495"/>
          </a:solidFill>
        </p:spPr>
        <p:txBody>
          <a:bodyPr vert="horz" anchor="ctr" tIns="45720" lIns="91440" bIns="45720" rIns="91440">
            <a:normAutofit/>
          </a:bodyPr>
          <a:p>
            <a:pPr algn="ctr" marL="0">
              <a:lnSpc>
                <a:spcPct val="120000"/>
              </a:lnSpc>
            </a:pPr>
          </a:p>
        </p:txBody>
      </p:sp>
      <p:sp>
        <p:nvSpPr>
          <p:cNvPr name="Freeform 14" id="14"/>
          <p:cNvSpPr/>
          <p:nvPr/>
        </p:nvSpPr>
        <p:spPr>
          <a:xfrm>
            <a:off x="9525605" y="2221823"/>
            <a:ext cx="253768" cy="232755"/>
          </a:xfrm>
          <a:custGeom>
            <a:avLst/>
            <a:gdLst/>
            <a:ahLst/>
            <a:cxnLst/>
            <a:rect r="r" b="b" t="t" l="l"/>
            <a:pathLst>
              <a:path w="133" h="122" stroke="true" fill="norm" extrusionOk="true">
                <a:moveTo>
                  <a:pt x="0" y="100"/>
                </a:moveTo>
                <a:cubicBezTo>
                  <a:pt x="0" y="100"/>
                  <a:pt x="5" y="56"/>
                  <a:pt x="20" y="39"/>
                </a:cubicBezTo>
                <a:cubicBezTo>
                  <a:pt x="35" y="22"/>
                  <a:pt x="83" y="0"/>
                  <a:pt x="83" y="0"/>
                </a:cubicBezTo>
                <a:cubicBezTo>
                  <a:pt x="83" y="0"/>
                  <a:pt x="122" y="55"/>
                  <a:pt x="133" y="75"/>
                </a:cubicBezTo>
                <a:cubicBezTo>
                  <a:pt x="133" y="75"/>
                  <a:pt x="77" y="115"/>
                  <a:pt x="51" y="119"/>
                </a:cubicBezTo>
                <a:cubicBezTo>
                  <a:pt x="24" y="122"/>
                  <a:pt x="0" y="100"/>
                  <a:pt x="0" y="100"/>
                </a:cubicBezTo>
              </a:path>
            </a:pathLst>
          </a:custGeom>
          <a:solidFill>
            <a:srgbClr val="778495">
              <a:lumMod val="20000"/>
              <a:lumOff val="80000"/>
            </a:srgbClr>
          </a:solidFill>
        </p:spPr>
        <p:txBody>
          <a:bodyPr vert="horz" anchor="ctr" tIns="45720" lIns="91440" bIns="45720" rIns="91440">
            <a:normAutofit/>
          </a:bodyPr>
          <a:p>
            <a:pPr algn="ctr" marL="0">
              <a:lnSpc>
                <a:spcPct val="120000"/>
              </a:lnSpc>
            </a:pPr>
          </a:p>
        </p:txBody>
      </p:sp>
      <p:sp>
        <p:nvSpPr>
          <p:cNvPr name="Freeform 15" id="15"/>
          <p:cNvSpPr/>
          <p:nvPr/>
        </p:nvSpPr>
        <p:spPr>
          <a:xfrm>
            <a:off x="9626628" y="2237178"/>
            <a:ext cx="145472" cy="196387"/>
          </a:xfrm>
          <a:custGeom>
            <a:avLst/>
            <a:gdLst/>
            <a:ahLst/>
            <a:cxnLst/>
            <a:rect r="r" b="b" t="t" l="l"/>
            <a:pathLst>
              <a:path w="76" h="103" stroke="true" fill="norm" extrusionOk="true">
                <a:moveTo>
                  <a:pt x="0" y="0"/>
                </a:moveTo>
                <a:cubicBezTo>
                  <a:pt x="0" y="0"/>
                  <a:pt x="53" y="82"/>
                  <a:pt x="76" y="103"/>
                </a:cubicBezTo>
                <a:cubicBezTo>
                  <a:pt x="76" y="103"/>
                  <a:pt x="12" y="50"/>
                  <a:pt x="0" y="0"/>
                </a:cubicBezTo>
              </a:path>
            </a:pathLst>
          </a:custGeom>
          <a:solidFill>
            <a:srgbClr val="778495"/>
          </a:solidFill>
        </p:spPr>
        <p:txBody>
          <a:bodyPr vert="horz" anchor="ctr" tIns="45720" lIns="91440" bIns="45720" rIns="91440">
            <a:normAutofit/>
          </a:bodyPr>
          <a:p>
            <a:pPr algn="ctr" marL="0">
              <a:lnSpc>
                <a:spcPct val="120000"/>
              </a:lnSpc>
            </a:pPr>
          </a:p>
        </p:txBody>
      </p:sp>
      <p:sp>
        <p:nvSpPr>
          <p:cNvPr name="Freeform 16" id="16"/>
          <p:cNvSpPr/>
          <p:nvPr/>
        </p:nvSpPr>
        <p:spPr>
          <a:xfrm>
            <a:off x="8732782" y="3499552"/>
            <a:ext cx="704731" cy="705540"/>
          </a:xfrm>
          <a:custGeom>
            <a:avLst/>
            <a:gdLst/>
            <a:ahLst/>
            <a:cxnLst/>
            <a:rect r="r" b="b" t="t" l="l"/>
            <a:pathLst>
              <a:path w="369" h="369" stroke="true" fill="norm" extrusionOk="true">
                <a:moveTo>
                  <a:pt x="362" y="198"/>
                </a:moveTo>
                <a:cubicBezTo>
                  <a:pt x="355" y="296"/>
                  <a:pt x="269" y="369"/>
                  <a:pt x="172" y="362"/>
                </a:cubicBezTo>
                <a:cubicBezTo>
                  <a:pt x="74" y="355"/>
                  <a:pt x="0" y="270"/>
                  <a:pt x="8" y="172"/>
                </a:cubicBezTo>
                <a:cubicBezTo>
                  <a:pt x="15" y="74"/>
                  <a:pt x="100" y="0"/>
                  <a:pt x="198" y="8"/>
                </a:cubicBezTo>
                <a:cubicBezTo>
                  <a:pt x="296" y="15"/>
                  <a:pt x="369" y="100"/>
                  <a:pt x="362" y="198"/>
                </a:cubicBezTo>
              </a:path>
            </a:pathLst>
          </a:custGeom>
          <a:solidFill>
            <a:srgbClr val="778495">
              <a:lumMod val="75000"/>
            </a:srgbClr>
          </a:solidFill>
        </p:spPr>
        <p:txBody>
          <a:bodyPr vert="horz" anchor="ctr" tIns="45720" lIns="91440" bIns="45720" rIns="91440">
            <a:normAutofit/>
          </a:bodyPr>
          <a:p>
            <a:pPr algn="ctr" marL="0">
              <a:lnSpc>
                <a:spcPct val="120000"/>
              </a:lnSpc>
            </a:pPr>
          </a:p>
        </p:txBody>
      </p:sp>
      <p:sp>
        <p:nvSpPr>
          <p:cNvPr name="Freeform 17" id="17"/>
          <p:cNvSpPr/>
          <p:nvPr/>
        </p:nvSpPr>
        <p:spPr>
          <a:xfrm>
            <a:off x="8824106" y="3591685"/>
            <a:ext cx="523700" cy="523700"/>
          </a:xfrm>
          <a:custGeom>
            <a:avLst/>
            <a:gdLst/>
            <a:ahLst/>
            <a:cxnLst/>
            <a:rect r="r" b="b" t="t" l="l"/>
            <a:pathLst>
              <a:path w="274" h="274" stroke="true" fill="norm" extrusionOk="true">
                <a:moveTo>
                  <a:pt x="268" y="147"/>
                </a:moveTo>
                <a:cubicBezTo>
                  <a:pt x="263" y="219"/>
                  <a:pt x="200" y="274"/>
                  <a:pt x="127" y="268"/>
                </a:cubicBezTo>
                <a:cubicBezTo>
                  <a:pt x="54" y="263"/>
                  <a:pt x="0" y="200"/>
                  <a:pt x="5" y="127"/>
                </a:cubicBezTo>
                <a:cubicBezTo>
                  <a:pt x="11" y="54"/>
                  <a:pt x="74" y="0"/>
                  <a:pt x="147" y="5"/>
                </a:cubicBezTo>
                <a:cubicBezTo>
                  <a:pt x="219" y="11"/>
                  <a:pt x="274" y="74"/>
                  <a:pt x="268" y="147"/>
                </a:cubicBezTo>
              </a:path>
            </a:pathLst>
          </a:custGeom>
          <a:solidFill>
            <a:srgbClr val="778495">
              <a:lumMod val="40000"/>
              <a:lumOff val="60000"/>
            </a:srgbClr>
          </a:solidFill>
        </p:spPr>
        <p:txBody>
          <a:bodyPr vert="horz" anchor="ctr" tIns="45720" lIns="91440" bIns="45720" rIns="91440">
            <a:normAutofit/>
          </a:bodyPr>
          <a:p>
            <a:pPr algn="ctr" marL="0">
              <a:lnSpc>
                <a:spcPct val="120000"/>
              </a:lnSpc>
            </a:pPr>
          </a:p>
        </p:txBody>
      </p:sp>
      <p:sp>
        <p:nvSpPr>
          <p:cNvPr name="Freeform 18" id="18"/>
          <p:cNvSpPr/>
          <p:nvPr/>
        </p:nvSpPr>
        <p:spPr>
          <a:xfrm>
            <a:off x="8860474" y="3629669"/>
            <a:ext cx="448539" cy="446923"/>
          </a:xfrm>
          <a:custGeom>
            <a:avLst/>
            <a:gdLst/>
            <a:ahLst/>
            <a:cxnLst/>
            <a:rect r="r" b="b" t="t" l="l"/>
            <a:pathLst>
              <a:path w="235" h="234" stroke="true" fill="norm" extrusionOk="true">
                <a:moveTo>
                  <a:pt x="231" y="125"/>
                </a:moveTo>
                <a:cubicBezTo>
                  <a:pt x="226" y="188"/>
                  <a:pt x="172" y="234"/>
                  <a:pt x="109" y="230"/>
                </a:cubicBezTo>
                <a:cubicBezTo>
                  <a:pt x="47" y="225"/>
                  <a:pt x="0" y="171"/>
                  <a:pt x="5" y="108"/>
                </a:cubicBezTo>
                <a:cubicBezTo>
                  <a:pt x="10" y="46"/>
                  <a:pt x="64" y="0"/>
                  <a:pt x="126" y="4"/>
                </a:cubicBezTo>
                <a:cubicBezTo>
                  <a:pt x="189" y="9"/>
                  <a:pt x="235" y="63"/>
                  <a:pt x="231" y="125"/>
                </a:cubicBezTo>
              </a:path>
            </a:pathLst>
          </a:custGeom>
          <a:solidFill>
            <a:srgbClr val="778495">
              <a:lumMod val="60000"/>
              <a:lumOff val="40000"/>
            </a:srgbClr>
          </a:solidFill>
        </p:spPr>
        <p:txBody>
          <a:bodyPr vert="horz" anchor="ctr" tIns="45720" lIns="91440" bIns="45720" rIns="91440">
            <a:normAutofit/>
          </a:bodyPr>
          <a:p>
            <a:pPr algn="ctr" marL="0">
              <a:lnSpc>
                <a:spcPct val="120000"/>
              </a:lnSpc>
            </a:pPr>
          </a:p>
        </p:txBody>
      </p:sp>
      <p:sp>
        <p:nvSpPr>
          <p:cNvPr name="Freeform 19" id="19"/>
          <p:cNvSpPr/>
          <p:nvPr/>
        </p:nvSpPr>
        <p:spPr>
          <a:xfrm>
            <a:off x="9001905" y="3769483"/>
            <a:ext cx="168101" cy="168101"/>
          </a:xfrm>
          <a:custGeom>
            <a:avLst/>
            <a:gdLst/>
            <a:ahLst/>
            <a:cxnLst/>
            <a:rect r="r" b="b" t="t" l="l"/>
            <a:pathLst>
              <a:path w="88" h="88" stroke="true" fill="norm" extrusionOk="true">
                <a:moveTo>
                  <a:pt x="86" y="47"/>
                </a:moveTo>
                <a:cubicBezTo>
                  <a:pt x="84" y="70"/>
                  <a:pt x="64" y="88"/>
                  <a:pt x="41" y="86"/>
                </a:cubicBezTo>
                <a:cubicBezTo>
                  <a:pt x="17" y="84"/>
                  <a:pt x="0" y="64"/>
                  <a:pt x="2" y="41"/>
                </a:cubicBezTo>
                <a:cubicBezTo>
                  <a:pt x="3" y="17"/>
                  <a:pt x="24" y="0"/>
                  <a:pt x="47" y="2"/>
                </a:cubicBezTo>
                <a:cubicBezTo>
                  <a:pt x="70" y="3"/>
                  <a:pt x="88" y="24"/>
                  <a:pt x="86" y="47"/>
                </a:cubicBezTo>
              </a:path>
            </a:pathLst>
          </a:custGeom>
          <a:solidFill>
            <a:srgbClr val="778495">
              <a:lumMod val="20000"/>
              <a:lumOff val="80000"/>
            </a:srgbClr>
          </a:solidFill>
        </p:spPr>
        <p:txBody>
          <a:bodyPr vert="horz" anchor="ctr" tIns="45720" lIns="91440" bIns="45720" rIns="91440">
            <a:normAutofit/>
          </a:bodyPr>
          <a:p>
            <a:pPr algn="ctr" marL="0">
              <a:lnSpc>
                <a:spcPct val="120000"/>
              </a:lnSpc>
            </a:pPr>
          </a:p>
        </p:txBody>
      </p:sp>
      <p:sp>
        <p:nvSpPr>
          <p:cNvPr name="Freeform 20" id="20"/>
          <p:cNvSpPr/>
          <p:nvPr/>
        </p:nvSpPr>
        <p:spPr>
          <a:xfrm>
            <a:off x="8885527" y="3637751"/>
            <a:ext cx="238413" cy="244070"/>
          </a:xfrm>
          <a:custGeom>
            <a:avLst/>
            <a:gdLst/>
            <a:ahLst/>
            <a:cxnLst/>
            <a:rect r="r" b="b" t="t" l="l"/>
            <a:pathLst>
              <a:path w="295" h="302" stroke="true" fill="norm" extrusionOk="true">
                <a:moveTo>
                  <a:pt x="0" y="59"/>
                </a:moveTo>
                <a:lnTo>
                  <a:pt x="231" y="302"/>
                </a:lnTo>
                <a:lnTo>
                  <a:pt x="295" y="248"/>
                </a:lnTo>
                <a:lnTo>
                  <a:pt x="71" y="0"/>
                </a:lnTo>
                <a:lnTo>
                  <a:pt x="0" y="59"/>
                </a:lnTo>
                <a:close/>
              </a:path>
            </a:pathLst>
          </a:custGeom>
          <a:solidFill>
            <a:srgbClr val="778495">
              <a:lumMod val="20000"/>
              <a:lumOff val="80000"/>
            </a:srgbClr>
          </a:solidFill>
        </p:spPr>
        <p:txBody>
          <a:bodyPr vert="horz" anchor="ctr" tIns="45720" lIns="91440" bIns="45720" rIns="91440">
            <a:normAutofit/>
          </a:bodyPr>
          <a:p>
            <a:pPr algn="ctr" marL="0">
              <a:lnSpc>
                <a:spcPct val="120000"/>
              </a:lnSpc>
            </a:pPr>
          </a:p>
        </p:txBody>
      </p:sp>
      <p:sp>
        <p:nvSpPr>
          <p:cNvPr name="Freeform 21" id="21"/>
          <p:cNvSpPr/>
          <p:nvPr/>
        </p:nvSpPr>
        <p:spPr>
          <a:xfrm>
            <a:off x="9038273" y="3805852"/>
            <a:ext cx="95365" cy="95365"/>
          </a:xfrm>
          <a:custGeom>
            <a:avLst/>
            <a:gdLst/>
            <a:ahLst/>
            <a:cxnLst/>
            <a:rect r="r" b="b" t="t" l="l"/>
            <a:pathLst>
              <a:path w="50" h="50" stroke="true" fill="norm" extrusionOk="true">
                <a:moveTo>
                  <a:pt x="49" y="27"/>
                </a:moveTo>
                <a:cubicBezTo>
                  <a:pt x="48" y="40"/>
                  <a:pt x="36" y="50"/>
                  <a:pt x="23" y="49"/>
                </a:cubicBezTo>
                <a:cubicBezTo>
                  <a:pt x="10" y="48"/>
                  <a:pt x="0" y="36"/>
                  <a:pt x="1" y="23"/>
                </a:cubicBezTo>
                <a:cubicBezTo>
                  <a:pt x="2" y="10"/>
                  <a:pt x="13" y="0"/>
                  <a:pt x="27" y="1"/>
                </a:cubicBezTo>
                <a:cubicBezTo>
                  <a:pt x="40" y="2"/>
                  <a:pt x="50" y="13"/>
                  <a:pt x="49" y="27"/>
                </a:cubicBezTo>
              </a:path>
            </a:pathLst>
          </a:custGeom>
          <a:solidFill>
            <a:srgbClr val="778495">
              <a:lumMod val="40000"/>
              <a:lumOff val="60000"/>
            </a:srgbClr>
          </a:solidFill>
        </p:spPr>
        <p:txBody>
          <a:bodyPr vert="horz" anchor="ctr" tIns="45720" lIns="91440" bIns="45720" rIns="91440">
            <a:normAutofit/>
          </a:bodyPr>
          <a:p>
            <a:pPr algn="ctr" marL="0">
              <a:lnSpc>
                <a:spcPct val="120000"/>
              </a:lnSpc>
            </a:pPr>
          </a:p>
        </p:txBody>
      </p:sp>
      <p:sp>
        <p:nvSpPr>
          <p:cNvPr name="Freeform 22" id="22"/>
          <p:cNvSpPr/>
          <p:nvPr/>
        </p:nvSpPr>
        <p:spPr>
          <a:xfrm>
            <a:off x="10031525" y="2562065"/>
            <a:ext cx="703115" cy="704731"/>
          </a:xfrm>
          <a:custGeom>
            <a:avLst/>
            <a:gdLst/>
            <a:ahLst/>
            <a:cxnLst/>
            <a:rect r="r" b="b" t="t" l="l"/>
            <a:pathLst>
              <a:path w="368" h="369" stroke="true" fill="norm" extrusionOk="true">
                <a:moveTo>
                  <a:pt x="361" y="198"/>
                </a:moveTo>
                <a:cubicBezTo>
                  <a:pt x="354" y="295"/>
                  <a:pt x="269" y="369"/>
                  <a:pt x="171" y="362"/>
                </a:cubicBezTo>
                <a:cubicBezTo>
                  <a:pt x="73" y="354"/>
                  <a:pt x="0" y="269"/>
                  <a:pt x="7" y="171"/>
                </a:cubicBezTo>
                <a:cubicBezTo>
                  <a:pt x="14" y="73"/>
                  <a:pt x="99" y="0"/>
                  <a:pt x="197" y="7"/>
                </a:cubicBezTo>
                <a:cubicBezTo>
                  <a:pt x="295" y="15"/>
                  <a:pt x="368" y="100"/>
                  <a:pt x="361" y="198"/>
                </a:cubicBezTo>
              </a:path>
            </a:pathLst>
          </a:custGeom>
          <a:solidFill>
            <a:srgbClr val="778495">
              <a:lumMod val="75000"/>
            </a:srgbClr>
          </a:solidFill>
        </p:spPr>
        <p:txBody>
          <a:bodyPr vert="horz" anchor="ctr" tIns="45720" lIns="91440" bIns="45720" rIns="91440">
            <a:normAutofit/>
          </a:bodyPr>
          <a:p>
            <a:pPr algn="ctr" marL="0">
              <a:lnSpc>
                <a:spcPct val="120000"/>
              </a:lnSpc>
            </a:pPr>
          </a:p>
        </p:txBody>
      </p:sp>
      <p:sp>
        <p:nvSpPr>
          <p:cNvPr name="Freeform 23" id="23"/>
          <p:cNvSpPr/>
          <p:nvPr/>
        </p:nvSpPr>
        <p:spPr>
          <a:xfrm>
            <a:off x="10121232" y="2651773"/>
            <a:ext cx="523700" cy="523700"/>
          </a:xfrm>
          <a:custGeom>
            <a:avLst/>
            <a:gdLst/>
            <a:ahLst/>
            <a:cxnLst/>
            <a:rect r="r" b="b" t="t" l="l"/>
            <a:pathLst>
              <a:path w="274" h="274" stroke="true" fill="norm" extrusionOk="true">
                <a:moveTo>
                  <a:pt x="269" y="147"/>
                </a:moveTo>
                <a:cubicBezTo>
                  <a:pt x="263" y="220"/>
                  <a:pt x="200" y="274"/>
                  <a:pt x="127" y="269"/>
                </a:cubicBezTo>
                <a:cubicBezTo>
                  <a:pt x="55" y="263"/>
                  <a:pt x="0" y="200"/>
                  <a:pt x="6" y="128"/>
                </a:cubicBezTo>
                <a:cubicBezTo>
                  <a:pt x="11" y="55"/>
                  <a:pt x="74" y="0"/>
                  <a:pt x="147" y="6"/>
                </a:cubicBezTo>
                <a:cubicBezTo>
                  <a:pt x="219" y="11"/>
                  <a:pt x="274" y="75"/>
                  <a:pt x="269" y="147"/>
                </a:cubicBezTo>
              </a:path>
            </a:pathLst>
          </a:custGeom>
          <a:solidFill>
            <a:srgbClr val="778495">
              <a:lumMod val="40000"/>
              <a:lumOff val="60000"/>
            </a:srgbClr>
          </a:solidFill>
        </p:spPr>
        <p:txBody>
          <a:bodyPr vert="horz" anchor="ctr" tIns="45720" lIns="91440" bIns="45720" rIns="91440">
            <a:normAutofit/>
          </a:bodyPr>
          <a:p>
            <a:pPr algn="ctr" marL="0">
              <a:lnSpc>
                <a:spcPct val="120000"/>
              </a:lnSpc>
            </a:pPr>
          </a:p>
        </p:txBody>
      </p:sp>
      <p:sp>
        <p:nvSpPr>
          <p:cNvPr name="Freeform 24" id="24"/>
          <p:cNvSpPr/>
          <p:nvPr/>
        </p:nvSpPr>
        <p:spPr>
          <a:xfrm>
            <a:off x="10160025" y="2689757"/>
            <a:ext cx="446923" cy="449347"/>
          </a:xfrm>
          <a:custGeom>
            <a:avLst/>
            <a:gdLst/>
            <a:ahLst/>
            <a:cxnLst/>
            <a:rect r="r" b="b" t="t" l="l"/>
            <a:pathLst>
              <a:path w="234" h="235" stroke="true" fill="norm" extrusionOk="true">
                <a:moveTo>
                  <a:pt x="230" y="126"/>
                </a:moveTo>
                <a:cubicBezTo>
                  <a:pt x="225" y="188"/>
                  <a:pt x="171" y="235"/>
                  <a:pt x="109" y="230"/>
                </a:cubicBezTo>
                <a:cubicBezTo>
                  <a:pt x="46" y="225"/>
                  <a:pt x="0" y="171"/>
                  <a:pt x="4" y="109"/>
                </a:cubicBezTo>
                <a:cubicBezTo>
                  <a:pt x="9" y="47"/>
                  <a:pt x="63" y="0"/>
                  <a:pt x="125" y="5"/>
                </a:cubicBezTo>
                <a:cubicBezTo>
                  <a:pt x="188" y="9"/>
                  <a:pt x="234" y="64"/>
                  <a:pt x="230" y="126"/>
                </a:cubicBezTo>
              </a:path>
            </a:pathLst>
          </a:custGeom>
          <a:solidFill>
            <a:srgbClr val="778495">
              <a:lumMod val="60000"/>
              <a:lumOff val="40000"/>
            </a:srgbClr>
          </a:solidFill>
        </p:spPr>
        <p:txBody>
          <a:bodyPr vert="horz" anchor="ctr" tIns="45720" lIns="91440" bIns="45720" rIns="91440">
            <a:normAutofit/>
          </a:bodyPr>
          <a:p>
            <a:pPr algn="ctr" marL="0">
              <a:lnSpc>
                <a:spcPct val="120000"/>
              </a:lnSpc>
            </a:pPr>
          </a:p>
        </p:txBody>
      </p:sp>
      <p:sp>
        <p:nvSpPr>
          <p:cNvPr name="Freeform 25" id="25"/>
          <p:cNvSpPr/>
          <p:nvPr/>
        </p:nvSpPr>
        <p:spPr>
          <a:xfrm>
            <a:off x="10299031" y="2829573"/>
            <a:ext cx="168101" cy="168101"/>
          </a:xfrm>
          <a:custGeom>
            <a:avLst/>
            <a:gdLst/>
            <a:ahLst/>
            <a:cxnLst/>
            <a:rect r="r" b="b" t="t" l="l"/>
            <a:pathLst>
              <a:path w="88" h="88" stroke="true" fill="norm" extrusionOk="true">
                <a:moveTo>
                  <a:pt x="86" y="48"/>
                </a:moveTo>
                <a:cubicBezTo>
                  <a:pt x="85" y="71"/>
                  <a:pt x="64" y="88"/>
                  <a:pt x="41" y="87"/>
                </a:cubicBezTo>
                <a:cubicBezTo>
                  <a:pt x="18" y="85"/>
                  <a:pt x="0" y="65"/>
                  <a:pt x="2" y="41"/>
                </a:cubicBezTo>
                <a:cubicBezTo>
                  <a:pt x="3" y="18"/>
                  <a:pt x="24" y="0"/>
                  <a:pt x="47" y="2"/>
                </a:cubicBezTo>
                <a:cubicBezTo>
                  <a:pt x="71" y="4"/>
                  <a:pt x="88" y="24"/>
                  <a:pt x="86" y="48"/>
                </a:cubicBezTo>
              </a:path>
            </a:pathLst>
          </a:custGeom>
          <a:solidFill>
            <a:srgbClr val="778495">
              <a:lumMod val="20000"/>
              <a:lumOff val="80000"/>
            </a:srgbClr>
          </a:solidFill>
        </p:spPr>
        <p:txBody>
          <a:bodyPr vert="horz" anchor="ctr" tIns="45720" lIns="91440" bIns="45720" rIns="91440">
            <a:normAutofit/>
          </a:bodyPr>
          <a:p>
            <a:pPr algn="ctr" marL="0">
              <a:lnSpc>
                <a:spcPct val="120000"/>
              </a:lnSpc>
            </a:pPr>
          </a:p>
        </p:txBody>
      </p:sp>
      <p:sp>
        <p:nvSpPr>
          <p:cNvPr name="Freeform 26" id="26"/>
          <p:cNvSpPr/>
          <p:nvPr/>
        </p:nvSpPr>
        <p:spPr>
          <a:xfrm>
            <a:off x="10184270" y="2699455"/>
            <a:ext cx="236797" cy="244070"/>
          </a:xfrm>
          <a:custGeom>
            <a:avLst/>
            <a:gdLst/>
            <a:ahLst/>
            <a:cxnLst/>
            <a:rect r="r" b="b" t="t" l="l"/>
            <a:pathLst>
              <a:path w="293" h="302" stroke="true" fill="norm" extrusionOk="true">
                <a:moveTo>
                  <a:pt x="0" y="59"/>
                </a:moveTo>
                <a:lnTo>
                  <a:pt x="230" y="302"/>
                </a:lnTo>
                <a:lnTo>
                  <a:pt x="293" y="248"/>
                </a:lnTo>
                <a:lnTo>
                  <a:pt x="71" y="0"/>
                </a:lnTo>
                <a:lnTo>
                  <a:pt x="0" y="59"/>
                </a:lnTo>
                <a:close/>
              </a:path>
            </a:pathLst>
          </a:custGeom>
          <a:solidFill>
            <a:srgbClr val="778495">
              <a:lumMod val="20000"/>
              <a:lumOff val="80000"/>
            </a:srgbClr>
          </a:solidFill>
        </p:spPr>
        <p:txBody>
          <a:bodyPr vert="horz" anchor="ctr" tIns="45720" lIns="91440" bIns="45720" rIns="91440">
            <a:normAutofit/>
          </a:bodyPr>
          <a:p>
            <a:pPr algn="ctr" marL="0">
              <a:lnSpc>
                <a:spcPct val="120000"/>
              </a:lnSpc>
            </a:pPr>
          </a:p>
        </p:txBody>
      </p:sp>
      <p:sp>
        <p:nvSpPr>
          <p:cNvPr name="Freeform 27" id="27"/>
          <p:cNvSpPr/>
          <p:nvPr/>
        </p:nvSpPr>
        <p:spPr>
          <a:xfrm>
            <a:off x="10335399" y="2865940"/>
            <a:ext cx="95365" cy="95365"/>
          </a:xfrm>
          <a:custGeom>
            <a:avLst/>
            <a:gdLst/>
            <a:ahLst/>
            <a:cxnLst/>
            <a:rect r="r" b="b" t="t" l="l"/>
            <a:pathLst>
              <a:path w="50" h="50" stroke="true" fill="norm" extrusionOk="true">
                <a:moveTo>
                  <a:pt x="49" y="27"/>
                </a:moveTo>
                <a:cubicBezTo>
                  <a:pt x="48" y="40"/>
                  <a:pt x="37" y="50"/>
                  <a:pt x="23" y="49"/>
                </a:cubicBezTo>
                <a:cubicBezTo>
                  <a:pt x="10" y="48"/>
                  <a:pt x="0" y="37"/>
                  <a:pt x="1" y="24"/>
                </a:cubicBezTo>
                <a:cubicBezTo>
                  <a:pt x="2" y="10"/>
                  <a:pt x="13" y="0"/>
                  <a:pt x="27" y="1"/>
                </a:cubicBezTo>
                <a:cubicBezTo>
                  <a:pt x="40" y="2"/>
                  <a:pt x="50" y="14"/>
                  <a:pt x="49" y="27"/>
                </a:cubicBezTo>
              </a:path>
            </a:pathLst>
          </a:custGeom>
          <a:solidFill>
            <a:srgbClr val="778495">
              <a:lumMod val="40000"/>
              <a:lumOff val="60000"/>
            </a:srgbClr>
          </a:solidFill>
        </p:spPr>
        <p:txBody>
          <a:bodyPr vert="horz" anchor="ctr" tIns="45720" lIns="91440" bIns="45720" rIns="91440">
            <a:normAutofit/>
          </a:bodyPr>
          <a:p>
            <a:pPr algn="ctr" marL="0">
              <a:lnSpc>
                <a:spcPct val="120000"/>
              </a:lnSpc>
            </a:pPr>
          </a:p>
        </p:txBody>
      </p:sp>
      <p:sp>
        <p:nvSpPr>
          <p:cNvPr name="Freeform 28" id="28"/>
          <p:cNvSpPr/>
          <p:nvPr/>
        </p:nvSpPr>
        <p:spPr>
          <a:xfrm>
            <a:off x="8535587" y="2372952"/>
            <a:ext cx="1564633" cy="1325412"/>
          </a:xfrm>
          <a:custGeom>
            <a:avLst/>
            <a:gdLst/>
            <a:ahLst/>
            <a:cxnLst/>
            <a:rect r="r" b="b" t="t" l="l"/>
            <a:pathLst>
              <a:path w="819" h="694" stroke="true" fill="norm" extrusionOk="true">
                <a:moveTo>
                  <a:pt x="255" y="419"/>
                </a:moveTo>
                <a:cubicBezTo>
                  <a:pt x="255" y="419"/>
                  <a:pt x="305" y="428"/>
                  <a:pt x="329" y="449"/>
                </a:cubicBezTo>
                <a:cubicBezTo>
                  <a:pt x="353" y="470"/>
                  <a:pt x="463" y="606"/>
                  <a:pt x="473" y="612"/>
                </a:cubicBezTo>
                <a:cubicBezTo>
                  <a:pt x="484" y="617"/>
                  <a:pt x="691" y="463"/>
                  <a:pt x="713" y="428"/>
                </a:cubicBezTo>
                <a:cubicBezTo>
                  <a:pt x="735" y="393"/>
                  <a:pt x="724" y="117"/>
                  <a:pt x="459" y="62"/>
                </a:cubicBezTo>
                <a:cubicBezTo>
                  <a:pt x="459" y="62"/>
                  <a:pt x="427" y="59"/>
                  <a:pt x="434" y="30"/>
                </a:cubicBezTo>
                <a:cubicBezTo>
                  <a:pt x="442" y="0"/>
                  <a:pt x="479" y="33"/>
                  <a:pt x="479" y="33"/>
                </a:cubicBezTo>
                <a:cubicBezTo>
                  <a:pt x="479" y="33"/>
                  <a:pt x="676" y="54"/>
                  <a:pt x="805" y="197"/>
                </a:cubicBezTo>
                <a:cubicBezTo>
                  <a:pt x="805" y="197"/>
                  <a:pt x="819" y="389"/>
                  <a:pt x="813" y="406"/>
                </a:cubicBezTo>
                <a:cubicBezTo>
                  <a:pt x="807" y="422"/>
                  <a:pt x="516" y="648"/>
                  <a:pt x="446" y="694"/>
                </a:cubicBezTo>
                <a:cubicBezTo>
                  <a:pt x="446" y="694"/>
                  <a:pt x="387" y="644"/>
                  <a:pt x="323" y="651"/>
                </a:cubicBezTo>
                <a:cubicBezTo>
                  <a:pt x="260" y="658"/>
                  <a:pt x="106" y="654"/>
                  <a:pt x="86" y="636"/>
                </a:cubicBezTo>
                <a:cubicBezTo>
                  <a:pt x="65" y="617"/>
                  <a:pt x="0" y="513"/>
                  <a:pt x="32" y="457"/>
                </a:cubicBezTo>
                <a:cubicBezTo>
                  <a:pt x="64" y="401"/>
                  <a:pt x="255" y="419"/>
                  <a:pt x="255" y="419"/>
                </a:cubicBezTo>
              </a:path>
            </a:pathLst>
          </a:custGeom>
          <a:solidFill>
            <a:schemeClr val="accent4"/>
          </a:solidFill>
        </p:spPr>
        <p:txBody>
          <a:bodyPr vert="horz" anchor="ctr" tIns="45720" lIns="91440" bIns="45720" rIns="91440">
            <a:normAutofit/>
          </a:bodyPr>
          <a:p>
            <a:pPr algn="ctr" marL="0">
              <a:lnSpc>
                <a:spcPct val="120000"/>
              </a:lnSpc>
            </a:pPr>
          </a:p>
        </p:txBody>
      </p:sp>
      <p:sp>
        <p:nvSpPr>
          <p:cNvPr name="Freeform 29" id="29"/>
          <p:cNvSpPr/>
          <p:nvPr/>
        </p:nvSpPr>
        <p:spPr>
          <a:xfrm>
            <a:off x="8495178" y="3196486"/>
            <a:ext cx="792823" cy="763728"/>
          </a:xfrm>
          <a:custGeom>
            <a:avLst/>
            <a:gdLst/>
            <a:ahLst/>
            <a:cxnLst/>
            <a:rect r="r" b="b" t="t" l="l"/>
            <a:pathLst>
              <a:path w="415" h="400" stroke="true" fill="norm" extrusionOk="true">
                <a:moveTo>
                  <a:pt x="138" y="76"/>
                </a:moveTo>
                <a:cubicBezTo>
                  <a:pt x="90" y="93"/>
                  <a:pt x="0" y="252"/>
                  <a:pt x="47" y="364"/>
                </a:cubicBezTo>
                <a:cubicBezTo>
                  <a:pt x="47" y="364"/>
                  <a:pt x="77" y="400"/>
                  <a:pt x="106" y="390"/>
                </a:cubicBezTo>
                <a:cubicBezTo>
                  <a:pt x="134" y="380"/>
                  <a:pt x="377" y="218"/>
                  <a:pt x="396" y="192"/>
                </a:cubicBezTo>
                <a:cubicBezTo>
                  <a:pt x="415" y="167"/>
                  <a:pt x="355" y="0"/>
                  <a:pt x="138" y="76"/>
                </a:cubicBezTo>
              </a:path>
            </a:pathLst>
          </a:custGeom>
          <a:solidFill>
            <a:schemeClr val="accent4">
              <a:lumMod val="60000"/>
              <a:lumOff val="40000"/>
            </a:schemeClr>
          </a:solidFill>
        </p:spPr>
        <p:txBody>
          <a:bodyPr vert="horz" anchor="ctr" tIns="45720" lIns="91440" bIns="45720" rIns="91440">
            <a:normAutofit/>
          </a:bodyPr>
          <a:p>
            <a:pPr algn="ctr" marL="0">
              <a:lnSpc>
                <a:spcPct val="120000"/>
              </a:lnSpc>
            </a:pPr>
          </a:p>
        </p:txBody>
      </p:sp>
      <p:sp>
        <p:nvSpPr>
          <p:cNvPr name="Freeform 30" id="30"/>
          <p:cNvSpPr/>
          <p:nvPr/>
        </p:nvSpPr>
        <p:spPr>
          <a:xfrm>
            <a:off x="8378800" y="3110010"/>
            <a:ext cx="766153" cy="233564"/>
          </a:xfrm>
          <a:custGeom>
            <a:avLst/>
            <a:gdLst/>
            <a:ahLst/>
            <a:cxnLst/>
            <a:rect r="r" b="b" t="t" l="l"/>
            <a:pathLst>
              <a:path w="401" h="122" stroke="true" fill="norm" extrusionOk="true">
                <a:moveTo>
                  <a:pt x="384" y="15"/>
                </a:moveTo>
                <a:cubicBezTo>
                  <a:pt x="371" y="0"/>
                  <a:pt x="185" y="12"/>
                  <a:pt x="119" y="17"/>
                </a:cubicBezTo>
                <a:cubicBezTo>
                  <a:pt x="52" y="22"/>
                  <a:pt x="26" y="5"/>
                  <a:pt x="15" y="29"/>
                </a:cubicBezTo>
                <a:cubicBezTo>
                  <a:pt x="0" y="58"/>
                  <a:pt x="55" y="106"/>
                  <a:pt x="111" y="114"/>
                </a:cubicBezTo>
                <a:cubicBezTo>
                  <a:pt x="168" y="122"/>
                  <a:pt x="361" y="84"/>
                  <a:pt x="380" y="72"/>
                </a:cubicBezTo>
                <a:cubicBezTo>
                  <a:pt x="399" y="60"/>
                  <a:pt x="401" y="35"/>
                  <a:pt x="384" y="15"/>
                </a:cubicBezTo>
              </a:path>
            </a:pathLst>
          </a:custGeom>
          <a:solidFill>
            <a:srgbClr val="778495">
              <a:lumMod val="75000"/>
            </a:srgbClr>
          </a:solidFill>
        </p:spPr>
        <p:txBody>
          <a:bodyPr vert="horz" anchor="ctr" tIns="45720" lIns="91440" bIns="45720" rIns="91440">
            <a:normAutofit/>
          </a:bodyPr>
          <a:p>
            <a:pPr algn="ctr" marL="0">
              <a:lnSpc>
                <a:spcPct val="120000"/>
              </a:lnSpc>
            </a:pPr>
          </a:p>
        </p:txBody>
      </p:sp>
      <p:sp>
        <p:nvSpPr>
          <p:cNvPr name="Freeform 31" id="31"/>
          <p:cNvSpPr/>
          <p:nvPr/>
        </p:nvSpPr>
        <p:spPr>
          <a:xfrm>
            <a:off x="9987883" y="2493370"/>
            <a:ext cx="628763" cy="647351"/>
          </a:xfrm>
          <a:custGeom>
            <a:avLst/>
            <a:gdLst/>
            <a:ahLst/>
            <a:cxnLst/>
            <a:rect r="r" b="b" t="t" l="l"/>
            <a:pathLst>
              <a:path w="329" h="339" stroke="true" fill="norm" extrusionOk="true">
                <a:moveTo>
                  <a:pt x="41" y="339"/>
                </a:moveTo>
                <a:cubicBezTo>
                  <a:pt x="41" y="339"/>
                  <a:pt x="0" y="178"/>
                  <a:pt x="25" y="133"/>
                </a:cubicBezTo>
                <a:cubicBezTo>
                  <a:pt x="50" y="87"/>
                  <a:pt x="94" y="12"/>
                  <a:pt x="187" y="5"/>
                </a:cubicBezTo>
                <a:cubicBezTo>
                  <a:pt x="249" y="0"/>
                  <a:pt x="305" y="29"/>
                  <a:pt x="329" y="63"/>
                </a:cubicBezTo>
                <a:cubicBezTo>
                  <a:pt x="329" y="63"/>
                  <a:pt x="239" y="136"/>
                  <a:pt x="191" y="167"/>
                </a:cubicBezTo>
                <a:cubicBezTo>
                  <a:pt x="143" y="198"/>
                  <a:pt x="74" y="244"/>
                  <a:pt x="94" y="305"/>
                </a:cubicBezTo>
                <a:cubicBezTo>
                  <a:pt x="94" y="305"/>
                  <a:pt x="82" y="325"/>
                  <a:pt x="41" y="339"/>
                </a:cubicBezTo>
              </a:path>
            </a:pathLst>
          </a:custGeom>
          <a:solidFill>
            <a:schemeClr val="accent4">
              <a:lumMod val="60000"/>
              <a:lumOff val="40000"/>
            </a:schemeClr>
          </a:solidFill>
        </p:spPr>
        <p:txBody>
          <a:bodyPr vert="horz" anchor="ctr" tIns="45720" lIns="91440" bIns="45720" rIns="91440">
            <a:normAutofit/>
          </a:bodyPr>
          <a:p>
            <a:pPr algn="ctr" marL="0">
              <a:lnSpc>
                <a:spcPct val="120000"/>
              </a:lnSpc>
            </a:pPr>
          </a:p>
        </p:txBody>
      </p:sp>
      <p:sp>
        <p:nvSpPr>
          <p:cNvPr name="Freeform 32" id="32"/>
          <p:cNvSpPr/>
          <p:nvPr/>
        </p:nvSpPr>
        <p:spPr>
          <a:xfrm>
            <a:off x="9437513" y="3710486"/>
            <a:ext cx="68695" cy="190730"/>
          </a:xfrm>
          <a:custGeom>
            <a:avLst/>
            <a:gdLst/>
            <a:ahLst/>
            <a:cxnLst/>
            <a:rect r="r" b="b" t="t" l="l"/>
            <a:pathLst>
              <a:path w="36" h="100" stroke="true" fill="norm" extrusionOk="true">
                <a:moveTo>
                  <a:pt x="6" y="16"/>
                </a:moveTo>
                <a:cubicBezTo>
                  <a:pt x="20" y="38"/>
                  <a:pt x="20" y="64"/>
                  <a:pt x="21" y="90"/>
                </a:cubicBezTo>
                <a:cubicBezTo>
                  <a:pt x="21" y="100"/>
                  <a:pt x="36" y="100"/>
                  <a:pt x="36" y="90"/>
                </a:cubicBezTo>
                <a:cubicBezTo>
                  <a:pt x="35" y="61"/>
                  <a:pt x="35" y="33"/>
                  <a:pt x="18" y="8"/>
                </a:cubicBezTo>
                <a:cubicBezTo>
                  <a:pt x="13" y="0"/>
                  <a:pt x="0" y="8"/>
                  <a:pt x="6" y="16"/>
                </a:cubicBezTo>
              </a:path>
            </a:pathLst>
          </a:custGeom>
          <a:solidFill>
            <a:srgbClr val="778495">
              <a:lumMod val="60000"/>
              <a:lumOff val="40000"/>
            </a:srgbClr>
          </a:solidFill>
        </p:spPr>
        <p:txBody>
          <a:bodyPr vert="horz" anchor="ctr" tIns="45720" lIns="91440" bIns="45720" rIns="91440">
            <a:normAutofit/>
          </a:bodyPr>
          <a:p>
            <a:pPr algn="ctr" marL="0">
              <a:lnSpc>
                <a:spcPct val="120000"/>
              </a:lnSpc>
            </a:pPr>
          </a:p>
        </p:txBody>
      </p:sp>
      <p:sp>
        <p:nvSpPr>
          <p:cNvPr name="Freeform 33" id="33"/>
          <p:cNvSpPr/>
          <p:nvPr/>
        </p:nvSpPr>
        <p:spPr>
          <a:xfrm>
            <a:off x="9504592" y="3710486"/>
            <a:ext cx="54957" cy="144664"/>
          </a:xfrm>
          <a:custGeom>
            <a:avLst/>
            <a:gdLst/>
            <a:ahLst/>
            <a:cxnLst/>
            <a:rect r="r" b="b" t="t" l="l"/>
            <a:pathLst>
              <a:path w="29" h="76" stroke="true" fill="norm" extrusionOk="true">
                <a:moveTo>
                  <a:pt x="5" y="16"/>
                </a:moveTo>
                <a:cubicBezTo>
                  <a:pt x="13" y="31"/>
                  <a:pt x="13" y="49"/>
                  <a:pt x="14" y="66"/>
                </a:cubicBezTo>
                <a:cubicBezTo>
                  <a:pt x="14" y="76"/>
                  <a:pt x="29" y="76"/>
                  <a:pt x="29" y="66"/>
                </a:cubicBezTo>
                <a:cubicBezTo>
                  <a:pt x="28" y="46"/>
                  <a:pt x="28" y="26"/>
                  <a:pt x="17" y="8"/>
                </a:cubicBezTo>
                <a:cubicBezTo>
                  <a:pt x="13" y="0"/>
                  <a:pt x="0" y="7"/>
                  <a:pt x="5" y="16"/>
                </a:cubicBezTo>
              </a:path>
            </a:pathLst>
          </a:custGeom>
          <a:solidFill>
            <a:srgbClr val="778495">
              <a:lumMod val="60000"/>
              <a:lumOff val="40000"/>
            </a:srgbClr>
          </a:solidFill>
        </p:spPr>
        <p:txBody>
          <a:bodyPr vert="horz" anchor="ctr" tIns="45720" lIns="91440" bIns="45720" rIns="91440">
            <a:normAutofit/>
          </a:bodyPr>
          <a:p>
            <a:pPr algn="ctr" marL="0">
              <a:lnSpc>
                <a:spcPct val="120000"/>
              </a:lnSpc>
            </a:pPr>
          </a:p>
        </p:txBody>
      </p:sp>
      <p:sp>
        <p:nvSpPr>
          <p:cNvPr name="Freeform 34" id="34"/>
          <p:cNvSpPr/>
          <p:nvPr/>
        </p:nvSpPr>
        <p:spPr>
          <a:xfrm>
            <a:off x="8678634" y="4002238"/>
            <a:ext cx="145472" cy="159211"/>
          </a:xfrm>
          <a:custGeom>
            <a:avLst/>
            <a:gdLst/>
            <a:ahLst/>
            <a:cxnLst/>
            <a:rect r="r" b="b" t="t" l="l"/>
            <a:pathLst>
              <a:path w="76" h="83" stroke="true" fill="norm" extrusionOk="true">
                <a:moveTo>
                  <a:pt x="5" y="17"/>
                </a:moveTo>
                <a:cubicBezTo>
                  <a:pt x="17" y="41"/>
                  <a:pt x="38" y="58"/>
                  <a:pt x="58" y="76"/>
                </a:cubicBezTo>
                <a:cubicBezTo>
                  <a:pt x="65" y="83"/>
                  <a:pt x="76" y="72"/>
                  <a:pt x="68" y="66"/>
                </a:cubicBezTo>
                <a:cubicBezTo>
                  <a:pt x="49" y="49"/>
                  <a:pt x="30" y="32"/>
                  <a:pt x="17" y="9"/>
                </a:cubicBezTo>
                <a:cubicBezTo>
                  <a:pt x="13" y="0"/>
                  <a:pt x="0" y="8"/>
                  <a:pt x="5" y="17"/>
                </a:cubicBezTo>
              </a:path>
            </a:pathLst>
          </a:custGeom>
          <a:solidFill>
            <a:srgbClr val="778495">
              <a:lumMod val="60000"/>
              <a:lumOff val="40000"/>
            </a:srgbClr>
          </a:solidFill>
        </p:spPr>
        <p:txBody>
          <a:bodyPr vert="horz" anchor="ctr" tIns="45720" lIns="91440" bIns="45720" rIns="91440">
            <a:normAutofit/>
          </a:bodyPr>
          <a:p>
            <a:pPr algn="ctr" marL="0">
              <a:lnSpc>
                <a:spcPct val="120000"/>
              </a:lnSpc>
            </a:pPr>
          </a:p>
        </p:txBody>
      </p:sp>
      <p:sp>
        <p:nvSpPr>
          <p:cNvPr name="Freeform 35" id="35"/>
          <p:cNvSpPr/>
          <p:nvPr/>
        </p:nvSpPr>
        <p:spPr>
          <a:xfrm>
            <a:off x="8639033" y="4058004"/>
            <a:ext cx="99406" cy="110721"/>
          </a:xfrm>
          <a:custGeom>
            <a:avLst/>
            <a:gdLst/>
            <a:ahLst/>
            <a:cxnLst/>
            <a:rect r="r" b="b" t="t" l="l"/>
            <a:pathLst>
              <a:path w="52" h="58" stroke="true" fill="norm" extrusionOk="true">
                <a:moveTo>
                  <a:pt x="6" y="16"/>
                </a:moveTo>
                <a:cubicBezTo>
                  <a:pt x="14" y="29"/>
                  <a:pt x="23" y="43"/>
                  <a:pt x="36" y="52"/>
                </a:cubicBezTo>
                <a:cubicBezTo>
                  <a:pt x="44" y="58"/>
                  <a:pt x="52" y="45"/>
                  <a:pt x="44" y="39"/>
                </a:cubicBezTo>
                <a:cubicBezTo>
                  <a:pt x="33" y="32"/>
                  <a:pt x="26" y="19"/>
                  <a:pt x="18" y="8"/>
                </a:cubicBezTo>
                <a:cubicBezTo>
                  <a:pt x="13" y="0"/>
                  <a:pt x="0" y="8"/>
                  <a:pt x="6" y="16"/>
                </a:cubicBezTo>
              </a:path>
            </a:pathLst>
          </a:custGeom>
          <a:solidFill>
            <a:srgbClr val="778495">
              <a:lumMod val="60000"/>
              <a:lumOff val="40000"/>
            </a:srgbClr>
          </a:solidFill>
        </p:spPr>
        <p:txBody>
          <a:bodyPr vert="horz" anchor="ctr" tIns="45720" lIns="91440" bIns="45720" rIns="91440">
            <a:normAutofit/>
          </a:bodyPr>
          <a:p>
            <a:pPr algn="ctr" marL="0">
              <a:lnSpc>
                <a:spcPct val="120000"/>
              </a:lnSpc>
            </a:pPr>
          </a:p>
        </p:txBody>
      </p:sp>
      <p:sp>
        <p:nvSpPr>
          <p:cNvPr name="Freeform 36" id="36"/>
          <p:cNvSpPr/>
          <p:nvPr/>
        </p:nvSpPr>
        <p:spPr>
          <a:xfrm>
            <a:off x="10129314" y="3211032"/>
            <a:ext cx="127692" cy="78393"/>
          </a:xfrm>
          <a:custGeom>
            <a:avLst/>
            <a:gdLst/>
            <a:ahLst/>
            <a:cxnLst/>
            <a:rect r="r" b="b" t="t" l="l"/>
            <a:pathLst>
              <a:path w="67" h="41" stroke="true" fill="norm" extrusionOk="true">
                <a:moveTo>
                  <a:pt x="8" y="17"/>
                </a:moveTo>
                <a:cubicBezTo>
                  <a:pt x="23" y="26"/>
                  <a:pt x="38" y="34"/>
                  <a:pt x="54" y="38"/>
                </a:cubicBezTo>
                <a:cubicBezTo>
                  <a:pt x="63" y="41"/>
                  <a:pt x="67" y="26"/>
                  <a:pt x="58" y="24"/>
                </a:cubicBezTo>
                <a:cubicBezTo>
                  <a:pt x="43" y="20"/>
                  <a:pt x="29" y="12"/>
                  <a:pt x="16" y="4"/>
                </a:cubicBezTo>
                <a:cubicBezTo>
                  <a:pt x="7" y="0"/>
                  <a:pt x="0" y="13"/>
                  <a:pt x="8" y="17"/>
                </a:cubicBezTo>
              </a:path>
            </a:pathLst>
          </a:custGeom>
          <a:solidFill>
            <a:srgbClr val="778495">
              <a:lumMod val="60000"/>
              <a:lumOff val="40000"/>
            </a:srgbClr>
          </a:solidFill>
        </p:spPr>
        <p:txBody>
          <a:bodyPr vert="horz" anchor="ctr" tIns="45720" lIns="91440" bIns="45720" rIns="91440">
            <a:normAutofit/>
          </a:bodyPr>
          <a:p>
            <a:pPr algn="ctr" marL="0">
              <a:lnSpc>
                <a:spcPct val="120000"/>
              </a:lnSpc>
            </a:pPr>
          </a:p>
        </p:txBody>
      </p:sp>
      <p:sp>
        <p:nvSpPr>
          <p:cNvPr name="Freeform 37" id="37"/>
          <p:cNvSpPr/>
          <p:nvPr/>
        </p:nvSpPr>
        <p:spPr>
          <a:xfrm>
            <a:off x="10113959" y="3276494"/>
            <a:ext cx="105063" cy="57381"/>
          </a:xfrm>
          <a:custGeom>
            <a:avLst/>
            <a:gdLst/>
            <a:ahLst/>
            <a:cxnLst/>
            <a:rect r="r" b="b" t="t" l="l"/>
            <a:pathLst>
              <a:path w="55" h="30" stroke="true" fill="norm" extrusionOk="true">
                <a:moveTo>
                  <a:pt x="8" y="17"/>
                </a:moveTo>
                <a:cubicBezTo>
                  <a:pt x="19" y="23"/>
                  <a:pt x="30" y="26"/>
                  <a:pt x="42" y="28"/>
                </a:cubicBezTo>
                <a:cubicBezTo>
                  <a:pt x="51" y="30"/>
                  <a:pt x="55" y="15"/>
                  <a:pt x="46" y="14"/>
                </a:cubicBezTo>
                <a:cubicBezTo>
                  <a:pt x="36" y="12"/>
                  <a:pt x="25" y="10"/>
                  <a:pt x="16" y="4"/>
                </a:cubicBezTo>
                <a:cubicBezTo>
                  <a:pt x="7" y="0"/>
                  <a:pt x="0" y="13"/>
                  <a:pt x="8" y="17"/>
                </a:cubicBezTo>
              </a:path>
            </a:pathLst>
          </a:custGeom>
          <a:solidFill>
            <a:srgbClr val="778495">
              <a:lumMod val="60000"/>
              <a:lumOff val="40000"/>
            </a:srgbClr>
          </a:solidFill>
        </p:spPr>
        <p:txBody>
          <a:bodyPr vert="horz" anchor="ctr" tIns="45720" lIns="91440" bIns="45720" rIns="91440">
            <a:normAutofit/>
          </a:bodyPr>
          <a:p>
            <a:pPr algn="ctr" marL="0">
              <a:lnSpc>
                <a:spcPct val="120000"/>
              </a:lnSpc>
            </a:pPr>
          </a:p>
        </p:txBody>
      </p:sp>
      <p:sp>
        <p:nvSpPr>
          <p:cNvPr name="Freeform 38" id="38"/>
          <p:cNvSpPr/>
          <p:nvPr/>
        </p:nvSpPr>
        <p:spPr>
          <a:xfrm>
            <a:off x="10734640" y="2739865"/>
            <a:ext cx="55764" cy="137390"/>
          </a:xfrm>
          <a:custGeom>
            <a:avLst/>
            <a:gdLst/>
            <a:ahLst/>
            <a:cxnLst/>
            <a:rect r="r" b="b" t="t" l="l"/>
            <a:pathLst>
              <a:path w="29" h="72" stroke="true" fill="norm" extrusionOk="true">
                <a:moveTo>
                  <a:pt x="5" y="16"/>
                </a:moveTo>
                <a:cubicBezTo>
                  <a:pt x="12" y="30"/>
                  <a:pt x="13" y="46"/>
                  <a:pt x="14" y="62"/>
                </a:cubicBezTo>
                <a:cubicBezTo>
                  <a:pt x="14" y="72"/>
                  <a:pt x="29" y="72"/>
                  <a:pt x="29" y="62"/>
                </a:cubicBezTo>
                <a:cubicBezTo>
                  <a:pt x="28" y="43"/>
                  <a:pt x="26" y="25"/>
                  <a:pt x="17" y="8"/>
                </a:cubicBezTo>
                <a:cubicBezTo>
                  <a:pt x="13" y="0"/>
                  <a:pt x="0" y="7"/>
                  <a:pt x="5" y="16"/>
                </a:cubicBezTo>
              </a:path>
            </a:pathLst>
          </a:custGeom>
          <a:solidFill>
            <a:srgbClr val="778495">
              <a:lumMod val="60000"/>
              <a:lumOff val="40000"/>
            </a:srgbClr>
          </a:solidFill>
        </p:spPr>
        <p:txBody>
          <a:bodyPr vert="horz" anchor="ctr" tIns="45720" lIns="91440" bIns="45720" rIns="91440">
            <a:normAutofit/>
          </a:bodyPr>
          <a:p>
            <a:pPr algn="ctr" marL="0">
              <a:lnSpc>
                <a:spcPct val="120000"/>
              </a:lnSpc>
            </a:pPr>
          </a:p>
        </p:txBody>
      </p:sp>
      <p:sp>
        <p:nvSpPr>
          <p:cNvPr name="Freeform 39" id="39"/>
          <p:cNvSpPr/>
          <p:nvPr/>
        </p:nvSpPr>
        <p:spPr>
          <a:xfrm>
            <a:off x="10799293" y="2722085"/>
            <a:ext cx="51724" cy="128500"/>
          </a:xfrm>
          <a:custGeom>
            <a:avLst/>
            <a:gdLst/>
            <a:ahLst/>
            <a:cxnLst/>
            <a:rect r="r" b="b" t="t" l="l"/>
            <a:pathLst>
              <a:path w="27" h="67" stroke="true" fill="norm" extrusionOk="true">
                <a:moveTo>
                  <a:pt x="4" y="13"/>
                </a:moveTo>
                <a:cubicBezTo>
                  <a:pt x="9" y="27"/>
                  <a:pt x="11" y="42"/>
                  <a:pt x="12" y="57"/>
                </a:cubicBezTo>
                <a:cubicBezTo>
                  <a:pt x="12" y="67"/>
                  <a:pt x="27" y="67"/>
                  <a:pt x="27" y="57"/>
                </a:cubicBezTo>
                <a:cubicBezTo>
                  <a:pt x="26" y="40"/>
                  <a:pt x="24" y="24"/>
                  <a:pt x="18" y="9"/>
                </a:cubicBezTo>
                <a:cubicBezTo>
                  <a:pt x="15" y="0"/>
                  <a:pt x="0" y="4"/>
                  <a:pt x="4" y="13"/>
                </a:cubicBezTo>
              </a:path>
            </a:pathLst>
          </a:custGeom>
          <a:solidFill>
            <a:srgbClr val="778495">
              <a:lumMod val="60000"/>
              <a:lumOff val="40000"/>
            </a:srgbClr>
          </a:solidFill>
        </p:spPr>
        <p:txBody>
          <a:bodyPr vert="horz" anchor="ctr" tIns="45720" lIns="91440" bIns="45720" rIns="91440">
            <a:normAutofit/>
          </a:bodyPr>
          <a:p>
            <a:pPr algn="ctr" marL="0">
              <a:lnSpc>
                <a:spcPct val="120000"/>
              </a:lnSpc>
            </a:pPr>
          </a:p>
        </p:txBody>
      </p:sp>
      <p:sp>
        <p:nvSpPr>
          <p:cNvPr name="Freeform 40" id="40"/>
          <p:cNvSpPr/>
          <p:nvPr/>
        </p:nvSpPr>
        <p:spPr>
          <a:xfrm>
            <a:off x="9355079" y="2838462"/>
            <a:ext cx="323271" cy="218208"/>
          </a:xfrm>
          <a:custGeom>
            <a:avLst/>
            <a:gdLst/>
            <a:ahLst/>
            <a:cxnLst/>
            <a:rect r="r" b="b" t="t" l="l"/>
            <a:pathLst>
              <a:path w="169" h="114" stroke="true" fill="norm" extrusionOk="true">
                <a:moveTo>
                  <a:pt x="39" y="48"/>
                </a:moveTo>
                <a:cubicBezTo>
                  <a:pt x="39" y="48"/>
                  <a:pt x="73" y="53"/>
                  <a:pt x="85" y="51"/>
                </a:cubicBezTo>
                <a:cubicBezTo>
                  <a:pt x="98" y="48"/>
                  <a:pt x="128" y="10"/>
                  <a:pt x="135" y="5"/>
                </a:cubicBezTo>
                <a:cubicBezTo>
                  <a:pt x="143" y="0"/>
                  <a:pt x="169" y="32"/>
                  <a:pt x="169" y="32"/>
                </a:cubicBezTo>
                <a:cubicBezTo>
                  <a:pt x="169" y="32"/>
                  <a:pt x="91" y="96"/>
                  <a:pt x="75" y="103"/>
                </a:cubicBezTo>
                <a:cubicBezTo>
                  <a:pt x="57" y="101"/>
                  <a:pt x="57" y="101"/>
                  <a:pt x="57" y="101"/>
                </a:cubicBezTo>
                <a:cubicBezTo>
                  <a:pt x="46" y="108"/>
                  <a:pt x="46" y="108"/>
                  <a:pt x="46" y="108"/>
                </a:cubicBezTo>
                <a:cubicBezTo>
                  <a:pt x="46" y="108"/>
                  <a:pt x="12" y="114"/>
                  <a:pt x="6" y="106"/>
                </a:cubicBezTo>
                <a:cubicBezTo>
                  <a:pt x="0" y="97"/>
                  <a:pt x="9" y="53"/>
                  <a:pt x="9" y="53"/>
                </a:cubicBezTo>
                <a:cubicBezTo>
                  <a:pt x="9" y="53"/>
                  <a:pt x="28" y="47"/>
                  <a:pt x="39" y="48"/>
                </a:cubicBezTo>
              </a:path>
            </a:pathLst>
          </a:custGeom>
          <a:solidFill>
            <a:srgbClr val="778495">
              <a:lumMod val="75000"/>
            </a:srgbClr>
          </a:solidFill>
        </p:spPr>
        <p:txBody>
          <a:bodyPr vert="horz" anchor="ctr" tIns="45720" lIns="91440" bIns="45720" rIns="91440">
            <a:normAutofit/>
          </a:bodyPr>
          <a:p>
            <a:pPr algn="ctr" marL="0">
              <a:lnSpc>
                <a:spcPct val="120000"/>
              </a:lnSpc>
            </a:pPr>
          </a:p>
        </p:txBody>
      </p:sp>
      <p:sp>
        <p:nvSpPr>
          <p:cNvPr name="Freeform 41" id="41"/>
          <p:cNvSpPr/>
          <p:nvPr/>
        </p:nvSpPr>
        <p:spPr>
          <a:xfrm>
            <a:off x="8550942" y="2630760"/>
            <a:ext cx="897886" cy="336202"/>
          </a:xfrm>
          <a:custGeom>
            <a:avLst/>
            <a:gdLst/>
            <a:ahLst/>
            <a:cxnLst/>
            <a:rect r="r" b="b" t="t" l="l"/>
            <a:pathLst>
              <a:path w="470" h="176" stroke="true" fill="norm" extrusionOk="true">
                <a:moveTo>
                  <a:pt x="161" y="119"/>
                </a:moveTo>
                <a:cubicBezTo>
                  <a:pt x="161" y="119"/>
                  <a:pt x="287" y="0"/>
                  <a:pt x="362" y="14"/>
                </a:cubicBezTo>
                <a:cubicBezTo>
                  <a:pt x="437" y="27"/>
                  <a:pt x="461" y="111"/>
                  <a:pt x="470" y="157"/>
                </a:cubicBezTo>
                <a:cubicBezTo>
                  <a:pt x="470" y="157"/>
                  <a:pt x="442" y="176"/>
                  <a:pt x="428" y="173"/>
                </a:cubicBezTo>
                <a:cubicBezTo>
                  <a:pt x="428" y="173"/>
                  <a:pt x="414" y="48"/>
                  <a:pt x="360" y="52"/>
                </a:cubicBezTo>
                <a:cubicBezTo>
                  <a:pt x="305" y="57"/>
                  <a:pt x="180" y="151"/>
                  <a:pt x="169" y="157"/>
                </a:cubicBezTo>
                <a:cubicBezTo>
                  <a:pt x="158" y="164"/>
                  <a:pt x="0" y="139"/>
                  <a:pt x="161" y="119"/>
                </a:cubicBezTo>
              </a:path>
            </a:pathLst>
          </a:custGeom>
          <a:solidFill>
            <a:srgbClr val="778495"/>
          </a:solidFill>
        </p:spPr>
        <p:txBody>
          <a:bodyPr vert="horz" anchor="ctr" tIns="45720" lIns="91440" bIns="45720" rIns="91440">
            <a:normAutofit/>
          </a:bodyPr>
          <a:p>
            <a:pPr algn="ctr" marL="0">
              <a:lnSpc>
                <a:spcPct val="120000"/>
              </a:lnSpc>
            </a:pPr>
          </a:p>
        </p:txBody>
      </p:sp>
      <p:sp>
        <p:nvSpPr>
          <p:cNvPr name="Freeform 42" id="42"/>
          <p:cNvSpPr/>
          <p:nvPr/>
        </p:nvSpPr>
        <p:spPr>
          <a:xfrm>
            <a:off x="9473881" y="2993633"/>
            <a:ext cx="288520" cy="391966"/>
          </a:xfrm>
          <a:custGeom>
            <a:avLst/>
            <a:gdLst/>
            <a:ahLst/>
            <a:cxnLst/>
            <a:rect r="r" b="b" t="t" l="l"/>
            <a:pathLst>
              <a:path w="151" h="205" stroke="true" fill="norm" extrusionOk="true">
                <a:moveTo>
                  <a:pt x="43" y="126"/>
                </a:moveTo>
                <a:cubicBezTo>
                  <a:pt x="43" y="126"/>
                  <a:pt x="74" y="117"/>
                  <a:pt x="82" y="103"/>
                </a:cubicBezTo>
                <a:cubicBezTo>
                  <a:pt x="90" y="89"/>
                  <a:pt x="97" y="41"/>
                  <a:pt x="87" y="24"/>
                </a:cubicBezTo>
                <a:cubicBezTo>
                  <a:pt x="87" y="24"/>
                  <a:pt x="130" y="0"/>
                  <a:pt x="143" y="15"/>
                </a:cubicBezTo>
                <a:cubicBezTo>
                  <a:pt x="143" y="15"/>
                  <a:pt x="151" y="126"/>
                  <a:pt x="113" y="156"/>
                </a:cubicBezTo>
                <a:cubicBezTo>
                  <a:pt x="97" y="155"/>
                  <a:pt x="97" y="155"/>
                  <a:pt x="97" y="155"/>
                </a:cubicBezTo>
                <a:cubicBezTo>
                  <a:pt x="97" y="155"/>
                  <a:pt x="106" y="177"/>
                  <a:pt x="95" y="183"/>
                </a:cubicBezTo>
                <a:cubicBezTo>
                  <a:pt x="84" y="190"/>
                  <a:pt x="41" y="205"/>
                  <a:pt x="38" y="205"/>
                </a:cubicBezTo>
                <a:cubicBezTo>
                  <a:pt x="38" y="205"/>
                  <a:pt x="13" y="166"/>
                  <a:pt x="6" y="153"/>
                </a:cubicBezTo>
                <a:cubicBezTo>
                  <a:pt x="0" y="141"/>
                  <a:pt x="43" y="126"/>
                  <a:pt x="43" y="126"/>
                </a:cubicBezTo>
              </a:path>
            </a:pathLst>
          </a:custGeom>
          <a:solidFill>
            <a:srgbClr val="778495">
              <a:lumMod val="75000"/>
            </a:srgbClr>
          </a:solidFill>
        </p:spPr>
        <p:txBody>
          <a:bodyPr vert="horz" anchor="ctr" tIns="45720" lIns="91440" bIns="45720" rIns="91440">
            <a:normAutofit/>
          </a:bodyPr>
          <a:p>
            <a:pPr algn="ctr" marL="0">
              <a:lnSpc>
                <a:spcPct val="120000"/>
              </a:lnSpc>
            </a:pPr>
          </a:p>
        </p:txBody>
      </p:sp>
      <p:sp>
        <p:nvSpPr>
          <p:cNvPr name="Freeform 43" id="43"/>
          <p:cNvSpPr/>
          <p:nvPr/>
        </p:nvSpPr>
        <p:spPr>
          <a:xfrm>
            <a:off x="8451536" y="2827148"/>
            <a:ext cx="1103972" cy="476017"/>
          </a:xfrm>
          <a:custGeom>
            <a:avLst/>
            <a:gdLst/>
            <a:ahLst/>
            <a:cxnLst/>
            <a:rect r="r" b="b" t="t" l="l"/>
            <a:pathLst>
              <a:path w="578" h="249" stroke="true" fill="norm" extrusionOk="true">
                <a:moveTo>
                  <a:pt x="176" y="40"/>
                </a:moveTo>
                <a:cubicBezTo>
                  <a:pt x="176" y="40"/>
                  <a:pt x="473" y="12"/>
                  <a:pt x="578" y="213"/>
                </a:cubicBezTo>
                <a:cubicBezTo>
                  <a:pt x="578" y="213"/>
                  <a:pt x="551" y="239"/>
                  <a:pt x="545" y="249"/>
                </a:cubicBezTo>
                <a:cubicBezTo>
                  <a:pt x="545" y="249"/>
                  <a:pt x="478" y="50"/>
                  <a:pt x="161" y="88"/>
                </a:cubicBezTo>
                <a:cubicBezTo>
                  <a:pt x="153" y="86"/>
                  <a:pt x="57" y="139"/>
                  <a:pt x="34" y="82"/>
                </a:cubicBezTo>
                <a:cubicBezTo>
                  <a:pt x="0" y="0"/>
                  <a:pt x="176" y="40"/>
                  <a:pt x="176" y="40"/>
                </a:cubicBezTo>
              </a:path>
            </a:pathLst>
          </a:custGeom>
          <a:solidFill>
            <a:srgbClr val="778495"/>
          </a:solidFill>
        </p:spPr>
        <p:txBody>
          <a:bodyPr vert="horz" anchor="ctr" tIns="45720" lIns="91440" bIns="45720" rIns="91440">
            <a:normAutofit/>
          </a:bodyPr>
          <a:p>
            <a:pPr algn="ctr" marL="0">
              <a:lnSpc>
                <a:spcPct val="120000"/>
              </a:lnSpc>
            </a:pPr>
          </a:p>
        </p:txBody>
      </p:sp>
      <p:sp>
        <p:nvSpPr>
          <p:cNvPr name="Freeform 44" id="44"/>
          <p:cNvSpPr/>
          <p:nvPr/>
        </p:nvSpPr>
        <p:spPr>
          <a:xfrm>
            <a:off x="8954223" y="1583362"/>
            <a:ext cx="454196" cy="707156"/>
          </a:xfrm>
          <a:custGeom>
            <a:avLst/>
            <a:gdLst/>
            <a:ahLst/>
            <a:cxnLst/>
            <a:rect r="r" b="b" t="t" l="l"/>
            <a:pathLst>
              <a:path w="238" h="370" stroke="true" fill="norm" extrusionOk="true">
                <a:moveTo>
                  <a:pt x="231" y="325"/>
                </a:moveTo>
                <a:cubicBezTo>
                  <a:pt x="231" y="316"/>
                  <a:pt x="227" y="300"/>
                  <a:pt x="222" y="281"/>
                </a:cubicBezTo>
                <a:cubicBezTo>
                  <a:pt x="140" y="369"/>
                  <a:pt x="96" y="258"/>
                  <a:pt x="96" y="258"/>
                </a:cubicBezTo>
                <a:cubicBezTo>
                  <a:pt x="106" y="257"/>
                  <a:pt x="177" y="236"/>
                  <a:pt x="207" y="227"/>
                </a:cubicBezTo>
                <a:cubicBezTo>
                  <a:pt x="206" y="221"/>
                  <a:pt x="204" y="216"/>
                  <a:pt x="203" y="211"/>
                </a:cubicBezTo>
                <a:cubicBezTo>
                  <a:pt x="231" y="212"/>
                  <a:pt x="238" y="174"/>
                  <a:pt x="216" y="184"/>
                </a:cubicBezTo>
                <a:cubicBezTo>
                  <a:pt x="201" y="191"/>
                  <a:pt x="193" y="178"/>
                  <a:pt x="190" y="170"/>
                </a:cubicBezTo>
                <a:cubicBezTo>
                  <a:pt x="190" y="169"/>
                  <a:pt x="189" y="167"/>
                  <a:pt x="189" y="166"/>
                </a:cubicBezTo>
                <a:cubicBezTo>
                  <a:pt x="189" y="166"/>
                  <a:pt x="189" y="166"/>
                  <a:pt x="189" y="166"/>
                </a:cubicBezTo>
                <a:cubicBezTo>
                  <a:pt x="177" y="127"/>
                  <a:pt x="168" y="98"/>
                  <a:pt x="168" y="98"/>
                </a:cubicBezTo>
                <a:cubicBezTo>
                  <a:pt x="53" y="0"/>
                  <a:pt x="0" y="162"/>
                  <a:pt x="7" y="181"/>
                </a:cubicBezTo>
                <a:cubicBezTo>
                  <a:pt x="13" y="201"/>
                  <a:pt x="43" y="309"/>
                  <a:pt x="73" y="339"/>
                </a:cubicBezTo>
                <a:cubicBezTo>
                  <a:pt x="103" y="370"/>
                  <a:pt x="235" y="366"/>
                  <a:pt x="231" y="325"/>
                </a:cubicBezTo>
              </a:path>
            </a:pathLst>
          </a:custGeom>
          <a:solidFill>
            <a:srgbClr val="FFDCB8"/>
          </a:solidFill>
        </p:spPr>
        <p:txBody>
          <a:bodyPr vert="horz" anchor="ctr" tIns="45720" lIns="91440" bIns="45720" rIns="91440">
            <a:normAutofit/>
          </a:bodyPr>
          <a:p>
            <a:pPr algn="ctr" marL="0">
              <a:lnSpc>
                <a:spcPct val="120000"/>
              </a:lnSpc>
            </a:pPr>
          </a:p>
        </p:txBody>
      </p:sp>
      <p:sp>
        <p:nvSpPr>
          <p:cNvPr name="Freeform 45" id="45"/>
          <p:cNvSpPr/>
          <p:nvPr/>
        </p:nvSpPr>
        <p:spPr>
          <a:xfrm>
            <a:off x="8741671" y="1513050"/>
            <a:ext cx="607750" cy="624721"/>
          </a:xfrm>
          <a:custGeom>
            <a:avLst/>
            <a:gdLst/>
            <a:ahLst/>
            <a:cxnLst/>
            <a:rect r="r" b="b" t="t" l="l"/>
            <a:pathLst>
              <a:path w="318" h="327" stroke="true" fill="norm" extrusionOk="true">
                <a:moveTo>
                  <a:pt x="155" y="293"/>
                </a:moveTo>
                <a:cubicBezTo>
                  <a:pt x="155" y="293"/>
                  <a:pt x="196" y="217"/>
                  <a:pt x="127" y="175"/>
                </a:cubicBezTo>
                <a:cubicBezTo>
                  <a:pt x="127" y="175"/>
                  <a:pt x="249" y="167"/>
                  <a:pt x="231" y="154"/>
                </a:cubicBezTo>
                <a:cubicBezTo>
                  <a:pt x="215" y="142"/>
                  <a:pt x="201" y="142"/>
                  <a:pt x="201" y="142"/>
                </a:cubicBezTo>
                <a:cubicBezTo>
                  <a:pt x="201" y="142"/>
                  <a:pt x="301" y="156"/>
                  <a:pt x="309" y="124"/>
                </a:cubicBezTo>
                <a:cubicBezTo>
                  <a:pt x="318" y="90"/>
                  <a:pt x="290" y="129"/>
                  <a:pt x="290" y="129"/>
                </a:cubicBezTo>
                <a:cubicBezTo>
                  <a:pt x="290" y="129"/>
                  <a:pt x="309" y="19"/>
                  <a:pt x="262" y="11"/>
                </a:cubicBezTo>
                <a:cubicBezTo>
                  <a:pt x="215" y="4"/>
                  <a:pt x="245" y="58"/>
                  <a:pt x="245" y="58"/>
                </a:cubicBezTo>
                <a:cubicBezTo>
                  <a:pt x="245" y="58"/>
                  <a:pt x="223" y="16"/>
                  <a:pt x="168" y="8"/>
                </a:cubicBezTo>
                <a:cubicBezTo>
                  <a:pt x="113" y="0"/>
                  <a:pt x="130" y="46"/>
                  <a:pt x="162" y="56"/>
                </a:cubicBezTo>
                <a:cubicBezTo>
                  <a:pt x="162" y="56"/>
                  <a:pt x="77" y="67"/>
                  <a:pt x="50" y="118"/>
                </a:cubicBezTo>
                <a:cubicBezTo>
                  <a:pt x="50" y="118"/>
                  <a:pt x="6" y="110"/>
                  <a:pt x="3" y="134"/>
                </a:cubicBezTo>
                <a:cubicBezTo>
                  <a:pt x="0" y="158"/>
                  <a:pt x="31" y="140"/>
                  <a:pt x="31" y="140"/>
                </a:cubicBezTo>
                <a:cubicBezTo>
                  <a:pt x="31" y="140"/>
                  <a:pt x="2" y="161"/>
                  <a:pt x="15" y="168"/>
                </a:cubicBezTo>
                <a:cubicBezTo>
                  <a:pt x="27" y="176"/>
                  <a:pt x="32" y="158"/>
                  <a:pt x="32" y="158"/>
                </a:cubicBezTo>
                <a:cubicBezTo>
                  <a:pt x="32" y="158"/>
                  <a:pt x="26" y="249"/>
                  <a:pt x="93" y="266"/>
                </a:cubicBezTo>
                <a:cubicBezTo>
                  <a:pt x="93" y="266"/>
                  <a:pt x="76" y="295"/>
                  <a:pt x="85" y="300"/>
                </a:cubicBezTo>
                <a:cubicBezTo>
                  <a:pt x="94" y="306"/>
                  <a:pt x="102" y="291"/>
                  <a:pt x="102" y="291"/>
                </a:cubicBezTo>
                <a:cubicBezTo>
                  <a:pt x="102" y="291"/>
                  <a:pt x="92" y="327"/>
                  <a:pt x="111" y="317"/>
                </a:cubicBezTo>
                <a:cubicBezTo>
                  <a:pt x="129" y="308"/>
                  <a:pt x="149" y="308"/>
                  <a:pt x="155" y="293"/>
                </a:cubicBezTo>
              </a:path>
            </a:pathLst>
          </a:custGeom>
          <a:solidFill>
            <a:srgbClr val="778495"/>
          </a:solidFill>
        </p:spPr>
        <p:txBody>
          <a:bodyPr vert="horz" anchor="ctr" tIns="45720" lIns="91440" bIns="45720" rIns="91440">
            <a:normAutofit/>
          </a:bodyPr>
          <a:p>
            <a:pPr algn="ctr" marL="0">
              <a:lnSpc>
                <a:spcPct val="120000"/>
              </a:lnSpc>
            </a:pPr>
          </a:p>
        </p:txBody>
      </p:sp>
      <p:sp>
        <p:nvSpPr>
          <p:cNvPr name="Freeform 46" id="46"/>
          <p:cNvSpPr/>
          <p:nvPr/>
        </p:nvSpPr>
        <p:spPr>
          <a:xfrm>
            <a:off x="9164349" y="2093322"/>
            <a:ext cx="164060" cy="120418"/>
          </a:xfrm>
          <a:custGeom>
            <a:avLst/>
            <a:gdLst/>
            <a:ahLst/>
            <a:cxnLst/>
            <a:rect r="r" b="b" t="t" l="l"/>
            <a:pathLst>
              <a:path w="86" h="63" stroke="true" fill="norm" extrusionOk="true">
                <a:moveTo>
                  <a:pt x="0" y="16"/>
                </a:moveTo>
                <a:cubicBezTo>
                  <a:pt x="16" y="38"/>
                  <a:pt x="45" y="63"/>
                  <a:pt x="86" y="36"/>
                </a:cubicBezTo>
                <a:cubicBezTo>
                  <a:pt x="66" y="0"/>
                  <a:pt x="23" y="8"/>
                  <a:pt x="0" y="16"/>
                </a:cubicBezTo>
              </a:path>
            </a:pathLst>
          </a:custGeom>
          <a:solidFill>
            <a:srgbClr val="DA9089"/>
          </a:solidFill>
        </p:spPr>
        <p:txBody>
          <a:bodyPr vert="horz" anchor="ctr" tIns="45720" lIns="91440" bIns="45720" rIns="91440">
            <a:normAutofit/>
          </a:bodyPr>
          <a:p>
            <a:pPr algn="ctr" marL="0">
              <a:lnSpc>
                <a:spcPct val="120000"/>
              </a:lnSpc>
            </a:pPr>
          </a:p>
        </p:txBody>
      </p:sp>
      <p:sp>
        <p:nvSpPr>
          <p:cNvPr name="Freeform 47" id="47"/>
          <p:cNvSpPr/>
          <p:nvPr/>
        </p:nvSpPr>
        <p:spPr>
          <a:xfrm>
            <a:off x="9137679" y="2017353"/>
            <a:ext cx="240837" cy="145472"/>
          </a:xfrm>
          <a:custGeom>
            <a:avLst/>
            <a:gdLst/>
            <a:ahLst/>
            <a:cxnLst/>
            <a:rect r="r" b="b" t="t" l="l"/>
            <a:pathLst>
              <a:path w="126" h="76" stroke="true" fill="norm" extrusionOk="true">
                <a:moveTo>
                  <a:pt x="111" y="0"/>
                </a:moveTo>
                <a:cubicBezTo>
                  <a:pt x="81" y="9"/>
                  <a:pt x="10" y="30"/>
                  <a:pt x="0" y="31"/>
                </a:cubicBezTo>
                <a:cubicBezTo>
                  <a:pt x="0" y="31"/>
                  <a:pt x="5" y="43"/>
                  <a:pt x="14" y="56"/>
                </a:cubicBezTo>
                <a:cubicBezTo>
                  <a:pt x="37" y="48"/>
                  <a:pt x="80" y="40"/>
                  <a:pt x="100" y="76"/>
                </a:cubicBezTo>
                <a:cubicBezTo>
                  <a:pt x="108" y="71"/>
                  <a:pt x="117" y="64"/>
                  <a:pt x="126" y="54"/>
                </a:cubicBezTo>
                <a:cubicBezTo>
                  <a:pt x="122" y="38"/>
                  <a:pt x="117" y="19"/>
                  <a:pt x="111" y="0"/>
                </a:cubicBezTo>
              </a:path>
            </a:pathLst>
          </a:custGeom>
          <a:solidFill>
            <a:srgbClr val="753427"/>
          </a:solidFill>
        </p:spPr>
        <p:txBody>
          <a:bodyPr vert="horz" anchor="ctr" tIns="45720" lIns="91440" bIns="45720" rIns="91440">
            <a:normAutofit/>
          </a:bodyPr>
          <a:p>
            <a:pPr algn="ctr" marL="0">
              <a:lnSpc>
                <a:spcPct val="120000"/>
              </a:lnSpc>
            </a:pPr>
          </a:p>
        </p:txBody>
      </p:sp>
      <p:sp>
        <p:nvSpPr>
          <p:cNvPr name="Freeform 48" id="48"/>
          <p:cNvSpPr/>
          <p:nvPr/>
        </p:nvSpPr>
        <p:spPr>
          <a:xfrm>
            <a:off x="9219305" y="1885620"/>
            <a:ext cx="46066" cy="74352"/>
          </a:xfrm>
          <a:custGeom>
            <a:avLst/>
            <a:gdLst/>
            <a:ahLst/>
            <a:cxnLst/>
            <a:rect r="r" b="b" t="t" l="l"/>
            <a:pathLst>
              <a:path w="24" h="39" stroke="true" fill="norm" extrusionOk="true">
                <a:moveTo>
                  <a:pt x="21" y="17"/>
                </a:moveTo>
                <a:cubicBezTo>
                  <a:pt x="24" y="27"/>
                  <a:pt x="22" y="36"/>
                  <a:pt x="17" y="37"/>
                </a:cubicBezTo>
                <a:cubicBezTo>
                  <a:pt x="12" y="39"/>
                  <a:pt x="6" y="32"/>
                  <a:pt x="3" y="22"/>
                </a:cubicBezTo>
                <a:cubicBezTo>
                  <a:pt x="0" y="11"/>
                  <a:pt x="2" y="2"/>
                  <a:pt x="7" y="1"/>
                </a:cubicBezTo>
                <a:cubicBezTo>
                  <a:pt x="12" y="0"/>
                  <a:pt x="18" y="7"/>
                  <a:pt x="21" y="17"/>
                </a:cubicBezTo>
              </a:path>
            </a:pathLst>
          </a:custGeom>
          <a:solidFill>
            <a:srgbClr val="190F08"/>
          </a:solidFill>
        </p:spPr>
        <p:txBody>
          <a:bodyPr vert="horz" anchor="ctr" tIns="45720" lIns="91440" bIns="45720" rIns="91440">
            <a:normAutofit/>
          </a:bodyPr>
          <a:p>
            <a:pPr algn="ctr" marL="0">
              <a:lnSpc>
                <a:spcPct val="120000"/>
              </a:lnSpc>
            </a:pPr>
          </a:p>
        </p:txBody>
      </p:sp>
      <p:sp>
        <p:nvSpPr>
          <p:cNvPr name="Freeform 49" id="49"/>
          <p:cNvSpPr/>
          <p:nvPr/>
        </p:nvSpPr>
        <p:spPr>
          <a:xfrm>
            <a:off x="8934826" y="1988259"/>
            <a:ext cx="149513" cy="151129"/>
          </a:xfrm>
          <a:custGeom>
            <a:avLst/>
            <a:gdLst/>
            <a:ahLst/>
            <a:cxnLst/>
            <a:rect r="r" b="b" t="t" l="l"/>
            <a:pathLst>
              <a:path w="78" h="79" stroke="true" fill="norm" extrusionOk="true">
                <a:moveTo>
                  <a:pt x="75" y="35"/>
                </a:moveTo>
                <a:cubicBezTo>
                  <a:pt x="75" y="35"/>
                  <a:pt x="59" y="0"/>
                  <a:pt x="30" y="10"/>
                </a:cubicBezTo>
                <a:cubicBezTo>
                  <a:pt x="0" y="21"/>
                  <a:pt x="16" y="47"/>
                  <a:pt x="28" y="59"/>
                </a:cubicBezTo>
                <a:cubicBezTo>
                  <a:pt x="40" y="71"/>
                  <a:pt x="78" y="79"/>
                  <a:pt x="75" y="35"/>
                </a:cubicBezTo>
              </a:path>
            </a:pathLst>
          </a:custGeom>
          <a:solidFill>
            <a:srgbClr val="FFDCB8"/>
          </a:solidFill>
        </p:spPr>
        <p:txBody>
          <a:bodyPr vert="horz" anchor="ctr" tIns="45720" lIns="91440" bIns="45720" rIns="91440">
            <a:normAutofit/>
          </a:bodyPr>
          <a:p>
            <a:pPr algn="ctr" marL="0">
              <a:lnSpc>
                <a:spcPct val="120000"/>
              </a:lnSpc>
            </a:pPr>
          </a:p>
        </p:txBody>
      </p:sp>
      <p:sp>
        <p:nvSpPr>
          <p:cNvPr name="Freeform 50" id="50"/>
          <p:cNvSpPr/>
          <p:nvPr/>
        </p:nvSpPr>
        <p:spPr>
          <a:xfrm>
            <a:off x="9164349" y="1755503"/>
            <a:ext cx="75968" cy="91324"/>
          </a:xfrm>
          <a:custGeom>
            <a:avLst/>
            <a:gdLst/>
            <a:ahLst/>
            <a:cxnLst/>
            <a:rect r="r" b="b" t="t" l="l"/>
            <a:pathLst>
              <a:path w="40" h="48" stroke="true" fill="norm" extrusionOk="true">
                <a:moveTo>
                  <a:pt x="40" y="38"/>
                </a:moveTo>
                <a:cubicBezTo>
                  <a:pt x="40" y="38"/>
                  <a:pt x="12" y="16"/>
                  <a:pt x="0" y="48"/>
                </a:cubicBezTo>
                <a:cubicBezTo>
                  <a:pt x="0" y="48"/>
                  <a:pt x="6" y="0"/>
                  <a:pt x="40" y="38"/>
                </a:cubicBezTo>
              </a:path>
            </a:pathLst>
          </a:custGeom>
          <a:solidFill>
            <a:srgbClr val="3A2B12"/>
          </a:solidFill>
        </p:spPr>
        <p:txBody>
          <a:bodyPr vert="horz" anchor="ctr" tIns="45720" lIns="91440" bIns="45720" rIns="91440">
            <a:normAutofit/>
          </a:bodyPr>
          <a:p>
            <a:pPr algn="ctr" marL="0">
              <a:lnSpc>
                <a:spcPct val="120000"/>
              </a:lnSpc>
            </a:pPr>
          </a:p>
        </p:txBody>
      </p:sp>
      <p:sp>
        <p:nvSpPr>
          <p:cNvPr name="Freeform 51" id="51"/>
          <p:cNvSpPr/>
          <p:nvPr/>
        </p:nvSpPr>
        <p:spPr>
          <a:xfrm>
            <a:off x="8965537" y="2126457"/>
            <a:ext cx="210126" cy="112337"/>
          </a:xfrm>
          <a:custGeom>
            <a:avLst/>
            <a:gdLst/>
            <a:ahLst/>
            <a:cxnLst/>
            <a:rect r="r" b="b" t="t" l="l"/>
            <a:pathLst>
              <a:path w="110" h="59" stroke="true" fill="norm" extrusionOk="true">
                <a:moveTo>
                  <a:pt x="110" y="55"/>
                </a:moveTo>
                <a:cubicBezTo>
                  <a:pt x="110" y="55"/>
                  <a:pt x="52" y="48"/>
                  <a:pt x="30" y="54"/>
                </a:cubicBezTo>
                <a:cubicBezTo>
                  <a:pt x="30" y="54"/>
                  <a:pt x="1" y="59"/>
                  <a:pt x="1" y="36"/>
                </a:cubicBezTo>
                <a:cubicBezTo>
                  <a:pt x="0" y="12"/>
                  <a:pt x="40" y="14"/>
                  <a:pt x="71" y="0"/>
                </a:cubicBezTo>
                <a:lnTo>
                  <a:pt x="110" y="55"/>
                </a:lnTo>
                <a:close/>
              </a:path>
            </a:pathLst>
          </a:custGeom>
          <a:solidFill>
            <a:srgbClr val="FFDCB8"/>
          </a:solidFill>
        </p:spPr>
        <p:txBody>
          <a:bodyPr vert="horz" anchor="ctr" tIns="45720" lIns="91440" bIns="45720" rIns="91440">
            <a:normAutofit/>
          </a:bodyPr>
          <a:p>
            <a:pPr algn="ctr" marL="0">
              <a:lnSpc>
                <a:spcPct val="120000"/>
              </a:lnSpc>
            </a:pPr>
          </a:p>
        </p:txBody>
      </p:sp>
      <p:sp>
        <p:nvSpPr>
          <p:cNvPr name="Freeform 52" id="52"/>
          <p:cNvSpPr/>
          <p:nvPr/>
        </p:nvSpPr>
        <p:spPr>
          <a:xfrm>
            <a:off x="8416784" y="2122416"/>
            <a:ext cx="607750" cy="815452"/>
          </a:xfrm>
          <a:custGeom>
            <a:avLst/>
            <a:gdLst/>
            <a:ahLst/>
            <a:cxnLst/>
            <a:rect r="r" b="b" t="t" l="l"/>
            <a:pathLst>
              <a:path w="318" h="427" stroke="true" fill="norm" extrusionOk="true">
                <a:moveTo>
                  <a:pt x="273" y="18"/>
                </a:moveTo>
                <a:cubicBezTo>
                  <a:pt x="273" y="18"/>
                  <a:pt x="198" y="0"/>
                  <a:pt x="118" y="83"/>
                </a:cubicBezTo>
                <a:cubicBezTo>
                  <a:pt x="37" y="166"/>
                  <a:pt x="0" y="359"/>
                  <a:pt x="41" y="427"/>
                </a:cubicBezTo>
                <a:cubicBezTo>
                  <a:pt x="41" y="427"/>
                  <a:pt x="240" y="407"/>
                  <a:pt x="259" y="361"/>
                </a:cubicBezTo>
                <a:cubicBezTo>
                  <a:pt x="259" y="361"/>
                  <a:pt x="203" y="254"/>
                  <a:pt x="256" y="184"/>
                </a:cubicBezTo>
                <a:cubicBezTo>
                  <a:pt x="318" y="101"/>
                  <a:pt x="298" y="78"/>
                  <a:pt x="305" y="56"/>
                </a:cubicBezTo>
                <a:cubicBezTo>
                  <a:pt x="298" y="30"/>
                  <a:pt x="310" y="30"/>
                  <a:pt x="273" y="18"/>
                </a:cubicBezTo>
              </a:path>
            </a:pathLst>
          </a:custGeom>
          <a:solidFill>
            <a:srgbClr val="778495"/>
          </a:solidFill>
        </p:spPr>
        <p:txBody>
          <a:bodyPr vert="horz" anchor="ctr" tIns="45720" lIns="91440" bIns="45720" rIns="91440">
            <a:normAutofit/>
          </a:bodyPr>
          <a:p>
            <a:pPr algn="ctr" marL="0">
              <a:lnSpc>
                <a:spcPct val="120000"/>
              </a:lnSpc>
            </a:pPr>
          </a:p>
        </p:txBody>
      </p:sp>
      <p:sp>
        <p:nvSpPr>
          <p:cNvPr name="Freeform 53" id="53"/>
          <p:cNvSpPr/>
          <p:nvPr/>
        </p:nvSpPr>
        <p:spPr>
          <a:xfrm>
            <a:off x="8873405" y="2141004"/>
            <a:ext cx="153554" cy="428334"/>
          </a:xfrm>
          <a:custGeom>
            <a:avLst/>
            <a:gdLst/>
            <a:ahLst/>
            <a:cxnLst/>
            <a:rect r="r" b="b" t="t" l="l"/>
            <a:pathLst>
              <a:path w="80" h="224" stroke="true" fill="norm" extrusionOk="true">
                <a:moveTo>
                  <a:pt x="43" y="0"/>
                </a:moveTo>
                <a:cubicBezTo>
                  <a:pt x="43" y="0"/>
                  <a:pt x="36" y="111"/>
                  <a:pt x="33" y="122"/>
                </a:cubicBezTo>
                <a:cubicBezTo>
                  <a:pt x="31" y="133"/>
                  <a:pt x="22" y="141"/>
                  <a:pt x="22" y="141"/>
                </a:cubicBezTo>
                <a:cubicBezTo>
                  <a:pt x="22" y="141"/>
                  <a:pt x="0" y="182"/>
                  <a:pt x="9" y="203"/>
                </a:cubicBezTo>
                <a:cubicBezTo>
                  <a:pt x="17" y="224"/>
                  <a:pt x="80" y="100"/>
                  <a:pt x="76" y="72"/>
                </a:cubicBezTo>
                <a:cubicBezTo>
                  <a:pt x="72" y="44"/>
                  <a:pt x="45" y="0"/>
                  <a:pt x="45" y="0"/>
                </a:cubicBezTo>
              </a:path>
            </a:pathLst>
          </a:custGeom>
          <a:solidFill>
            <a:srgbClr val="778495">
              <a:lumMod val="20000"/>
              <a:lumOff val="80000"/>
            </a:srgbClr>
          </a:solidFill>
        </p:spPr>
        <p:txBody>
          <a:bodyPr vert="horz" anchor="ctr" tIns="45720" lIns="91440" bIns="45720" rIns="91440">
            <a:normAutofit/>
          </a:bodyPr>
          <a:p>
            <a:pPr algn="ctr" marL="0">
              <a:lnSpc>
                <a:spcPct val="120000"/>
              </a:lnSpc>
            </a:pPr>
          </a:p>
        </p:txBody>
      </p:sp>
      <p:sp>
        <p:nvSpPr>
          <p:cNvPr name="Freeform 54" id="54"/>
          <p:cNvSpPr/>
          <p:nvPr/>
        </p:nvSpPr>
        <p:spPr>
          <a:xfrm>
            <a:off x="8394155" y="2840886"/>
            <a:ext cx="229523" cy="148705"/>
          </a:xfrm>
          <a:custGeom>
            <a:avLst/>
            <a:gdLst/>
            <a:ahLst/>
            <a:cxnLst/>
            <a:rect r="r" b="b" t="t" l="l"/>
            <a:pathLst>
              <a:path w="120" h="78" stroke="true" fill="norm" extrusionOk="true">
                <a:moveTo>
                  <a:pt x="120" y="43"/>
                </a:moveTo>
                <a:cubicBezTo>
                  <a:pt x="120" y="43"/>
                  <a:pt x="54" y="78"/>
                  <a:pt x="0" y="21"/>
                </a:cubicBezTo>
                <a:cubicBezTo>
                  <a:pt x="0" y="21"/>
                  <a:pt x="39" y="40"/>
                  <a:pt x="37" y="0"/>
                </a:cubicBezTo>
                <a:cubicBezTo>
                  <a:pt x="37" y="0"/>
                  <a:pt x="47" y="51"/>
                  <a:pt x="120" y="43"/>
                </a:cubicBezTo>
              </a:path>
            </a:pathLst>
          </a:custGeom>
          <a:solidFill>
            <a:srgbClr val="778495">
              <a:lumMod val="60000"/>
              <a:lumOff val="40000"/>
            </a:srgbClr>
          </a:solidFill>
        </p:spPr>
        <p:txBody>
          <a:bodyPr vert="horz" anchor="ctr" tIns="45720" lIns="91440" bIns="45720" rIns="91440">
            <a:normAutofit/>
          </a:bodyPr>
          <a:p>
            <a:pPr algn="ctr" marL="0">
              <a:lnSpc>
                <a:spcPct val="120000"/>
              </a:lnSpc>
            </a:pPr>
          </a:p>
        </p:txBody>
      </p:sp>
      <p:sp>
        <p:nvSpPr>
          <p:cNvPr name="Freeform 55" id="55"/>
          <p:cNvSpPr/>
          <p:nvPr/>
        </p:nvSpPr>
        <p:spPr>
          <a:xfrm>
            <a:off x="8314145" y="2098980"/>
            <a:ext cx="689376" cy="265890"/>
          </a:xfrm>
          <a:custGeom>
            <a:avLst/>
            <a:gdLst/>
            <a:ahLst/>
            <a:cxnLst/>
            <a:rect r="r" b="b" t="t" l="l"/>
            <a:pathLst>
              <a:path w="361" h="139" stroke="true" fill="norm" extrusionOk="true">
                <a:moveTo>
                  <a:pt x="361" y="78"/>
                </a:moveTo>
                <a:cubicBezTo>
                  <a:pt x="361" y="78"/>
                  <a:pt x="352" y="34"/>
                  <a:pt x="290" y="17"/>
                </a:cubicBezTo>
                <a:cubicBezTo>
                  <a:pt x="228" y="0"/>
                  <a:pt x="149" y="74"/>
                  <a:pt x="83" y="0"/>
                </a:cubicBezTo>
                <a:cubicBezTo>
                  <a:pt x="0" y="10"/>
                  <a:pt x="0" y="10"/>
                  <a:pt x="0" y="10"/>
                </a:cubicBezTo>
                <a:cubicBezTo>
                  <a:pt x="0" y="10"/>
                  <a:pt x="13" y="86"/>
                  <a:pt x="23" y="99"/>
                </a:cubicBezTo>
                <a:cubicBezTo>
                  <a:pt x="23" y="99"/>
                  <a:pt x="91" y="139"/>
                  <a:pt x="142" y="107"/>
                </a:cubicBezTo>
                <a:cubicBezTo>
                  <a:pt x="235" y="47"/>
                  <a:pt x="299" y="15"/>
                  <a:pt x="361" y="95"/>
                </a:cubicBezTo>
                <a:lnTo>
                  <a:pt x="361" y="78"/>
                </a:lnTo>
                <a:close/>
              </a:path>
            </a:pathLst>
          </a:custGeom>
          <a:solidFill>
            <a:srgbClr val="778495">
              <a:lumMod val="75000"/>
            </a:srgbClr>
          </a:solidFill>
        </p:spPr>
        <p:txBody>
          <a:bodyPr vert="horz" anchor="ctr" tIns="45720" lIns="91440" bIns="45720" rIns="91440">
            <a:normAutofit/>
          </a:bodyPr>
          <a:p>
            <a:pPr algn="ctr" marL="0">
              <a:lnSpc>
                <a:spcPct val="120000"/>
              </a:lnSpc>
            </a:pPr>
          </a:p>
        </p:txBody>
      </p:sp>
      <p:sp>
        <p:nvSpPr>
          <p:cNvPr name="Freeform 56" id="56"/>
          <p:cNvSpPr/>
          <p:nvPr/>
        </p:nvSpPr>
        <p:spPr>
          <a:xfrm>
            <a:off x="8971194" y="2210508"/>
            <a:ext cx="63037" cy="49299"/>
          </a:xfrm>
          <a:custGeom>
            <a:avLst/>
            <a:gdLst/>
            <a:ahLst/>
            <a:cxnLst/>
            <a:rect r="r" b="b" t="t" l="l"/>
            <a:pathLst>
              <a:path w="33" h="26" stroke="true" fill="norm" extrusionOk="true">
                <a:moveTo>
                  <a:pt x="33" y="10"/>
                </a:moveTo>
                <a:cubicBezTo>
                  <a:pt x="19" y="26"/>
                  <a:pt x="19" y="26"/>
                  <a:pt x="19" y="26"/>
                </a:cubicBezTo>
                <a:cubicBezTo>
                  <a:pt x="19" y="26"/>
                  <a:pt x="0" y="19"/>
                  <a:pt x="2" y="10"/>
                </a:cubicBezTo>
                <a:cubicBezTo>
                  <a:pt x="3" y="0"/>
                  <a:pt x="33" y="10"/>
                  <a:pt x="33" y="10"/>
                </a:cubicBezTo>
              </a:path>
            </a:pathLst>
          </a:custGeom>
          <a:solidFill>
            <a:srgbClr val="778495">
              <a:lumMod val="20000"/>
              <a:lumOff val="80000"/>
            </a:srgbClr>
          </a:solidFill>
        </p:spPr>
        <p:txBody>
          <a:bodyPr vert="horz" anchor="ctr" tIns="45720" lIns="91440" bIns="45720" rIns="91440">
            <a:normAutofit/>
          </a:bodyPr>
          <a:p>
            <a:pPr algn="ctr" marL="0">
              <a:lnSpc>
                <a:spcPct val="120000"/>
              </a:lnSpc>
            </a:pPr>
          </a:p>
        </p:txBody>
      </p:sp>
      <p:sp>
        <p:nvSpPr>
          <p:cNvPr name="Freeform 57" id="57"/>
          <p:cNvSpPr/>
          <p:nvPr/>
        </p:nvSpPr>
        <p:spPr>
          <a:xfrm>
            <a:off x="8996248" y="2248492"/>
            <a:ext cx="16971" cy="57381"/>
          </a:xfrm>
          <a:custGeom>
            <a:avLst/>
            <a:gdLst/>
            <a:ahLst/>
            <a:cxnLst/>
            <a:rect r="r" b="b" t="t" l="l"/>
            <a:pathLst>
              <a:path w="9" h="30" stroke="true" fill="norm" extrusionOk="true">
                <a:moveTo>
                  <a:pt x="4" y="0"/>
                </a:moveTo>
                <a:cubicBezTo>
                  <a:pt x="4" y="0"/>
                  <a:pt x="9" y="4"/>
                  <a:pt x="6" y="17"/>
                </a:cubicBezTo>
                <a:cubicBezTo>
                  <a:pt x="3" y="30"/>
                  <a:pt x="0" y="17"/>
                  <a:pt x="0" y="17"/>
                </a:cubicBezTo>
                <a:lnTo>
                  <a:pt x="4" y="0"/>
                </a:lnTo>
                <a:close/>
              </a:path>
            </a:pathLst>
          </a:custGeom>
          <a:solidFill>
            <a:srgbClr val="778495">
              <a:lumMod val="75000"/>
            </a:srgbClr>
          </a:solidFill>
        </p:spPr>
        <p:txBody>
          <a:bodyPr vert="horz" anchor="ctr" tIns="45720" lIns="91440" bIns="45720" rIns="91440">
            <a:normAutofit/>
          </a:bodyPr>
          <a:p>
            <a:pPr algn="ctr" marL="0">
              <a:lnSpc>
                <a:spcPct val="120000"/>
              </a:lnSpc>
            </a:pPr>
          </a:p>
        </p:txBody>
      </p:sp>
      <p:sp>
        <p:nvSpPr>
          <p:cNvPr name="Freeform 58" id="58"/>
          <p:cNvSpPr/>
          <p:nvPr/>
        </p:nvSpPr>
        <p:spPr>
          <a:xfrm>
            <a:off x="8787739" y="2334159"/>
            <a:ext cx="148705" cy="362873"/>
          </a:xfrm>
          <a:custGeom>
            <a:avLst/>
            <a:gdLst/>
            <a:ahLst/>
            <a:cxnLst/>
            <a:rect r="r" b="b" t="t" l="l"/>
            <a:pathLst>
              <a:path w="78" h="190" stroke="true" fill="norm" extrusionOk="true">
                <a:moveTo>
                  <a:pt x="78" y="28"/>
                </a:moveTo>
                <a:cubicBezTo>
                  <a:pt x="78" y="28"/>
                  <a:pt x="51" y="21"/>
                  <a:pt x="26" y="0"/>
                </a:cubicBezTo>
                <a:cubicBezTo>
                  <a:pt x="26" y="0"/>
                  <a:pt x="0" y="137"/>
                  <a:pt x="44" y="190"/>
                </a:cubicBezTo>
                <a:cubicBezTo>
                  <a:pt x="44" y="190"/>
                  <a:pt x="33" y="121"/>
                  <a:pt x="78" y="28"/>
                </a:cubicBezTo>
              </a:path>
            </a:pathLst>
          </a:custGeom>
          <a:solidFill>
            <a:srgbClr val="778495">
              <a:lumMod val="60000"/>
              <a:lumOff val="40000"/>
            </a:srgbClr>
          </a:solidFill>
        </p:spPr>
        <p:txBody>
          <a:bodyPr vert="horz" anchor="ctr" tIns="45720" lIns="91440" bIns="45720" rIns="91440">
            <a:normAutofit/>
          </a:bodyPr>
          <a:p>
            <a:pPr algn="ctr" marL="0">
              <a:lnSpc>
                <a:spcPct val="120000"/>
              </a:lnSpc>
            </a:pPr>
          </a:p>
        </p:txBody>
      </p:sp>
      <p:sp>
        <p:nvSpPr>
          <p:cNvPr name="Freeform 59" id="59"/>
          <p:cNvSpPr/>
          <p:nvPr/>
        </p:nvSpPr>
        <p:spPr>
          <a:xfrm>
            <a:off x="8858858" y="2195152"/>
            <a:ext cx="137390" cy="192346"/>
          </a:xfrm>
          <a:custGeom>
            <a:avLst/>
            <a:gdLst/>
            <a:ahLst/>
            <a:cxnLst/>
            <a:rect r="r" b="b" t="t" l="l"/>
            <a:pathLst>
              <a:path w="72" h="101" stroke="true" fill="norm" extrusionOk="true">
                <a:moveTo>
                  <a:pt x="54" y="0"/>
                </a:moveTo>
                <a:cubicBezTo>
                  <a:pt x="54" y="0"/>
                  <a:pt x="26" y="18"/>
                  <a:pt x="0" y="9"/>
                </a:cubicBezTo>
                <a:cubicBezTo>
                  <a:pt x="0" y="9"/>
                  <a:pt x="23" y="79"/>
                  <a:pt x="41" y="101"/>
                </a:cubicBezTo>
                <a:cubicBezTo>
                  <a:pt x="41" y="101"/>
                  <a:pt x="72" y="46"/>
                  <a:pt x="54" y="0"/>
                </a:cubicBezTo>
              </a:path>
            </a:pathLst>
          </a:custGeom>
          <a:solidFill>
            <a:srgbClr val="778495">
              <a:lumMod val="60000"/>
              <a:lumOff val="40000"/>
            </a:srgbClr>
          </a:solidFill>
        </p:spPr>
        <p:txBody>
          <a:bodyPr vert="horz" anchor="ctr" tIns="45720" lIns="91440" bIns="45720" rIns="91440">
            <a:normAutofit/>
          </a:bodyPr>
          <a:p>
            <a:pPr algn="ctr" marL="0">
              <a:lnSpc>
                <a:spcPct val="120000"/>
              </a:lnSpc>
            </a:pPr>
          </a:p>
        </p:txBody>
      </p:sp>
      <p:sp>
        <p:nvSpPr>
          <p:cNvPr name="Freeform 60" id="60"/>
          <p:cNvSpPr/>
          <p:nvPr/>
        </p:nvSpPr>
        <p:spPr>
          <a:xfrm>
            <a:off x="8923512" y="2139388"/>
            <a:ext cx="110721" cy="120418"/>
          </a:xfrm>
          <a:custGeom>
            <a:avLst/>
            <a:gdLst/>
            <a:ahLst/>
            <a:cxnLst/>
            <a:rect r="r" b="b" t="t" l="l"/>
            <a:pathLst>
              <a:path w="58" h="63" stroke="true" fill="norm" extrusionOk="true">
                <a:moveTo>
                  <a:pt x="4" y="0"/>
                </a:moveTo>
                <a:cubicBezTo>
                  <a:pt x="32" y="3"/>
                  <a:pt x="32" y="3"/>
                  <a:pt x="32" y="3"/>
                </a:cubicBezTo>
                <a:cubicBezTo>
                  <a:pt x="58" y="47"/>
                  <a:pt x="58" y="47"/>
                  <a:pt x="58" y="47"/>
                </a:cubicBezTo>
                <a:cubicBezTo>
                  <a:pt x="21" y="63"/>
                  <a:pt x="21" y="63"/>
                  <a:pt x="21" y="63"/>
                </a:cubicBezTo>
                <a:cubicBezTo>
                  <a:pt x="21" y="63"/>
                  <a:pt x="0" y="22"/>
                  <a:pt x="4" y="0"/>
                </a:cubicBezTo>
              </a:path>
            </a:pathLst>
          </a:custGeom>
          <a:solidFill>
            <a:srgbClr val="FFFFFF"/>
          </a:solidFill>
        </p:spPr>
        <p:txBody>
          <a:bodyPr vert="horz" anchor="ctr" tIns="45720" lIns="91440" bIns="45720" rIns="91440">
            <a:normAutofit/>
          </a:bodyPr>
          <a:p>
            <a:pPr algn="ctr" marL="0">
              <a:lnSpc>
                <a:spcPct val="120000"/>
              </a:lnSpc>
            </a:pPr>
          </a:p>
        </p:txBody>
      </p:sp>
      <p:sp>
        <p:nvSpPr>
          <p:cNvPr name="Freeform 61" id="61"/>
          <p:cNvSpPr/>
          <p:nvPr/>
        </p:nvSpPr>
        <p:spPr>
          <a:xfrm>
            <a:off x="8660045" y="2790780"/>
            <a:ext cx="252152" cy="122843"/>
          </a:xfrm>
          <a:custGeom>
            <a:avLst/>
            <a:gdLst/>
            <a:ahLst/>
            <a:cxnLst/>
            <a:rect r="r" b="b" t="t" l="l"/>
            <a:pathLst>
              <a:path w="132" h="64" stroke="true" fill="norm" extrusionOk="true">
                <a:moveTo>
                  <a:pt x="0" y="64"/>
                </a:moveTo>
                <a:cubicBezTo>
                  <a:pt x="0" y="64"/>
                  <a:pt x="114" y="34"/>
                  <a:pt x="127" y="19"/>
                </a:cubicBezTo>
                <a:cubicBezTo>
                  <a:pt x="122" y="9"/>
                  <a:pt x="122" y="9"/>
                  <a:pt x="122" y="9"/>
                </a:cubicBezTo>
                <a:cubicBezTo>
                  <a:pt x="132" y="12"/>
                  <a:pt x="132" y="12"/>
                  <a:pt x="132" y="12"/>
                </a:cubicBezTo>
                <a:cubicBezTo>
                  <a:pt x="132" y="12"/>
                  <a:pt x="118" y="1"/>
                  <a:pt x="115" y="0"/>
                </a:cubicBezTo>
                <a:cubicBezTo>
                  <a:pt x="115" y="18"/>
                  <a:pt x="115" y="18"/>
                  <a:pt x="115" y="18"/>
                </a:cubicBezTo>
                <a:cubicBezTo>
                  <a:pt x="115" y="18"/>
                  <a:pt x="35" y="59"/>
                  <a:pt x="0" y="64"/>
                </a:cubicBezTo>
              </a:path>
            </a:pathLst>
          </a:custGeom>
          <a:solidFill>
            <a:srgbClr val="778495">
              <a:lumMod val="75000"/>
            </a:srgbClr>
          </a:solidFill>
        </p:spPr>
        <p:txBody>
          <a:bodyPr vert="horz" anchor="ctr" tIns="45720" lIns="91440" bIns="45720" rIns="91440">
            <a:normAutofit/>
          </a:bodyPr>
          <a:p>
            <a:pPr algn="ctr" marL="0">
              <a:lnSpc>
                <a:spcPct val="120000"/>
              </a:lnSpc>
            </a:pPr>
          </a:p>
        </p:txBody>
      </p:sp>
      <p:sp>
        <p:nvSpPr>
          <p:cNvPr name="Freeform 62" id="62"/>
          <p:cNvSpPr/>
          <p:nvPr/>
        </p:nvSpPr>
        <p:spPr>
          <a:xfrm>
            <a:off x="8657621" y="2181413"/>
            <a:ext cx="705540" cy="603710"/>
          </a:xfrm>
          <a:custGeom>
            <a:avLst/>
            <a:gdLst/>
            <a:ahLst/>
            <a:cxnLst/>
            <a:rect r="r" b="b" t="t" l="l"/>
            <a:pathLst>
              <a:path w="369" h="316" stroke="true" fill="norm" extrusionOk="true">
                <a:moveTo>
                  <a:pt x="122" y="7"/>
                </a:moveTo>
                <a:cubicBezTo>
                  <a:pt x="143" y="12"/>
                  <a:pt x="70" y="113"/>
                  <a:pt x="112" y="190"/>
                </a:cubicBezTo>
                <a:cubicBezTo>
                  <a:pt x="148" y="256"/>
                  <a:pt x="255" y="204"/>
                  <a:pt x="336" y="159"/>
                </a:cubicBezTo>
                <a:cubicBezTo>
                  <a:pt x="336" y="159"/>
                  <a:pt x="350" y="183"/>
                  <a:pt x="369" y="188"/>
                </a:cubicBezTo>
                <a:cubicBezTo>
                  <a:pt x="369" y="188"/>
                  <a:pt x="159" y="316"/>
                  <a:pt x="86" y="235"/>
                </a:cubicBezTo>
                <a:cubicBezTo>
                  <a:pt x="0" y="140"/>
                  <a:pt x="86" y="0"/>
                  <a:pt x="122" y="7"/>
                </a:cubicBezTo>
              </a:path>
            </a:pathLst>
          </a:custGeom>
          <a:solidFill>
            <a:srgbClr val="778495"/>
          </a:solidFill>
        </p:spPr>
        <p:txBody>
          <a:bodyPr vert="horz" anchor="ctr" tIns="45720" lIns="91440" bIns="45720" rIns="91440">
            <a:normAutofit/>
          </a:bodyPr>
          <a:p>
            <a:pPr algn="ctr" marL="0">
              <a:lnSpc>
                <a:spcPct val="120000"/>
              </a:lnSpc>
            </a:pPr>
          </a:p>
        </p:txBody>
      </p:sp>
      <p:sp>
        <p:nvSpPr>
          <p:cNvPr name="Freeform 63" id="63"/>
          <p:cNvSpPr/>
          <p:nvPr/>
        </p:nvSpPr>
        <p:spPr>
          <a:xfrm>
            <a:off x="8623677" y="2219398"/>
            <a:ext cx="223057" cy="432375"/>
          </a:xfrm>
          <a:custGeom>
            <a:avLst/>
            <a:gdLst/>
            <a:ahLst/>
            <a:cxnLst/>
            <a:rect r="r" b="b" t="t" l="l"/>
            <a:pathLst>
              <a:path w="117" h="226" stroke="true" fill="norm" extrusionOk="true">
                <a:moveTo>
                  <a:pt x="110" y="0"/>
                </a:moveTo>
                <a:cubicBezTo>
                  <a:pt x="110" y="0"/>
                  <a:pt x="0" y="126"/>
                  <a:pt x="117" y="226"/>
                </a:cubicBezTo>
                <a:cubicBezTo>
                  <a:pt x="117" y="226"/>
                  <a:pt x="13" y="152"/>
                  <a:pt x="110" y="0"/>
                </a:cubicBezTo>
              </a:path>
            </a:pathLst>
          </a:custGeom>
          <a:solidFill>
            <a:srgbClr val="778495">
              <a:lumMod val="75000"/>
            </a:srgbClr>
          </a:solidFill>
        </p:spPr>
        <p:txBody>
          <a:bodyPr vert="horz" anchor="ctr" tIns="45720" lIns="91440" bIns="45720" rIns="91440">
            <a:normAutofit/>
          </a:bodyPr>
          <a:p>
            <a:pPr algn="ctr" marL="0">
              <a:lnSpc>
                <a:spcPct val="120000"/>
              </a:lnSpc>
            </a:pPr>
          </a:p>
        </p:txBody>
      </p:sp>
      <p:sp>
        <p:nvSpPr>
          <p:cNvPr name="Freeform 64" id="64"/>
          <p:cNvSpPr/>
          <p:nvPr/>
        </p:nvSpPr>
        <p:spPr>
          <a:xfrm>
            <a:off x="9292041" y="2355172"/>
            <a:ext cx="202853" cy="197195"/>
          </a:xfrm>
          <a:custGeom>
            <a:avLst/>
            <a:gdLst/>
            <a:ahLst/>
            <a:cxnLst/>
            <a:rect r="r" b="b" t="t" l="l"/>
            <a:pathLst>
              <a:path w="106" h="103" stroke="true" fill="norm" extrusionOk="true">
                <a:moveTo>
                  <a:pt x="4" y="68"/>
                </a:moveTo>
                <a:cubicBezTo>
                  <a:pt x="4" y="68"/>
                  <a:pt x="0" y="19"/>
                  <a:pt x="17" y="8"/>
                </a:cubicBezTo>
                <a:cubicBezTo>
                  <a:pt x="17" y="8"/>
                  <a:pt x="33" y="0"/>
                  <a:pt x="43" y="10"/>
                </a:cubicBezTo>
                <a:cubicBezTo>
                  <a:pt x="43" y="10"/>
                  <a:pt x="72" y="3"/>
                  <a:pt x="76" y="20"/>
                </a:cubicBezTo>
                <a:cubicBezTo>
                  <a:pt x="76" y="20"/>
                  <a:pt x="106" y="27"/>
                  <a:pt x="97" y="59"/>
                </a:cubicBezTo>
                <a:cubicBezTo>
                  <a:pt x="97" y="59"/>
                  <a:pt x="88" y="67"/>
                  <a:pt x="81" y="56"/>
                </a:cubicBezTo>
                <a:cubicBezTo>
                  <a:pt x="75" y="45"/>
                  <a:pt x="59" y="31"/>
                  <a:pt x="55" y="49"/>
                </a:cubicBezTo>
                <a:cubicBezTo>
                  <a:pt x="52" y="67"/>
                  <a:pt x="61" y="91"/>
                  <a:pt x="37" y="97"/>
                </a:cubicBezTo>
                <a:cubicBezTo>
                  <a:pt x="13" y="103"/>
                  <a:pt x="4" y="82"/>
                  <a:pt x="4" y="68"/>
                </a:cubicBezTo>
              </a:path>
            </a:pathLst>
          </a:custGeom>
          <a:solidFill>
            <a:srgbClr val="FFDCB8"/>
          </a:solidFill>
        </p:spPr>
        <p:txBody>
          <a:bodyPr vert="horz" anchor="ctr" tIns="45720" lIns="91440" bIns="45720" rIns="91440">
            <a:normAutofit/>
          </a:bodyPr>
          <a:p>
            <a:pPr algn="ctr" marL="0">
              <a:lnSpc>
                <a:spcPct val="120000"/>
              </a:lnSpc>
            </a:pPr>
          </a:p>
        </p:txBody>
      </p:sp>
      <p:sp>
        <p:nvSpPr>
          <p:cNvPr name="Freeform 65" id="65"/>
          <p:cNvSpPr/>
          <p:nvPr/>
        </p:nvSpPr>
        <p:spPr>
          <a:xfrm>
            <a:off x="9334067" y="2391539"/>
            <a:ext cx="124459" cy="124459"/>
          </a:xfrm>
          <a:custGeom>
            <a:avLst/>
            <a:gdLst/>
            <a:ahLst/>
            <a:cxnLst/>
            <a:rect r="r" b="b" t="t" l="l"/>
            <a:pathLst>
              <a:path w="65" h="65" stroke="true" fill="norm" extrusionOk="true">
                <a:moveTo>
                  <a:pt x="64" y="35"/>
                </a:moveTo>
                <a:cubicBezTo>
                  <a:pt x="62" y="52"/>
                  <a:pt x="47" y="65"/>
                  <a:pt x="30" y="64"/>
                </a:cubicBezTo>
                <a:cubicBezTo>
                  <a:pt x="13" y="62"/>
                  <a:pt x="0" y="47"/>
                  <a:pt x="1" y="30"/>
                </a:cubicBezTo>
                <a:cubicBezTo>
                  <a:pt x="2" y="13"/>
                  <a:pt x="17" y="0"/>
                  <a:pt x="35" y="1"/>
                </a:cubicBezTo>
                <a:cubicBezTo>
                  <a:pt x="52" y="2"/>
                  <a:pt x="65" y="17"/>
                  <a:pt x="64" y="35"/>
                </a:cubicBezTo>
              </a:path>
            </a:pathLst>
          </a:custGeom>
          <a:solidFill>
            <a:srgbClr val="778495">
              <a:lumMod val="75000"/>
            </a:srgbClr>
          </a:solidFill>
        </p:spPr>
        <p:txBody>
          <a:bodyPr vert="horz" anchor="ctr" tIns="45720" lIns="91440" bIns="45720" rIns="91440">
            <a:normAutofit/>
          </a:bodyPr>
          <a:p>
            <a:pPr algn="ctr" marL="0">
              <a:lnSpc>
                <a:spcPct val="120000"/>
              </a:lnSpc>
            </a:pPr>
          </a:p>
        </p:txBody>
      </p:sp>
      <p:sp>
        <p:nvSpPr>
          <p:cNvPr name="Freeform 66" id="66"/>
          <p:cNvSpPr/>
          <p:nvPr/>
        </p:nvSpPr>
        <p:spPr>
          <a:xfrm>
            <a:off x="9357503" y="2414976"/>
            <a:ext cx="78393" cy="78393"/>
          </a:xfrm>
          <a:custGeom>
            <a:avLst/>
            <a:gdLst/>
            <a:ahLst/>
            <a:cxnLst/>
            <a:rect r="r" b="b" t="t" l="l"/>
            <a:pathLst>
              <a:path w="41" h="41" stroke="true" fill="norm" extrusionOk="true">
                <a:moveTo>
                  <a:pt x="40" y="22"/>
                </a:moveTo>
                <a:cubicBezTo>
                  <a:pt x="39" y="33"/>
                  <a:pt x="30" y="41"/>
                  <a:pt x="19" y="40"/>
                </a:cubicBezTo>
                <a:cubicBezTo>
                  <a:pt x="8" y="39"/>
                  <a:pt x="0" y="30"/>
                  <a:pt x="1" y="19"/>
                </a:cubicBezTo>
                <a:cubicBezTo>
                  <a:pt x="1" y="8"/>
                  <a:pt x="11" y="0"/>
                  <a:pt x="22" y="1"/>
                </a:cubicBezTo>
                <a:cubicBezTo>
                  <a:pt x="33" y="2"/>
                  <a:pt x="41" y="11"/>
                  <a:pt x="40" y="22"/>
                </a:cubicBezTo>
              </a:path>
            </a:pathLst>
          </a:custGeom>
          <a:solidFill>
            <a:srgbClr val="778495">
              <a:lumMod val="60000"/>
              <a:lumOff val="40000"/>
            </a:srgbClr>
          </a:solidFill>
        </p:spPr>
        <p:txBody>
          <a:bodyPr vert="horz" anchor="ctr" tIns="45720" lIns="91440" bIns="45720" rIns="91440">
            <a:normAutofit/>
          </a:bodyPr>
          <a:p>
            <a:pPr algn="ctr" marL="0">
              <a:lnSpc>
                <a:spcPct val="120000"/>
              </a:lnSpc>
            </a:pPr>
          </a:p>
        </p:txBody>
      </p:sp>
      <p:sp>
        <p:nvSpPr>
          <p:cNvPr name="Freeform 67" id="67"/>
          <p:cNvSpPr/>
          <p:nvPr/>
        </p:nvSpPr>
        <p:spPr>
          <a:xfrm>
            <a:off x="7734682" y="2363253"/>
            <a:ext cx="212551" cy="194771"/>
          </a:xfrm>
          <a:custGeom>
            <a:avLst/>
            <a:gdLst/>
            <a:ahLst/>
            <a:cxnLst/>
            <a:rect r="r" b="b" t="t" l="l"/>
            <a:pathLst>
              <a:path w="111" h="102" stroke="true" fill="norm" extrusionOk="true">
                <a:moveTo>
                  <a:pt x="104" y="57"/>
                </a:moveTo>
                <a:cubicBezTo>
                  <a:pt x="39" y="6"/>
                  <a:pt x="39" y="6"/>
                  <a:pt x="39" y="6"/>
                </a:cubicBezTo>
                <a:cubicBezTo>
                  <a:pt x="33" y="0"/>
                  <a:pt x="23" y="2"/>
                  <a:pt x="18" y="8"/>
                </a:cubicBezTo>
                <a:cubicBezTo>
                  <a:pt x="6" y="23"/>
                  <a:pt x="6" y="23"/>
                  <a:pt x="6" y="23"/>
                </a:cubicBezTo>
                <a:cubicBezTo>
                  <a:pt x="0" y="30"/>
                  <a:pt x="1" y="40"/>
                  <a:pt x="8" y="45"/>
                </a:cubicBezTo>
                <a:cubicBezTo>
                  <a:pt x="9" y="46"/>
                  <a:pt x="9" y="46"/>
                  <a:pt x="9" y="46"/>
                </a:cubicBezTo>
                <a:cubicBezTo>
                  <a:pt x="9" y="43"/>
                  <a:pt x="10" y="40"/>
                  <a:pt x="12" y="38"/>
                </a:cubicBezTo>
                <a:cubicBezTo>
                  <a:pt x="23" y="24"/>
                  <a:pt x="23" y="24"/>
                  <a:pt x="23" y="24"/>
                </a:cubicBezTo>
                <a:cubicBezTo>
                  <a:pt x="27" y="18"/>
                  <a:pt x="35" y="17"/>
                  <a:pt x="40" y="21"/>
                </a:cubicBezTo>
                <a:cubicBezTo>
                  <a:pt x="89" y="59"/>
                  <a:pt x="89" y="59"/>
                  <a:pt x="89" y="59"/>
                </a:cubicBezTo>
                <a:cubicBezTo>
                  <a:pt x="94" y="63"/>
                  <a:pt x="94" y="72"/>
                  <a:pt x="89" y="77"/>
                </a:cubicBezTo>
                <a:cubicBezTo>
                  <a:pt x="79" y="91"/>
                  <a:pt x="79" y="91"/>
                  <a:pt x="79" y="91"/>
                </a:cubicBezTo>
                <a:cubicBezTo>
                  <a:pt x="77" y="93"/>
                  <a:pt x="74" y="95"/>
                  <a:pt x="72" y="96"/>
                </a:cubicBezTo>
                <a:cubicBezTo>
                  <a:pt x="72" y="96"/>
                  <a:pt x="72" y="96"/>
                  <a:pt x="72" y="96"/>
                </a:cubicBezTo>
                <a:cubicBezTo>
                  <a:pt x="79" y="102"/>
                  <a:pt x="89" y="101"/>
                  <a:pt x="94" y="94"/>
                </a:cubicBezTo>
                <a:cubicBezTo>
                  <a:pt x="106" y="79"/>
                  <a:pt x="106" y="79"/>
                  <a:pt x="106" y="79"/>
                </a:cubicBezTo>
                <a:cubicBezTo>
                  <a:pt x="111" y="72"/>
                  <a:pt x="110" y="62"/>
                  <a:pt x="104" y="57"/>
                </a:cubicBezTo>
              </a:path>
            </a:pathLst>
          </a:custGeom>
          <a:solidFill>
            <a:srgbClr val="778495">
              <a:lumMod val="75000"/>
            </a:srgbClr>
          </a:solidFill>
        </p:spPr>
        <p:txBody>
          <a:bodyPr vert="horz" anchor="ctr" tIns="45720" lIns="91440" bIns="45720" rIns="91440">
            <a:normAutofit/>
          </a:bodyPr>
          <a:p>
            <a:pPr algn="ctr" marL="0">
              <a:lnSpc>
                <a:spcPct val="120000"/>
              </a:lnSpc>
            </a:pPr>
          </a:p>
        </p:txBody>
      </p:sp>
      <p:sp>
        <p:nvSpPr>
          <p:cNvPr name="Freeform 68" id="68"/>
          <p:cNvSpPr/>
          <p:nvPr/>
        </p:nvSpPr>
        <p:spPr>
          <a:xfrm>
            <a:off x="7721751" y="2353555"/>
            <a:ext cx="211742" cy="193155"/>
          </a:xfrm>
          <a:custGeom>
            <a:avLst/>
            <a:gdLst/>
            <a:ahLst/>
            <a:cxnLst/>
            <a:rect r="r" b="b" t="t" l="l"/>
            <a:pathLst>
              <a:path w="111" h="101" stroke="true" fill="norm" extrusionOk="true">
                <a:moveTo>
                  <a:pt x="103" y="56"/>
                </a:moveTo>
                <a:cubicBezTo>
                  <a:pt x="39" y="5"/>
                  <a:pt x="39" y="5"/>
                  <a:pt x="39" y="5"/>
                </a:cubicBezTo>
                <a:cubicBezTo>
                  <a:pt x="32" y="0"/>
                  <a:pt x="23" y="1"/>
                  <a:pt x="17" y="7"/>
                </a:cubicBezTo>
                <a:cubicBezTo>
                  <a:pt x="5" y="23"/>
                  <a:pt x="5" y="23"/>
                  <a:pt x="5" y="23"/>
                </a:cubicBezTo>
                <a:cubicBezTo>
                  <a:pt x="0" y="29"/>
                  <a:pt x="1" y="39"/>
                  <a:pt x="8" y="44"/>
                </a:cubicBezTo>
                <a:cubicBezTo>
                  <a:pt x="8" y="45"/>
                  <a:pt x="8" y="45"/>
                  <a:pt x="8" y="45"/>
                </a:cubicBezTo>
                <a:cubicBezTo>
                  <a:pt x="9" y="42"/>
                  <a:pt x="10" y="39"/>
                  <a:pt x="12" y="37"/>
                </a:cubicBezTo>
                <a:cubicBezTo>
                  <a:pt x="22" y="24"/>
                  <a:pt x="22" y="24"/>
                  <a:pt x="22" y="24"/>
                </a:cubicBezTo>
                <a:cubicBezTo>
                  <a:pt x="27" y="18"/>
                  <a:pt x="35" y="16"/>
                  <a:pt x="40" y="20"/>
                </a:cubicBezTo>
                <a:cubicBezTo>
                  <a:pt x="88" y="59"/>
                  <a:pt x="88" y="59"/>
                  <a:pt x="88" y="59"/>
                </a:cubicBezTo>
                <a:cubicBezTo>
                  <a:pt x="93" y="63"/>
                  <a:pt x="94" y="71"/>
                  <a:pt x="89" y="77"/>
                </a:cubicBezTo>
                <a:cubicBezTo>
                  <a:pt x="78" y="90"/>
                  <a:pt x="78" y="90"/>
                  <a:pt x="78" y="90"/>
                </a:cubicBezTo>
                <a:cubicBezTo>
                  <a:pt x="76" y="93"/>
                  <a:pt x="74" y="94"/>
                  <a:pt x="71" y="95"/>
                </a:cubicBezTo>
                <a:cubicBezTo>
                  <a:pt x="72" y="96"/>
                  <a:pt x="72" y="96"/>
                  <a:pt x="72" y="96"/>
                </a:cubicBezTo>
                <a:cubicBezTo>
                  <a:pt x="79" y="101"/>
                  <a:pt x="88" y="100"/>
                  <a:pt x="94" y="93"/>
                </a:cubicBezTo>
                <a:cubicBezTo>
                  <a:pt x="106" y="78"/>
                  <a:pt x="106" y="78"/>
                  <a:pt x="106" y="78"/>
                </a:cubicBezTo>
                <a:cubicBezTo>
                  <a:pt x="111" y="71"/>
                  <a:pt x="110" y="61"/>
                  <a:pt x="103" y="56"/>
                </a:cubicBezTo>
              </a:path>
            </a:pathLst>
          </a:custGeom>
          <a:solidFill>
            <a:srgbClr val="778495"/>
          </a:solidFill>
        </p:spPr>
        <p:txBody>
          <a:bodyPr vert="horz" anchor="ctr" tIns="45720" lIns="91440" bIns="45720" rIns="91440">
            <a:normAutofit/>
          </a:bodyPr>
          <a:p>
            <a:pPr algn="ctr" marL="0">
              <a:lnSpc>
                <a:spcPct val="120000"/>
              </a:lnSpc>
            </a:pPr>
          </a:p>
        </p:txBody>
      </p:sp>
      <p:sp>
        <p:nvSpPr>
          <p:cNvPr name="Freeform 69" id="69"/>
          <p:cNvSpPr/>
          <p:nvPr/>
        </p:nvSpPr>
        <p:spPr>
          <a:xfrm>
            <a:off x="7293416" y="2309913"/>
            <a:ext cx="842929" cy="815452"/>
          </a:xfrm>
          <a:custGeom>
            <a:avLst/>
            <a:gdLst/>
            <a:ahLst/>
            <a:cxnLst/>
            <a:rect r="r" b="b" t="t" l="l"/>
            <a:pathLst>
              <a:path w="441" h="427" stroke="true" fill="norm" extrusionOk="true">
                <a:moveTo>
                  <a:pt x="286" y="419"/>
                </a:moveTo>
                <a:cubicBezTo>
                  <a:pt x="280" y="426"/>
                  <a:pt x="270" y="427"/>
                  <a:pt x="264" y="422"/>
                </a:cubicBezTo>
                <a:cubicBezTo>
                  <a:pt x="8" y="219"/>
                  <a:pt x="8" y="219"/>
                  <a:pt x="8" y="219"/>
                </a:cubicBezTo>
                <a:cubicBezTo>
                  <a:pt x="2" y="213"/>
                  <a:pt x="0" y="204"/>
                  <a:pt x="6" y="197"/>
                </a:cubicBezTo>
                <a:cubicBezTo>
                  <a:pt x="156" y="8"/>
                  <a:pt x="156" y="8"/>
                  <a:pt x="156" y="8"/>
                </a:cubicBezTo>
                <a:cubicBezTo>
                  <a:pt x="162" y="1"/>
                  <a:pt x="171" y="0"/>
                  <a:pt x="178" y="5"/>
                </a:cubicBezTo>
                <a:cubicBezTo>
                  <a:pt x="434" y="208"/>
                  <a:pt x="434" y="208"/>
                  <a:pt x="434" y="208"/>
                </a:cubicBezTo>
                <a:cubicBezTo>
                  <a:pt x="440" y="214"/>
                  <a:pt x="441" y="223"/>
                  <a:pt x="436" y="230"/>
                </a:cubicBezTo>
                <a:lnTo>
                  <a:pt x="286" y="419"/>
                </a:lnTo>
                <a:close/>
              </a:path>
            </a:pathLst>
          </a:custGeom>
          <a:solidFill>
            <a:srgbClr val="778495">
              <a:lumMod val="50000"/>
            </a:srgbClr>
          </a:solidFill>
        </p:spPr>
        <p:txBody>
          <a:bodyPr vert="horz" anchor="ctr" tIns="45720" lIns="91440" bIns="45720" rIns="91440">
            <a:normAutofit/>
          </a:bodyPr>
          <a:p>
            <a:pPr algn="ctr" marL="0">
              <a:lnSpc>
                <a:spcPct val="120000"/>
              </a:lnSpc>
            </a:pPr>
          </a:p>
        </p:txBody>
      </p:sp>
      <p:sp>
        <p:nvSpPr>
          <p:cNvPr name="Freeform 70" id="70"/>
          <p:cNvSpPr/>
          <p:nvPr/>
        </p:nvSpPr>
        <p:spPr>
          <a:xfrm>
            <a:off x="7293416" y="2309913"/>
            <a:ext cx="808178" cy="787165"/>
          </a:xfrm>
          <a:custGeom>
            <a:avLst/>
            <a:gdLst/>
            <a:ahLst/>
            <a:cxnLst/>
            <a:rect r="r" b="b" t="t" l="l"/>
            <a:pathLst>
              <a:path w="423" h="412" stroke="true" fill="norm" extrusionOk="true">
                <a:moveTo>
                  <a:pt x="267" y="404"/>
                </a:moveTo>
                <a:cubicBezTo>
                  <a:pt x="261" y="411"/>
                  <a:pt x="252" y="412"/>
                  <a:pt x="246" y="407"/>
                </a:cubicBezTo>
                <a:cubicBezTo>
                  <a:pt x="8" y="218"/>
                  <a:pt x="8" y="218"/>
                  <a:pt x="8" y="218"/>
                </a:cubicBezTo>
                <a:cubicBezTo>
                  <a:pt x="1" y="213"/>
                  <a:pt x="0" y="204"/>
                  <a:pt x="6" y="197"/>
                </a:cubicBezTo>
                <a:cubicBezTo>
                  <a:pt x="156" y="8"/>
                  <a:pt x="156" y="8"/>
                  <a:pt x="156" y="8"/>
                </a:cubicBezTo>
                <a:cubicBezTo>
                  <a:pt x="162" y="1"/>
                  <a:pt x="171" y="0"/>
                  <a:pt x="177" y="5"/>
                </a:cubicBezTo>
                <a:cubicBezTo>
                  <a:pt x="415" y="194"/>
                  <a:pt x="415" y="194"/>
                  <a:pt x="415" y="194"/>
                </a:cubicBezTo>
                <a:cubicBezTo>
                  <a:pt x="422" y="199"/>
                  <a:pt x="423" y="209"/>
                  <a:pt x="417" y="215"/>
                </a:cubicBezTo>
                <a:lnTo>
                  <a:pt x="267" y="404"/>
                </a:lnTo>
                <a:close/>
              </a:path>
            </a:pathLst>
          </a:custGeom>
          <a:solidFill>
            <a:srgbClr val="778495">
              <a:lumMod val="50000"/>
            </a:srgbClr>
          </a:solidFill>
        </p:spPr>
        <p:txBody>
          <a:bodyPr vert="horz" anchor="ctr" tIns="45720" lIns="91440" bIns="45720" rIns="91440">
            <a:normAutofit/>
          </a:bodyPr>
          <a:p>
            <a:pPr algn="ctr" marL="0">
              <a:lnSpc>
                <a:spcPct val="120000"/>
              </a:lnSpc>
            </a:pPr>
          </a:p>
        </p:txBody>
      </p:sp>
      <p:sp>
        <p:nvSpPr>
          <p:cNvPr name="Freeform 71" id="71"/>
          <p:cNvSpPr/>
          <p:nvPr/>
        </p:nvSpPr>
        <p:spPr>
          <a:xfrm>
            <a:off x="7293416" y="2309913"/>
            <a:ext cx="808178" cy="787165"/>
          </a:xfrm>
          <a:custGeom>
            <a:avLst/>
            <a:gdLst/>
            <a:ahLst/>
            <a:cxnLst/>
            <a:rect r="r" b="b" t="t" l="l"/>
            <a:pathLst>
              <a:path w="423" h="412" stroke="true" fill="norm" extrusionOk="true">
                <a:moveTo>
                  <a:pt x="267" y="404"/>
                </a:moveTo>
                <a:cubicBezTo>
                  <a:pt x="261" y="411"/>
                  <a:pt x="252" y="412"/>
                  <a:pt x="246" y="407"/>
                </a:cubicBezTo>
                <a:cubicBezTo>
                  <a:pt x="8" y="218"/>
                  <a:pt x="8" y="218"/>
                  <a:pt x="8" y="218"/>
                </a:cubicBezTo>
                <a:cubicBezTo>
                  <a:pt x="1" y="213"/>
                  <a:pt x="0" y="204"/>
                  <a:pt x="6" y="197"/>
                </a:cubicBezTo>
                <a:cubicBezTo>
                  <a:pt x="156" y="8"/>
                  <a:pt x="156" y="8"/>
                  <a:pt x="156" y="8"/>
                </a:cubicBezTo>
                <a:cubicBezTo>
                  <a:pt x="162" y="1"/>
                  <a:pt x="171" y="0"/>
                  <a:pt x="177" y="5"/>
                </a:cubicBezTo>
                <a:cubicBezTo>
                  <a:pt x="415" y="194"/>
                  <a:pt x="415" y="194"/>
                  <a:pt x="415" y="194"/>
                </a:cubicBezTo>
                <a:cubicBezTo>
                  <a:pt x="422" y="199"/>
                  <a:pt x="423" y="209"/>
                  <a:pt x="417" y="215"/>
                </a:cubicBezTo>
                <a:lnTo>
                  <a:pt x="267" y="404"/>
                </a:lnTo>
                <a:close/>
              </a:path>
            </a:pathLst>
          </a:custGeom>
          <a:noFill/>
          <a:ln w="14288" cap="flat">
            <a:solidFill>
              <a:srgbClr val="778495"/>
            </a:solidFill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>
              <a:lnSpc>
                <a:spcPct val="120000"/>
              </a:lnSpc>
            </a:pPr>
          </a:p>
        </p:txBody>
      </p:sp>
      <p:sp>
        <p:nvSpPr>
          <p:cNvPr name="Freeform 72" id="72"/>
          <p:cNvSpPr/>
          <p:nvPr/>
        </p:nvSpPr>
        <p:spPr>
          <a:xfrm>
            <a:off x="7244117" y="2269505"/>
            <a:ext cx="812219" cy="792823"/>
          </a:xfrm>
          <a:custGeom>
            <a:avLst/>
            <a:gdLst/>
            <a:ahLst/>
            <a:cxnLst/>
            <a:rect r="r" b="b" t="t" l="l"/>
            <a:pathLst>
              <a:path w="425" h="415" stroke="true" fill="norm" extrusionOk="true">
                <a:moveTo>
                  <a:pt x="269" y="406"/>
                </a:moveTo>
                <a:cubicBezTo>
                  <a:pt x="264" y="413"/>
                  <a:pt x="254" y="415"/>
                  <a:pt x="248" y="409"/>
                </a:cubicBezTo>
                <a:cubicBezTo>
                  <a:pt x="8" y="218"/>
                  <a:pt x="8" y="218"/>
                  <a:pt x="8" y="218"/>
                </a:cubicBezTo>
                <a:cubicBezTo>
                  <a:pt x="1" y="213"/>
                  <a:pt x="0" y="204"/>
                  <a:pt x="6" y="197"/>
                </a:cubicBezTo>
                <a:cubicBezTo>
                  <a:pt x="156" y="8"/>
                  <a:pt x="156" y="8"/>
                  <a:pt x="156" y="8"/>
                </a:cubicBezTo>
                <a:cubicBezTo>
                  <a:pt x="162" y="1"/>
                  <a:pt x="171" y="0"/>
                  <a:pt x="177" y="5"/>
                </a:cubicBezTo>
                <a:cubicBezTo>
                  <a:pt x="418" y="196"/>
                  <a:pt x="418" y="196"/>
                  <a:pt x="418" y="196"/>
                </a:cubicBezTo>
                <a:cubicBezTo>
                  <a:pt x="424" y="201"/>
                  <a:pt x="425" y="211"/>
                  <a:pt x="419" y="217"/>
                </a:cubicBezTo>
                <a:lnTo>
                  <a:pt x="269" y="406"/>
                </a:lnTo>
                <a:close/>
              </a:path>
            </a:pathLst>
          </a:custGeom>
          <a:solidFill>
            <a:srgbClr val="778495">
              <a:lumMod val="75000"/>
            </a:srgbClr>
          </a:solidFill>
        </p:spPr>
        <p:txBody>
          <a:bodyPr vert="horz" anchor="ctr" tIns="45720" lIns="91440" bIns="45720" rIns="91440">
            <a:normAutofit/>
          </a:bodyPr>
          <a:p>
            <a:pPr algn="ctr" marL="0">
              <a:lnSpc>
                <a:spcPct val="120000"/>
              </a:lnSpc>
            </a:pPr>
          </a:p>
        </p:txBody>
      </p:sp>
      <p:sp>
        <p:nvSpPr>
          <p:cNvPr name="Freeform 73" id="73"/>
          <p:cNvSpPr/>
          <p:nvPr/>
        </p:nvSpPr>
        <p:spPr>
          <a:xfrm>
            <a:off x="7282101" y="2307489"/>
            <a:ext cx="718471" cy="701498"/>
          </a:xfrm>
          <a:custGeom>
            <a:avLst/>
            <a:gdLst/>
            <a:ahLst/>
            <a:cxnLst/>
            <a:rect r="r" b="b" t="t" l="l"/>
            <a:pathLst>
              <a:path w="376" h="367" stroke="true" fill="norm" extrusionOk="true">
                <a:moveTo>
                  <a:pt x="237" y="360"/>
                </a:moveTo>
                <a:cubicBezTo>
                  <a:pt x="232" y="366"/>
                  <a:pt x="223" y="367"/>
                  <a:pt x="218" y="363"/>
                </a:cubicBezTo>
                <a:cubicBezTo>
                  <a:pt x="6" y="194"/>
                  <a:pt x="6" y="194"/>
                  <a:pt x="6" y="194"/>
                </a:cubicBezTo>
                <a:cubicBezTo>
                  <a:pt x="1" y="190"/>
                  <a:pt x="0" y="181"/>
                  <a:pt x="5" y="175"/>
                </a:cubicBezTo>
                <a:cubicBezTo>
                  <a:pt x="139" y="7"/>
                  <a:pt x="139" y="7"/>
                  <a:pt x="139" y="7"/>
                </a:cubicBezTo>
                <a:cubicBezTo>
                  <a:pt x="144" y="1"/>
                  <a:pt x="152" y="0"/>
                  <a:pt x="158" y="4"/>
                </a:cubicBezTo>
                <a:cubicBezTo>
                  <a:pt x="369" y="172"/>
                  <a:pt x="369" y="172"/>
                  <a:pt x="369" y="172"/>
                </a:cubicBezTo>
                <a:cubicBezTo>
                  <a:pt x="375" y="177"/>
                  <a:pt x="376" y="185"/>
                  <a:pt x="371" y="191"/>
                </a:cubicBezTo>
                <a:lnTo>
                  <a:pt x="237" y="360"/>
                </a:lnTo>
                <a:close/>
              </a:path>
            </a:pathLst>
          </a:custGeom>
          <a:solidFill>
            <a:srgbClr val="778495"/>
          </a:solidFill>
        </p:spPr>
        <p:txBody>
          <a:bodyPr vert="horz" anchor="ctr" tIns="45720" lIns="91440" bIns="45720" rIns="91440">
            <a:normAutofit/>
          </a:bodyPr>
          <a:p>
            <a:pPr algn="ctr" marL="0">
              <a:lnSpc>
                <a:spcPct val="120000"/>
              </a:lnSpc>
            </a:pPr>
          </a:p>
        </p:txBody>
      </p:sp>
      <p:sp>
        <p:nvSpPr>
          <p:cNvPr name="Freeform 74" id="74"/>
          <p:cNvSpPr/>
          <p:nvPr/>
        </p:nvSpPr>
        <p:spPr>
          <a:xfrm>
            <a:off x="8146045" y="2659047"/>
            <a:ext cx="49299" cy="84050"/>
          </a:xfrm>
          <a:custGeom>
            <a:avLst/>
            <a:gdLst/>
            <a:ahLst/>
            <a:cxnLst/>
            <a:rect r="r" b="b" t="t" l="l"/>
            <a:pathLst>
              <a:path w="26" h="44" stroke="true" fill="norm" extrusionOk="true">
                <a:moveTo>
                  <a:pt x="6" y="16"/>
                </a:moveTo>
                <a:cubicBezTo>
                  <a:pt x="9" y="21"/>
                  <a:pt x="10" y="27"/>
                  <a:pt x="11" y="34"/>
                </a:cubicBezTo>
                <a:cubicBezTo>
                  <a:pt x="11" y="44"/>
                  <a:pt x="26" y="44"/>
                  <a:pt x="26" y="34"/>
                </a:cubicBezTo>
                <a:cubicBezTo>
                  <a:pt x="25" y="25"/>
                  <a:pt x="23" y="16"/>
                  <a:pt x="18" y="8"/>
                </a:cubicBezTo>
                <a:cubicBezTo>
                  <a:pt x="13" y="0"/>
                  <a:pt x="0" y="7"/>
                  <a:pt x="6" y="16"/>
                </a:cubicBezTo>
              </a:path>
            </a:pathLst>
          </a:custGeom>
          <a:solidFill>
            <a:srgbClr val="778495">
              <a:lumMod val="60000"/>
              <a:lumOff val="40000"/>
            </a:srgbClr>
          </a:solidFill>
        </p:spPr>
        <p:txBody>
          <a:bodyPr vert="horz" anchor="ctr" tIns="45720" lIns="91440" bIns="45720" rIns="91440">
            <a:normAutofit/>
          </a:bodyPr>
          <a:p>
            <a:pPr algn="ctr" marL="0">
              <a:lnSpc>
                <a:spcPct val="120000"/>
              </a:lnSpc>
            </a:pPr>
          </a:p>
        </p:txBody>
      </p:sp>
      <p:sp>
        <p:nvSpPr>
          <p:cNvPr name="Freeform 75" id="75"/>
          <p:cNvSpPr/>
          <p:nvPr/>
        </p:nvSpPr>
        <p:spPr>
          <a:xfrm>
            <a:off x="8199384" y="2661471"/>
            <a:ext cx="37984" cy="70312"/>
          </a:xfrm>
          <a:custGeom>
            <a:avLst/>
            <a:gdLst/>
            <a:ahLst/>
            <a:cxnLst/>
            <a:rect r="r" b="b" t="t" l="l"/>
            <a:pathLst>
              <a:path w="20" h="37" stroke="true" fill="norm" extrusionOk="true">
                <a:moveTo>
                  <a:pt x="3" y="13"/>
                </a:moveTo>
                <a:cubicBezTo>
                  <a:pt x="4" y="17"/>
                  <a:pt x="4" y="22"/>
                  <a:pt x="5" y="27"/>
                </a:cubicBezTo>
                <a:cubicBezTo>
                  <a:pt x="5" y="37"/>
                  <a:pt x="20" y="37"/>
                  <a:pt x="20" y="27"/>
                </a:cubicBezTo>
                <a:cubicBezTo>
                  <a:pt x="19" y="21"/>
                  <a:pt x="19" y="15"/>
                  <a:pt x="17" y="9"/>
                </a:cubicBezTo>
                <a:cubicBezTo>
                  <a:pt x="14" y="0"/>
                  <a:pt x="0" y="4"/>
                  <a:pt x="3" y="13"/>
                </a:cubicBezTo>
              </a:path>
            </a:pathLst>
          </a:custGeom>
          <a:solidFill>
            <a:srgbClr val="778495">
              <a:lumMod val="60000"/>
              <a:lumOff val="40000"/>
            </a:srgbClr>
          </a:solidFill>
        </p:spPr>
        <p:txBody>
          <a:bodyPr vert="horz" anchor="ctr" tIns="45720" lIns="91440" bIns="45720" rIns="91440">
            <a:normAutofit/>
          </a:bodyPr>
          <a:p>
            <a:pPr algn="ctr" marL="0">
              <a:lnSpc>
                <a:spcPct val="120000"/>
              </a:lnSpc>
            </a:pPr>
          </a:p>
        </p:txBody>
      </p:sp>
      <p:sp>
        <p:nvSpPr>
          <p:cNvPr name="Freeform 76" id="76"/>
          <p:cNvSpPr/>
          <p:nvPr/>
        </p:nvSpPr>
        <p:spPr>
          <a:xfrm>
            <a:off x="7139054" y="2604091"/>
            <a:ext cx="49299" cy="116378"/>
          </a:xfrm>
          <a:custGeom>
            <a:avLst/>
            <a:gdLst/>
            <a:ahLst/>
            <a:cxnLst/>
            <a:rect r="r" b="b" t="t" l="l"/>
            <a:pathLst>
              <a:path w="26" h="61" stroke="true" fill="norm" extrusionOk="true">
                <a:moveTo>
                  <a:pt x="7" y="9"/>
                </a:moveTo>
                <a:cubicBezTo>
                  <a:pt x="0" y="24"/>
                  <a:pt x="2" y="38"/>
                  <a:pt x="9" y="53"/>
                </a:cubicBezTo>
                <a:cubicBezTo>
                  <a:pt x="13" y="61"/>
                  <a:pt x="26" y="54"/>
                  <a:pt x="21" y="45"/>
                </a:cubicBezTo>
                <a:cubicBezTo>
                  <a:pt x="17" y="36"/>
                  <a:pt x="15" y="26"/>
                  <a:pt x="19" y="17"/>
                </a:cubicBezTo>
                <a:cubicBezTo>
                  <a:pt x="23" y="8"/>
                  <a:pt x="11" y="0"/>
                  <a:pt x="7" y="9"/>
                </a:cubicBezTo>
              </a:path>
            </a:pathLst>
          </a:custGeom>
          <a:solidFill>
            <a:srgbClr val="778495">
              <a:lumMod val="60000"/>
              <a:lumOff val="40000"/>
            </a:srgbClr>
          </a:solidFill>
        </p:spPr>
        <p:txBody>
          <a:bodyPr vert="horz" anchor="ctr" tIns="45720" lIns="91440" bIns="45720" rIns="91440">
            <a:normAutofit/>
          </a:bodyPr>
          <a:p>
            <a:pPr algn="ctr" marL="0">
              <a:lnSpc>
                <a:spcPct val="120000"/>
              </a:lnSpc>
            </a:pPr>
          </a:p>
        </p:txBody>
      </p:sp>
      <p:sp>
        <p:nvSpPr>
          <p:cNvPr name="Freeform 77" id="77"/>
          <p:cNvSpPr/>
          <p:nvPr/>
        </p:nvSpPr>
        <p:spPr>
          <a:xfrm>
            <a:off x="7091372" y="2617022"/>
            <a:ext cx="36368" cy="93748"/>
          </a:xfrm>
          <a:custGeom>
            <a:avLst/>
            <a:gdLst/>
            <a:ahLst/>
            <a:cxnLst/>
            <a:rect r="r" b="b" t="t" l="l"/>
            <a:pathLst>
              <a:path w="19" h="49" stroke="true" fill="norm" extrusionOk="true">
                <a:moveTo>
                  <a:pt x="1" y="10"/>
                </a:moveTo>
                <a:cubicBezTo>
                  <a:pt x="1" y="20"/>
                  <a:pt x="1" y="30"/>
                  <a:pt x="3" y="40"/>
                </a:cubicBezTo>
                <a:cubicBezTo>
                  <a:pt x="5" y="49"/>
                  <a:pt x="19" y="45"/>
                  <a:pt x="17" y="36"/>
                </a:cubicBezTo>
                <a:cubicBezTo>
                  <a:pt x="16" y="27"/>
                  <a:pt x="16" y="19"/>
                  <a:pt x="16" y="10"/>
                </a:cubicBezTo>
                <a:cubicBezTo>
                  <a:pt x="15" y="0"/>
                  <a:pt x="0" y="0"/>
                  <a:pt x="1" y="10"/>
                </a:cubicBezTo>
              </a:path>
            </a:pathLst>
          </a:custGeom>
          <a:solidFill>
            <a:srgbClr val="778495">
              <a:lumMod val="60000"/>
              <a:lumOff val="40000"/>
            </a:srgbClr>
          </a:solidFill>
        </p:spPr>
        <p:txBody>
          <a:bodyPr vert="horz" anchor="ctr" tIns="45720" lIns="91440" bIns="45720" rIns="91440">
            <a:normAutofit/>
          </a:bodyPr>
          <a:p>
            <a:pPr algn="ctr" marL="0">
              <a:lnSpc>
                <a:spcPct val="120000"/>
              </a:lnSpc>
            </a:pPr>
          </a:p>
        </p:txBody>
      </p:sp>
      <p:sp>
        <p:nvSpPr>
          <p:cNvPr name="AutoShape 78" id="78"/>
          <p:cNvSpPr/>
          <p:nvPr/>
        </p:nvSpPr>
        <p:spPr>
          <a:xfrm>
            <a:off x="663742" y="1420214"/>
            <a:ext cx="577851" cy="57785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cap="flat"/>
        </p:spPr>
        <p:txBody>
          <a:bodyPr vert="horz" anchor="ctr" wrap="none" tIns="0" lIns="0" bIns="0" rIns="0">
            <a:noAutofit/>
          </a:bodyPr>
          <a:p>
            <a:pPr algn="ctr" marL="0"/>
            <a:r>
              <a:rPr lang="en-US" b="true" i="false" sz="1600" baseline="0" u="none">
                <a:solidFill>
                  <a:srgbClr val="FFFFFF"/>
                </a:solidFill>
                <a:latin typeface="Arial"/>
                <a:ea typeface="Arial"/>
              </a:rPr>
              <a:t>01</a:t>
            </a:r>
          </a:p>
        </p:txBody>
      </p:sp>
      <p:sp>
        <p:nvSpPr>
          <p:cNvPr name="AutoShape 79" id="79"/>
          <p:cNvSpPr/>
          <p:nvPr/>
        </p:nvSpPr>
        <p:spPr>
          <a:xfrm>
            <a:off x="1356551" y="1636880"/>
            <a:ext cx="5049392" cy="1025538"/>
          </a:xfrm>
          <a:prstGeom prst="rect">
            <a:avLst/>
          </a:prstGeom>
          <a:noFill/>
        </p:spPr>
        <p:txBody>
          <a:bodyPr vert="horz" anchor="t" wrap="square" tIns="46800" lIns="90000" bIns="46800" rIns="9000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AI生成PPT的核心价值在于高效、智能和个性化，它能够帮助用户快速制作高质量的演示文稿，节省时间和精力，提升工作效率和展示效果。</a:t>
            </a:r>
          </a:p>
        </p:txBody>
      </p:sp>
      <p:sp>
        <p:nvSpPr>
          <p:cNvPr name="TextBox 80" id="80"/>
          <p:cNvSpPr txBox="true"/>
          <p:nvPr/>
        </p:nvSpPr>
        <p:spPr>
          <a:xfrm>
            <a:off x="1356551" y="1224000"/>
            <a:ext cx="5049392" cy="340735"/>
          </a:xfrm>
          <a:prstGeom prst="rect">
            <a:avLst/>
          </a:prstGeom>
          <a:noFill/>
        </p:spPr>
        <p:txBody>
          <a:bodyPr anchor="t" rtlCol="false" vert="horz" wrap="square" tIns="46800" lIns="90000" bIns="46800" rIns="90000">
            <a:spAutoFit/>
          </a:bodyPr>
          <a:lstStyle/>
          <a:p>
            <a:pPr algn="l" marL="0">
              <a:lnSpc>
                <a:spcPct val="100000"/>
              </a:lnSpc>
              <a:spcBef>
                <a:spcPct val="0"/>
              </a:spcBef>
              <a:defRPr/>
            </a:pPr>
            <a:r>
              <a:rPr lang="zh-CN" b="true" i="false" sz="16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AI生成PPT的核心价值</a:t>
            </a:r>
            <a:endParaRPr lang="en-US" sz="1100"/>
          </a:p>
        </p:txBody>
      </p:sp>
      <p:sp>
        <p:nvSpPr>
          <p:cNvPr name="AutoShape 81" id="81"/>
          <p:cNvSpPr/>
          <p:nvPr/>
        </p:nvSpPr>
        <p:spPr>
          <a:xfrm>
            <a:off x="663742" y="3146621"/>
            <a:ext cx="577851" cy="577851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cap="flat"/>
        </p:spPr>
        <p:txBody>
          <a:bodyPr vert="horz" anchor="ctr" wrap="none" tIns="0" lIns="0" bIns="0" rIns="0">
            <a:noAutofit/>
          </a:bodyPr>
          <a:p>
            <a:pPr algn="ctr" marL="0"/>
            <a:r>
              <a:rPr lang="en-US" b="true" i="false" sz="1600" baseline="0" u="none">
                <a:solidFill>
                  <a:srgbClr val="FFFFFF"/>
                </a:solidFill>
                <a:latin typeface="Arial"/>
                <a:ea typeface="Arial"/>
              </a:rPr>
              <a:t>02</a:t>
            </a:r>
          </a:p>
        </p:txBody>
      </p:sp>
      <p:sp>
        <p:nvSpPr>
          <p:cNvPr name="AutoShape 82" id="82"/>
          <p:cNvSpPr/>
          <p:nvPr/>
        </p:nvSpPr>
        <p:spPr>
          <a:xfrm>
            <a:off x="1356551" y="3363287"/>
            <a:ext cx="5049392" cy="1024064"/>
          </a:xfrm>
          <a:prstGeom prst="rect">
            <a:avLst/>
          </a:prstGeom>
          <a:noFill/>
        </p:spPr>
        <p:txBody>
          <a:bodyPr vert="horz" anchor="t" wrap="square" tIns="46800" lIns="90000" bIns="46800" rIns="9000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当前AI生成PPT技术仍存在一些局限性，如对复杂内容的处理能力有限，生成的PPT在某些场景下可能不够灵活，需要进一步优化和提升。</a:t>
            </a:r>
          </a:p>
        </p:txBody>
      </p:sp>
      <p:sp>
        <p:nvSpPr>
          <p:cNvPr name="TextBox 83" id="83"/>
          <p:cNvSpPr txBox="true"/>
          <p:nvPr/>
        </p:nvSpPr>
        <p:spPr>
          <a:xfrm>
            <a:off x="1356551" y="2950407"/>
            <a:ext cx="5049392" cy="340735"/>
          </a:xfrm>
          <a:prstGeom prst="rect">
            <a:avLst/>
          </a:prstGeom>
          <a:noFill/>
        </p:spPr>
        <p:txBody>
          <a:bodyPr anchor="t" rtlCol="false" vert="horz" wrap="square" tIns="46800" lIns="90000" bIns="46800" rIns="90000">
            <a:spAutoFit/>
          </a:bodyPr>
          <a:lstStyle/>
          <a:p>
            <a:pPr algn="l" marL="0">
              <a:lnSpc>
                <a:spcPct val="100000"/>
              </a:lnSpc>
              <a:spcBef>
                <a:spcPct val="0"/>
              </a:spcBef>
              <a:defRPr/>
            </a:pPr>
            <a:r>
              <a:rPr lang="zh-CN" b="true" i="false" sz="16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当前技术的局限性</a:t>
            </a:r>
            <a:endParaRPr lang="en-US" sz="1100"/>
          </a:p>
        </p:txBody>
      </p:sp>
      <p:cxnSp>
        <p:nvCxnSpPr>
          <p:cNvPr name="Connector 84" id="84"/>
          <p:cNvCxnSpPr/>
          <p:nvPr/>
        </p:nvCxnSpPr>
        <p:spPr>
          <a:xfrm>
            <a:off x="1476455" y="2730565"/>
            <a:ext cx="4929488" cy="0"/>
          </a:xfrm>
          <a:prstGeom prst="line">
            <a:avLst/>
          </a:prstGeom>
          <a:ln w="3175" cap="rnd" cmpd="sng">
            <a:solidFill>
              <a:srgbClr val="FFFFFF">
                <a:lumMod val="75000"/>
              </a:srgbClr>
            </a:solidFill>
            <a:prstDash val="solid"/>
          </a:ln>
        </p:spPr>
      </p:cxnSp>
      <p:sp>
        <p:nvSpPr>
          <p:cNvPr name="AutoShape 85" id="85"/>
          <p:cNvSpPr/>
          <p:nvPr/>
        </p:nvSpPr>
        <p:spPr>
          <a:xfrm>
            <a:off x="663742" y="4873028"/>
            <a:ext cx="577851" cy="57785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cap="flat"/>
        </p:spPr>
        <p:txBody>
          <a:bodyPr vert="horz" anchor="ctr" wrap="square" tIns="0" lIns="0" bIns="0" rIns="0">
            <a:noAutofit/>
          </a:bodyPr>
          <a:p>
            <a:pPr algn="ctr" marL="0"/>
            <a:r>
              <a:rPr lang="en-US" b="true" i="false" sz="1600" baseline="0" u="none">
                <a:solidFill>
                  <a:srgbClr val="FFFFFF"/>
                </a:solidFill>
                <a:latin typeface="Arial"/>
                <a:ea typeface="Arial"/>
              </a:rPr>
              <a:t>03</a:t>
            </a:r>
          </a:p>
        </p:txBody>
      </p:sp>
      <p:sp>
        <p:nvSpPr>
          <p:cNvPr name="AutoShape 86" id="86"/>
          <p:cNvSpPr/>
          <p:nvPr/>
        </p:nvSpPr>
        <p:spPr>
          <a:xfrm>
            <a:off x="1356551" y="5089694"/>
            <a:ext cx="5049392" cy="1024064"/>
          </a:xfrm>
          <a:prstGeom prst="rect">
            <a:avLst/>
          </a:prstGeom>
          <a:noFill/>
        </p:spPr>
        <p:txBody>
          <a:bodyPr vert="horz" anchor="t" wrap="square" tIns="46800" lIns="90000" bIns="46800" rIns="9000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未来的AI生成PPT将朝着更智能、更个性化和更高效的方向发展，能够更好地满足用户需求，提升PPT的质量和适用性，推动技术的广泛应用。</a:t>
            </a:r>
          </a:p>
        </p:txBody>
      </p:sp>
      <p:sp>
        <p:nvSpPr>
          <p:cNvPr name="TextBox 87" id="87"/>
          <p:cNvSpPr txBox="true"/>
          <p:nvPr/>
        </p:nvSpPr>
        <p:spPr>
          <a:xfrm>
            <a:off x="1356551" y="4676814"/>
            <a:ext cx="5049392" cy="340735"/>
          </a:xfrm>
          <a:prstGeom prst="rect">
            <a:avLst/>
          </a:prstGeom>
          <a:noFill/>
        </p:spPr>
        <p:txBody>
          <a:bodyPr anchor="t" rtlCol="false" vert="horz" wrap="square" tIns="46800" lIns="90000" bIns="46800" rIns="90000">
            <a:spAutoFit/>
          </a:bodyPr>
          <a:lstStyle/>
          <a:p>
            <a:pPr algn="l" marL="0">
              <a:lnSpc>
                <a:spcPct val="100000"/>
              </a:lnSpc>
              <a:spcBef>
                <a:spcPct val="0"/>
              </a:spcBef>
              <a:defRPr/>
            </a:pPr>
            <a:r>
              <a:rPr lang="zh-CN" b="true" i="false" sz="16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未来发展方向</a:t>
            </a:r>
            <a:endParaRPr lang="en-US" sz="1100"/>
          </a:p>
        </p:txBody>
      </p:sp>
      <p:cxnSp>
        <p:nvCxnSpPr>
          <p:cNvPr name="Connector 88" id="88"/>
          <p:cNvCxnSpPr/>
          <p:nvPr/>
        </p:nvCxnSpPr>
        <p:spPr>
          <a:xfrm>
            <a:off x="1476455" y="4398558"/>
            <a:ext cx="4929488" cy="0"/>
          </a:xfrm>
          <a:prstGeom prst="line">
            <a:avLst/>
          </a:prstGeom>
          <a:ln w="3175" cap="rnd" cmpd="sng">
            <a:solidFill>
              <a:srgbClr val="FFFFFF">
                <a:lumMod val="75000"/>
              </a:srgbClr>
            </a:solidFill>
            <a:prstDash val="solid"/>
          </a:ln>
        </p:spPr>
      </p:cxnSp>
      <p:cxnSp>
        <p:nvCxnSpPr>
          <p:cNvPr name="Connector 89" id="89"/>
          <p:cNvCxnSpPr/>
          <p:nvPr/>
        </p:nvCxnSpPr>
        <p:spPr>
          <a:xfrm>
            <a:off x="1414116" y="6143625"/>
            <a:ext cx="5220655" cy="3300"/>
          </a:xfrm>
          <a:prstGeom prst="line">
            <a:avLst/>
          </a:prstGeom>
          <a:ln w="3175" cap="rnd" cmpd="sng">
            <a:solidFill>
              <a:srgbClr val="FFFFFF">
                <a:lumMod val="75000"/>
              </a:srgbClr>
            </a:solidFill>
            <a:prstDash val="solid"/>
          </a:ln>
        </p:spPr>
      </p:cxn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>
      <p:bgPr>
        <a:gradFill>
          <a:gsLst>
            <a:gs pos="0">
              <a:srgbClr val="AE94FF">
                <a:lumMod val="40000"/>
                <a:lumOff val="60000"/>
              </a:srgbClr>
            </a:gs>
            <a:gs pos="100000">
              <a:srgbClr val="3ED0E8">
                <a:lumMod val="40000"/>
                <a:lumOff val="6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0400" y="128587"/>
            <a:ext cx="10858500" cy="900112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建议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666750" y="1459825"/>
            <a:ext cx="540000" cy="540000"/>
            <a:chOff x="2832175" y="5599496"/>
            <a:chExt cx="540000" cy="540000"/>
          </a:xfrm>
        </p:grpSpPr>
        <p:sp>
          <p:nvSpPr>
            <p:cNvPr name="TextBox 4" id="4"/>
            <p:cNvSpPr txBox="true"/>
            <p:nvPr/>
          </p:nvSpPr>
          <p:spPr>
            <a:xfrm>
              <a:off x="2832175" y="5599496"/>
              <a:ext cx="540000" cy="540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</p:spPr>
          <p:txBody>
            <a:bodyPr anchor="ctr" rtlCol="false" vert="horz" wrap="none" tIns="108000" lIns="108000" bIns="108000" rIns="108000">
              <a:noAutofit/>
            </a:bodyPr>
            <a:lstStyle/>
            <a:p>
              <a:pPr algn="ctr" marL="0">
                <a:defRPr/>
              </a:pPr>
              <a:endParaRPr lang="en-US" sz="1100"/>
            </a:p>
          </p:txBody>
        </p:sp>
        <p:sp>
          <p:nvSpPr>
            <p:cNvPr name="Freeform 5" id="5"/>
            <p:cNvSpPr/>
            <p:nvPr/>
          </p:nvSpPr>
          <p:spPr>
            <a:xfrm>
              <a:off x="2989061" y="5731793"/>
              <a:ext cx="226228" cy="275406"/>
            </a:xfrm>
            <a:custGeom>
              <a:avLst/>
              <a:gdLst/>
              <a:ahLst/>
              <a:cxnLst/>
              <a:rect r="r" b="b" t="t" l="l"/>
              <a:pathLst>
                <a:path w="438150" h="533400" stroke="true" fill="norm" extrusionOk="true">
                  <a:moveTo>
                    <a:pt x="284197" y="621"/>
                  </a:moveTo>
                  <a:cubicBezTo>
                    <a:pt x="285149" y="621"/>
                    <a:pt x="286102" y="621"/>
                    <a:pt x="286102" y="621"/>
                  </a:cubicBezTo>
                  <a:lnTo>
                    <a:pt x="286102" y="124446"/>
                  </a:lnTo>
                  <a:lnTo>
                    <a:pt x="286102" y="126351"/>
                  </a:lnTo>
                  <a:cubicBezTo>
                    <a:pt x="287055" y="141591"/>
                    <a:pt x="299437" y="153021"/>
                    <a:pt x="314677" y="153021"/>
                  </a:cubicBezTo>
                  <a:lnTo>
                    <a:pt x="314677" y="153021"/>
                  </a:lnTo>
                  <a:lnTo>
                    <a:pt x="438502" y="153021"/>
                  </a:lnTo>
                  <a:cubicBezTo>
                    <a:pt x="438502" y="153974"/>
                    <a:pt x="438502" y="154926"/>
                    <a:pt x="438502" y="154926"/>
                  </a:cubicBezTo>
                  <a:lnTo>
                    <a:pt x="438502" y="505446"/>
                  </a:lnTo>
                  <a:cubicBezTo>
                    <a:pt x="438502" y="521639"/>
                    <a:pt x="426120" y="534021"/>
                    <a:pt x="409927" y="534021"/>
                  </a:cubicBezTo>
                  <a:lnTo>
                    <a:pt x="28927" y="534021"/>
                  </a:lnTo>
                  <a:cubicBezTo>
                    <a:pt x="12734" y="534021"/>
                    <a:pt x="352" y="521639"/>
                    <a:pt x="352" y="505446"/>
                  </a:cubicBezTo>
                  <a:lnTo>
                    <a:pt x="352" y="29196"/>
                  </a:lnTo>
                  <a:cubicBezTo>
                    <a:pt x="352" y="13004"/>
                    <a:pt x="12734" y="621"/>
                    <a:pt x="28927" y="621"/>
                  </a:cubicBezTo>
                  <a:lnTo>
                    <a:pt x="284197" y="621"/>
                  </a:lnTo>
                  <a:close/>
                  <a:moveTo>
                    <a:pt x="248002" y="200646"/>
                  </a:moveTo>
                  <a:lnTo>
                    <a:pt x="152752" y="200646"/>
                  </a:lnTo>
                  <a:lnTo>
                    <a:pt x="152752" y="410196"/>
                  </a:lnTo>
                  <a:lnTo>
                    <a:pt x="171802" y="410196"/>
                  </a:lnTo>
                  <a:lnTo>
                    <a:pt x="171802" y="314946"/>
                  </a:lnTo>
                  <a:lnTo>
                    <a:pt x="248002" y="314946"/>
                  </a:lnTo>
                  <a:lnTo>
                    <a:pt x="249907" y="314946"/>
                  </a:lnTo>
                  <a:cubicBezTo>
                    <a:pt x="280387" y="313994"/>
                    <a:pt x="305152" y="288276"/>
                    <a:pt x="305152" y="257796"/>
                  </a:cubicBezTo>
                  <a:cubicBezTo>
                    <a:pt x="305152" y="226364"/>
                    <a:pt x="279434" y="200646"/>
                    <a:pt x="248002" y="200646"/>
                  </a:cubicBezTo>
                  <a:lnTo>
                    <a:pt x="248002" y="200646"/>
                  </a:lnTo>
                  <a:close/>
                  <a:moveTo>
                    <a:pt x="248002" y="219696"/>
                  </a:moveTo>
                  <a:cubicBezTo>
                    <a:pt x="268957" y="219696"/>
                    <a:pt x="286102" y="236841"/>
                    <a:pt x="286102" y="257796"/>
                  </a:cubicBezTo>
                  <a:cubicBezTo>
                    <a:pt x="286102" y="278751"/>
                    <a:pt x="268957" y="295896"/>
                    <a:pt x="248002" y="295896"/>
                  </a:cubicBezTo>
                  <a:lnTo>
                    <a:pt x="248002" y="295896"/>
                  </a:lnTo>
                  <a:lnTo>
                    <a:pt x="171802" y="295896"/>
                  </a:lnTo>
                  <a:lnTo>
                    <a:pt x="171802" y="219696"/>
                  </a:lnTo>
                  <a:lnTo>
                    <a:pt x="248002" y="219696"/>
                  </a:lnTo>
                  <a:close/>
                  <a:moveTo>
                    <a:pt x="428977" y="133971"/>
                  </a:moveTo>
                  <a:lnTo>
                    <a:pt x="314677" y="133971"/>
                  </a:lnTo>
                  <a:lnTo>
                    <a:pt x="313724" y="133971"/>
                  </a:lnTo>
                  <a:cubicBezTo>
                    <a:pt x="308962" y="133019"/>
                    <a:pt x="305152" y="129209"/>
                    <a:pt x="305152" y="124446"/>
                  </a:cubicBezTo>
                  <a:lnTo>
                    <a:pt x="305152" y="124446"/>
                  </a:lnTo>
                  <a:lnTo>
                    <a:pt x="305152" y="10146"/>
                  </a:lnTo>
                  <a:lnTo>
                    <a:pt x="428977" y="133971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l" marL="0"/>
            </a:p>
          </p:txBody>
        </p:sp>
      </p:grpSp>
      <p:sp>
        <p:nvSpPr>
          <p:cNvPr name="AutoShape 6" id="6"/>
          <p:cNvSpPr/>
          <p:nvPr/>
        </p:nvSpPr>
        <p:spPr>
          <a:xfrm>
            <a:off x="1325733" y="1466312"/>
            <a:ext cx="4758505" cy="369332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b" wrap="square" tIns="45720" lIns="91440" bIns="45720" rIns="91440">
            <a:spAutoFit/>
          </a:bodyPr>
          <a:p>
            <a:pPr algn="l" marL="0"/>
            <a:r>
              <a:rPr lang="zh-CN" b="true" i="false" sz="1800" baseline="0" u="none" altLang="en-US">
                <a:solidFill>
                  <a:schemeClr val="accent1"/>
                </a:solidFill>
                <a:latin typeface="微软雅黑"/>
                <a:ea typeface="微软雅黑"/>
              </a:rPr>
              <a:t>用户使用建议</a:t>
            </a:r>
          </a:p>
        </p:txBody>
      </p:sp>
      <p:sp>
        <p:nvSpPr>
          <p:cNvPr name="AutoShape 7" id="7"/>
          <p:cNvSpPr/>
          <p:nvPr/>
        </p:nvSpPr>
        <p:spPr>
          <a:xfrm>
            <a:off x="1325734" y="1767110"/>
            <a:ext cx="4758505" cy="1023357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t" wrap="square" tIns="45720" lIns="91440" bIns="45720" rIns="9144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用户在使用AI生成PPT时，应明确自己的需求和目标，合理输入内容和选择风格，确保生成的PPT符合预期。同时，用户可以通过手动调整进一步优化PPT，提升展示效果。</a:t>
            </a:r>
          </a:p>
        </p:txBody>
      </p:sp>
      <p:grpSp>
        <p:nvGrpSpPr>
          <p:cNvPr name="Group 8" id="8"/>
          <p:cNvGrpSpPr/>
          <p:nvPr/>
        </p:nvGrpSpPr>
        <p:grpSpPr>
          <a:xfrm>
            <a:off x="666750" y="3186134"/>
            <a:ext cx="540000" cy="540000"/>
            <a:chOff x="3708127" y="5599496"/>
            <a:chExt cx="540000" cy="540000"/>
          </a:xfrm>
        </p:grpSpPr>
        <p:sp>
          <p:nvSpPr>
            <p:cNvPr name="TextBox 9" id="9"/>
            <p:cNvSpPr txBox="true"/>
            <p:nvPr/>
          </p:nvSpPr>
          <p:spPr>
            <a:xfrm>
              <a:off x="3708127" y="5599496"/>
              <a:ext cx="540000" cy="540000"/>
            </a:xfrm>
            <a:prstGeom prst="roundRect">
              <a:avLst>
                <a:gd name="adj" fmla="val 50000"/>
              </a:avLst>
            </a:prstGeom>
            <a:solidFill>
              <a:srgbClr val="778495"/>
            </a:solidFill>
          </p:spPr>
          <p:txBody>
            <a:bodyPr anchor="ctr" rtlCol="false" vert="horz" wrap="none" tIns="108000" lIns="108000" bIns="108000" rIns="108000">
              <a:noAutofit/>
            </a:bodyPr>
            <a:lstStyle/>
            <a:p>
              <a:pPr algn="ctr" marL="0">
                <a:defRPr/>
              </a:pPr>
              <a:endParaRPr lang="en-US" sz="1100"/>
            </a:p>
          </p:txBody>
        </p:sp>
        <p:sp>
          <p:nvSpPr>
            <p:cNvPr name="Freeform 10" id="10"/>
            <p:cNvSpPr/>
            <p:nvPr/>
          </p:nvSpPr>
          <p:spPr>
            <a:xfrm>
              <a:off x="3850260" y="5734252"/>
              <a:ext cx="255734" cy="270488"/>
            </a:xfrm>
            <a:custGeom>
              <a:avLst/>
              <a:gdLst/>
              <a:ahLst/>
              <a:cxnLst/>
              <a:rect r="r" b="b" t="t" l="l"/>
              <a:pathLst>
                <a:path w="495300" h="523875" stroke="true" fill="norm" extrusionOk="true">
                  <a:moveTo>
                    <a:pt x="371955" y="621"/>
                  </a:moveTo>
                  <a:cubicBezTo>
                    <a:pt x="388148" y="621"/>
                    <a:pt x="400530" y="13004"/>
                    <a:pt x="400530" y="29196"/>
                  </a:cubicBezTo>
                  <a:lnTo>
                    <a:pt x="400530" y="133971"/>
                  </a:lnTo>
                  <a:cubicBezTo>
                    <a:pt x="400530" y="150164"/>
                    <a:pt x="388148" y="162546"/>
                    <a:pt x="371955" y="162546"/>
                  </a:cubicBezTo>
                  <a:lnTo>
                    <a:pt x="257655" y="162546"/>
                  </a:lnTo>
                  <a:lnTo>
                    <a:pt x="257655" y="286371"/>
                  </a:lnTo>
                  <a:lnTo>
                    <a:pt x="419580" y="286371"/>
                  </a:lnTo>
                  <a:cubicBezTo>
                    <a:pt x="439583" y="286371"/>
                    <a:pt x="456727" y="302564"/>
                    <a:pt x="457680" y="322566"/>
                  </a:cubicBezTo>
                  <a:lnTo>
                    <a:pt x="457680" y="324471"/>
                  </a:lnTo>
                  <a:lnTo>
                    <a:pt x="457680" y="429246"/>
                  </a:lnTo>
                  <a:lnTo>
                    <a:pt x="476730" y="429246"/>
                  </a:lnTo>
                  <a:cubicBezTo>
                    <a:pt x="487208" y="429246"/>
                    <a:pt x="495780" y="437819"/>
                    <a:pt x="495780" y="448296"/>
                  </a:cubicBezTo>
                  <a:lnTo>
                    <a:pt x="495780" y="505446"/>
                  </a:lnTo>
                  <a:cubicBezTo>
                    <a:pt x="495780" y="515924"/>
                    <a:pt x="487208" y="524496"/>
                    <a:pt x="476730" y="524496"/>
                  </a:cubicBezTo>
                  <a:lnTo>
                    <a:pt x="419580" y="524496"/>
                  </a:lnTo>
                  <a:cubicBezTo>
                    <a:pt x="409102" y="524496"/>
                    <a:pt x="400530" y="515924"/>
                    <a:pt x="400530" y="505446"/>
                  </a:cubicBezTo>
                  <a:lnTo>
                    <a:pt x="400530" y="448296"/>
                  </a:lnTo>
                  <a:cubicBezTo>
                    <a:pt x="400530" y="437819"/>
                    <a:pt x="409102" y="429246"/>
                    <a:pt x="419580" y="429246"/>
                  </a:cubicBezTo>
                  <a:lnTo>
                    <a:pt x="438630" y="429246"/>
                  </a:lnTo>
                  <a:lnTo>
                    <a:pt x="438630" y="324471"/>
                  </a:lnTo>
                  <a:cubicBezTo>
                    <a:pt x="438630" y="313994"/>
                    <a:pt x="431010" y="306374"/>
                    <a:pt x="420533" y="305421"/>
                  </a:cubicBezTo>
                  <a:lnTo>
                    <a:pt x="419580" y="305421"/>
                  </a:lnTo>
                  <a:lnTo>
                    <a:pt x="257655" y="305421"/>
                  </a:lnTo>
                  <a:lnTo>
                    <a:pt x="257655" y="429246"/>
                  </a:lnTo>
                  <a:lnTo>
                    <a:pt x="276705" y="429246"/>
                  </a:lnTo>
                  <a:cubicBezTo>
                    <a:pt x="287183" y="429246"/>
                    <a:pt x="295755" y="437819"/>
                    <a:pt x="295755" y="448296"/>
                  </a:cubicBezTo>
                  <a:lnTo>
                    <a:pt x="295755" y="505446"/>
                  </a:lnTo>
                  <a:cubicBezTo>
                    <a:pt x="295755" y="515924"/>
                    <a:pt x="287183" y="524496"/>
                    <a:pt x="276705" y="524496"/>
                  </a:cubicBezTo>
                  <a:lnTo>
                    <a:pt x="219555" y="524496"/>
                  </a:lnTo>
                  <a:cubicBezTo>
                    <a:pt x="209077" y="524496"/>
                    <a:pt x="200505" y="515924"/>
                    <a:pt x="200505" y="505446"/>
                  </a:cubicBezTo>
                  <a:lnTo>
                    <a:pt x="200505" y="448296"/>
                  </a:lnTo>
                  <a:cubicBezTo>
                    <a:pt x="200505" y="437819"/>
                    <a:pt x="209077" y="429246"/>
                    <a:pt x="219555" y="429246"/>
                  </a:cubicBezTo>
                  <a:lnTo>
                    <a:pt x="238605" y="429246"/>
                  </a:lnTo>
                  <a:lnTo>
                    <a:pt x="238605" y="305421"/>
                  </a:lnTo>
                  <a:lnTo>
                    <a:pt x="76680" y="305421"/>
                  </a:lnTo>
                  <a:cubicBezTo>
                    <a:pt x="66202" y="305421"/>
                    <a:pt x="58583" y="313041"/>
                    <a:pt x="57630" y="323519"/>
                  </a:cubicBezTo>
                  <a:lnTo>
                    <a:pt x="57630" y="324471"/>
                  </a:lnTo>
                  <a:lnTo>
                    <a:pt x="57630" y="429246"/>
                  </a:lnTo>
                  <a:lnTo>
                    <a:pt x="76680" y="429246"/>
                  </a:lnTo>
                  <a:cubicBezTo>
                    <a:pt x="87158" y="429246"/>
                    <a:pt x="95730" y="437819"/>
                    <a:pt x="95730" y="448296"/>
                  </a:cubicBezTo>
                  <a:lnTo>
                    <a:pt x="95730" y="505446"/>
                  </a:lnTo>
                  <a:cubicBezTo>
                    <a:pt x="95730" y="515924"/>
                    <a:pt x="87158" y="524496"/>
                    <a:pt x="76680" y="524496"/>
                  </a:cubicBezTo>
                  <a:lnTo>
                    <a:pt x="19530" y="524496"/>
                  </a:lnTo>
                  <a:cubicBezTo>
                    <a:pt x="9052" y="524496"/>
                    <a:pt x="480" y="515924"/>
                    <a:pt x="480" y="505446"/>
                  </a:cubicBezTo>
                  <a:lnTo>
                    <a:pt x="480" y="448296"/>
                  </a:lnTo>
                  <a:cubicBezTo>
                    <a:pt x="480" y="437819"/>
                    <a:pt x="9052" y="429246"/>
                    <a:pt x="19530" y="429246"/>
                  </a:cubicBezTo>
                  <a:lnTo>
                    <a:pt x="38580" y="429246"/>
                  </a:lnTo>
                  <a:lnTo>
                    <a:pt x="38580" y="324471"/>
                  </a:lnTo>
                  <a:cubicBezTo>
                    <a:pt x="38580" y="304469"/>
                    <a:pt x="54773" y="287324"/>
                    <a:pt x="74775" y="286371"/>
                  </a:cubicBezTo>
                  <a:lnTo>
                    <a:pt x="76680" y="286371"/>
                  </a:lnTo>
                  <a:lnTo>
                    <a:pt x="238605" y="286371"/>
                  </a:lnTo>
                  <a:lnTo>
                    <a:pt x="238605" y="162546"/>
                  </a:lnTo>
                  <a:lnTo>
                    <a:pt x="124305" y="162546"/>
                  </a:lnTo>
                  <a:cubicBezTo>
                    <a:pt x="108112" y="162546"/>
                    <a:pt x="95730" y="150164"/>
                    <a:pt x="95730" y="133971"/>
                  </a:cubicBezTo>
                  <a:lnTo>
                    <a:pt x="95730" y="29196"/>
                  </a:lnTo>
                  <a:cubicBezTo>
                    <a:pt x="95730" y="13004"/>
                    <a:pt x="108112" y="621"/>
                    <a:pt x="124305" y="621"/>
                  </a:cubicBezTo>
                  <a:lnTo>
                    <a:pt x="371955" y="621"/>
                  </a:lnTo>
                  <a:close/>
                  <a:moveTo>
                    <a:pt x="148118" y="95871"/>
                  </a:moveTo>
                  <a:cubicBezTo>
                    <a:pt x="140498" y="95871"/>
                    <a:pt x="133830" y="102539"/>
                    <a:pt x="133830" y="110159"/>
                  </a:cubicBezTo>
                  <a:cubicBezTo>
                    <a:pt x="133830" y="117779"/>
                    <a:pt x="140498" y="124446"/>
                    <a:pt x="148118" y="124446"/>
                  </a:cubicBezTo>
                  <a:cubicBezTo>
                    <a:pt x="155737" y="124446"/>
                    <a:pt x="162405" y="117779"/>
                    <a:pt x="162405" y="110159"/>
                  </a:cubicBezTo>
                  <a:cubicBezTo>
                    <a:pt x="162405" y="102539"/>
                    <a:pt x="155737" y="95871"/>
                    <a:pt x="148118" y="95871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l" marL="0"/>
            </a:p>
          </p:txBody>
        </p:sp>
      </p:grpSp>
      <p:sp>
        <p:nvSpPr>
          <p:cNvPr name="AutoShape 11" id="11"/>
          <p:cNvSpPr/>
          <p:nvPr/>
        </p:nvSpPr>
        <p:spPr>
          <a:xfrm>
            <a:off x="1325733" y="3166613"/>
            <a:ext cx="4758505" cy="369332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b" wrap="square" tIns="45720" lIns="91440" bIns="45720" rIns="91440">
            <a:spAutoFit/>
          </a:bodyPr>
          <a:p>
            <a:pPr algn="l" marL="0"/>
            <a:r>
              <a:rPr lang="zh-CN" b="true" i="false" sz="1800" baseline="0" u="none" altLang="en-US">
                <a:solidFill>
                  <a:srgbClr val="778495"/>
                </a:solidFill>
                <a:latin typeface="微软雅黑"/>
                <a:ea typeface="微软雅黑"/>
              </a:rPr>
              <a:t>开发者改进建议</a:t>
            </a:r>
          </a:p>
        </p:txBody>
      </p:sp>
      <p:sp>
        <p:nvSpPr>
          <p:cNvPr name="AutoShape 12" id="12"/>
          <p:cNvSpPr/>
          <p:nvPr/>
        </p:nvSpPr>
        <p:spPr>
          <a:xfrm>
            <a:off x="1325734" y="3467411"/>
            <a:ext cx="4758505" cy="1023357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t" wrap="square" tIns="45720" lIns="91440" bIns="45720" rIns="9144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开发者应不断优化AI生成PPT的算法和功能，提升对复杂内容的处理能力，增加更多模板和风格选择，确保生成的PPT更加灵活和个性化，满足不同用户的需求。</a:t>
            </a:r>
          </a:p>
        </p:txBody>
      </p:sp>
      <p:grpSp>
        <p:nvGrpSpPr>
          <p:cNvPr name="Group 13" id="13"/>
          <p:cNvGrpSpPr/>
          <p:nvPr/>
        </p:nvGrpSpPr>
        <p:grpSpPr>
          <a:xfrm>
            <a:off x="666750" y="4886435"/>
            <a:ext cx="540000" cy="540000"/>
            <a:chOff x="4584079" y="5599496"/>
            <a:chExt cx="540000" cy="540000"/>
          </a:xfrm>
        </p:grpSpPr>
        <p:sp>
          <p:nvSpPr>
            <p:cNvPr name="TextBox 14" id="14"/>
            <p:cNvSpPr txBox="true"/>
            <p:nvPr/>
          </p:nvSpPr>
          <p:spPr>
            <a:xfrm>
              <a:off x="4584079" y="5599496"/>
              <a:ext cx="540000" cy="540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</p:spPr>
          <p:txBody>
            <a:bodyPr anchor="ctr" rtlCol="false" vert="horz" wrap="none" tIns="108000" lIns="108000" bIns="108000" rIns="108000">
              <a:noAutofit/>
            </a:bodyPr>
            <a:lstStyle/>
            <a:p>
              <a:pPr algn="ctr" marL="0">
                <a:defRPr/>
              </a:pPr>
              <a:endParaRPr lang="en-US" sz="1100"/>
            </a:p>
          </p:txBody>
        </p:sp>
        <p:sp>
          <p:nvSpPr>
            <p:cNvPr name="Freeform 15" id="15"/>
            <p:cNvSpPr/>
            <p:nvPr/>
          </p:nvSpPr>
          <p:spPr>
            <a:xfrm>
              <a:off x="4716376" y="5766219"/>
              <a:ext cx="275406" cy="206554"/>
            </a:xfrm>
            <a:custGeom>
              <a:avLst/>
              <a:gdLst/>
              <a:ahLst/>
              <a:cxnLst/>
              <a:rect r="r" b="b" t="t" l="l"/>
              <a:pathLst>
                <a:path w="533400" h="400050" stroke="true" fill="norm" extrusionOk="true">
                  <a:moveTo>
                    <a:pt x="505433" y="621"/>
                  </a:moveTo>
                  <a:cubicBezTo>
                    <a:pt x="521626" y="621"/>
                    <a:pt x="534008" y="13004"/>
                    <a:pt x="534008" y="29196"/>
                  </a:cubicBezTo>
                  <a:lnTo>
                    <a:pt x="534008" y="372096"/>
                  </a:lnTo>
                  <a:cubicBezTo>
                    <a:pt x="534008" y="388289"/>
                    <a:pt x="521626" y="400671"/>
                    <a:pt x="505433" y="400671"/>
                  </a:cubicBezTo>
                  <a:lnTo>
                    <a:pt x="29183" y="400671"/>
                  </a:lnTo>
                  <a:cubicBezTo>
                    <a:pt x="12990" y="400671"/>
                    <a:pt x="608" y="388289"/>
                    <a:pt x="608" y="372096"/>
                  </a:cubicBezTo>
                  <a:lnTo>
                    <a:pt x="608" y="29196"/>
                  </a:lnTo>
                  <a:cubicBezTo>
                    <a:pt x="608" y="13004"/>
                    <a:pt x="12990" y="621"/>
                    <a:pt x="29183" y="621"/>
                  </a:cubicBezTo>
                  <a:lnTo>
                    <a:pt x="505433" y="621"/>
                  </a:lnTo>
                  <a:close/>
                  <a:moveTo>
                    <a:pt x="391133" y="198741"/>
                  </a:moveTo>
                  <a:cubicBezTo>
                    <a:pt x="378751" y="189216"/>
                    <a:pt x="360653" y="192074"/>
                    <a:pt x="351128" y="204456"/>
                  </a:cubicBezTo>
                  <a:lnTo>
                    <a:pt x="351128" y="204456"/>
                  </a:lnTo>
                  <a:lnTo>
                    <a:pt x="267308" y="315899"/>
                  </a:lnTo>
                  <a:cubicBezTo>
                    <a:pt x="266355" y="316851"/>
                    <a:pt x="265403" y="317804"/>
                    <a:pt x="264451" y="318756"/>
                  </a:cubicBezTo>
                  <a:cubicBezTo>
                    <a:pt x="253021" y="330186"/>
                    <a:pt x="234923" y="330186"/>
                    <a:pt x="224446" y="318756"/>
                  </a:cubicBezTo>
                  <a:lnTo>
                    <a:pt x="224446" y="318756"/>
                  </a:lnTo>
                  <a:lnTo>
                    <a:pt x="162533" y="257796"/>
                  </a:lnTo>
                  <a:cubicBezTo>
                    <a:pt x="161580" y="256844"/>
                    <a:pt x="161580" y="256844"/>
                    <a:pt x="160628" y="255891"/>
                  </a:cubicBezTo>
                  <a:cubicBezTo>
                    <a:pt x="148246" y="245414"/>
                    <a:pt x="130148" y="247319"/>
                    <a:pt x="120623" y="259701"/>
                  </a:cubicBezTo>
                  <a:lnTo>
                    <a:pt x="120623" y="259701"/>
                  </a:lnTo>
                  <a:lnTo>
                    <a:pt x="32993" y="366381"/>
                  </a:lnTo>
                  <a:cubicBezTo>
                    <a:pt x="32040" y="368286"/>
                    <a:pt x="31088" y="370191"/>
                    <a:pt x="31088" y="372096"/>
                  </a:cubicBezTo>
                  <a:cubicBezTo>
                    <a:pt x="31088" y="377811"/>
                    <a:pt x="34898" y="381621"/>
                    <a:pt x="40613" y="381621"/>
                  </a:cubicBezTo>
                  <a:lnTo>
                    <a:pt x="40613" y="381621"/>
                  </a:lnTo>
                  <a:lnTo>
                    <a:pt x="497813" y="381621"/>
                  </a:lnTo>
                  <a:cubicBezTo>
                    <a:pt x="499718" y="381621"/>
                    <a:pt x="501623" y="380669"/>
                    <a:pt x="503528" y="379716"/>
                  </a:cubicBezTo>
                  <a:cubicBezTo>
                    <a:pt x="508290" y="376859"/>
                    <a:pt x="509243" y="371144"/>
                    <a:pt x="506386" y="366381"/>
                  </a:cubicBezTo>
                  <a:lnTo>
                    <a:pt x="506386" y="366381"/>
                  </a:lnTo>
                  <a:lnTo>
                    <a:pt x="398753" y="205409"/>
                  </a:lnTo>
                  <a:cubicBezTo>
                    <a:pt x="395896" y="202551"/>
                    <a:pt x="393990" y="200646"/>
                    <a:pt x="391133" y="198741"/>
                  </a:cubicBezTo>
                  <a:close/>
                  <a:moveTo>
                    <a:pt x="95858" y="57771"/>
                  </a:moveTo>
                  <a:cubicBezTo>
                    <a:pt x="74903" y="57771"/>
                    <a:pt x="57758" y="74916"/>
                    <a:pt x="57758" y="95871"/>
                  </a:cubicBezTo>
                  <a:cubicBezTo>
                    <a:pt x="57758" y="116826"/>
                    <a:pt x="74903" y="133971"/>
                    <a:pt x="95858" y="133971"/>
                  </a:cubicBezTo>
                  <a:cubicBezTo>
                    <a:pt x="116813" y="133971"/>
                    <a:pt x="133958" y="116826"/>
                    <a:pt x="133958" y="95871"/>
                  </a:cubicBezTo>
                  <a:cubicBezTo>
                    <a:pt x="133958" y="74916"/>
                    <a:pt x="116813" y="57771"/>
                    <a:pt x="95858" y="57771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l" marL="0"/>
            </a:p>
          </p:txBody>
        </p:sp>
      </p:grpSp>
      <p:sp>
        <p:nvSpPr>
          <p:cNvPr name="AutoShape 16" id="16"/>
          <p:cNvSpPr/>
          <p:nvPr/>
        </p:nvSpPr>
        <p:spPr>
          <a:xfrm>
            <a:off x="1325733" y="4840906"/>
            <a:ext cx="4758505" cy="369332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b" wrap="square" tIns="45720" lIns="91440" bIns="45720" rIns="91440">
            <a:spAutoFit/>
          </a:bodyPr>
          <a:p>
            <a:pPr algn="l" marL="0"/>
            <a:r>
              <a:rPr lang="zh-CN" b="true" i="false" sz="1800" baseline="0" u="none" altLang="en-US">
                <a:solidFill>
                  <a:schemeClr val="accent1"/>
                </a:solidFill>
                <a:latin typeface="微软雅黑"/>
                <a:ea typeface="微软雅黑"/>
              </a:rPr>
              <a:t>行业合作建议</a:t>
            </a:r>
          </a:p>
        </p:txBody>
      </p:sp>
      <p:sp>
        <p:nvSpPr>
          <p:cNvPr name="AutoShape 17" id="17"/>
          <p:cNvSpPr/>
          <p:nvPr/>
        </p:nvSpPr>
        <p:spPr>
          <a:xfrm>
            <a:off x="1325734" y="5141704"/>
            <a:ext cx="4758505" cy="1023357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t" wrap="square" tIns="45720" lIns="91440" bIns="45720" rIns="9144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行业应加强合作，推动AI生成PPT技术的应用和推广，特别是在跨行业和全球化应用中，应注重本地化需求和文化差异，确保技术的广泛应用和成功落地。</a:t>
            </a:r>
          </a:p>
        </p:txBody>
      </p:sp>
      <p:sp>
        <p:nvSpPr>
          <p:cNvPr name="Freeform 18" id="18"/>
          <p:cNvSpPr/>
          <p:nvPr/>
        </p:nvSpPr>
        <p:spPr>
          <a:xfrm>
            <a:off x="6504724" y="2688132"/>
            <a:ext cx="4562539" cy="3206333"/>
          </a:xfrm>
          <a:custGeom>
            <a:avLst/>
            <a:gdLst/>
            <a:ahLst/>
            <a:cxnLst/>
            <a:rect r="r" b="b" t="t" l="l"/>
            <a:pathLst>
              <a:path w="1854" h="1304" stroke="true" fill="norm" extrusionOk="true">
                <a:moveTo>
                  <a:pt x="194" y="1304"/>
                </a:moveTo>
                <a:cubicBezTo>
                  <a:pt x="287" y="885"/>
                  <a:pt x="0" y="693"/>
                  <a:pt x="56" y="431"/>
                </a:cubicBezTo>
                <a:cubicBezTo>
                  <a:pt x="112" y="170"/>
                  <a:pt x="271" y="0"/>
                  <a:pt x="550" y="75"/>
                </a:cubicBezTo>
                <a:cubicBezTo>
                  <a:pt x="829" y="150"/>
                  <a:pt x="943" y="376"/>
                  <a:pt x="1295" y="286"/>
                </a:cubicBezTo>
                <a:cubicBezTo>
                  <a:pt x="1646" y="197"/>
                  <a:pt x="1825" y="265"/>
                  <a:pt x="1839" y="471"/>
                </a:cubicBezTo>
                <a:cubicBezTo>
                  <a:pt x="1854" y="677"/>
                  <a:pt x="1780" y="1120"/>
                  <a:pt x="1656" y="1304"/>
                </a:cubicBezTo>
                <a:lnTo>
                  <a:pt x="194" y="1304"/>
                </a:lnTo>
                <a:close/>
              </a:path>
            </a:pathLst>
          </a:custGeom>
          <a:solidFill>
            <a:srgbClr val="CBE4F7"/>
          </a:solidFill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19" id="19"/>
          <p:cNvSpPr/>
          <p:nvPr/>
        </p:nvSpPr>
        <p:spPr>
          <a:xfrm>
            <a:off x="6527227" y="4330978"/>
            <a:ext cx="530638" cy="695278"/>
          </a:xfrm>
          <a:custGeom>
            <a:avLst/>
            <a:gdLst/>
            <a:ahLst/>
            <a:cxnLst/>
            <a:rect r="r" b="b" t="t" l="l"/>
            <a:pathLst>
              <a:path w="216" h="283" stroke="true" fill="norm" extrusionOk="true">
                <a:moveTo>
                  <a:pt x="148" y="283"/>
                </a:moveTo>
                <a:cubicBezTo>
                  <a:pt x="141" y="229"/>
                  <a:pt x="163" y="195"/>
                  <a:pt x="98" y="167"/>
                </a:cubicBezTo>
                <a:cubicBezTo>
                  <a:pt x="34" y="138"/>
                  <a:pt x="0" y="105"/>
                  <a:pt x="17" y="54"/>
                </a:cubicBezTo>
                <a:cubicBezTo>
                  <a:pt x="35" y="3"/>
                  <a:pt x="129" y="0"/>
                  <a:pt x="162" y="43"/>
                </a:cubicBezTo>
                <a:cubicBezTo>
                  <a:pt x="194" y="86"/>
                  <a:pt x="216" y="136"/>
                  <a:pt x="213" y="209"/>
                </a:cubicBezTo>
                <a:lnTo>
                  <a:pt x="148" y="283"/>
                </a:lnTo>
                <a:close/>
              </a:path>
            </a:pathLst>
          </a:custGeom>
          <a:solidFill>
            <a:srgbClr val="14BBA2"/>
          </a:solidFill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20" id="20"/>
          <p:cNvSpPr/>
          <p:nvPr/>
        </p:nvSpPr>
        <p:spPr>
          <a:xfrm>
            <a:off x="6689499" y="4514569"/>
            <a:ext cx="283087" cy="383765"/>
          </a:xfrm>
          <a:custGeom>
            <a:avLst/>
            <a:gdLst/>
            <a:ahLst/>
            <a:cxnLst/>
            <a:rect r="r" b="b" t="t" l="l"/>
            <a:pathLst>
              <a:path w="115" h="156" stroke="true" fill="norm" extrusionOk="true">
                <a:moveTo>
                  <a:pt x="0" y="1"/>
                </a:moveTo>
                <a:cubicBezTo>
                  <a:pt x="0" y="1"/>
                  <a:pt x="111" y="0"/>
                  <a:pt x="115" y="156"/>
                </a:cubicBezTo>
              </a:path>
            </a:pathLst>
          </a:custGeom>
          <a:noFill/>
          <a:ln w="14288" cap="rnd">
            <a:solidFill>
              <a:srgbClr val="1DCEB4"/>
            </a:solidFill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21" id="21"/>
          <p:cNvSpPr/>
          <p:nvPr/>
        </p:nvSpPr>
        <p:spPr>
          <a:xfrm>
            <a:off x="6674101" y="4141464"/>
            <a:ext cx="472599" cy="658559"/>
          </a:xfrm>
          <a:custGeom>
            <a:avLst/>
            <a:gdLst/>
            <a:ahLst/>
            <a:cxnLst/>
            <a:rect r="r" b="b" t="t" l="l"/>
            <a:pathLst>
              <a:path w="192" h="268" stroke="true" fill="norm" extrusionOk="true">
                <a:moveTo>
                  <a:pt x="145" y="268"/>
                </a:moveTo>
                <a:cubicBezTo>
                  <a:pt x="145" y="268"/>
                  <a:pt x="139" y="150"/>
                  <a:pt x="81" y="120"/>
                </a:cubicBezTo>
                <a:cubicBezTo>
                  <a:pt x="23" y="90"/>
                  <a:pt x="0" y="75"/>
                  <a:pt x="10" y="38"/>
                </a:cubicBezTo>
                <a:cubicBezTo>
                  <a:pt x="20" y="0"/>
                  <a:pt x="101" y="3"/>
                  <a:pt x="135" y="45"/>
                </a:cubicBezTo>
                <a:cubicBezTo>
                  <a:pt x="169" y="87"/>
                  <a:pt x="192" y="135"/>
                  <a:pt x="192" y="212"/>
                </a:cubicBezTo>
                <a:lnTo>
                  <a:pt x="145" y="268"/>
                </a:lnTo>
                <a:close/>
              </a:path>
            </a:pathLst>
          </a:custGeom>
          <a:solidFill>
            <a:srgbClr val="14AD98"/>
          </a:solidFill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22" id="22"/>
          <p:cNvSpPr/>
          <p:nvPr/>
        </p:nvSpPr>
        <p:spPr>
          <a:xfrm>
            <a:off x="6767673" y="4246881"/>
            <a:ext cx="322173" cy="447725"/>
          </a:xfrm>
          <a:custGeom>
            <a:avLst/>
            <a:gdLst/>
            <a:ahLst/>
            <a:cxnLst/>
            <a:rect r="r" b="b" t="t" l="l"/>
            <a:pathLst>
              <a:path w="131" h="182" stroke="true" fill="norm" extrusionOk="true">
                <a:moveTo>
                  <a:pt x="0" y="0"/>
                </a:moveTo>
                <a:cubicBezTo>
                  <a:pt x="0" y="0"/>
                  <a:pt x="111" y="2"/>
                  <a:pt x="131" y="182"/>
                </a:cubicBezTo>
              </a:path>
            </a:pathLst>
          </a:custGeom>
          <a:noFill/>
          <a:ln w="14288" cap="rnd">
            <a:solidFill>
              <a:srgbClr val="1DCEB4"/>
            </a:solidFill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23" id="23"/>
          <p:cNvSpPr/>
          <p:nvPr/>
        </p:nvSpPr>
        <p:spPr>
          <a:xfrm>
            <a:off x="6954818" y="3792048"/>
            <a:ext cx="411008" cy="865841"/>
          </a:xfrm>
          <a:custGeom>
            <a:avLst/>
            <a:gdLst/>
            <a:ahLst/>
            <a:cxnLst/>
            <a:rect r="r" b="b" t="t" l="l"/>
            <a:pathLst>
              <a:path w="167" h="352" stroke="true" fill="norm" extrusionOk="true">
                <a:moveTo>
                  <a:pt x="68" y="352"/>
                </a:moveTo>
                <a:cubicBezTo>
                  <a:pt x="68" y="352"/>
                  <a:pt x="56" y="283"/>
                  <a:pt x="28" y="208"/>
                </a:cubicBezTo>
                <a:cubicBezTo>
                  <a:pt x="0" y="134"/>
                  <a:pt x="3" y="19"/>
                  <a:pt x="55" y="9"/>
                </a:cubicBezTo>
                <a:cubicBezTo>
                  <a:pt x="107" y="0"/>
                  <a:pt x="91" y="95"/>
                  <a:pt x="119" y="147"/>
                </a:cubicBezTo>
                <a:cubicBezTo>
                  <a:pt x="146" y="199"/>
                  <a:pt x="167" y="242"/>
                  <a:pt x="145" y="308"/>
                </a:cubicBezTo>
                <a:lnTo>
                  <a:pt x="68" y="352"/>
                </a:lnTo>
                <a:close/>
              </a:path>
            </a:pathLst>
          </a:custGeom>
          <a:solidFill>
            <a:srgbClr val="14BBA2"/>
          </a:solidFill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24" id="24"/>
          <p:cNvSpPr/>
          <p:nvPr/>
        </p:nvSpPr>
        <p:spPr>
          <a:xfrm>
            <a:off x="7038914" y="3871407"/>
            <a:ext cx="178854" cy="702385"/>
          </a:xfrm>
          <a:custGeom>
            <a:avLst/>
            <a:gdLst/>
            <a:ahLst/>
            <a:cxnLst/>
            <a:rect r="r" b="b" t="t" l="l"/>
            <a:pathLst>
              <a:path w="73" h="286" stroke="true" fill="norm" extrusionOk="true">
                <a:moveTo>
                  <a:pt x="21" y="0"/>
                </a:moveTo>
                <a:cubicBezTo>
                  <a:pt x="0" y="114"/>
                  <a:pt x="66" y="124"/>
                  <a:pt x="73" y="286"/>
                </a:cubicBezTo>
              </a:path>
            </a:pathLst>
          </a:custGeom>
          <a:noFill/>
          <a:ln w="14288" cap="rnd">
            <a:solidFill>
              <a:srgbClr val="1DCEB4"/>
            </a:solidFill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25" id="25"/>
          <p:cNvSpPr/>
          <p:nvPr/>
        </p:nvSpPr>
        <p:spPr>
          <a:xfrm>
            <a:off x="7250933" y="3935368"/>
            <a:ext cx="402716" cy="594599"/>
          </a:xfrm>
          <a:custGeom>
            <a:avLst/>
            <a:gdLst/>
            <a:ahLst/>
            <a:cxnLst/>
            <a:rect r="r" b="b" t="t" l="l"/>
            <a:pathLst>
              <a:path w="164" h="242" stroke="true" fill="norm" extrusionOk="true">
                <a:moveTo>
                  <a:pt x="24" y="242"/>
                </a:moveTo>
                <a:cubicBezTo>
                  <a:pt x="24" y="242"/>
                  <a:pt x="0" y="164"/>
                  <a:pt x="21" y="93"/>
                </a:cubicBezTo>
                <a:cubicBezTo>
                  <a:pt x="43" y="22"/>
                  <a:pt x="116" y="0"/>
                  <a:pt x="140" y="32"/>
                </a:cubicBezTo>
                <a:cubicBezTo>
                  <a:pt x="164" y="63"/>
                  <a:pt x="99" y="117"/>
                  <a:pt x="120" y="196"/>
                </a:cubicBezTo>
                <a:lnTo>
                  <a:pt x="24" y="242"/>
                </a:lnTo>
                <a:close/>
              </a:path>
            </a:pathLst>
          </a:custGeom>
          <a:solidFill>
            <a:srgbClr val="14AD98"/>
          </a:solidFill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26" id="26"/>
          <p:cNvSpPr/>
          <p:nvPr/>
        </p:nvSpPr>
        <p:spPr>
          <a:xfrm>
            <a:off x="7333845" y="4040786"/>
            <a:ext cx="189514" cy="407454"/>
          </a:xfrm>
          <a:custGeom>
            <a:avLst/>
            <a:gdLst/>
            <a:ahLst/>
            <a:cxnLst/>
            <a:rect r="r" b="b" t="t" l="l"/>
            <a:pathLst>
              <a:path w="77" h="166" stroke="true" fill="norm" extrusionOk="true">
                <a:moveTo>
                  <a:pt x="77" y="0"/>
                </a:moveTo>
                <a:cubicBezTo>
                  <a:pt x="77" y="0"/>
                  <a:pt x="0" y="63"/>
                  <a:pt x="33" y="166"/>
                </a:cubicBezTo>
              </a:path>
            </a:pathLst>
          </a:custGeom>
          <a:noFill/>
          <a:ln w="14288" cap="rnd">
            <a:solidFill>
              <a:srgbClr val="1DCEB4"/>
            </a:solidFill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27" id="27"/>
          <p:cNvSpPr/>
          <p:nvPr/>
        </p:nvSpPr>
        <p:spPr>
          <a:xfrm>
            <a:off x="9342689" y="4628278"/>
            <a:ext cx="365998" cy="381396"/>
          </a:xfrm>
          <a:custGeom>
            <a:avLst/>
            <a:gdLst/>
            <a:ahLst/>
            <a:cxnLst/>
            <a:rect r="r" b="b" t="t" l="l"/>
            <a:pathLst>
              <a:path w="149" h="155" stroke="true" fill="norm" extrusionOk="true">
                <a:moveTo>
                  <a:pt x="81" y="145"/>
                </a:moveTo>
                <a:cubicBezTo>
                  <a:pt x="66" y="120"/>
                  <a:pt x="0" y="86"/>
                  <a:pt x="8" y="45"/>
                </a:cubicBezTo>
                <a:cubicBezTo>
                  <a:pt x="15" y="5"/>
                  <a:pt x="89" y="0"/>
                  <a:pt x="119" y="54"/>
                </a:cubicBezTo>
                <a:cubicBezTo>
                  <a:pt x="149" y="107"/>
                  <a:pt x="149" y="155"/>
                  <a:pt x="149" y="155"/>
                </a:cubicBezTo>
                <a:lnTo>
                  <a:pt x="81" y="145"/>
                </a:lnTo>
                <a:close/>
              </a:path>
            </a:pathLst>
          </a:custGeom>
          <a:solidFill>
            <a:srgbClr val="14BCA3"/>
          </a:solidFill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28" id="28"/>
          <p:cNvSpPr/>
          <p:nvPr/>
        </p:nvSpPr>
        <p:spPr>
          <a:xfrm>
            <a:off x="9455212" y="4733694"/>
            <a:ext cx="152796" cy="235708"/>
          </a:xfrm>
          <a:custGeom>
            <a:avLst/>
            <a:gdLst/>
            <a:ahLst/>
            <a:cxnLst/>
            <a:rect r="r" b="b" t="t" l="l"/>
            <a:pathLst>
              <a:path w="62" h="96" stroke="true" fill="norm" extrusionOk="true">
                <a:moveTo>
                  <a:pt x="0" y="0"/>
                </a:moveTo>
                <a:cubicBezTo>
                  <a:pt x="0" y="0"/>
                  <a:pt x="62" y="14"/>
                  <a:pt x="62" y="96"/>
                </a:cubicBezTo>
              </a:path>
            </a:pathLst>
          </a:custGeom>
          <a:noFill/>
          <a:ln w="14288" cap="rnd">
            <a:solidFill>
              <a:srgbClr val="1DCEB4"/>
            </a:solidFill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29" id="29"/>
          <p:cNvSpPr/>
          <p:nvPr/>
        </p:nvSpPr>
        <p:spPr>
          <a:xfrm>
            <a:off x="9596163" y="4418628"/>
            <a:ext cx="390872" cy="591045"/>
          </a:xfrm>
          <a:custGeom>
            <a:avLst/>
            <a:gdLst/>
            <a:ahLst/>
            <a:cxnLst/>
            <a:rect r="r" b="b" t="t" l="l"/>
            <a:pathLst>
              <a:path w="159" h="240" stroke="true" fill="norm" extrusionOk="true">
                <a:moveTo>
                  <a:pt x="40" y="228"/>
                </a:moveTo>
                <a:cubicBezTo>
                  <a:pt x="21" y="190"/>
                  <a:pt x="0" y="106"/>
                  <a:pt x="22" y="55"/>
                </a:cubicBezTo>
                <a:cubicBezTo>
                  <a:pt x="45" y="4"/>
                  <a:pt x="114" y="0"/>
                  <a:pt x="110" y="59"/>
                </a:cubicBezTo>
                <a:cubicBezTo>
                  <a:pt x="105" y="118"/>
                  <a:pt x="92" y="183"/>
                  <a:pt x="159" y="240"/>
                </a:cubicBezTo>
                <a:lnTo>
                  <a:pt x="40" y="228"/>
                </a:lnTo>
                <a:close/>
              </a:path>
            </a:pathLst>
          </a:custGeom>
          <a:solidFill>
            <a:srgbClr val="14AD98"/>
          </a:solidFill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30" id="30"/>
          <p:cNvSpPr/>
          <p:nvPr/>
        </p:nvSpPr>
        <p:spPr>
          <a:xfrm>
            <a:off x="9653017" y="4514569"/>
            <a:ext cx="130291" cy="438250"/>
          </a:xfrm>
          <a:custGeom>
            <a:avLst/>
            <a:gdLst/>
            <a:ahLst/>
            <a:cxnLst/>
            <a:rect r="r" b="b" t="t" l="l"/>
            <a:pathLst>
              <a:path w="53" h="178" stroke="true" fill="norm" extrusionOk="true">
                <a:moveTo>
                  <a:pt x="44" y="0"/>
                </a:moveTo>
                <a:cubicBezTo>
                  <a:pt x="44" y="0"/>
                  <a:pt x="0" y="40"/>
                  <a:pt x="53" y="178"/>
                </a:cubicBezTo>
              </a:path>
            </a:pathLst>
          </a:custGeom>
          <a:noFill/>
          <a:ln w="14288" cap="rnd">
            <a:solidFill>
              <a:srgbClr val="1DCEB4"/>
            </a:solidFill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31" id="31"/>
          <p:cNvSpPr/>
          <p:nvPr/>
        </p:nvSpPr>
        <p:spPr>
          <a:xfrm>
            <a:off x="9783307" y="4259910"/>
            <a:ext cx="521162" cy="793588"/>
          </a:xfrm>
          <a:custGeom>
            <a:avLst/>
            <a:gdLst/>
            <a:ahLst/>
            <a:cxnLst/>
            <a:rect r="r" b="b" t="t" l="l"/>
            <a:pathLst>
              <a:path w="212" h="323" stroke="true" fill="norm" extrusionOk="true">
                <a:moveTo>
                  <a:pt x="61" y="318"/>
                </a:moveTo>
                <a:cubicBezTo>
                  <a:pt x="30" y="278"/>
                  <a:pt x="0" y="240"/>
                  <a:pt x="10" y="181"/>
                </a:cubicBezTo>
                <a:cubicBezTo>
                  <a:pt x="19" y="122"/>
                  <a:pt x="47" y="102"/>
                  <a:pt x="95" y="68"/>
                </a:cubicBezTo>
                <a:cubicBezTo>
                  <a:pt x="142" y="34"/>
                  <a:pt x="187" y="0"/>
                  <a:pt x="199" y="28"/>
                </a:cubicBezTo>
                <a:cubicBezTo>
                  <a:pt x="212" y="56"/>
                  <a:pt x="123" y="119"/>
                  <a:pt x="115" y="172"/>
                </a:cubicBezTo>
                <a:cubicBezTo>
                  <a:pt x="107" y="226"/>
                  <a:pt x="159" y="323"/>
                  <a:pt x="159" y="323"/>
                </a:cubicBezTo>
                <a:lnTo>
                  <a:pt x="61" y="318"/>
                </a:lnTo>
                <a:close/>
              </a:path>
            </a:pathLst>
          </a:custGeom>
          <a:solidFill>
            <a:srgbClr val="14BCA3"/>
          </a:solidFill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32" id="32"/>
          <p:cNvSpPr/>
          <p:nvPr/>
        </p:nvSpPr>
        <p:spPr>
          <a:xfrm>
            <a:off x="9753696" y="4377172"/>
            <a:ext cx="447725" cy="632501"/>
          </a:xfrm>
          <a:custGeom>
            <a:avLst/>
            <a:gdLst/>
            <a:ahLst/>
            <a:cxnLst/>
            <a:rect r="r" b="b" t="t" l="l"/>
            <a:pathLst>
              <a:path w="182" h="257" stroke="true" fill="norm" extrusionOk="true">
                <a:moveTo>
                  <a:pt x="182" y="0"/>
                </a:moveTo>
                <a:cubicBezTo>
                  <a:pt x="182" y="0"/>
                  <a:pt x="0" y="84"/>
                  <a:pt x="89" y="257"/>
                </a:cubicBezTo>
              </a:path>
            </a:pathLst>
          </a:custGeom>
          <a:noFill/>
          <a:ln w="14288" cap="rnd">
            <a:solidFill>
              <a:srgbClr val="1DCEB4"/>
            </a:solidFill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33" id="33"/>
          <p:cNvSpPr/>
          <p:nvPr/>
        </p:nvSpPr>
        <p:spPr>
          <a:xfrm>
            <a:off x="10007171" y="4445870"/>
            <a:ext cx="521162" cy="651453"/>
          </a:xfrm>
          <a:custGeom>
            <a:avLst/>
            <a:gdLst/>
            <a:ahLst/>
            <a:cxnLst/>
            <a:rect r="r" b="b" t="t" l="l"/>
            <a:pathLst>
              <a:path w="212" h="265" stroke="true" fill="norm" extrusionOk="true">
                <a:moveTo>
                  <a:pt x="32" y="238"/>
                </a:moveTo>
                <a:cubicBezTo>
                  <a:pt x="24" y="189"/>
                  <a:pt x="0" y="103"/>
                  <a:pt x="62" y="52"/>
                </a:cubicBezTo>
                <a:cubicBezTo>
                  <a:pt x="123" y="0"/>
                  <a:pt x="212" y="43"/>
                  <a:pt x="200" y="85"/>
                </a:cubicBezTo>
                <a:cubicBezTo>
                  <a:pt x="189" y="128"/>
                  <a:pt x="122" y="116"/>
                  <a:pt x="105" y="169"/>
                </a:cubicBezTo>
                <a:cubicBezTo>
                  <a:pt x="89" y="221"/>
                  <a:pt x="111" y="265"/>
                  <a:pt x="111" y="265"/>
                </a:cubicBezTo>
                <a:lnTo>
                  <a:pt x="32" y="238"/>
                </a:lnTo>
                <a:close/>
              </a:path>
            </a:pathLst>
          </a:custGeom>
          <a:solidFill>
            <a:srgbClr val="14AD98"/>
          </a:solidFill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34" id="34"/>
          <p:cNvSpPr/>
          <p:nvPr/>
        </p:nvSpPr>
        <p:spPr>
          <a:xfrm>
            <a:off x="10048627" y="4576161"/>
            <a:ext cx="381396" cy="411008"/>
          </a:xfrm>
          <a:custGeom>
            <a:avLst/>
            <a:gdLst/>
            <a:ahLst/>
            <a:cxnLst/>
            <a:rect r="r" b="b" t="t" l="l"/>
            <a:pathLst>
              <a:path w="155" h="167" stroke="true" fill="norm" extrusionOk="true">
                <a:moveTo>
                  <a:pt x="155" y="21"/>
                </a:moveTo>
                <a:cubicBezTo>
                  <a:pt x="155" y="21"/>
                  <a:pt x="0" y="0"/>
                  <a:pt x="45" y="167"/>
                </a:cubicBezTo>
              </a:path>
            </a:pathLst>
          </a:custGeom>
          <a:noFill/>
          <a:ln w="14288" cap="rnd">
            <a:solidFill>
              <a:srgbClr val="1DCEB4"/>
            </a:solidFill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35" id="35"/>
          <p:cNvSpPr/>
          <p:nvPr/>
        </p:nvSpPr>
        <p:spPr>
          <a:xfrm>
            <a:off x="6646859" y="4256357"/>
            <a:ext cx="4271162" cy="1638108"/>
          </a:xfrm>
          <a:custGeom>
            <a:avLst/>
            <a:gdLst/>
            <a:ahLst/>
            <a:cxnLst/>
            <a:rect r="r" b="b" t="t" l="l"/>
            <a:pathLst>
              <a:path w="1735" h="666" stroke="true" fill="norm" extrusionOk="true">
                <a:moveTo>
                  <a:pt x="54" y="666"/>
                </a:moveTo>
                <a:cubicBezTo>
                  <a:pt x="1565" y="666"/>
                  <a:pt x="1565" y="666"/>
                  <a:pt x="1565" y="666"/>
                </a:cubicBezTo>
                <a:cubicBezTo>
                  <a:pt x="1565" y="666"/>
                  <a:pt x="1735" y="323"/>
                  <a:pt x="1305" y="283"/>
                </a:cubicBezTo>
                <a:cubicBezTo>
                  <a:pt x="874" y="243"/>
                  <a:pt x="955" y="39"/>
                  <a:pt x="570" y="19"/>
                </a:cubicBezTo>
                <a:cubicBezTo>
                  <a:pt x="184" y="0"/>
                  <a:pt x="0" y="316"/>
                  <a:pt x="54" y="666"/>
                </a:cubicBezTo>
                <a:close/>
              </a:path>
            </a:pathLst>
          </a:custGeom>
          <a:solidFill>
            <a:srgbClr val="F98091"/>
          </a:solidFill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36" id="36"/>
          <p:cNvSpPr/>
          <p:nvPr/>
        </p:nvSpPr>
        <p:spPr>
          <a:xfrm>
            <a:off x="9413757" y="4615247"/>
            <a:ext cx="2013581" cy="1279217"/>
          </a:xfrm>
          <a:custGeom>
            <a:avLst/>
            <a:gdLst/>
            <a:ahLst/>
            <a:cxnLst/>
            <a:rect r="r" b="b" t="t" l="l"/>
            <a:pathLst>
              <a:path w="818" h="520" stroke="true" fill="norm" extrusionOk="true">
                <a:moveTo>
                  <a:pt x="64" y="520"/>
                </a:moveTo>
                <a:cubicBezTo>
                  <a:pt x="13" y="431"/>
                  <a:pt x="0" y="307"/>
                  <a:pt x="159" y="247"/>
                </a:cubicBezTo>
                <a:cubicBezTo>
                  <a:pt x="319" y="188"/>
                  <a:pt x="305" y="0"/>
                  <a:pt x="561" y="25"/>
                </a:cubicBezTo>
                <a:cubicBezTo>
                  <a:pt x="818" y="50"/>
                  <a:pt x="692" y="446"/>
                  <a:pt x="653" y="520"/>
                </a:cubicBezTo>
                <a:lnTo>
                  <a:pt x="64" y="520"/>
                </a:lnTo>
                <a:close/>
              </a:path>
            </a:pathLst>
          </a:custGeom>
          <a:solidFill>
            <a:srgbClr val="62A5E7"/>
          </a:solidFill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37" id="37"/>
          <p:cNvSpPr/>
          <p:nvPr/>
        </p:nvSpPr>
        <p:spPr>
          <a:xfrm>
            <a:off x="8897332" y="3910495"/>
            <a:ext cx="710676" cy="39087"/>
          </a:xfrm>
          <a:custGeom>
            <a:avLst/>
            <a:gdLst/>
            <a:ahLst/>
            <a:cxnLst/>
            <a:rect r="r" b="b" t="t" l="l"/>
            <a:pathLst>
              <a:path w="289" h="16" stroke="true" fill="norm" extrusionOk="true">
                <a:moveTo>
                  <a:pt x="289" y="16"/>
                </a:moveTo>
                <a:cubicBezTo>
                  <a:pt x="8" y="16"/>
                  <a:pt x="8" y="16"/>
                  <a:pt x="8" y="16"/>
                </a:cubicBezTo>
                <a:cubicBezTo>
                  <a:pt x="4" y="16"/>
                  <a:pt x="0" y="12"/>
                  <a:pt x="0" y="8"/>
                </a:cubicBezTo>
                <a:cubicBezTo>
                  <a:pt x="0" y="8"/>
                  <a:pt x="0" y="8"/>
                  <a:pt x="0" y="8"/>
                </a:cubicBezTo>
                <a:cubicBezTo>
                  <a:pt x="0" y="3"/>
                  <a:pt x="4" y="0"/>
                  <a:pt x="8" y="0"/>
                </a:cubicBezTo>
                <a:cubicBezTo>
                  <a:pt x="289" y="0"/>
                  <a:pt x="289" y="0"/>
                  <a:pt x="289" y="0"/>
                </a:cubicBezTo>
                <a:lnTo>
                  <a:pt x="289" y="16"/>
                </a:lnTo>
                <a:close/>
              </a:path>
            </a:pathLst>
          </a:custGeom>
          <a:solidFill>
            <a:srgbClr val="FFFFFF"/>
          </a:solidFill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38" id="38"/>
          <p:cNvSpPr/>
          <p:nvPr/>
        </p:nvSpPr>
        <p:spPr>
          <a:xfrm>
            <a:off x="9799890" y="3391702"/>
            <a:ext cx="236892" cy="518794"/>
          </a:xfrm>
          <a:custGeom>
            <a:avLst/>
            <a:gdLst/>
            <a:ahLst/>
            <a:cxnLst/>
            <a:rect r="r" b="b" t="t" l="l"/>
            <a:pathLst>
              <a:path w="96" h="211" stroke="true" fill="norm" extrusionOk="true">
                <a:moveTo>
                  <a:pt x="0" y="0"/>
                </a:moveTo>
                <a:cubicBezTo>
                  <a:pt x="0" y="211"/>
                  <a:pt x="0" y="211"/>
                  <a:pt x="0" y="211"/>
                </a:cubicBezTo>
                <a:cubicBezTo>
                  <a:pt x="54" y="211"/>
                  <a:pt x="54" y="211"/>
                  <a:pt x="54" y="211"/>
                </a:cubicBezTo>
                <a:cubicBezTo>
                  <a:pt x="95" y="7"/>
                  <a:pt x="95" y="7"/>
                  <a:pt x="95" y="7"/>
                </a:cubicBezTo>
                <a:cubicBezTo>
                  <a:pt x="96" y="4"/>
                  <a:pt x="93" y="0"/>
                  <a:pt x="89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C1C7D3"/>
          </a:solidFill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39" id="39"/>
          <p:cNvSpPr/>
          <p:nvPr/>
        </p:nvSpPr>
        <p:spPr>
          <a:xfrm>
            <a:off x="9608008" y="3910495"/>
            <a:ext cx="324542" cy="39087"/>
          </a:xfrm>
          <a:custGeom>
            <a:avLst/>
            <a:gdLst/>
            <a:ahLst/>
            <a:cxnLst/>
            <a:rect r="r" b="b" t="t" l="l"/>
            <a:pathLst>
              <a:path w="132" h="16" stroke="true" fill="norm" extrusionOk="true">
                <a:moveTo>
                  <a:pt x="123" y="16"/>
                </a:moveTo>
                <a:cubicBezTo>
                  <a:pt x="0" y="16"/>
                  <a:pt x="0" y="16"/>
                  <a:pt x="0" y="16"/>
                </a:cubicBezTo>
                <a:cubicBezTo>
                  <a:pt x="0" y="0"/>
                  <a:pt x="0" y="0"/>
                  <a:pt x="0" y="0"/>
                </a:cubicBezTo>
                <a:cubicBezTo>
                  <a:pt x="132" y="0"/>
                  <a:pt x="132" y="0"/>
                  <a:pt x="132" y="0"/>
                </a:cubicBezTo>
                <a:cubicBezTo>
                  <a:pt x="132" y="7"/>
                  <a:pt x="132" y="7"/>
                  <a:pt x="132" y="7"/>
                </a:cubicBezTo>
                <a:cubicBezTo>
                  <a:pt x="132" y="12"/>
                  <a:pt x="128" y="16"/>
                  <a:pt x="123" y="16"/>
                </a:cubicBezTo>
                <a:close/>
              </a:path>
            </a:pathLst>
          </a:custGeom>
          <a:solidFill>
            <a:srgbClr val="A9B2BF"/>
          </a:solidFill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40" id="40"/>
          <p:cNvSpPr/>
          <p:nvPr/>
        </p:nvSpPr>
        <p:spPr>
          <a:xfrm>
            <a:off x="9150806" y="3391702"/>
            <a:ext cx="856364" cy="518794"/>
          </a:xfrm>
          <a:custGeom>
            <a:avLst/>
            <a:gdLst/>
            <a:ahLst/>
            <a:cxnLst/>
            <a:rect r="r" b="b" t="t" l="l"/>
            <a:pathLst>
              <a:path w="348" h="211" stroke="true" fill="norm" extrusionOk="true">
                <a:moveTo>
                  <a:pt x="50" y="0"/>
                </a:moveTo>
                <a:cubicBezTo>
                  <a:pt x="348" y="0"/>
                  <a:pt x="348" y="0"/>
                  <a:pt x="348" y="0"/>
                </a:cubicBezTo>
                <a:cubicBezTo>
                  <a:pt x="305" y="211"/>
                  <a:pt x="305" y="211"/>
                  <a:pt x="305" y="211"/>
                </a:cubicBezTo>
                <a:cubicBezTo>
                  <a:pt x="0" y="211"/>
                  <a:pt x="0" y="211"/>
                  <a:pt x="0" y="211"/>
                </a:cubicBezTo>
                <a:cubicBezTo>
                  <a:pt x="41" y="8"/>
                  <a:pt x="41" y="8"/>
                  <a:pt x="41" y="8"/>
                </a:cubicBezTo>
                <a:cubicBezTo>
                  <a:pt x="42" y="4"/>
                  <a:pt x="46" y="0"/>
                  <a:pt x="50" y="0"/>
                </a:cubicBezTo>
                <a:close/>
              </a:path>
            </a:pathLst>
          </a:custGeom>
          <a:solidFill>
            <a:srgbClr val="FFFFFF"/>
          </a:solidFill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41" id="41"/>
          <p:cNvSpPr/>
          <p:nvPr/>
        </p:nvSpPr>
        <p:spPr>
          <a:xfrm>
            <a:off x="9178049" y="3414206"/>
            <a:ext cx="799511" cy="473784"/>
          </a:xfrm>
          <a:custGeom>
            <a:avLst/>
            <a:gdLst/>
            <a:ahLst/>
            <a:cxnLst/>
            <a:rect r="r" b="b" t="t" l="l"/>
            <a:pathLst>
              <a:path w="325" h="193" stroke="true" fill="norm" extrusionOk="true">
                <a:moveTo>
                  <a:pt x="1" y="185"/>
                </a:moveTo>
                <a:cubicBezTo>
                  <a:pt x="38" y="5"/>
                  <a:pt x="38" y="5"/>
                  <a:pt x="38" y="5"/>
                </a:cubicBezTo>
                <a:cubicBezTo>
                  <a:pt x="39" y="2"/>
                  <a:pt x="41" y="0"/>
                  <a:pt x="44" y="0"/>
                </a:cubicBezTo>
                <a:cubicBezTo>
                  <a:pt x="318" y="0"/>
                  <a:pt x="318" y="0"/>
                  <a:pt x="318" y="0"/>
                </a:cubicBezTo>
                <a:cubicBezTo>
                  <a:pt x="322" y="0"/>
                  <a:pt x="325" y="4"/>
                  <a:pt x="324" y="7"/>
                </a:cubicBezTo>
                <a:cubicBezTo>
                  <a:pt x="287" y="188"/>
                  <a:pt x="287" y="188"/>
                  <a:pt x="287" y="188"/>
                </a:cubicBezTo>
                <a:cubicBezTo>
                  <a:pt x="287" y="191"/>
                  <a:pt x="284" y="193"/>
                  <a:pt x="282" y="193"/>
                </a:cubicBezTo>
                <a:cubicBezTo>
                  <a:pt x="7" y="193"/>
                  <a:pt x="7" y="193"/>
                  <a:pt x="7" y="193"/>
                </a:cubicBezTo>
                <a:cubicBezTo>
                  <a:pt x="3" y="193"/>
                  <a:pt x="0" y="189"/>
                  <a:pt x="1" y="185"/>
                </a:cubicBezTo>
                <a:close/>
              </a:path>
            </a:pathLst>
          </a:custGeom>
          <a:solidFill>
            <a:srgbClr val="91B6E0"/>
          </a:solidFill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42" id="42"/>
          <p:cNvSpPr/>
          <p:nvPr/>
        </p:nvSpPr>
        <p:spPr>
          <a:xfrm>
            <a:off x="9487193" y="3490012"/>
            <a:ext cx="155165" cy="341124"/>
          </a:xfrm>
          <a:custGeom>
            <a:avLst/>
            <a:gdLst/>
            <a:ahLst/>
            <a:cxnLst/>
            <a:rect r="r" b="b" t="t" l="l"/>
            <a:pathLst>
              <a:path w="63" h="139" stroke="true" fill="norm" extrusionOk="true">
                <a:moveTo>
                  <a:pt x="25" y="139"/>
                </a:moveTo>
                <a:cubicBezTo>
                  <a:pt x="26" y="129"/>
                  <a:pt x="26" y="129"/>
                  <a:pt x="26" y="129"/>
                </a:cubicBezTo>
                <a:cubicBezTo>
                  <a:pt x="17" y="129"/>
                  <a:pt x="10" y="126"/>
                  <a:pt x="6" y="120"/>
                </a:cubicBezTo>
                <a:cubicBezTo>
                  <a:pt x="2" y="114"/>
                  <a:pt x="0" y="107"/>
                  <a:pt x="0" y="98"/>
                </a:cubicBezTo>
                <a:cubicBezTo>
                  <a:pt x="0" y="97"/>
                  <a:pt x="0" y="96"/>
                  <a:pt x="0" y="95"/>
                </a:cubicBezTo>
                <a:cubicBezTo>
                  <a:pt x="14" y="91"/>
                  <a:pt x="14" y="91"/>
                  <a:pt x="14" y="91"/>
                </a:cubicBezTo>
                <a:cubicBezTo>
                  <a:pt x="14" y="93"/>
                  <a:pt x="14" y="94"/>
                  <a:pt x="14" y="95"/>
                </a:cubicBezTo>
                <a:cubicBezTo>
                  <a:pt x="14" y="97"/>
                  <a:pt x="15" y="99"/>
                  <a:pt x="15" y="101"/>
                </a:cubicBezTo>
                <a:cubicBezTo>
                  <a:pt x="15" y="104"/>
                  <a:pt x="16" y="106"/>
                  <a:pt x="17" y="109"/>
                </a:cubicBezTo>
                <a:cubicBezTo>
                  <a:pt x="18" y="111"/>
                  <a:pt x="19" y="113"/>
                  <a:pt x="21" y="115"/>
                </a:cubicBezTo>
                <a:cubicBezTo>
                  <a:pt x="23" y="116"/>
                  <a:pt x="26" y="117"/>
                  <a:pt x="29" y="117"/>
                </a:cubicBezTo>
                <a:cubicBezTo>
                  <a:pt x="33" y="117"/>
                  <a:pt x="36" y="115"/>
                  <a:pt x="39" y="113"/>
                </a:cubicBezTo>
                <a:cubicBezTo>
                  <a:pt x="41" y="111"/>
                  <a:pt x="43" y="107"/>
                  <a:pt x="43" y="103"/>
                </a:cubicBezTo>
                <a:cubicBezTo>
                  <a:pt x="44" y="102"/>
                  <a:pt x="44" y="101"/>
                  <a:pt x="44" y="100"/>
                </a:cubicBezTo>
                <a:cubicBezTo>
                  <a:pt x="44" y="99"/>
                  <a:pt x="43" y="98"/>
                  <a:pt x="43" y="97"/>
                </a:cubicBezTo>
                <a:cubicBezTo>
                  <a:pt x="43" y="95"/>
                  <a:pt x="43" y="93"/>
                  <a:pt x="42" y="92"/>
                </a:cubicBezTo>
                <a:cubicBezTo>
                  <a:pt x="42" y="91"/>
                  <a:pt x="41" y="89"/>
                  <a:pt x="40" y="88"/>
                </a:cubicBezTo>
                <a:cubicBezTo>
                  <a:pt x="39" y="86"/>
                  <a:pt x="38" y="85"/>
                  <a:pt x="37" y="84"/>
                </a:cubicBezTo>
                <a:cubicBezTo>
                  <a:pt x="36" y="83"/>
                  <a:pt x="35" y="81"/>
                  <a:pt x="33" y="80"/>
                </a:cubicBezTo>
                <a:cubicBezTo>
                  <a:pt x="15" y="62"/>
                  <a:pt x="15" y="62"/>
                  <a:pt x="15" y="62"/>
                </a:cubicBezTo>
                <a:cubicBezTo>
                  <a:pt x="12" y="59"/>
                  <a:pt x="9" y="55"/>
                  <a:pt x="8" y="51"/>
                </a:cubicBezTo>
                <a:cubicBezTo>
                  <a:pt x="7" y="48"/>
                  <a:pt x="6" y="45"/>
                  <a:pt x="6" y="41"/>
                </a:cubicBezTo>
                <a:cubicBezTo>
                  <a:pt x="6" y="40"/>
                  <a:pt x="6" y="38"/>
                  <a:pt x="6" y="36"/>
                </a:cubicBezTo>
                <a:cubicBezTo>
                  <a:pt x="7" y="28"/>
                  <a:pt x="10" y="22"/>
                  <a:pt x="16" y="17"/>
                </a:cubicBezTo>
                <a:cubicBezTo>
                  <a:pt x="21" y="12"/>
                  <a:pt x="27" y="10"/>
                  <a:pt x="36" y="10"/>
                </a:cubicBezTo>
                <a:cubicBezTo>
                  <a:pt x="37" y="0"/>
                  <a:pt x="37" y="0"/>
                  <a:pt x="37" y="0"/>
                </a:cubicBezTo>
                <a:cubicBezTo>
                  <a:pt x="42" y="0"/>
                  <a:pt x="42" y="0"/>
                  <a:pt x="42" y="0"/>
                </a:cubicBezTo>
                <a:cubicBezTo>
                  <a:pt x="41" y="10"/>
                  <a:pt x="41" y="10"/>
                  <a:pt x="41" y="10"/>
                </a:cubicBezTo>
                <a:cubicBezTo>
                  <a:pt x="48" y="10"/>
                  <a:pt x="54" y="13"/>
                  <a:pt x="58" y="18"/>
                </a:cubicBezTo>
                <a:cubicBezTo>
                  <a:pt x="61" y="23"/>
                  <a:pt x="63" y="29"/>
                  <a:pt x="63" y="39"/>
                </a:cubicBezTo>
                <a:cubicBezTo>
                  <a:pt x="63" y="39"/>
                  <a:pt x="63" y="39"/>
                  <a:pt x="63" y="40"/>
                </a:cubicBezTo>
                <a:cubicBezTo>
                  <a:pt x="49" y="43"/>
                  <a:pt x="49" y="43"/>
                  <a:pt x="49" y="43"/>
                </a:cubicBezTo>
                <a:cubicBezTo>
                  <a:pt x="49" y="42"/>
                  <a:pt x="49" y="41"/>
                  <a:pt x="49" y="40"/>
                </a:cubicBezTo>
                <a:cubicBezTo>
                  <a:pt x="49" y="38"/>
                  <a:pt x="49" y="36"/>
                  <a:pt x="49" y="35"/>
                </a:cubicBezTo>
                <a:cubicBezTo>
                  <a:pt x="49" y="32"/>
                  <a:pt x="48" y="30"/>
                  <a:pt x="47" y="28"/>
                </a:cubicBezTo>
                <a:cubicBezTo>
                  <a:pt x="46" y="26"/>
                  <a:pt x="45" y="24"/>
                  <a:pt x="43" y="23"/>
                </a:cubicBezTo>
                <a:cubicBezTo>
                  <a:pt x="41" y="22"/>
                  <a:pt x="39" y="22"/>
                  <a:pt x="37" y="22"/>
                </a:cubicBezTo>
                <a:cubicBezTo>
                  <a:pt x="36" y="22"/>
                  <a:pt x="36" y="22"/>
                  <a:pt x="36" y="22"/>
                </a:cubicBezTo>
                <a:cubicBezTo>
                  <a:pt x="27" y="22"/>
                  <a:pt x="22" y="27"/>
                  <a:pt x="21" y="35"/>
                </a:cubicBezTo>
                <a:cubicBezTo>
                  <a:pt x="21" y="36"/>
                  <a:pt x="21" y="37"/>
                  <a:pt x="21" y="37"/>
                </a:cubicBezTo>
                <a:cubicBezTo>
                  <a:pt x="21" y="40"/>
                  <a:pt x="21" y="42"/>
                  <a:pt x="22" y="44"/>
                </a:cubicBezTo>
                <a:cubicBezTo>
                  <a:pt x="23" y="46"/>
                  <a:pt x="24" y="48"/>
                  <a:pt x="27" y="51"/>
                </a:cubicBezTo>
                <a:cubicBezTo>
                  <a:pt x="45" y="69"/>
                  <a:pt x="45" y="69"/>
                  <a:pt x="45" y="69"/>
                </a:cubicBezTo>
                <a:cubicBezTo>
                  <a:pt x="50" y="73"/>
                  <a:pt x="53" y="78"/>
                  <a:pt x="56" y="83"/>
                </a:cubicBezTo>
                <a:cubicBezTo>
                  <a:pt x="57" y="88"/>
                  <a:pt x="58" y="92"/>
                  <a:pt x="58" y="97"/>
                </a:cubicBezTo>
                <a:cubicBezTo>
                  <a:pt x="58" y="99"/>
                  <a:pt x="58" y="100"/>
                  <a:pt x="58" y="101"/>
                </a:cubicBezTo>
                <a:cubicBezTo>
                  <a:pt x="57" y="109"/>
                  <a:pt x="55" y="116"/>
                  <a:pt x="50" y="120"/>
                </a:cubicBezTo>
                <a:cubicBezTo>
                  <a:pt x="45" y="125"/>
                  <a:pt x="39" y="128"/>
                  <a:pt x="31" y="129"/>
                </a:cubicBezTo>
                <a:cubicBezTo>
                  <a:pt x="30" y="139"/>
                  <a:pt x="30" y="139"/>
                  <a:pt x="30" y="139"/>
                </a:cubicBezTo>
                <a:lnTo>
                  <a:pt x="25" y="139"/>
                </a:lnTo>
                <a:close/>
              </a:path>
            </a:pathLst>
          </a:custGeom>
          <a:solidFill>
            <a:srgbClr val="FFFFFF"/>
          </a:solidFill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43" id="43"/>
          <p:cNvSpPr/>
          <p:nvPr/>
        </p:nvSpPr>
        <p:spPr>
          <a:xfrm flipH="true">
            <a:off x="8833371" y="4013542"/>
            <a:ext cx="93573" cy="1880922"/>
          </a:xfrm>
          <a:prstGeom prst="line">
            <a:avLst/>
          </a:prstGeom>
          <a:noFill/>
          <a:ln w="30163" cap="rnd">
            <a:solidFill>
              <a:srgbClr val="01004C"/>
            </a:solidFill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44" id="44"/>
          <p:cNvSpPr/>
          <p:nvPr/>
        </p:nvSpPr>
        <p:spPr>
          <a:xfrm>
            <a:off x="10066393" y="4013542"/>
            <a:ext cx="93573" cy="1880922"/>
          </a:xfrm>
          <a:prstGeom prst="line">
            <a:avLst/>
          </a:prstGeom>
          <a:noFill/>
          <a:ln w="30163" cap="rnd">
            <a:solidFill>
              <a:srgbClr val="01004C"/>
            </a:solidFill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45" id="45"/>
          <p:cNvSpPr/>
          <p:nvPr/>
        </p:nvSpPr>
        <p:spPr>
          <a:xfrm>
            <a:off x="8894963" y="4640121"/>
            <a:ext cx="1203411" cy="0"/>
          </a:xfrm>
          <a:prstGeom prst="line">
            <a:avLst/>
          </a:prstGeom>
          <a:noFill/>
          <a:ln w="30163" cap="rnd">
            <a:solidFill>
              <a:srgbClr val="01004C"/>
            </a:solidFill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46" id="46"/>
          <p:cNvSpPr/>
          <p:nvPr/>
        </p:nvSpPr>
        <p:spPr>
          <a:xfrm flipH="true">
            <a:off x="9276359" y="4013542"/>
            <a:ext cx="18951" cy="1880922"/>
          </a:xfrm>
          <a:prstGeom prst="line">
            <a:avLst/>
          </a:prstGeom>
          <a:noFill/>
          <a:ln w="17463" cap="rnd">
            <a:solidFill>
              <a:srgbClr val="01004C"/>
            </a:solidFill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47" id="47"/>
          <p:cNvSpPr/>
          <p:nvPr/>
        </p:nvSpPr>
        <p:spPr>
          <a:xfrm>
            <a:off x="8921021" y="4040786"/>
            <a:ext cx="1147741" cy="50932"/>
          </a:xfrm>
          <a:prstGeom prst="rect">
            <a:avLst/>
          </a:prstGeom>
          <a:solidFill>
            <a:srgbClr val="01004C"/>
          </a:solidFill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48" id="48"/>
          <p:cNvSpPr/>
          <p:nvPr/>
        </p:nvSpPr>
        <p:spPr>
          <a:xfrm>
            <a:off x="8788362" y="3949582"/>
            <a:ext cx="1413061" cy="103049"/>
          </a:xfrm>
          <a:custGeom>
            <a:avLst/>
            <a:gdLst/>
            <a:ahLst/>
            <a:cxnLst/>
            <a:rect r="r" b="b" t="t" l="l"/>
            <a:pathLst>
              <a:path w="574" h="42" stroke="true" fill="norm" extrusionOk="true">
                <a:moveTo>
                  <a:pt x="553" y="42"/>
                </a:moveTo>
                <a:cubicBezTo>
                  <a:pt x="21" y="42"/>
                  <a:pt x="21" y="42"/>
                  <a:pt x="21" y="42"/>
                </a:cubicBezTo>
                <a:cubicBezTo>
                  <a:pt x="9" y="42"/>
                  <a:pt x="0" y="32"/>
                  <a:pt x="0" y="21"/>
                </a:cubicBezTo>
                <a:cubicBezTo>
                  <a:pt x="0" y="21"/>
                  <a:pt x="0" y="21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553" y="0"/>
                  <a:pt x="553" y="0"/>
                  <a:pt x="553" y="0"/>
                </a:cubicBezTo>
                <a:cubicBezTo>
                  <a:pt x="565" y="0"/>
                  <a:pt x="574" y="9"/>
                  <a:pt x="574" y="21"/>
                </a:cubicBezTo>
                <a:cubicBezTo>
                  <a:pt x="574" y="21"/>
                  <a:pt x="574" y="21"/>
                  <a:pt x="574" y="21"/>
                </a:cubicBezTo>
                <a:cubicBezTo>
                  <a:pt x="574" y="32"/>
                  <a:pt x="565" y="42"/>
                  <a:pt x="553" y="42"/>
                </a:cubicBezTo>
                <a:close/>
              </a:path>
            </a:pathLst>
          </a:custGeom>
          <a:solidFill>
            <a:srgbClr val="62A5E7"/>
          </a:solidFill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49" id="49"/>
          <p:cNvSpPr/>
          <p:nvPr/>
        </p:nvSpPr>
        <p:spPr>
          <a:xfrm>
            <a:off x="7166836" y="2720112"/>
            <a:ext cx="1587176" cy="681065"/>
          </a:xfrm>
          <a:prstGeom prst="rect">
            <a:avLst/>
          </a:prstGeom>
          <a:noFill/>
          <a:ln w="17463" cap="rnd">
            <a:solidFill>
              <a:srgbClr val="01004C"/>
            </a:solidFill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50" id="50"/>
          <p:cNvSpPr/>
          <p:nvPr/>
        </p:nvSpPr>
        <p:spPr>
          <a:xfrm>
            <a:off x="7340952" y="2882384"/>
            <a:ext cx="401532" cy="39087"/>
          </a:xfrm>
          <a:prstGeom prst="rect">
            <a:avLst/>
          </a:prstGeom>
          <a:solidFill>
            <a:srgbClr val="F98091"/>
          </a:solidFill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51" id="51"/>
          <p:cNvSpPr/>
          <p:nvPr/>
        </p:nvSpPr>
        <p:spPr>
          <a:xfrm>
            <a:off x="7340952" y="3039917"/>
            <a:ext cx="1268557" cy="39087"/>
          </a:xfrm>
          <a:prstGeom prst="rect">
            <a:avLst/>
          </a:prstGeom>
          <a:solidFill>
            <a:srgbClr val="91B6E0"/>
          </a:solidFill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52" id="52"/>
          <p:cNvSpPr/>
          <p:nvPr/>
        </p:nvSpPr>
        <p:spPr>
          <a:xfrm>
            <a:off x="7340952" y="3197450"/>
            <a:ext cx="1268557" cy="41457"/>
          </a:xfrm>
          <a:prstGeom prst="rect">
            <a:avLst/>
          </a:prstGeom>
          <a:solidFill>
            <a:srgbClr val="91B6E0"/>
          </a:solidFill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53" id="53"/>
          <p:cNvSpPr/>
          <p:nvPr/>
        </p:nvSpPr>
        <p:spPr>
          <a:xfrm>
            <a:off x="6221637" y="2733142"/>
            <a:ext cx="472599" cy="311513"/>
          </a:xfrm>
          <a:custGeom>
            <a:avLst/>
            <a:gdLst/>
            <a:ahLst/>
            <a:cxnLst/>
            <a:rect r="r" b="b" t="t" l="l"/>
            <a:pathLst>
              <a:path w="192" h="127" stroke="true" fill="norm" extrusionOk="true">
                <a:moveTo>
                  <a:pt x="192" y="127"/>
                </a:moveTo>
                <a:cubicBezTo>
                  <a:pt x="14" y="127"/>
                  <a:pt x="14" y="127"/>
                  <a:pt x="14" y="127"/>
                </a:cubicBezTo>
                <a:cubicBezTo>
                  <a:pt x="6" y="127"/>
                  <a:pt x="0" y="121"/>
                  <a:pt x="0" y="113"/>
                </a:cubicBezTo>
                <a:cubicBezTo>
                  <a:pt x="0" y="0"/>
                  <a:pt x="0" y="0"/>
                  <a:pt x="0" y="0"/>
                </a:cubicBezTo>
                <a:cubicBezTo>
                  <a:pt x="192" y="0"/>
                  <a:pt x="192" y="0"/>
                  <a:pt x="192" y="0"/>
                </a:cubicBezTo>
                <a:lnTo>
                  <a:pt x="192" y="127"/>
                </a:lnTo>
                <a:close/>
              </a:path>
            </a:pathLst>
          </a:custGeom>
          <a:solidFill>
            <a:srgbClr val="F98091"/>
          </a:solidFill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54" id="54"/>
          <p:cNvSpPr/>
          <p:nvPr/>
        </p:nvSpPr>
        <p:spPr>
          <a:xfrm>
            <a:off x="6221637" y="2705899"/>
            <a:ext cx="472599" cy="56854"/>
          </a:xfrm>
          <a:custGeom>
            <a:avLst/>
            <a:gdLst/>
            <a:ahLst/>
            <a:cxnLst/>
            <a:rect r="r" b="b" t="t" l="l"/>
            <a:pathLst>
              <a:path w="192" h="23" stroke="true" fill="norm" extrusionOk="true">
                <a:moveTo>
                  <a:pt x="11" y="0"/>
                </a:moveTo>
                <a:cubicBezTo>
                  <a:pt x="5" y="0"/>
                  <a:pt x="0" y="5"/>
                  <a:pt x="0" y="11"/>
                </a:cubicBezTo>
                <a:cubicBezTo>
                  <a:pt x="0" y="18"/>
                  <a:pt x="5" y="23"/>
                  <a:pt x="11" y="23"/>
                </a:cubicBezTo>
                <a:cubicBezTo>
                  <a:pt x="192" y="23"/>
                  <a:pt x="192" y="23"/>
                  <a:pt x="192" y="23"/>
                </a:cubicBezTo>
                <a:cubicBezTo>
                  <a:pt x="192" y="0"/>
                  <a:pt x="192" y="0"/>
                  <a:pt x="192" y="0"/>
                </a:cubicBezTo>
                <a:lnTo>
                  <a:pt x="11" y="0"/>
                </a:lnTo>
                <a:close/>
              </a:path>
            </a:pathLst>
          </a:custGeom>
          <a:solidFill>
            <a:srgbClr val="F995A6"/>
          </a:solidFill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55" id="55"/>
          <p:cNvSpPr/>
          <p:nvPr/>
        </p:nvSpPr>
        <p:spPr>
          <a:xfrm>
            <a:off x="6255987" y="2733142"/>
            <a:ext cx="438250" cy="0"/>
          </a:xfrm>
          <a:prstGeom prst="line">
            <a:avLst/>
          </a:prstGeom>
          <a:noFill/>
          <a:ln w="11113" cap="flat">
            <a:solidFill>
              <a:srgbClr val="F98091"/>
            </a:solidFill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56" id="56"/>
          <p:cNvSpPr/>
          <p:nvPr/>
        </p:nvSpPr>
        <p:spPr>
          <a:xfrm>
            <a:off x="6415888" y="2808948"/>
            <a:ext cx="84097" cy="196621"/>
          </a:xfrm>
          <a:custGeom>
            <a:avLst/>
            <a:gdLst/>
            <a:ahLst/>
            <a:cxnLst/>
            <a:rect r="r" b="b" t="t" l="l"/>
            <a:pathLst>
              <a:path w="34" h="80" stroke="true" fill="norm" extrusionOk="true">
                <a:moveTo>
                  <a:pt x="17" y="80"/>
                </a:moveTo>
                <a:cubicBezTo>
                  <a:pt x="17" y="73"/>
                  <a:pt x="17" y="73"/>
                  <a:pt x="17" y="73"/>
                </a:cubicBezTo>
                <a:cubicBezTo>
                  <a:pt x="6" y="73"/>
                  <a:pt x="0" y="66"/>
                  <a:pt x="0" y="53"/>
                </a:cubicBezTo>
                <a:cubicBezTo>
                  <a:pt x="10" y="51"/>
                  <a:pt x="10" y="51"/>
                  <a:pt x="10" y="51"/>
                </a:cubicBezTo>
                <a:cubicBezTo>
                  <a:pt x="10" y="60"/>
                  <a:pt x="13" y="64"/>
                  <a:pt x="18" y="64"/>
                </a:cubicBezTo>
                <a:cubicBezTo>
                  <a:pt x="19" y="64"/>
                  <a:pt x="21" y="64"/>
                  <a:pt x="22" y="63"/>
                </a:cubicBezTo>
                <a:cubicBezTo>
                  <a:pt x="22" y="61"/>
                  <a:pt x="23" y="60"/>
                  <a:pt x="23" y="58"/>
                </a:cubicBezTo>
                <a:cubicBezTo>
                  <a:pt x="23" y="57"/>
                  <a:pt x="23" y="55"/>
                  <a:pt x="22" y="54"/>
                </a:cubicBezTo>
                <a:cubicBezTo>
                  <a:pt x="22" y="53"/>
                  <a:pt x="22" y="52"/>
                  <a:pt x="21" y="51"/>
                </a:cubicBezTo>
                <a:cubicBezTo>
                  <a:pt x="20" y="50"/>
                  <a:pt x="19" y="49"/>
                  <a:pt x="19" y="48"/>
                </a:cubicBezTo>
                <a:cubicBezTo>
                  <a:pt x="18" y="48"/>
                  <a:pt x="17" y="47"/>
                  <a:pt x="16" y="46"/>
                </a:cubicBezTo>
                <a:cubicBezTo>
                  <a:pt x="7" y="38"/>
                  <a:pt x="7" y="38"/>
                  <a:pt x="7" y="38"/>
                </a:cubicBezTo>
                <a:cubicBezTo>
                  <a:pt x="5" y="36"/>
                  <a:pt x="3" y="34"/>
                  <a:pt x="2" y="31"/>
                </a:cubicBezTo>
                <a:cubicBezTo>
                  <a:pt x="0" y="29"/>
                  <a:pt x="0" y="26"/>
                  <a:pt x="0" y="22"/>
                </a:cubicBezTo>
                <a:cubicBezTo>
                  <a:pt x="0" y="17"/>
                  <a:pt x="1" y="13"/>
                  <a:pt x="4" y="11"/>
                </a:cubicBezTo>
                <a:cubicBezTo>
                  <a:pt x="7" y="8"/>
                  <a:pt x="10" y="6"/>
                  <a:pt x="15" y="6"/>
                </a:cubicBezTo>
                <a:cubicBezTo>
                  <a:pt x="15" y="0"/>
                  <a:pt x="15" y="0"/>
                  <a:pt x="15" y="0"/>
                </a:cubicBezTo>
                <a:cubicBezTo>
                  <a:pt x="19" y="0"/>
                  <a:pt x="19" y="0"/>
                  <a:pt x="19" y="0"/>
                </a:cubicBezTo>
                <a:cubicBezTo>
                  <a:pt x="19" y="6"/>
                  <a:pt x="19" y="6"/>
                  <a:pt x="19" y="6"/>
                </a:cubicBezTo>
                <a:cubicBezTo>
                  <a:pt x="21" y="6"/>
                  <a:pt x="24" y="7"/>
                  <a:pt x="25" y="8"/>
                </a:cubicBezTo>
                <a:cubicBezTo>
                  <a:pt x="27" y="9"/>
                  <a:pt x="29" y="10"/>
                  <a:pt x="30" y="12"/>
                </a:cubicBezTo>
                <a:cubicBezTo>
                  <a:pt x="31" y="13"/>
                  <a:pt x="32" y="15"/>
                  <a:pt x="32" y="17"/>
                </a:cubicBezTo>
                <a:cubicBezTo>
                  <a:pt x="33" y="19"/>
                  <a:pt x="33" y="21"/>
                  <a:pt x="33" y="24"/>
                </a:cubicBezTo>
                <a:cubicBezTo>
                  <a:pt x="23" y="26"/>
                  <a:pt x="23" y="26"/>
                  <a:pt x="23" y="26"/>
                </a:cubicBezTo>
                <a:cubicBezTo>
                  <a:pt x="23" y="24"/>
                  <a:pt x="23" y="23"/>
                  <a:pt x="23" y="22"/>
                </a:cubicBezTo>
                <a:cubicBezTo>
                  <a:pt x="23" y="21"/>
                  <a:pt x="22" y="20"/>
                  <a:pt x="22" y="19"/>
                </a:cubicBezTo>
                <a:cubicBezTo>
                  <a:pt x="22" y="18"/>
                  <a:pt x="21" y="17"/>
                  <a:pt x="21" y="17"/>
                </a:cubicBezTo>
                <a:cubicBezTo>
                  <a:pt x="20" y="16"/>
                  <a:pt x="20" y="16"/>
                  <a:pt x="19" y="15"/>
                </a:cubicBezTo>
                <a:cubicBezTo>
                  <a:pt x="18" y="15"/>
                  <a:pt x="17" y="15"/>
                  <a:pt x="16" y="15"/>
                </a:cubicBezTo>
                <a:cubicBezTo>
                  <a:pt x="15" y="15"/>
                  <a:pt x="13" y="16"/>
                  <a:pt x="12" y="17"/>
                </a:cubicBezTo>
                <a:cubicBezTo>
                  <a:pt x="11" y="18"/>
                  <a:pt x="11" y="19"/>
                  <a:pt x="11" y="21"/>
                </a:cubicBezTo>
                <a:cubicBezTo>
                  <a:pt x="11" y="23"/>
                  <a:pt x="11" y="25"/>
                  <a:pt x="12" y="26"/>
                </a:cubicBezTo>
                <a:cubicBezTo>
                  <a:pt x="13" y="28"/>
                  <a:pt x="14" y="29"/>
                  <a:pt x="16" y="31"/>
                </a:cubicBezTo>
                <a:cubicBezTo>
                  <a:pt x="25" y="38"/>
                  <a:pt x="25" y="38"/>
                  <a:pt x="25" y="38"/>
                </a:cubicBezTo>
                <a:cubicBezTo>
                  <a:pt x="26" y="39"/>
                  <a:pt x="27" y="41"/>
                  <a:pt x="28" y="42"/>
                </a:cubicBezTo>
                <a:cubicBezTo>
                  <a:pt x="29" y="43"/>
                  <a:pt x="30" y="45"/>
                  <a:pt x="31" y="46"/>
                </a:cubicBezTo>
                <a:cubicBezTo>
                  <a:pt x="32" y="48"/>
                  <a:pt x="33" y="49"/>
                  <a:pt x="34" y="51"/>
                </a:cubicBezTo>
                <a:cubicBezTo>
                  <a:pt x="34" y="53"/>
                  <a:pt x="34" y="55"/>
                  <a:pt x="34" y="57"/>
                </a:cubicBezTo>
                <a:cubicBezTo>
                  <a:pt x="34" y="62"/>
                  <a:pt x="33" y="65"/>
                  <a:pt x="30" y="68"/>
                </a:cubicBezTo>
                <a:cubicBezTo>
                  <a:pt x="28" y="71"/>
                  <a:pt x="24" y="73"/>
                  <a:pt x="20" y="73"/>
                </a:cubicBezTo>
                <a:cubicBezTo>
                  <a:pt x="20" y="80"/>
                  <a:pt x="20" y="80"/>
                  <a:pt x="20" y="80"/>
                </a:cubicBezTo>
                <a:lnTo>
                  <a:pt x="17" y="80"/>
                </a:lnTo>
                <a:close/>
              </a:path>
            </a:pathLst>
          </a:custGeom>
          <a:solidFill>
            <a:srgbClr val="E4E9FF"/>
          </a:solidFill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57" id="57"/>
          <p:cNvSpPr/>
          <p:nvPr/>
        </p:nvSpPr>
        <p:spPr>
          <a:xfrm>
            <a:off x="7532835" y="2061553"/>
            <a:ext cx="568541" cy="373105"/>
          </a:xfrm>
          <a:prstGeom prst="rect">
            <a:avLst/>
          </a:prstGeom>
          <a:noFill/>
          <a:ln w="17463" cap="rnd">
            <a:solidFill>
              <a:srgbClr val="01004C"/>
            </a:solidFill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58" id="58"/>
          <p:cNvSpPr/>
          <p:nvPr/>
        </p:nvSpPr>
        <p:spPr>
          <a:xfrm>
            <a:off x="7678522" y="2143281"/>
            <a:ext cx="292562" cy="181222"/>
          </a:xfrm>
          <a:custGeom>
            <a:avLst/>
            <a:gdLst/>
            <a:ahLst/>
            <a:cxnLst/>
            <a:rect r="r" b="b" t="t" l="l"/>
            <a:pathLst>
              <a:path w="247" h="153" stroke="true" fill="norm" extrusionOk="true">
                <a:moveTo>
                  <a:pt x="247" y="14"/>
                </a:moveTo>
                <a:lnTo>
                  <a:pt x="247" y="0"/>
                </a:lnTo>
                <a:lnTo>
                  <a:pt x="220" y="0"/>
                </a:lnTo>
                <a:lnTo>
                  <a:pt x="212" y="0"/>
                </a:lnTo>
                <a:lnTo>
                  <a:pt x="206" y="0"/>
                </a:lnTo>
                <a:lnTo>
                  <a:pt x="206" y="139"/>
                </a:lnTo>
                <a:lnTo>
                  <a:pt x="0" y="139"/>
                </a:lnTo>
                <a:lnTo>
                  <a:pt x="0" y="153"/>
                </a:lnTo>
                <a:lnTo>
                  <a:pt x="33" y="153"/>
                </a:lnTo>
                <a:lnTo>
                  <a:pt x="214" y="153"/>
                </a:lnTo>
                <a:lnTo>
                  <a:pt x="247" y="153"/>
                </a:lnTo>
                <a:lnTo>
                  <a:pt x="247" y="139"/>
                </a:lnTo>
                <a:lnTo>
                  <a:pt x="220" y="139"/>
                </a:lnTo>
                <a:lnTo>
                  <a:pt x="220" y="14"/>
                </a:lnTo>
                <a:lnTo>
                  <a:pt x="247" y="14"/>
                </a:lnTo>
                <a:close/>
              </a:path>
            </a:pathLst>
          </a:custGeom>
          <a:solidFill>
            <a:srgbClr val="91B6E0"/>
          </a:solidFill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59" id="59"/>
          <p:cNvSpPr/>
          <p:nvPr/>
        </p:nvSpPr>
        <p:spPr>
          <a:xfrm>
            <a:off x="7696290" y="2324503"/>
            <a:ext cx="43825" cy="43825"/>
          </a:xfrm>
          <a:prstGeom prst="ellipse">
            <a:avLst/>
          </a:prstGeom>
          <a:solidFill>
            <a:srgbClr val="91B6E0"/>
          </a:solidFill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60" id="60"/>
          <p:cNvSpPr/>
          <p:nvPr/>
        </p:nvSpPr>
        <p:spPr>
          <a:xfrm>
            <a:off x="7909493" y="2324503"/>
            <a:ext cx="45009" cy="43825"/>
          </a:xfrm>
          <a:prstGeom prst="ellipse">
            <a:avLst/>
          </a:prstGeom>
          <a:solidFill>
            <a:srgbClr val="91B6E0"/>
          </a:solidFill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61" id="61"/>
          <p:cNvSpPr/>
          <p:nvPr/>
        </p:nvSpPr>
        <p:spPr>
          <a:xfrm>
            <a:off x="7653649" y="2143281"/>
            <a:ext cx="248736" cy="144504"/>
          </a:xfrm>
          <a:custGeom>
            <a:avLst/>
            <a:gdLst/>
            <a:ahLst/>
            <a:cxnLst/>
            <a:rect r="r" b="b" t="t" l="l"/>
            <a:pathLst>
              <a:path w="210" h="122" stroke="true" fill="norm" extrusionOk="true">
                <a:moveTo>
                  <a:pt x="210" y="0"/>
                </a:moveTo>
                <a:lnTo>
                  <a:pt x="0" y="0"/>
                </a:lnTo>
                <a:lnTo>
                  <a:pt x="21" y="122"/>
                </a:lnTo>
                <a:lnTo>
                  <a:pt x="210" y="122"/>
                </a:lnTo>
                <a:lnTo>
                  <a:pt x="210" y="0"/>
                </a:lnTo>
                <a:close/>
              </a:path>
            </a:pathLst>
          </a:custGeom>
          <a:solidFill>
            <a:srgbClr val="91B6E0"/>
          </a:solidFill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62" id="62"/>
          <p:cNvSpPr/>
          <p:nvPr/>
        </p:nvSpPr>
        <p:spPr>
          <a:xfrm>
            <a:off x="10082976" y="2179999"/>
            <a:ext cx="502211" cy="331649"/>
          </a:xfrm>
          <a:prstGeom prst="rect">
            <a:avLst/>
          </a:prstGeom>
          <a:noFill/>
          <a:ln w="17463" cap="rnd">
            <a:solidFill>
              <a:srgbClr val="01004C"/>
            </a:solidFill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63" id="63"/>
          <p:cNvSpPr/>
          <p:nvPr/>
        </p:nvSpPr>
        <p:spPr>
          <a:xfrm>
            <a:off x="10183655" y="2216718"/>
            <a:ext cx="300853" cy="217940"/>
          </a:xfrm>
          <a:custGeom>
            <a:avLst/>
            <a:gdLst/>
            <a:ahLst/>
            <a:cxnLst/>
            <a:rect r="r" b="b" t="t" l="l"/>
            <a:pathLst>
              <a:path w="122" h="89" stroke="true" fill="norm" extrusionOk="true">
                <a:moveTo>
                  <a:pt x="103" y="24"/>
                </a:moveTo>
                <a:cubicBezTo>
                  <a:pt x="90" y="0"/>
                  <a:pt x="61" y="29"/>
                  <a:pt x="61" y="29"/>
                </a:cubicBezTo>
                <a:cubicBezTo>
                  <a:pt x="61" y="29"/>
                  <a:pt x="32" y="0"/>
                  <a:pt x="19" y="24"/>
                </a:cubicBezTo>
                <a:cubicBezTo>
                  <a:pt x="0" y="59"/>
                  <a:pt x="61" y="89"/>
                  <a:pt x="61" y="89"/>
                </a:cubicBezTo>
                <a:cubicBezTo>
                  <a:pt x="61" y="89"/>
                  <a:pt x="122" y="59"/>
                  <a:pt x="103" y="24"/>
                </a:cubicBezTo>
                <a:close/>
              </a:path>
            </a:pathLst>
          </a:custGeom>
          <a:solidFill>
            <a:srgbClr val="F98091"/>
          </a:solidFill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64" id="64"/>
          <p:cNvSpPr/>
          <p:nvPr/>
        </p:nvSpPr>
        <p:spPr>
          <a:xfrm>
            <a:off x="10848136" y="2877646"/>
            <a:ext cx="492736" cy="292562"/>
          </a:xfrm>
          <a:custGeom>
            <a:avLst/>
            <a:gdLst/>
            <a:ahLst/>
            <a:cxnLst/>
            <a:rect r="r" b="b" t="t" l="l"/>
            <a:pathLst>
              <a:path w="200" h="119" stroke="true" fill="norm" extrusionOk="true">
                <a:moveTo>
                  <a:pt x="182" y="119"/>
                </a:moveTo>
                <a:cubicBezTo>
                  <a:pt x="18" y="119"/>
                  <a:pt x="18" y="119"/>
                  <a:pt x="18" y="119"/>
                </a:cubicBezTo>
                <a:cubicBezTo>
                  <a:pt x="8" y="119"/>
                  <a:pt x="0" y="111"/>
                  <a:pt x="0" y="102"/>
                </a:cubicBezTo>
                <a:cubicBezTo>
                  <a:pt x="0" y="17"/>
                  <a:pt x="0" y="17"/>
                  <a:pt x="0" y="17"/>
                </a:cubicBezTo>
                <a:cubicBezTo>
                  <a:pt x="0" y="7"/>
                  <a:pt x="8" y="0"/>
                  <a:pt x="18" y="0"/>
                </a:cubicBezTo>
                <a:cubicBezTo>
                  <a:pt x="182" y="0"/>
                  <a:pt x="182" y="0"/>
                  <a:pt x="182" y="0"/>
                </a:cubicBezTo>
                <a:cubicBezTo>
                  <a:pt x="192" y="0"/>
                  <a:pt x="200" y="7"/>
                  <a:pt x="200" y="17"/>
                </a:cubicBezTo>
                <a:cubicBezTo>
                  <a:pt x="200" y="102"/>
                  <a:pt x="200" y="102"/>
                  <a:pt x="200" y="102"/>
                </a:cubicBezTo>
                <a:cubicBezTo>
                  <a:pt x="200" y="111"/>
                  <a:pt x="192" y="119"/>
                  <a:pt x="182" y="119"/>
                </a:cubicBezTo>
                <a:close/>
              </a:path>
            </a:pathLst>
          </a:custGeom>
          <a:solidFill>
            <a:srgbClr val="62A5E7"/>
          </a:solidFill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65" id="65"/>
          <p:cNvSpPr/>
          <p:nvPr/>
        </p:nvSpPr>
        <p:spPr>
          <a:xfrm>
            <a:off x="10848136" y="2946345"/>
            <a:ext cx="492736" cy="31981"/>
          </a:xfrm>
          <a:prstGeom prst="rect">
            <a:avLst/>
          </a:prstGeom>
          <a:solidFill>
            <a:srgbClr val="FCD98E"/>
          </a:solidFill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66" id="66"/>
          <p:cNvSpPr/>
          <p:nvPr/>
        </p:nvSpPr>
        <p:spPr>
          <a:xfrm>
            <a:off x="10902622" y="3067159"/>
            <a:ext cx="68699" cy="34350"/>
          </a:xfrm>
          <a:prstGeom prst="rect">
            <a:avLst/>
          </a:prstGeom>
          <a:solidFill>
            <a:srgbClr val="E4E9FF"/>
          </a:solidFill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67" id="67"/>
          <p:cNvSpPr/>
          <p:nvPr/>
        </p:nvSpPr>
        <p:spPr>
          <a:xfrm>
            <a:off x="10998564" y="3067159"/>
            <a:ext cx="68699" cy="34350"/>
          </a:xfrm>
          <a:prstGeom prst="rect">
            <a:avLst/>
          </a:prstGeom>
          <a:solidFill>
            <a:srgbClr val="E4E9FF"/>
          </a:solidFill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68" id="68"/>
          <p:cNvSpPr/>
          <p:nvPr/>
        </p:nvSpPr>
        <p:spPr>
          <a:xfrm>
            <a:off x="11094504" y="3067159"/>
            <a:ext cx="138582" cy="34350"/>
          </a:xfrm>
          <a:prstGeom prst="rect">
            <a:avLst/>
          </a:prstGeom>
          <a:solidFill>
            <a:srgbClr val="E4E9FF"/>
          </a:solidFill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69" id="69"/>
          <p:cNvSpPr/>
          <p:nvPr/>
        </p:nvSpPr>
        <p:spPr>
          <a:xfrm>
            <a:off x="10902622" y="3023334"/>
            <a:ext cx="228601" cy="0"/>
          </a:xfrm>
          <a:prstGeom prst="line">
            <a:avLst/>
          </a:prstGeom>
          <a:noFill/>
          <a:ln w="17463" cap="rnd">
            <a:solidFill>
              <a:srgbClr val="01004C"/>
            </a:solidFill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70" id="70"/>
          <p:cNvSpPr/>
          <p:nvPr/>
        </p:nvSpPr>
        <p:spPr>
          <a:xfrm>
            <a:off x="9231349" y="2464269"/>
            <a:ext cx="401532" cy="518794"/>
          </a:xfrm>
          <a:custGeom>
            <a:avLst/>
            <a:gdLst/>
            <a:ahLst/>
            <a:cxnLst/>
            <a:rect r="r" b="b" t="t" l="l"/>
            <a:pathLst>
              <a:path w="339" h="438" stroke="true" fill="norm" extrusionOk="true">
                <a:moveTo>
                  <a:pt x="339" y="438"/>
                </a:moveTo>
                <a:lnTo>
                  <a:pt x="0" y="438"/>
                </a:lnTo>
                <a:lnTo>
                  <a:pt x="38" y="0"/>
                </a:lnTo>
                <a:lnTo>
                  <a:pt x="293" y="0"/>
                </a:lnTo>
                <a:lnTo>
                  <a:pt x="339" y="438"/>
                </a:lnTo>
                <a:close/>
              </a:path>
            </a:pathLst>
          </a:custGeom>
          <a:solidFill>
            <a:srgbClr val="E2697D"/>
          </a:solidFill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71" id="71"/>
          <p:cNvSpPr/>
          <p:nvPr/>
        </p:nvSpPr>
        <p:spPr>
          <a:xfrm>
            <a:off x="9290573" y="2310289"/>
            <a:ext cx="191882" cy="164641"/>
          </a:xfrm>
          <a:custGeom>
            <a:avLst/>
            <a:gdLst/>
            <a:ahLst/>
            <a:cxnLst/>
            <a:rect r="r" b="b" t="t" l="l"/>
            <a:pathLst>
              <a:path w="78" h="67" stroke="true" fill="norm" extrusionOk="true">
                <a:moveTo>
                  <a:pt x="0" y="67"/>
                </a:moveTo>
                <a:cubicBezTo>
                  <a:pt x="78" y="67"/>
                  <a:pt x="78" y="67"/>
                  <a:pt x="78" y="67"/>
                </a:cubicBezTo>
                <a:cubicBezTo>
                  <a:pt x="78" y="39"/>
                  <a:pt x="78" y="39"/>
                  <a:pt x="78" y="39"/>
                </a:cubicBezTo>
                <a:cubicBezTo>
                  <a:pt x="78" y="17"/>
                  <a:pt x="61" y="0"/>
                  <a:pt x="39" y="0"/>
                </a:cubicBezTo>
                <a:cubicBezTo>
                  <a:pt x="39" y="0"/>
                  <a:pt x="39" y="0"/>
                  <a:pt x="39" y="0"/>
                </a:cubicBezTo>
                <a:cubicBezTo>
                  <a:pt x="18" y="0"/>
                  <a:pt x="0" y="17"/>
                  <a:pt x="0" y="39"/>
                </a:cubicBezTo>
                <a:lnTo>
                  <a:pt x="0" y="67"/>
                </a:lnTo>
                <a:close/>
              </a:path>
            </a:pathLst>
          </a:custGeom>
          <a:noFill/>
          <a:ln w="17463" cap="rnd">
            <a:solidFill>
              <a:srgbClr val="01004C"/>
            </a:solidFill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72" id="72"/>
          <p:cNvSpPr/>
          <p:nvPr/>
        </p:nvSpPr>
        <p:spPr>
          <a:xfrm>
            <a:off x="9155544" y="2464269"/>
            <a:ext cx="401532" cy="518794"/>
          </a:xfrm>
          <a:custGeom>
            <a:avLst/>
            <a:gdLst/>
            <a:ahLst/>
            <a:cxnLst/>
            <a:rect r="r" b="b" t="t" l="l"/>
            <a:pathLst>
              <a:path w="339" h="438" stroke="true" fill="norm" extrusionOk="true">
                <a:moveTo>
                  <a:pt x="339" y="438"/>
                </a:moveTo>
                <a:lnTo>
                  <a:pt x="0" y="438"/>
                </a:lnTo>
                <a:lnTo>
                  <a:pt x="37" y="0"/>
                </a:lnTo>
                <a:lnTo>
                  <a:pt x="291" y="0"/>
                </a:lnTo>
                <a:lnTo>
                  <a:pt x="339" y="438"/>
                </a:lnTo>
                <a:close/>
              </a:path>
            </a:pathLst>
          </a:custGeom>
          <a:solidFill>
            <a:srgbClr val="F98091"/>
          </a:solidFill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73" id="73"/>
          <p:cNvSpPr/>
          <p:nvPr/>
        </p:nvSpPr>
        <p:spPr>
          <a:xfrm>
            <a:off x="10334081" y="3576478"/>
            <a:ext cx="335202" cy="334018"/>
          </a:xfrm>
          <a:prstGeom prst="ellipse">
            <a:avLst/>
          </a:prstGeom>
          <a:noFill/>
          <a:ln w="17463" cap="rnd">
            <a:solidFill>
              <a:srgbClr val="01004C"/>
            </a:solidFill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74" id="74"/>
          <p:cNvSpPr/>
          <p:nvPr/>
        </p:nvSpPr>
        <p:spPr>
          <a:xfrm>
            <a:off x="10413440" y="3664127"/>
            <a:ext cx="176485" cy="162271"/>
          </a:xfrm>
          <a:custGeom>
            <a:avLst/>
            <a:gdLst/>
            <a:ahLst/>
            <a:cxnLst/>
            <a:rect r="r" b="b" t="t" l="l"/>
            <a:pathLst>
              <a:path w="72" h="66" stroke="true" fill="norm" extrusionOk="true">
                <a:moveTo>
                  <a:pt x="14" y="36"/>
                </a:moveTo>
                <a:cubicBezTo>
                  <a:pt x="9" y="36"/>
                  <a:pt x="6" y="35"/>
                  <a:pt x="3" y="32"/>
                </a:cubicBezTo>
                <a:cubicBezTo>
                  <a:pt x="1" y="29"/>
                  <a:pt x="0" y="25"/>
                  <a:pt x="0" y="20"/>
                </a:cubicBezTo>
                <a:cubicBezTo>
                  <a:pt x="0" y="16"/>
                  <a:pt x="0" y="16"/>
                  <a:pt x="0" y="16"/>
                </a:cubicBezTo>
                <a:cubicBezTo>
                  <a:pt x="0" y="11"/>
                  <a:pt x="1" y="6"/>
                  <a:pt x="3" y="4"/>
                </a:cubicBezTo>
                <a:cubicBezTo>
                  <a:pt x="5" y="1"/>
                  <a:pt x="9" y="0"/>
                  <a:pt x="14" y="0"/>
                </a:cubicBezTo>
                <a:cubicBezTo>
                  <a:pt x="19" y="0"/>
                  <a:pt x="23" y="1"/>
                  <a:pt x="25" y="4"/>
                </a:cubicBezTo>
                <a:cubicBezTo>
                  <a:pt x="28" y="6"/>
                  <a:pt x="29" y="10"/>
                  <a:pt x="29" y="16"/>
                </a:cubicBezTo>
                <a:cubicBezTo>
                  <a:pt x="29" y="20"/>
                  <a:pt x="29" y="20"/>
                  <a:pt x="29" y="20"/>
                </a:cubicBezTo>
                <a:cubicBezTo>
                  <a:pt x="29" y="25"/>
                  <a:pt x="28" y="30"/>
                  <a:pt x="25" y="32"/>
                </a:cubicBezTo>
                <a:cubicBezTo>
                  <a:pt x="23" y="35"/>
                  <a:pt x="19" y="36"/>
                  <a:pt x="14" y="36"/>
                </a:cubicBezTo>
                <a:close/>
                <a:moveTo>
                  <a:pt x="14" y="29"/>
                </a:moveTo>
                <a:cubicBezTo>
                  <a:pt x="15" y="29"/>
                  <a:pt x="16" y="29"/>
                  <a:pt x="16" y="28"/>
                </a:cubicBezTo>
                <a:cubicBezTo>
                  <a:pt x="17" y="28"/>
                  <a:pt x="18" y="27"/>
                  <a:pt x="18" y="27"/>
                </a:cubicBezTo>
                <a:cubicBezTo>
                  <a:pt x="18" y="26"/>
                  <a:pt x="18" y="26"/>
                  <a:pt x="19" y="25"/>
                </a:cubicBezTo>
                <a:cubicBezTo>
                  <a:pt x="19" y="24"/>
                  <a:pt x="19" y="23"/>
                  <a:pt x="19" y="23"/>
                </a:cubicBezTo>
                <a:cubicBezTo>
                  <a:pt x="19" y="22"/>
                  <a:pt x="19" y="21"/>
                  <a:pt x="19" y="20"/>
                </a:cubicBezTo>
                <a:cubicBezTo>
                  <a:pt x="19" y="16"/>
                  <a:pt x="19" y="16"/>
                  <a:pt x="19" y="16"/>
                </a:cubicBezTo>
                <a:cubicBezTo>
                  <a:pt x="19" y="15"/>
                  <a:pt x="19" y="14"/>
                  <a:pt x="19" y="13"/>
                </a:cubicBezTo>
                <a:cubicBezTo>
                  <a:pt x="19" y="12"/>
                  <a:pt x="19" y="12"/>
                  <a:pt x="19" y="11"/>
                </a:cubicBezTo>
                <a:cubicBezTo>
                  <a:pt x="19" y="10"/>
                  <a:pt x="18" y="9"/>
                  <a:pt x="18" y="9"/>
                </a:cubicBezTo>
                <a:cubicBezTo>
                  <a:pt x="18" y="9"/>
                  <a:pt x="17" y="8"/>
                  <a:pt x="16" y="8"/>
                </a:cubicBezTo>
                <a:cubicBezTo>
                  <a:pt x="16" y="8"/>
                  <a:pt x="15" y="8"/>
                  <a:pt x="14" y="8"/>
                </a:cubicBezTo>
                <a:cubicBezTo>
                  <a:pt x="13" y="8"/>
                  <a:pt x="13" y="8"/>
                  <a:pt x="12" y="8"/>
                </a:cubicBezTo>
                <a:cubicBezTo>
                  <a:pt x="12" y="8"/>
                  <a:pt x="11" y="9"/>
                  <a:pt x="11" y="9"/>
                </a:cubicBezTo>
                <a:cubicBezTo>
                  <a:pt x="10" y="9"/>
                  <a:pt x="10" y="10"/>
                  <a:pt x="10" y="11"/>
                </a:cubicBezTo>
                <a:cubicBezTo>
                  <a:pt x="10" y="12"/>
                  <a:pt x="10" y="12"/>
                  <a:pt x="10" y="13"/>
                </a:cubicBezTo>
                <a:cubicBezTo>
                  <a:pt x="10" y="14"/>
                  <a:pt x="10" y="15"/>
                  <a:pt x="10" y="16"/>
                </a:cubicBezTo>
                <a:cubicBezTo>
                  <a:pt x="10" y="20"/>
                  <a:pt x="10" y="20"/>
                  <a:pt x="10" y="20"/>
                </a:cubicBezTo>
                <a:cubicBezTo>
                  <a:pt x="10" y="21"/>
                  <a:pt x="10" y="22"/>
                  <a:pt x="10" y="23"/>
                </a:cubicBezTo>
                <a:cubicBezTo>
                  <a:pt x="10" y="24"/>
                  <a:pt x="10" y="25"/>
                  <a:pt x="10" y="26"/>
                </a:cubicBezTo>
                <a:cubicBezTo>
                  <a:pt x="11" y="27"/>
                  <a:pt x="11" y="28"/>
                  <a:pt x="12" y="28"/>
                </a:cubicBezTo>
                <a:cubicBezTo>
                  <a:pt x="12" y="28"/>
                  <a:pt x="13" y="29"/>
                  <a:pt x="14" y="29"/>
                </a:cubicBezTo>
                <a:close/>
                <a:moveTo>
                  <a:pt x="23" y="66"/>
                </a:moveTo>
                <a:cubicBezTo>
                  <a:pt x="42" y="0"/>
                  <a:pt x="42" y="0"/>
                  <a:pt x="42" y="0"/>
                </a:cubicBezTo>
                <a:cubicBezTo>
                  <a:pt x="49" y="0"/>
                  <a:pt x="49" y="0"/>
                  <a:pt x="49" y="0"/>
                </a:cubicBezTo>
                <a:cubicBezTo>
                  <a:pt x="31" y="66"/>
                  <a:pt x="31" y="66"/>
                  <a:pt x="31" y="66"/>
                </a:cubicBezTo>
                <a:lnTo>
                  <a:pt x="23" y="66"/>
                </a:lnTo>
                <a:close/>
                <a:moveTo>
                  <a:pt x="58" y="66"/>
                </a:moveTo>
                <a:cubicBezTo>
                  <a:pt x="53" y="66"/>
                  <a:pt x="49" y="65"/>
                  <a:pt x="47" y="62"/>
                </a:cubicBezTo>
                <a:cubicBezTo>
                  <a:pt x="45" y="59"/>
                  <a:pt x="44" y="55"/>
                  <a:pt x="44" y="50"/>
                </a:cubicBezTo>
                <a:cubicBezTo>
                  <a:pt x="44" y="46"/>
                  <a:pt x="44" y="46"/>
                  <a:pt x="44" y="46"/>
                </a:cubicBezTo>
                <a:cubicBezTo>
                  <a:pt x="44" y="40"/>
                  <a:pt x="45" y="36"/>
                  <a:pt x="47" y="34"/>
                </a:cubicBezTo>
                <a:cubicBezTo>
                  <a:pt x="49" y="31"/>
                  <a:pt x="53" y="30"/>
                  <a:pt x="58" y="30"/>
                </a:cubicBezTo>
                <a:cubicBezTo>
                  <a:pt x="63" y="30"/>
                  <a:pt x="67" y="31"/>
                  <a:pt x="69" y="34"/>
                </a:cubicBezTo>
                <a:cubicBezTo>
                  <a:pt x="71" y="36"/>
                  <a:pt x="72" y="40"/>
                  <a:pt x="72" y="46"/>
                </a:cubicBezTo>
                <a:cubicBezTo>
                  <a:pt x="72" y="50"/>
                  <a:pt x="72" y="50"/>
                  <a:pt x="72" y="50"/>
                </a:cubicBezTo>
                <a:cubicBezTo>
                  <a:pt x="72" y="55"/>
                  <a:pt x="71" y="59"/>
                  <a:pt x="69" y="62"/>
                </a:cubicBezTo>
                <a:cubicBezTo>
                  <a:pt x="67" y="65"/>
                  <a:pt x="63" y="66"/>
                  <a:pt x="58" y="66"/>
                </a:cubicBezTo>
                <a:close/>
                <a:moveTo>
                  <a:pt x="58" y="59"/>
                </a:moveTo>
                <a:cubicBezTo>
                  <a:pt x="59" y="59"/>
                  <a:pt x="60" y="58"/>
                  <a:pt x="60" y="58"/>
                </a:cubicBezTo>
                <a:cubicBezTo>
                  <a:pt x="61" y="58"/>
                  <a:pt x="61" y="57"/>
                  <a:pt x="61" y="57"/>
                </a:cubicBezTo>
                <a:cubicBezTo>
                  <a:pt x="62" y="56"/>
                  <a:pt x="62" y="56"/>
                  <a:pt x="62" y="55"/>
                </a:cubicBezTo>
                <a:cubicBezTo>
                  <a:pt x="62" y="54"/>
                  <a:pt x="63" y="53"/>
                  <a:pt x="63" y="52"/>
                </a:cubicBezTo>
                <a:cubicBezTo>
                  <a:pt x="63" y="52"/>
                  <a:pt x="63" y="51"/>
                  <a:pt x="63" y="50"/>
                </a:cubicBezTo>
                <a:cubicBezTo>
                  <a:pt x="63" y="46"/>
                  <a:pt x="63" y="46"/>
                  <a:pt x="63" y="46"/>
                </a:cubicBezTo>
                <a:cubicBezTo>
                  <a:pt x="63" y="45"/>
                  <a:pt x="63" y="44"/>
                  <a:pt x="63" y="43"/>
                </a:cubicBezTo>
                <a:cubicBezTo>
                  <a:pt x="63" y="42"/>
                  <a:pt x="62" y="41"/>
                  <a:pt x="62" y="41"/>
                </a:cubicBezTo>
                <a:cubicBezTo>
                  <a:pt x="62" y="40"/>
                  <a:pt x="62" y="39"/>
                  <a:pt x="62" y="39"/>
                </a:cubicBezTo>
                <a:cubicBezTo>
                  <a:pt x="61" y="38"/>
                  <a:pt x="61" y="38"/>
                  <a:pt x="60" y="38"/>
                </a:cubicBezTo>
                <a:cubicBezTo>
                  <a:pt x="60" y="38"/>
                  <a:pt x="59" y="37"/>
                  <a:pt x="58" y="37"/>
                </a:cubicBezTo>
                <a:cubicBezTo>
                  <a:pt x="57" y="37"/>
                  <a:pt x="56" y="38"/>
                  <a:pt x="56" y="38"/>
                </a:cubicBezTo>
                <a:cubicBezTo>
                  <a:pt x="55" y="38"/>
                  <a:pt x="55" y="38"/>
                  <a:pt x="54" y="39"/>
                </a:cubicBezTo>
                <a:cubicBezTo>
                  <a:pt x="54" y="39"/>
                  <a:pt x="54" y="40"/>
                  <a:pt x="54" y="41"/>
                </a:cubicBezTo>
                <a:cubicBezTo>
                  <a:pt x="53" y="42"/>
                  <a:pt x="53" y="42"/>
                  <a:pt x="53" y="43"/>
                </a:cubicBezTo>
                <a:cubicBezTo>
                  <a:pt x="53" y="44"/>
                  <a:pt x="53" y="45"/>
                  <a:pt x="53" y="46"/>
                </a:cubicBezTo>
                <a:cubicBezTo>
                  <a:pt x="53" y="50"/>
                  <a:pt x="53" y="50"/>
                  <a:pt x="53" y="50"/>
                </a:cubicBezTo>
                <a:cubicBezTo>
                  <a:pt x="53" y="51"/>
                  <a:pt x="53" y="52"/>
                  <a:pt x="53" y="53"/>
                </a:cubicBezTo>
                <a:cubicBezTo>
                  <a:pt x="53" y="54"/>
                  <a:pt x="54" y="55"/>
                  <a:pt x="54" y="56"/>
                </a:cubicBezTo>
                <a:cubicBezTo>
                  <a:pt x="54" y="57"/>
                  <a:pt x="55" y="57"/>
                  <a:pt x="55" y="58"/>
                </a:cubicBezTo>
                <a:cubicBezTo>
                  <a:pt x="56" y="58"/>
                  <a:pt x="57" y="59"/>
                  <a:pt x="58" y="59"/>
                </a:cubicBezTo>
                <a:close/>
              </a:path>
            </a:pathLst>
          </a:custGeom>
          <a:solidFill>
            <a:srgbClr val="F98091"/>
          </a:solidFill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75" id="75"/>
          <p:cNvSpPr/>
          <p:nvPr/>
        </p:nvSpPr>
        <p:spPr>
          <a:xfrm>
            <a:off x="8276675" y="4251619"/>
            <a:ext cx="460755" cy="1364497"/>
          </a:xfrm>
          <a:custGeom>
            <a:avLst/>
            <a:gdLst/>
            <a:ahLst/>
            <a:cxnLst/>
            <a:rect r="r" b="b" t="t" l="l"/>
            <a:pathLst>
              <a:path w="187" h="555" stroke="true" fill="norm" extrusionOk="true">
                <a:moveTo>
                  <a:pt x="0" y="0"/>
                </a:moveTo>
                <a:cubicBezTo>
                  <a:pt x="58" y="177"/>
                  <a:pt x="56" y="436"/>
                  <a:pt x="38" y="543"/>
                </a:cubicBezTo>
                <a:cubicBezTo>
                  <a:pt x="81" y="555"/>
                  <a:pt x="81" y="555"/>
                  <a:pt x="81" y="555"/>
                </a:cubicBezTo>
                <a:cubicBezTo>
                  <a:pt x="81" y="555"/>
                  <a:pt x="187" y="264"/>
                  <a:pt x="147" y="44"/>
                </a:cubicBezTo>
                <a:lnTo>
                  <a:pt x="0" y="0"/>
                </a:lnTo>
                <a:close/>
              </a:path>
            </a:pathLst>
          </a:custGeom>
          <a:solidFill>
            <a:srgbClr val="33337C"/>
          </a:solidFill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76" id="76"/>
          <p:cNvSpPr/>
          <p:nvPr/>
        </p:nvSpPr>
        <p:spPr>
          <a:xfrm>
            <a:off x="8326422" y="5586504"/>
            <a:ext cx="285455" cy="204912"/>
          </a:xfrm>
          <a:custGeom>
            <a:avLst/>
            <a:gdLst/>
            <a:ahLst/>
            <a:cxnLst/>
            <a:rect r="r" b="b" t="t" l="l"/>
            <a:pathLst>
              <a:path w="241" h="173" stroke="true" fill="norm" extrusionOk="true">
                <a:moveTo>
                  <a:pt x="126" y="25"/>
                </a:moveTo>
                <a:lnTo>
                  <a:pt x="241" y="173"/>
                </a:lnTo>
                <a:lnTo>
                  <a:pt x="0" y="92"/>
                </a:lnTo>
                <a:lnTo>
                  <a:pt x="37" y="0"/>
                </a:lnTo>
                <a:lnTo>
                  <a:pt x="126" y="25"/>
                </a:lnTo>
                <a:close/>
              </a:path>
            </a:pathLst>
          </a:custGeom>
          <a:solidFill>
            <a:srgbClr val="E4E9FF"/>
          </a:solidFill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77" id="77"/>
          <p:cNvSpPr/>
          <p:nvPr/>
        </p:nvSpPr>
        <p:spPr>
          <a:xfrm>
            <a:off x="7961609" y="4317948"/>
            <a:ext cx="546036" cy="59223"/>
          </a:xfrm>
          <a:custGeom>
            <a:avLst/>
            <a:gdLst/>
            <a:ahLst/>
            <a:cxnLst/>
            <a:rect r="r" b="b" t="t" l="l"/>
            <a:pathLst>
              <a:path w="461" h="50" stroke="true" fill="norm" extrusionOk="true">
                <a:moveTo>
                  <a:pt x="2" y="0"/>
                </a:moveTo>
                <a:lnTo>
                  <a:pt x="459" y="0"/>
                </a:lnTo>
                <a:lnTo>
                  <a:pt x="461" y="50"/>
                </a:lnTo>
                <a:lnTo>
                  <a:pt x="0" y="50"/>
                </a:lnTo>
                <a:lnTo>
                  <a:pt x="2" y="0"/>
                </a:lnTo>
                <a:close/>
              </a:path>
            </a:pathLst>
          </a:custGeom>
          <a:solidFill>
            <a:srgbClr val="01004C"/>
          </a:solidFill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78" id="78"/>
          <p:cNvSpPr/>
          <p:nvPr/>
        </p:nvSpPr>
        <p:spPr>
          <a:xfrm flipH="true">
            <a:off x="7888172" y="4303735"/>
            <a:ext cx="75805" cy="1590730"/>
          </a:xfrm>
          <a:prstGeom prst="line">
            <a:avLst/>
          </a:prstGeom>
          <a:noFill/>
          <a:ln w="30163" cap="rnd">
            <a:solidFill>
              <a:srgbClr val="01004C"/>
            </a:solidFill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79" id="79"/>
          <p:cNvSpPr/>
          <p:nvPr/>
        </p:nvSpPr>
        <p:spPr>
          <a:xfrm>
            <a:off x="8505275" y="4303735"/>
            <a:ext cx="76990" cy="1590730"/>
          </a:xfrm>
          <a:prstGeom prst="line">
            <a:avLst/>
          </a:prstGeom>
          <a:noFill/>
          <a:ln w="30163" cap="rnd">
            <a:solidFill>
              <a:srgbClr val="01004C"/>
            </a:solidFill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80" id="80"/>
          <p:cNvSpPr/>
          <p:nvPr/>
        </p:nvSpPr>
        <p:spPr>
          <a:xfrm flipH="true">
            <a:off x="7920152" y="5240642"/>
            <a:ext cx="630133" cy="0"/>
          </a:xfrm>
          <a:prstGeom prst="line">
            <a:avLst/>
          </a:prstGeom>
          <a:noFill/>
          <a:ln w="30163" cap="rnd">
            <a:solidFill>
              <a:srgbClr val="01004C"/>
            </a:solidFill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81" id="81"/>
          <p:cNvSpPr/>
          <p:nvPr/>
        </p:nvSpPr>
        <p:spPr>
          <a:xfrm>
            <a:off x="7858560" y="4235037"/>
            <a:ext cx="753317" cy="103049"/>
          </a:xfrm>
          <a:custGeom>
            <a:avLst/>
            <a:gdLst/>
            <a:ahLst/>
            <a:cxnLst/>
            <a:rect r="r" b="b" t="t" l="l"/>
            <a:pathLst>
              <a:path w="306" h="42" stroke="true" fill="norm" extrusionOk="true">
                <a:moveTo>
                  <a:pt x="288" y="42"/>
                </a:moveTo>
                <a:cubicBezTo>
                  <a:pt x="18" y="42"/>
                  <a:pt x="18" y="42"/>
                  <a:pt x="18" y="42"/>
                </a:cubicBezTo>
                <a:cubicBezTo>
                  <a:pt x="8" y="42"/>
                  <a:pt x="0" y="34"/>
                  <a:pt x="0" y="24"/>
                </a:cubicBezTo>
                <a:cubicBezTo>
                  <a:pt x="0" y="18"/>
                  <a:pt x="0" y="18"/>
                  <a:pt x="0" y="18"/>
                </a:cubicBezTo>
                <a:cubicBezTo>
                  <a:pt x="0" y="8"/>
                  <a:pt x="8" y="0"/>
                  <a:pt x="18" y="0"/>
                </a:cubicBezTo>
                <a:cubicBezTo>
                  <a:pt x="288" y="0"/>
                  <a:pt x="288" y="0"/>
                  <a:pt x="288" y="0"/>
                </a:cubicBezTo>
                <a:cubicBezTo>
                  <a:pt x="298" y="0"/>
                  <a:pt x="306" y="8"/>
                  <a:pt x="306" y="18"/>
                </a:cubicBezTo>
                <a:cubicBezTo>
                  <a:pt x="306" y="24"/>
                  <a:pt x="306" y="24"/>
                  <a:pt x="306" y="24"/>
                </a:cubicBezTo>
                <a:cubicBezTo>
                  <a:pt x="306" y="34"/>
                  <a:pt x="298" y="42"/>
                  <a:pt x="288" y="42"/>
                </a:cubicBezTo>
                <a:close/>
              </a:path>
            </a:pathLst>
          </a:custGeom>
          <a:solidFill>
            <a:srgbClr val="62A5E7"/>
          </a:solidFill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82" id="82"/>
          <p:cNvSpPr/>
          <p:nvPr/>
        </p:nvSpPr>
        <p:spPr>
          <a:xfrm>
            <a:off x="8251801" y="2440580"/>
            <a:ext cx="807802" cy="1511370"/>
          </a:xfrm>
          <a:custGeom>
            <a:avLst/>
            <a:gdLst/>
            <a:ahLst/>
            <a:cxnLst/>
            <a:rect r="r" b="b" t="t" l="l"/>
            <a:pathLst>
              <a:path w="328" h="615" stroke="true" fill="norm" extrusionOk="true">
                <a:moveTo>
                  <a:pt x="70" y="327"/>
                </a:moveTo>
                <a:cubicBezTo>
                  <a:pt x="24" y="227"/>
                  <a:pt x="0" y="50"/>
                  <a:pt x="142" y="34"/>
                </a:cubicBezTo>
                <a:cubicBezTo>
                  <a:pt x="142" y="34"/>
                  <a:pt x="185" y="0"/>
                  <a:pt x="236" y="47"/>
                </a:cubicBezTo>
                <a:cubicBezTo>
                  <a:pt x="286" y="93"/>
                  <a:pt x="219" y="209"/>
                  <a:pt x="226" y="296"/>
                </a:cubicBezTo>
                <a:cubicBezTo>
                  <a:pt x="233" y="383"/>
                  <a:pt x="328" y="463"/>
                  <a:pt x="267" y="539"/>
                </a:cubicBezTo>
                <a:cubicBezTo>
                  <a:pt x="206" y="615"/>
                  <a:pt x="127" y="595"/>
                  <a:pt x="98" y="484"/>
                </a:cubicBezTo>
                <a:cubicBezTo>
                  <a:pt x="68" y="373"/>
                  <a:pt x="70" y="327"/>
                  <a:pt x="70" y="327"/>
                </a:cubicBezTo>
                <a:close/>
              </a:path>
            </a:pathLst>
          </a:custGeom>
          <a:solidFill>
            <a:srgbClr val="01004C"/>
          </a:solidFill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83" id="83"/>
          <p:cNvSpPr/>
          <p:nvPr/>
        </p:nvSpPr>
        <p:spPr>
          <a:xfrm>
            <a:off x="7971085" y="3940106"/>
            <a:ext cx="1031665" cy="1263819"/>
          </a:xfrm>
          <a:custGeom>
            <a:avLst/>
            <a:gdLst/>
            <a:ahLst/>
            <a:cxnLst/>
            <a:rect r="r" b="b" t="t" l="l"/>
            <a:pathLst>
              <a:path w="419" h="514" stroke="true" fill="norm" extrusionOk="true">
                <a:moveTo>
                  <a:pt x="200" y="484"/>
                </a:moveTo>
                <a:cubicBezTo>
                  <a:pt x="233" y="514"/>
                  <a:pt x="233" y="514"/>
                  <a:pt x="233" y="514"/>
                </a:cubicBezTo>
                <a:cubicBezTo>
                  <a:pt x="233" y="514"/>
                  <a:pt x="374" y="451"/>
                  <a:pt x="397" y="310"/>
                </a:cubicBezTo>
                <a:cubicBezTo>
                  <a:pt x="419" y="168"/>
                  <a:pt x="320" y="58"/>
                  <a:pt x="254" y="7"/>
                </a:cubicBezTo>
                <a:cubicBezTo>
                  <a:pt x="27" y="0"/>
                  <a:pt x="27" y="0"/>
                  <a:pt x="27" y="0"/>
                </a:cubicBezTo>
                <a:cubicBezTo>
                  <a:pt x="27" y="0"/>
                  <a:pt x="0" y="100"/>
                  <a:pt x="102" y="137"/>
                </a:cubicBezTo>
                <a:cubicBezTo>
                  <a:pt x="204" y="173"/>
                  <a:pt x="260" y="144"/>
                  <a:pt x="292" y="251"/>
                </a:cubicBezTo>
                <a:cubicBezTo>
                  <a:pt x="323" y="359"/>
                  <a:pt x="200" y="484"/>
                  <a:pt x="200" y="484"/>
                </a:cubicBezTo>
                <a:close/>
              </a:path>
            </a:pathLst>
          </a:custGeom>
          <a:solidFill>
            <a:srgbClr val="282766"/>
          </a:solidFill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84" id="84"/>
          <p:cNvSpPr/>
          <p:nvPr/>
        </p:nvSpPr>
        <p:spPr>
          <a:xfrm>
            <a:off x="8374985" y="5129303"/>
            <a:ext cx="209650" cy="292562"/>
          </a:xfrm>
          <a:custGeom>
            <a:avLst/>
            <a:gdLst/>
            <a:ahLst/>
            <a:cxnLst/>
            <a:rect r="r" b="b" t="t" l="l"/>
            <a:pathLst>
              <a:path w="177" h="247" stroke="true" fill="norm" extrusionOk="true">
                <a:moveTo>
                  <a:pt x="144" y="63"/>
                </a:moveTo>
                <a:lnTo>
                  <a:pt x="177" y="247"/>
                </a:lnTo>
                <a:lnTo>
                  <a:pt x="0" y="63"/>
                </a:lnTo>
                <a:lnTo>
                  <a:pt x="75" y="0"/>
                </a:lnTo>
                <a:lnTo>
                  <a:pt x="144" y="63"/>
                </a:lnTo>
                <a:close/>
              </a:path>
            </a:pathLst>
          </a:custGeom>
          <a:solidFill>
            <a:srgbClr val="E4E9FF"/>
          </a:solidFill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85" id="85"/>
          <p:cNvSpPr/>
          <p:nvPr/>
        </p:nvSpPr>
        <p:spPr>
          <a:xfrm>
            <a:off x="8424732" y="2614696"/>
            <a:ext cx="370736" cy="381396"/>
          </a:xfrm>
          <a:custGeom>
            <a:avLst/>
            <a:gdLst/>
            <a:ahLst/>
            <a:cxnLst/>
            <a:rect r="r" b="b" t="t" l="l"/>
            <a:pathLst>
              <a:path w="151" h="155" stroke="true" fill="norm" extrusionOk="true">
                <a:moveTo>
                  <a:pt x="0" y="135"/>
                </a:moveTo>
                <a:cubicBezTo>
                  <a:pt x="36" y="152"/>
                  <a:pt x="36" y="152"/>
                  <a:pt x="36" y="152"/>
                </a:cubicBezTo>
                <a:cubicBezTo>
                  <a:pt x="53" y="117"/>
                  <a:pt x="53" y="117"/>
                  <a:pt x="53" y="117"/>
                </a:cubicBezTo>
                <a:cubicBezTo>
                  <a:pt x="53" y="117"/>
                  <a:pt x="105" y="155"/>
                  <a:pt x="130" y="101"/>
                </a:cubicBezTo>
                <a:cubicBezTo>
                  <a:pt x="130" y="101"/>
                  <a:pt x="139" y="105"/>
                  <a:pt x="146" y="101"/>
                </a:cubicBezTo>
                <a:cubicBezTo>
                  <a:pt x="146" y="101"/>
                  <a:pt x="140" y="71"/>
                  <a:pt x="151" y="43"/>
                </a:cubicBezTo>
                <a:cubicBezTo>
                  <a:pt x="151" y="43"/>
                  <a:pt x="130" y="4"/>
                  <a:pt x="107" y="26"/>
                </a:cubicBezTo>
                <a:cubicBezTo>
                  <a:pt x="93" y="39"/>
                  <a:pt x="78" y="47"/>
                  <a:pt x="73" y="41"/>
                </a:cubicBezTo>
                <a:cubicBezTo>
                  <a:pt x="68" y="36"/>
                  <a:pt x="82" y="22"/>
                  <a:pt x="71" y="10"/>
                </a:cubicBezTo>
                <a:cubicBezTo>
                  <a:pt x="62" y="0"/>
                  <a:pt x="45" y="2"/>
                  <a:pt x="37" y="13"/>
                </a:cubicBezTo>
                <a:cubicBezTo>
                  <a:pt x="19" y="40"/>
                  <a:pt x="42" y="53"/>
                  <a:pt x="42" y="53"/>
                </a:cubicBezTo>
                <a:lnTo>
                  <a:pt x="0" y="135"/>
                </a:lnTo>
                <a:close/>
              </a:path>
            </a:pathLst>
          </a:custGeom>
          <a:solidFill>
            <a:srgbClr val="FFADB7"/>
          </a:solidFill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86" id="86"/>
          <p:cNvSpPr/>
          <p:nvPr/>
        </p:nvSpPr>
        <p:spPr>
          <a:xfrm>
            <a:off x="8598848" y="2774598"/>
            <a:ext cx="123184" cy="120815"/>
          </a:xfrm>
          <a:prstGeom prst="ellipse">
            <a:avLst/>
          </a:prstGeom>
          <a:solidFill>
            <a:srgbClr val="F98091"/>
          </a:solidFill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87" id="87"/>
          <p:cNvSpPr/>
          <p:nvPr/>
        </p:nvSpPr>
        <p:spPr>
          <a:xfrm>
            <a:off x="8699526" y="2737880"/>
            <a:ext cx="42641" cy="24874"/>
          </a:xfrm>
          <a:custGeom>
            <a:avLst/>
            <a:gdLst/>
            <a:ahLst/>
            <a:cxnLst/>
            <a:rect r="r" b="b" t="t" l="l"/>
            <a:pathLst>
              <a:path w="17" h="10" stroke="true" fill="norm" extrusionOk="true">
                <a:moveTo>
                  <a:pt x="0" y="0"/>
                </a:moveTo>
                <a:cubicBezTo>
                  <a:pt x="0" y="0"/>
                  <a:pt x="10" y="0"/>
                  <a:pt x="17" y="10"/>
                </a:cubicBezTo>
              </a:path>
            </a:pathLst>
          </a:custGeom>
          <a:noFill/>
          <a:ln w="7938" cap="rnd">
            <a:solidFill>
              <a:srgbClr val="EF8998"/>
            </a:solidFill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88" id="88"/>
          <p:cNvSpPr/>
          <p:nvPr/>
        </p:nvSpPr>
        <p:spPr>
          <a:xfrm>
            <a:off x="8523043" y="2644307"/>
            <a:ext cx="59223" cy="29612"/>
          </a:xfrm>
          <a:custGeom>
            <a:avLst/>
            <a:gdLst/>
            <a:ahLst/>
            <a:cxnLst/>
            <a:rect r="r" b="b" t="t" l="l"/>
            <a:pathLst>
              <a:path w="24" h="12" stroke="true" fill="norm" extrusionOk="true">
                <a:moveTo>
                  <a:pt x="0" y="12"/>
                </a:moveTo>
                <a:cubicBezTo>
                  <a:pt x="1" y="10"/>
                  <a:pt x="2" y="8"/>
                  <a:pt x="4" y="6"/>
                </a:cubicBezTo>
                <a:cubicBezTo>
                  <a:pt x="6" y="2"/>
                  <a:pt x="11" y="0"/>
                  <a:pt x="15" y="0"/>
                </a:cubicBezTo>
                <a:cubicBezTo>
                  <a:pt x="19" y="0"/>
                  <a:pt x="22" y="1"/>
                  <a:pt x="24" y="3"/>
                </a:cubicBezTo>
              </a:path>
            </a:pathLst>
          </a:custGeom>
          <a:noFill/>
          <a:ln w="7938" cap="rnd">
            <a:solidFill>
              <a:srgbClr val="EF8998"/>
            </a:solidFill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89" id="89"/>
          <p:cNvSpPr/>
          <p:nvPr/>
        </p:nvSpPr>
        <p:spPr>
          <a:xfrm>
            <a:off x="8547916" y="2644307"/>
            <a:ext cx="9476" cy="29612"/>
          </a:xfrm>
          <a:custGeom>
            <a:avLst/>
            <a:gdLst/>
            <a:ahLst/>
            <a:cxnLst/>
            <a:rect r="r" b="b" t="t" l="l"/>
            <a:pathLst>
              <a:path w="4" h="12" stroke="true" fill="norm" extrusionOk="true">
                <a:moveTo>
                  <a:pt x="1" y="0"/>
                </a:moveTo>
                <a:cubicBezTo>
                  <a:pt x="1" y="0"/>
                  <a:pt x="0" y="7"/>
                  <a:pt x="4" y="12"/>
                </a:cubicBezTo>
              </a:path>
            </a:pathLst>
          </a:custGeom>
          <a:noFill/>
          <a:ln w="7938" cap="rnd">
            <a:solidFill>
              <a:srgbClr val="EF8998"/>
            </a:solidFill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90" id="90"/>
          <p:cNvSpPr/>
          <p:nvPr/>
        </p:nvSpPr>
        <p:spPr>
          <a:xfrm>
            <a:off x="8507644" y="2875277"/>
            <a:ext cx="47379" cy="56854"/>
          </a:xfrm>
          <a:custGeom>
            <a:avLst/>
            <a:gdLst/>
            <a:ahLst/>
            <a:cxnLst/>
            <a:rect r="r" b="b" t="t" l="l"/>
            <a:pathLst>
              <a:path w="19" h="23" stroke="true" fill="norm" extrusionOk="true">
                <a:moveTo>
                  <a:pt x="13" y="23"/>
                </a:moveTo>
                <a:cubicBezTo>
                  <a:pt x="13" y="23"/>
                  <a:pt x="13" y="23"/>
                  <a:pt x="13" y="23"/>
                </a:cubicBezTo>
                <a:cubicBezTo>
                  <a:pt x="19" y="11"/>
                  <a:pt x="19" y="11"/>
                  <a:pt x="19" y="11"/>
                </a:cubicBezTo>
                <a:cubicBezTo>
                  <a:pt x="11" y="6"/>
                  <a:pt x="3" y="0"/>
                  <a:pt x="3" y="0"/>
                </a:cubicBezTo>
                <a:cubicBezTo>
                  <a:pt x="3" y="0"/>
                  <a:pt x="0" y="15"/>
                  <a:pt x="13" y="23"/>
                </a:cubicBezTo>
                <a:close/>
              </a:path>
            </a:pathLst>
          </a:custGeom>
          <a:solidFill>
            <a:srgbClr val="F08B9A"/>
          </a:solidFill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91" id="91"/>
          <p:cNvSpPr/>
          <p:nvPr/>
        </p:nvSpPr>
        <p:spPr>
          <a:xfrm>
            <a:off x="7977007" y="2927394"/>
            <a:ext cx="692909" cy="1270925"/>
          </a:xfrm>
          <a:custGeom>
            <a:avLst/>
            <a:gdLst/>
            <a:ahLst/>
            <a:cxnLst/>
            <a:rect r="r" b="b" t="t" l="l"/>
            <a:pathLst>
              <a:path w="282" h="517" stroke="true" fill="norm" extrusionOk="true">
                <a:moveTo>
                  <a:pt x="278" y="440"/>
                </a:moveTo>
                <a:cubicBezTo>
                  <a:pt x="201" y="489"/>
                  <a:pt x="147" y="517"/>
                  <a:pt x="0" y="486"/>
                </a:cubicBezTo>
                <a:cubicBezTo>
                  <a:pt x="0" y="486"/>
                  <a:pt x="25" y="346"/>
                  <a:pt x="47" y="214"/>
                </a:cubicBezTo>
                <a:cubicBezTo>
                  <a:pt x="68" y="83"/>
                  <a:pt x="116" y="0"/>
                  <a:pt x="188" y="6"/>
                </a:cubicBezTo>
                <a:cubicBezTo>
                  <a:pt x="259" y="11"/>
                  <a:pt x="282" y="164"/>
                  <a:pt x="270" y="265"/>
                </a:cubicBezTo>
                <a:cubicBezTo>
                  <a:pt x="258" y="365"/>
                  <a:pt x="278" y="437"/>
                  <a:pt x="278" y="437"/>
                </a:cubicBezTo>
              </a:path>
            </a:pathLst>
          </a:custGeom>
          <a:solidFill>
            <a:srgbClr val="FCD98E"/>
          </a:solidFill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92" id="92"/>
          <p:cNvSpPr/>
          <p:nvPr/>
        </p:nvSpPr>
        <p:spPr>
          <a:xfrm>
            <a:off x="8374985" y="3079004"/>
            <a:ext cx="280717" cy="713045"/>
          </a:xfrm>
          <a:custGeom>
            <a:avLst/>
            <a:gdLst/>
            <a:ahLst/>
            <a:cxnLst/>
            <a:rect r="r" b="b" t="t" l="l"/>
            <a:pathLst>
              <a:path w="114" h="290" stroke="true" fill="norm" extrusionOk="true">
                <a:moveTo>
                  <a:pt x="48" y="2"/>
                </a:moveTo>
                <a:cubicBezTo>
                  <a:pt x="51" y="8"/>
                  <a:pt x="0" y="66"/>
                  <a:pt x="0" y="66"/>
                </a:cubicBezTo>
                <a:cubicBezTo>
                  <a:pt x="0" y="138"/>
                  <a:pt x="25" y="271"/>
                  <a:pt x="105" y="290"/>
                </a:cubicBezTo>
                <a:cubicBezTo>
                  <a:pt x="105" y="290"/>
                  <a:pt x="105" y="290"/>
                  <a:pt x="105" y="290"/>
                </a:cubicBezTo>
                <a:cubicBezTo>
                  <a:pt x="104" y="265"/>
                  <a:pt x="104" y="235"/>
                  <a:pt x="108" y="203"/>
                </a:cubicBezTo>
                <a:cubicBezTo>
                  <a:pt x="114" y="147"/>
                  <a:pt x="110" y="76"/>
                  <a:pt x="94" y="22"/>
                </a:cubicBezTo>
                <a:cubicBezTo>
                  <a:pt x="66" y="9"/>
                  <a:pt x="47" y="0"/>
                  <a:pt x="48" y="2"/>
                </a:cubicBezTo>
                <a:close/>
              </a:path>
            </a:pathLst>
          </a:custGeom>
          <a:gradFill>
            <a:gsLst>
              <a:gs pos="0">
                <a:srgbClr val="2F2F2F">
                  <a:alpha val="10000"/>
                </a:srgbClr>
              </a:gs>
              <a:gs pos="100000">
                <a:srgbClr val="2F2F2F">
                  <a:alpha val="0"/>
                </a:srgbClr>
              </a:gs>
            </a:gsLst>
            <a:lin ang="5400000"/>
          </a:gradFill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93" id="93"/>
          <p:cNvSpPr/>
          <p:nvPr/>
        </p:nvSpPr>
        <p:spPr>
          <a:xfrm>
            <a:off x="8461451" y="3341954"/>
            <a:ext cx="883607" cy="568541"/>
          </a:xfrm>
          <a:custGeom>
            <a:avLst/>
            <a:gdLst/>
            <a:ahLst/>
            <a:cxnLst/>
            <a:rect r="r" b="b" t="t" l="l"/>
            <a:pathLst>
              <a:path w="359" h="231" stroke="true" fill="norm" extrusionOk="true">
                <a:moveTo>
                  <a:pt x="284" y="199"/>
                </a:moveTo>
                <a:cubicBezTo>
                  <a:pt x="284" y="199"/>
                  <a:pt x="242" y="182"/>
                  <a:pt x="175" y="128"/>
                </a:cubicBezTo>
                <a:cubicBezTo>
                  <a:pt x="141" y="102"/>
                  <a:pt x="116" y="52"/>
                  <a:pt x="95" y="0"/>
                </a:cubicBezTo>
                <a:cubicBezTo>
                  <a:pt x="0" y="49"/>
                  <a:pt x="0" y="49"/>
                  <a:pt x="0" y="49"/>
                </a:cubicBezTo>
                <a:cubicBezTo>
                  <a:pt x="79" y="173"/>
                  <a:pt x="265" y="231"/>
                  <a:pt x="265" y="231"/>
                </a:cubicBezTo>
                <a:cubicBezTo>
                  <a:pt x="359" y="231"/>
                  <a:pt x="359" y="231"/>
                  <a:pt x="359" y="231"/>
                </a:cubicBezTo>
                <a:cubicBezTo>
                  <a:pt x="354" y="192"/>
                  <a:pt x="284" y="199"/>
                  <a:pt x="284" y="199"/>
                </a:cubicBezTo>
                <a:close/>
              </a:path>
            </a:pathLst>
          </a:custGeom>
          <a:solidFill>
            <a:srgbClr val="FFADB7"/>
          </a:solidFill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94" id="94"/>
          <p:cNvSpPr/>
          <p:nvPr/>
        </p:nvSpPr>
        <p:spPr>
          <a:xfrm>
            <a:off x="8258908" y="3007937"/>
            <a:ext cx="435881" cy="454832"/>
          </a:xfrm>
          <a:custGeom>
            <a:avLst/>
            <a:gdLst/>
            <a:ahLst/>
            <a:cxnLst/>
            <a:rect r="r" b="b" t="t" l="l"/>
            <a:pathLst>
              <a:path w="177" h="185" stroke="true" fill="norm" extrusionOk="true">
                <a:moveTo>
                  <a:pt x="117" y="0"/>
                </a:moveTo>
                <a:cubicBezTo>
                  <a:pt x="117" y="0"/>
                  <a:pt x="0" y="16"/>
                  <a:pt x="67" y="158"/>
                </a:cubicBezTo>
                <a:cubicBezTo>
                  <a:pt x="71" y="167"/>
                  <a:pt x="76" y="176"/>
                  <a:pt x="82" y="185"/>
                </a:cubicBezTo>
                <a:cubicBezTo>
                  <a:pt x="126" y="172"/>
                  <a:pt x="157" y="153"/>
                  <a:pt x="177" y="136"/>
                </a:cubicBezTo>
                <a:cubicBezTo>
                  <a:pt x="156" y="85"/>
                  <a:pt x="138" y="33"/>
                  <a:pt x="117" y="0"/>
                </a:cubicBezTo>
                <a:close/>
              </a:path>
            </a:pathLst>
          </a:custGeom>
          <a:solidFill>
            <a:srgbClr val="FCD98E"/>
          </a:solidFill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bg>
      <p:bgPr>
        <a:solidFill>
          <a:srgbClr val="2F2F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3067957" y="1360714"/>
            <a:ext cx="6043386" cy="2377283"/>
          </a:xfrm>
        </p:spPr>
        <p:txBody>
          <a:bodyPr vert="horz" anchor="b" tIns="45720" lIns="91440" bIns="45720" rIns="91440">
            <a:normAutofit/>
          </a:bodyPr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zh-CN" b="true" i="false" sz="44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谢谢观看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4970207" y="3921911"/>
            <a:ext cx="2175388" cy="679782"/>
          </a:xfrm>
          <a:prstGeom prst="roundRect">
            <a:avLst>
              <a:gd name="adj" fmla="val 50000"/>
            </a:avLst>
          </a:prstGeom>
        </p:spPr>
        <p:txBody>
          <a:bodyPr anchor="t" rtlCol="false" vert="horz" tIns="45720" lIns="91440" bIns="45720" rIns="91440">
            <a:normAutofit/>
          </a:bodyPr>
          <a:lstStyle/>
          <a:p>
            <a:pPr algn="ctr" indent="0" marL="0">
              <a:lnSpc>
                <a:spcPct val="120000"/>
              </a:lnSpc>
              <a:spcBef>
                <a:spcPts val="1000"/>
              </a:spcBef>
              <a:defRPr/>
            </a:pPr>
            <a:r>
              <a:rPr lang="zh-CN" b="false" i="false" sz="18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汇报人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2F2F2F"/>
      </a:dk1>
      <a:lt1>
        <a:srgbClr val="FFFFFF"/>
      </a:lt1>
      <a:dk2>
        <a:srgbClr val="778495"/>
      </a:dk2>
      <a:lt2>
        <a:srgbClr val="F0F0F0"/>
      </a:lt2>
      <a:accent1>
        <a:srgbClr val="AE94FF"/>
      </a:accent1>
      <a:accent2>
        <a:srgbClr val="3ED0E8"/>
      </a:accent2>
      <a:accent3>
        <a:srgbClr val="8562F9"/>
      </a:accent3>
      <a:accent4>
        <a:srgbClr val="FF9D4C"/>
      </a:accent4>
      <a:accent5>
        <a:srgbClr val="777EF0"/>
      </a:accent5>
      <a:accent6>
        <a:srgbClr val="B1B1B1"/>
      </a:accent6>
      <a:hlink>
        <a:srgbClr val="F84D4D"/>
      </a:hlink>
      <a:folHlink>
        <a:srgbClr val="97979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全屏显示(4:3)</PresentationFormat>
  <Paragraphs>0</Paragraphs>
  <Slides>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0</vt:i4>
      </vt:variant>
    </vt:vector>
  </HeadingPairs>
  <TitlesOfParts>
    <vt:vector size="2" baseType="lpstr">
      <vt:lpstr>Arial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cp:lastModifiedBy>卓伟 罗</cp:lastModifiedBy>
  <dcterms:modified xsi:type="dcterms:W3CDTF">2024-05-20T00:48:33Z</dcterms:modified>
  <cp:revision>2</cp:revision>
</cp:coreProperties>
</file>